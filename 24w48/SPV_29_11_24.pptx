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diagrams/data12.xml" ContentType="application/vnd.openxmlformats-officedocument.drawingml.diagramData+xml"/>
  <Override PartName="/ppt/diagrams/layout12.xml" ContentType="application/vnd.openxmlformats-officedocument.drawingml.diagramLayout+xml"/>
  <Override PartName="/ppt/diagrams/quickStyle12.xml" ContentType="application/vnd.openxmlformats-officedocument.drawingml.diagramStyle+xml"/>
  <Override PartName="/ppt/diagrams/colors12.xml" ContentType="application/vnd.openxmlformats-officedocument.drawingml.diagramColors+xml"/>
  <Override PartName="/ppt/diagrams/drawing12.xml" ContentType="application/vnd.ms-office.drawingml.diagramDrawing+xml"/>
  <Override PartName="/ppt/diagrams/data13.xml" ContentType="application/vnd.openxmlformats-officedocument.drawingml.diagramData+xml"/>
  <Override PartName="/ppt/diagrams/layout13.xml" ContentType="application/vnd.openxmlformats-officedocument.drawingml.diagramLayout+xml"/>
  <Override PartName="/ppt/diagrams/quickStyle13.xml" ContentType="application/vnd.openxmlformats-officedocument.drawingml.diagramStyle+xml"/>
  <Override PartName="/ppt/diagrams/colors13.xml" ContentType="application/vnd.openxmlformats-officedocument.drawingml.diagramColors+xml"/>
  <Override PartName="/ppt/diagrams/drawing13.xml" ContentType="application/vnd.ms-office.drawingml.diagramDrawing+xml"/>
  <Override PartName="/ppt/diagrams/data14.xml" ContentType="application/vnd.openxmlformats-officedocument.drawingml.diagramData+xml"/>
  <Override PartName="/ppt/diagrams/layout14.xml" ContentType="application/vnd.openxmlformats-officedocument.drawingml.diagramLayout+xml"/>
  <Override PartName="/ppt/diagrams/quickStyle14.xml" ContentType="application/vnd.openxmlformats-officedocument.drawingml.diagramStyle+xml"/>
  <Override PartName="/ppt/diagrams/colors14.xml" ContentType="application/vnd.openxmlformats-officedocument.drawingml.diagramColors+xml"/>
  <Override PartName="/ppt/diagrams/drawing1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91" r:id="rId1"/>
  </p:sldMasterIdLst>
  <p:sldIdLst>
    <p:sldId id="256" r:id="rId2"/>
    <p:sldId id="268" r:id="rId3"/>
    <p:sldId id="258" r:id="rId4"/>
    <p:sldId id="259" r:id="rId5"/>
    <p:sldId id="260" r:id="rId6"/>
    <p:sldId id="261" r:id="rId7"/>
    <p:sldId id="262" r:id="rId8"/>
    <p:sldId id="269" r:id="rId9"/>
    <p:sldId id="270" r:id="rId10"/>
    <p:sldId id="271" r:id="rId11"/>
    <p:sldId id="272" r:id="rId12"/>
    <p:sldId id="273" r:id="rId13"/>
    <p:sldId id="275" r:id="rId14"/>
    <p:sldId id="274" r:id="rId15"/>
    <p:sldId id="276" r:id="rId16"/>
    <p:sldId id="277" r:id="rId17"/>
    <p:sldId id="278" r:id="rId18"/>
    <p:sldId id="279" r:id="rId19"/>
    <p:sldId id="280" r:id="rId20"/>
    <p:sldId id="281" r:id="rId21"/>
  </p:sldIdLst>
  <p:sldSz cx="12192000" cy="6858000"/>
  <p:notesSz cx="6858000" cy="9144000"/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793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72" y="10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11231FA-0599-46EC-91A4-7AFA23CC08E7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89EC813-AE2A-40F0-A295-87C8796A6802}">
      <dgm:prSet custT="1"/>
      <dgm:spPr/>
      <dgm:t>
        <a:bodyPr/>
        <a:lstStyle/>
        <a:p>
          <a:pPr algn="just"/>
          <a:r>
            <a:rPr lang="cs-CZ" sz="2800" baseline="0" dirty="0"/>
            <a:t>Prvotní vědecké pokusy</a:t>
          </a:r>
          <a:endParaRPr lang="en-US" sz="2800" dirty="0"/>
        </a:p>
      </dgm:t>
    </dgm:pt>
    <dgm:pt modelId="{479CFF3A-D8E7-43E7-9971-5BC9C741425A}" type="parTrans" cxnId="{A65A0165-2270-4E0B-92A8-C6C2CD891B6B}">
      <dgm:prSet/>
      <dgm:spPr/>
      <dgm:t>
        <a:bodyPr/>
        <a:lstStyle/>
        <a:p>
          <a:pPr algn="just"/>
          <a:endParaRPr lang="en-US" sz="1400"/>
        </a:p>
      </dgm:t>
    </dgm:pt>
    <dgm:pt modelId="{2870EA09-D943-43B2-9A75-11E4C9F4AD1B}" type="sibTrans" cxnId="{A65A0165-2270-4E0B-92A8-C6C2CD891B6B}">
      <dgm:prSet/>
      <dgm:spPr/>
      <dgm:t>
        <a:bodyPr/>
        <a:lstStyle/>
        <a:p>
          <a:pPr algn="just"/>
          <a:endParaRPr lang="en-US" sz="1400"/>
        </a:p>
      </dgm:t>
    </dgm:pt>
    <dgm:pt modelId="{5667059B-B2F0-4A15-87F6-A0C983516DF4}">
      <dgm:prSet custT="1"/>
      <dgm:spPr/>
      <dgm:t>
        <a:bodyPr/>
        <a:lstStyle/>
        <a:p>
          <a:pPr algn="just"/>
          <a:r>
            <a:rPr lang="cs-CZ" sz="2800" baseline="0" dirty="0"/>
            <a:t>Mezopotámie a Egypt – Vývoj matematiky a astronomie</a:t>
          </a:r>
          <a:endParaRPr lang="en-US" sz="2800" dirty="0"/>
        </a:p>
      </dgm:t>
    </dgm:pt>
    <dgm:pt modelId="{1DB1AE78-AEBF-46DA-85D5-373B1F527FA6}" type="parTrans" cxnId="{C6166B4A-046C-471F-8705-FE6285255BE5}">
      <dgm:prSet/>
      <dgm:spPr/>
      <dgm:t>
        <a:bodyPr/>
        <a:lstStyle/>
        <a:p>
          <a:pPr algn="just"/>
          <a:endParaRPr lang="en-US" sz="1400"/>
        </a:p>
      </dgm:t>
    </dgm:pt>
    <dgm:pt modelId="{E4E824F5-3D46-4FBB-BA27-7F47BD1D2A7B}" type="sibTrans" cxnId="{C6166B4A-046C-471F-8705-FE6285255BE5}">
      <dgm:prSet/>
      <dgm:spPr/>
      <dgm:t>
        <a:bodyPr/>
        <a:lstStyle/>
        <a:p>
          <a:pPr algn="just"/>
          <a:endParaRPr lang="en-US" sz="1400"/>
        </a:p>
      </dgm:t>
    </dgm:pt>
    <dgm:pt modelId="{AD70970B-4227-4742-932A-A87BDFC93FDA}">
      <dgm:prSet custT="1"/>
      <dgm:spPr/>
      <dgm:t>
        <a:bodyPr/>
        <a:lstStyle/>
        <a:p>
          <a:pPr algn="just"/>
          <a:r>
            <a:rPr lang="cs-CZ" sz="2800" baseline="0" dirty="0"/>
            <a:t>Řecko – Filozofie jako základ vědy.</a:t>
          </a:r>
          <a:endParaRPr lang="en-US" sz="2800" dirty="0"/>
        </a:p>
      </dgm:t>
    </dgm:pt>
    <dgm:pt modelId="{7783C303-FCCB-488F-BA38-FB714C316B2A}" type="parTrans" cxnId="{AFAE5FC5-1003-456E-A9F0-918750898545}">
      <dgm:prSet/>
      <dgm:spPr/>
      <dgm:t>
        <a:bodyPr/>
        <a:lstStyle/>
        <a:p>
          <a:pPr algn="just"/>
          <a:endParaRPr lang="en-US" sz="1400"/>
        </a:p>
      </dgm:t>
    </dgm:pt>
    <dgm:pt modelId="{CE0A9C1A-6807-4C24-95F4-0F05C2C95AFE}" type="sibTrans" cxnId="{AFAE5FC5-1003-456E-A9F0-918750898545}">
      <dgm:prSet/>
      <dgm:spPr/>
      <dgm:t>
        <a:bodyPr/>
        <a:lstStyle/>
        <a:p>
          <a:pPr algn="just"/>
          <a:endParaRPr lang="en-US" sz="1400"/>
        </a:p>
      </dgm:t>
    </dgm:pt>
    <dgm:pt modelId="{66FDAC9E-8029-4EF7-8521-4A90862F6791}" type="pres">
      <dgm:prSet presAssocID="{D11231FA-0599-46EC-91A4-7AFA23CC08E7}" presName="vert0" presStyleCnt="0">
        <dgm:presLayoutVars>
          <dgm:dir/>
          <dgm:animOne val="branch"/>
          <dgm:animLvl val="lvl"/>
        </dgm:presLayoutVars>
      </dgm:prSet>
      <dgm:spPr/>
    </dgm:pt>
    <dgm:pt modelId="{E202E617-D1EF-4670-8C6D-66748AD874AF}" type="pres">
      <dgm:prSet presAssocID="{C89EC813-AE2A-40F0-A295-87C8796A6802}" presName="thickLine" presStyleLbl="alignNode1" presStyleIdx="0" presStyleCnt="3"/>
      <dgm:spPr/>
    </dgm:pt>
    <dgm:pt modelId="{099BA7BE-3E21-4577-BB6B-0DC25FC6EDE8}" type="pres">
      <dgm:prSet presAssocID="{C89EC813-AE2A-40F0-A295-87C8796A6802}" presName="horz1" presStyleCnt="0"/>
      <dgm:spPr/>
    </dgm:pt>
    <dgm:pt modelId="{6EC9FF39-E44B-45DB-A421-6227F68FC021}" type="pres">
      <dgm:prSet presAssocID="{C89EC813-AE2A-40F0-A295-87C8796A6802}" presName="tx1" presStyleLbl="revTx" presStyleIdx="0" presStyleCnt="3"/>
      <dgm:spPr/>
    </dgm:pt>
    <dgm:pt modelId="{8C536F27-38D3-4291-9385-2491E226D007}" type="pres">
      <dgm:prSet presAssocID="{C89EC813-AE2A-40F0-A295-87C8796A6802}" presName="vert1" presStyleCnt="0"/>
      <dgm:spPr/>
    </dgm:pt>
    <dgm:pt modelId="{D273CDA1-D6C5-4FB4-B49C-E012061A53C7}" type="pres">
      <dgm:prSet presAssocID="{5667059B-B2F0-4A15-87F6-A0C983516DF4}" presName="thickLine" presStyleLbl="alignNode1" presStyleIdx="1" presStyleCnt="3"/>
      <dgm:spPr/>
    </dgm:pt>
    <dgm:pt modelId="{1CF58271-A810-4456-A130-854A7F75051C}" type="pres">
      <dgm:prSet presAssocID="{5667059B-B2F0-4A15-87F6-A0C983516DF4}" presName="horz1" presStyleCnt="0"/>
      <dgm:spPr/>
    </dgm:pt>
    <dgm:pt modelId="{D51646EB-9C07-4F80-9D07-B0136C382C3D}" type="pres">
      <dgm:prSet presAssocID="{5667059B-B2F0-4A15-87F6-A0C983516DF4}" presName="tx1" presStyleLbl="revTx" presStyleIdx="1" presStyleCnt="3"/>
      <dgm:spPr/>
    </dgm:pt>
    <dgm:pt modelId="{4FA3D5D5-A8F3-4655-AA1A-9D91CD243451}" type="pres">
      <dgm:prSet presAssocID="{5667059B-B2F0-4A15-87F6-A0C983516DF4}" presName="vert1" presStyleCnt="0"/>
      <dgm:spPr/>
    </dgm:pt>
    <dgm:pt modelId="{24CD7189-7A4D-48E0-AD19-2B61FAF4A9F8}" type="pres">
      <dgm:prSet presAssocID="{AD70970B-4227-4742-932A-A87BDFC93FDA}" presName="thickLine" presStyleLbl="alignNode1" presStyleIdx="2" presStyleCnt="3"/>
      <dgm:spPr/>
    </dgm:pt>
    <dgm:pt modelId="{2D0CF238-E074-4BAD-B476-5EFDF382A8A4}" type="pres">
      <dgm:prSet presAssocID="{AD70970B-4227-4742-932A-A87BDFC93FDA}" presName="horz1" presStyleCnt="0"/>
      <dgm:spPr/>
    </dgm:pt>
    <dgm:pt modelId="{95F926EA-6A13-42BD-95E6-121DBD86A9A6}" type="pres">
      <dgm:prSet presAssocID="{AD70970B-4227-4742-932A-A87BDFC93FDA}" presName="tx1" presStyleLbl="revTx" presStyleIdx="2" presStyleCnt="3"/>
      <dgm:spPr/>
    </dgm:pt>
    <dgm:pt modelId="{51AD6922-F288-43FC-B10A-3A95083B65F6}" type="pres">
      <dgm:prSet presAssocID="{AD70970B-4227-4742-932A-A87BDFC93FDA}" presName="vert1" presStyleCnt="0"/>
      <dgm:spPr/>
    </dgm:pt>
  </dgm:ptLst>
  <dgm:cxnLst>
    <dgm:cxn modelId="{A65A0165-2270-4E0B-92A8-C6C2CD891B6B}" srcId="{D11231FA-0599-46EC-91A4-7AFA23CC08E7}" destId="{C89EC813-AE2A-40F0-A295-87C8796A6802}" srcOrd="0" destOrd="0" parTransId="{479CFF3A-D8E7-43E7-9971-5BC9C741425A}" sibTransId="{2870EA09-D943-43B2-9A75-11E4C9F4AD1B}"/>
    <dgm:cxn modelId="{C6166B4A-046C-471F-8705-FE6285255BE5}" srcId="{D11231FA-0599-46EC-91A4-7AFA23CC08E7}" destId="{5667059B-B2F0-4A15-87F6-A0C983516DF4}" srcOrd="1" destOrd="0" parTransId="{1DB1AE78-AEBF-46DA-85D5-373B1F527FA6}" sibTransId="{E4E824F5-3D46-4FBB-BA27-7F47BD1D2A7B}"/>
    <dgm:cxn modelId="{D062097F-990D-4292-BAD5-A1B615E8789A}" type="presOf" srcId="{C89EC813-AE2A-40F0-A295-87C8796A6802}" destId="{6EC9FF39-E44B-45DB-A421-6227F68FC021}" srcOrd="0" destOrd="0" presId="urn:microsoft.com/office/officeart/2008/layout/LinedList"/>
    <dgm:cxn modelId="{9E7E5188-DB82-4E4D-B8B3-EB2D89B7FCAB}" type="presOf" srcId="{5667059B-B2F0-4A15-87F6-A0C983516DF4}" destId="{D51646EB-9C07-4F80-9D07-B0136C382C3D}" srcOrd="0" destOrd="0" presId="urn:microsoft.com/office/officeart/2008/layout/LinedList"/>
    <dgm:cxn modelId="{AFAE5FC5-1003-456E-A9F0-918750898545}" srcId="{D11231FA-0599-46EC-91A4-7AFA23CC08E7}" destId="{AD70970B-4227-4742-932A-A87BDFC93FDA}" srcOrd="2" destOrd="0" parTransId="{7783C303-FCCB-488F-BA38-FB714C316B2A}" sibTransId="{CE0A9C1A-6807-4C24-95F4-0F05C2C95AFE}"/>
    <dgm:cxn modelId="{304BCCD5-1B91-46CF-8A0A-758C01C33339}" type="presOf" srcId="{D11231FA-0599-46EC-91A4-7AFA23CC08E7}" destId="{66FDAC9E-8029-4EF7-8521-4A90862F6791}" srcOrd="0" destOrd="0" presId="urn:microsoft.com/office/officeart/2008/layout/LinedList"/>
    <dgm:cxn modelId="{F1C681F7-2FB7-4887-8D53-231A843562C8}" type="presOf" srcId="{AD70970B-4227-4742-932A-A87BDFC93FDA}" destId="{95F926EA-6A13-42BD-95E6-121DBD86A9A6}" srcOrd="0" destOrd="0" presId="urn:microsoft.com/office/officeart/2008/layout/LinedList"/>
    <dgm:cxn modelId="{E8E98B79-4695-40E0-84D0-265555153663}" type="presParOf" srcId="{66FDAC9E-8029-4EF7-8521-4A90862F6791}" destId="{E202E617-D1EF-4670-8C6D-66748AD874AF}" srcOrd="0" destOrd="0" presId="urn:microsoft.com/office/officeart/2008/layout/LinedList"/>
    <dgm:cxn modelId="{6E49FEC5-A6F2-44FA-B3B4-68D8C6E51AA1}" type="presParOf" srcId="{66FDAC9E-8029-4EF7-8521-4A90862F6791}" destId="{099BA7BE-3E21-4577-BB6B-0DC25FC6EDE8}" srcOrd="1" destOrd="0" presId="urn:microsoft.com/office/officeart/2008/layout/LinedList"/>
    <dgm:cxn modelId="{B8885247-F4EB-488C-B047-146700EC2026}" type="presParOf" srcId="{099BA7BE-3E21-4577-BB6B-0DC25FC6EDE8}" destId="{6EC9FF39-E44B-45DB-A421-6227F68FC021}" srcOrd="0" destOrd="0" presId="urn:microsoft.com/office/officeart/2008/layout/LinedList"/>
    <dgm:cxn modelId="{2A868D79-9179-4C45-9BCB-D9448EB278CB}" type="presParOf" srcId="{099BA7BE-3E21-4577-BB6B-0DC25FC6EDE8}" destId="{8C536F27-38D3-4291-9385-2491E226D007}" srcOrd="1" destOrd="0" presId="urn:microsoft.com/office/officeart/2008/layout/LinedList"/>
    <dgm:cxn modelId="{933C248E-FEFD-49A8-BD2D-943797C49774}" type="presParOf" srcId="{66FDAC9E-8029-4EF7-8521-4A90862F6791}" destId="{D273CDA1-D6C5-4FB4-B49C-E012061A53C7}" srcOrd="2" destOrd="0" presId="urn:microsoft.com/office/officeart/2008/layout/LinedList"/>
    <dgm:cxn modelId="{786AF645-06E7-436A-86D6-04A1B83264D0}" type="presParOf" srcId="{66FDAC9E-8029-4EF7-8521-4A90862F6791}" destId="{1CF58271-A810-4456-A130-854A7F75051C}" srcOrd="3" destOrd="0" presId="urn:microsoft.com/office/officeart/2008/layout/LinedList"/>
    <dgm:cxn modelId="{A38445DC-E661-4761-8ECA-40074B0FFA8F}" type="presParOf" srcId="{1CF58271-A810-4456-A130-854A7F75051C}" destId="{D51646EB-9C07-4F80-9D07-B0136C382C3D}" srcOrd="0" destOrd="0" presId="urn:microsoft.com/office/officeart/2008/layout/LinedList"/>
    <dgm:cxn modelId="{9B5A4706-ABF1-48FD-8247-4BC1F47E5ED3}" type="presParOf" srcId="{1CF58271-A810-4456-A130-854A7F75051C}" destId="{4FA3D5D5-A8F3-4655-AA1A-9D91CD243451}" srcOrd="1" destOrd="0" presId="urn:microsoft.com/office/officeart/2008/layout/LinedList"/>
    <dgm:cxn modelId="{2CD31991-97C9-4BC3-A164-0AF87374D44A}" type="presParOf" srcId="{66FDAC9E-8029-4EF7-8521-4A90862F6791}" destId="{24CD7189-7A4D-48E0-AD19-2B61FAF4A9F8}" srcOrd="4" destOrd="0" presId="urn:microsoft.com/office/officeart/2008/layout/LinedList"/>
    <dgm:cxn modelId="{16FBDEA3-E20E-4A6C-8C1F-1EA73D1CD79C}" type="presParOf" srcId="{66FDAC9E-8029-4EF7-8521-4A90862F6791}" destId="{2D0CF238-E074-4BAD-B476-5EFDF382A8A4}" srcOrd="5" destOrd="0" presId="urn:microsoft.com/office/officeart/2008/layout/LinedList"/>
    <dgm:cxn modelId="{DD24C135-0769-4BB1-883A-D0D46C4EEC81}" type="presParOf" srcId="{2D0CF238-E074-4BAD-B476-5EFDF382A8A4}" destId="{95F926EA-6A13-42BD-95E6-121DBD86A9A6}" srcOrd="0" destOrd="0" presId="urn:microsoft.com/office/officeart/2008/layout/LinedList"/>
    <dgm:cxn modelId="{BC0B5463-E21A-43C7-8B3B-93F4C18526CB}" type="presParOf" srcId="{2D0CF238-E074-4BAD-B476-5EFDF382A8A4}" destId="{51AD6922-F288-43FC-B10A-3A95083B65F6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11231FA-0599-46EC-91A4-7AFA23CC08E7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89EC813-AE2A-40F0-A295-87C8796A6802}">
      <dgm:prSet custT="1"/>
      <dgm:spPr/>
      <dgm:t>
        <a:bodyPr/>
        <a:lstStyle/>
        <a:p>
          <a:pPr algn="just"/>
          <a:r>
            <a:rPr lang="cs-CZ" sz="2800" baseline="0" dirty="0"/>
            <a:t>Arabský svět – zachování a rozvoj starověkých věd</a:t>
          </a:r>
          <a:endParaRPr lang="en-US" sz="2800" dirty="0"/>
        </a:p>
      </dgm:t>
    </dgm:pt>
    <dgm:pt modelId="{479CFF3A-D8E7-43E7-9971-5BC9C741425A}" type="parTrans" cxnId="{A65A0165-2270-4E0B-92A8-C6C2CD891B6B}">
      <dgm:prSet/>
      <dgm:spPr/>
      <dgm:t>
        <a:bodyPr/>
        <a:lstStyle/>
        <a:p>
          <a:pPr algn="just"/>
          <a:endParaRPr lang="en-US" sz="1400"/>
        </a:p>
      </dgm:t>
    </dgm:pt>
    <dgm:pt modelId="{2870EA09-D943-43B2-9A75-11E4C9F4AD1B}" type="sibTrans" cxnId="{A65A0165-2270-4E0B-92A8-C6C2CD891B6B}">
      <dgm:prSet/>
      <dgm:spPr/>
      <dgm:t>
        <a:bodyPr/>
        <a:lstStyle/>
        <a:p>
          <a:pPr algn="just"/>
          <a:endParaRPr lang="en-US" sz="1400"/>
        </a:p>
      </dgm:t>
    </dgm:pt>
    <dgm:pt modelId="{AC3DD666-1D5F-488E-8D1A-63167BA7F1A0}">
      <dgm:prSet custT="1"/>
      <dgm:spPr/>
      <dgm:t>
        <a:bodyPr/>
        <a:lstStyle/>
        <a:p>
          <a:r>
            <a:rPr lang="cs-CZ" sz="2800" baseline="0" dirty="0"/>
            <a:t>Evropa – učení kombinuje víru a rozum</a:t>
          </a:r>
          <a:endParaRPr lang="en-US" sz="2800" dirty="0"/>
        </a:p>
      </dgm:t>
    </dgm:pt>
    <dgm:pt modelId="{64354667-9B0D-4AD3-BB4B-D29A248CC569}" type="parTrans" cxnId="{2BB813C5-7380-4022-920A-DF45A67127E3}">
      <dgm:prSet/>
      <dgm:spPr/>
      <dgm:t>
        <a:bodyPr/>
        <a:lstStyle/>
        <a:p>
          <a:endParaRPr lang="cs-CZ"/>
        </a:p>
      </dgm:t>
    </dgm:pt>
    <dgm:pt modelId="{7895C96B-EEAD-40F5-B3A0-EEF84C781CE0}" type="sibTrans" cxnId="{2BB813C5-7380-4022-920A-DF45A67127E3}">
      <dgm:prSet/>
      <dgm:spPr/>
      <dgm:t>
        <a:bodyPr/>
        <a:lstStyle/>
        <a:p>
          <a:endParaRPr lang="cs-CZ"/>
        </a:p>
      </dgm:t>
    </dgm:pt>
    <dgm:pt modelId="{30C878F0-484C-48F9-9F78-32AD16A7238C}">
      <dgm:prSet custT="1"/>
      <dgm:spPr/>
      <dgm:t>
        <a:bodyPr/>
        <a:lstStyle/>
        <a:p>
          <a:r>
            <a:rPr lang="cs-CZ" sz="2800" dirty="0"/>
            <a:t>Tomáš Akvinský (13. st.) – spojení metafyziky a křesťanství</a:t>
          </a:r>
          <a:endParaRPr lang="en-US" sz="2800" dirty="0"/>
        </a:p>
      </dgm:t>
    </dgm:pt>
    <dgm:pt modelId="{F12C45E1-9DB5-4975-929B-CA751C4F8C77}" type="parTrans" cxnId="{8289BC84-1AA5-4C5C-BCD1-260CD3683B29}">
      <dgm:prSet/>
      <dgm:spPr/>
      <dgm:t>
        <a:bodyPr/>
        <a:lstStyle/>
        <a:p>
          <a:endParaRPr lang="cs-CZ"/>
        </a:p>
      </dgm:t>
    </dgm:pt>
    <dgm:pt modelId="{C3CECF81-F1F1-4E1C-9494-612EC08963F5}" type="sibTrans" cxnId="{8289BC84-1AA5-4C5C-BCD1-260CD3683B29}">
      <dgm:prSet/>
      <dgm:spPr/>
      <dgm:t>
        <a:bodyPr/>
        <a:lstStyle/>
        <a:p>
          <a:endParaRPr lang="cs-CZ"/>
        </a:p>
      </dgm:t>
    </dgm:pt>
    <dgm:pt modelId="{3F974D2F-D49F-4805-9A6D-2B34A165D960}">
      <dgm:prSet custT="1"/>
      <dgm:spPr/>
      <dgm:t>
        <a:bodyPr/>
        <a:lstStyle/>
        <a:p>
          <a:r>
            <a:rPr lang="cs-CZ" sz="2800" dirty="0"/>
            <a:t>Začátek racionálního zkoumání přírodních jevů</a:t>
          </a:r>
          <a:endParaRPr lang="en-US" sz="2800" dirty="0"/>
        </a:p>
      </dgm:t>
    </dgm:pt>
    <dgm:pt modelId="{611A862F-31C2-44A5-847D-A394EA9FBFBB}" type="parTrans" cxnId="{03132005-D682-43E9-80EC-3E4B10E98228}">
      <dgm:prSet/>
      <dgm:spPr/>
      <dgm:t>
        <a:bodyPr/>
        <a:lstStyle/>
        <a:p>
          <a:endParaRPr lang="cs-CZ"/>
        </a:p>
      </dgm:t>
    </dgm:pt>
    <dgm:pt modelId="{5EE8D7B6-E9C8-45B6-99BE-67FABD6DF1D0}" type="sibTrans" cxnId="{03132005-D682-43E9-80EC-3E4B10E98228}">
      <dgm:prSet/>
      <dgm:spPr/>
      <dgm:t>
        <a:bodyPr/>
        <a:lstStyle/>
        <a:p>
          <a:endParaRPr lang="cs-CZ"/>
        </a:p>
      </dgm:t>
    </dgm:pt>
    <dgm:pt modelId="{F4665EF4-7C3E-43FF-A0D0-E24AD9C54C80}">
      <dgm:prSet custT="1"/>
      <dgm:spPr/>
      <dgm:t>
        <a:bodyPr/>
        <a:lstStyle/>
        <a:p>
          <a:r>
            <a:rPr lang="cs-CZ" sz="2800" dirty="0"/>
            <a:t>Nominalisté (14. st.) – matematické vyjádření pohybu a tíhy</a:t>
          </a:r>
          <a:endParaRPr lang="en-US" sz="2800" dirty="0"/>
        </a:p>
      </dgm:t>
    </dgm:pt>
    <dgm:pt modelId="{2F4424E2-0ECC-458A-8FD0-02272A2C9FFF}" type="parTrans" cxnId="{EB10763A-4F3A-428F-B49B-64B01F32F448}">
      <dgm:prSet/>
      <dgm:spPr/>
      <dgm:t>
        <a:bodyPr/>
        <a:lstStyle/>
        <a:p>
          <a:endParaRPr lang="cs-CZ"/>
        </a:p>
      </dgm:t>
    </dgm:pt>
    <dgm:pt modelId="{9657C9CE-6B72-4AB4-9347-59B91F903FC7}" type="sibTrans" cxnId="{EB10763A-4F3A-428F-B49B-64B01F32F448}">
      <dgm:prSet/>
      <dgm:spPr/>
      <dgm:t>
        <a:bodyPr/>
        <a:lstStyle/>
        <a:p>
          <a:endParaRPr lang="cs-CZ"/>
        </a:p>
      </dgm:t>
    </dgm:pt>
    <dgm:pt modelId="{66FDAC9E-8029-4EF7-8521-4A90862F6791}" type="pres">
      <dgm:prSet presAssocID="{D11231FA-0599-46EC-91A4-7AFA23CC08E7}" presName="vert0" presStyleCnt="0">
        <dgm:presLayoutVars>
          <dgm:dir/>
          <dgm:animOne val="branch"/>
          <dgm:animLvl val="lvl"/>
        </dgm:presLayoutVars>
      </dgm:prSet>
      <dgm:spPr/>
    </dgm:pt>
    <dgm:pt modelId="{E202E617-D1EF-4670-8C6D-66748AD874AF}" type="pres">
      <dgm:prSet presAssocID="{C89EC813-AE2A-40F0-A295-87C8796A6802}" presName="thickLine" presStyleLbl="alignNode1" presStyleIdx="0" presStyleCnt="5"/>
      <dgm:spPr/>
    </dgm:pt>
    <dgm:pt modelId="{099BA7BE-3E21-4577-BB6B-0DC25FC6EDE8}" type="pres">
      <dgm:prSet presAssocID="{C89EC813-AE2A-40F0-A295-87C8796A6802}" presName="horz1" presStyleCnt="0"/>
      <dgm:spPr/>
    </dgm:pt>
    <dgm:pt modelId="{6EC9FF39-E44B-45DB-A421-6227F68FC021}" type="pres">
      <dgm:prSet presAssocID="{C89EC813-AE2A-40F0-A295-87C8796A6802}" presName="tx1" presStyleLbl="revTx" presStyleIdx="0" presStyleCnt="5"/>
      <dgm:spPr/>
    </dgm:pt>
    <dgm:pt modelId="{8C536F27-38D3-4291-9385-2491E226D007}" type="pres">
      <dgm:prSet presAssocID="{C89EC813-AE2A-40F0-A295-87C8796A6802}" presName="vert1" presStyleCnt="0"/>
      <dgm:spPr/>
    </dgm:pt>
    <dgm:pt modelId="{401F9DFF-E669-48F6-AA88-436D234221D9}" type="pres">
      <dgm:prSet presAssocID="{AC3DD666-1D5F-488E-8D1A-63167BA7F1A0}" presName="thickLine" presStyleLbl="alignNode1" presStyleIdx="1" presStyleCnt="5"/>
      <dgm:spPr/>
    </dgm:pt>
    <dgm:pt modelId="{EE5477FD-DE2E-429A-8EFD-7835D1931C8E}" type="pres">
      <dgm:prSet presAssocID="{AC3DD666-1D5F-488E-8D1A-63167BA7F1A0}" presName="horz1" presStyleCnt="0"/>
      <dgm:spPr/>
    </dgm:pt>
    <dgm:pt modelId="{7C3E75BE-1614-4A2A-B7A2-7B683F843AAB}" type="pres">
      <dgm:prSet presAssocID="{AC3DD666-1D5F-488E-8D1A-63167BA7F1A0}" presName="tx1" presStyleLbl="revTx" presStyleIdx="1" presStyleCnt="5"/>
      <dgm:spPr/>
    </dgm:pt>
    <dgm:pt modelId="{98569A0D-1984-45CE-95C7-5C11B1336FDF}" type="pres">
      <dgm:prSet presAssocID="{AC3DD666-1D5F-488E-8D1A-63167BA7F1A0}" presName="vert1" presStyleCnt="0"/>
      <dgm:spPr/>
    </dgm:pt>
    <dgm:pt modelId="{9DEB4E81-0FF0-4A09-B589-3F4B62A39AEF}" type="pres">
      <dgm:prSet presAssocID="{30C878F0-484C-48F9-9F78-32AD16A7238C}" presName="thickLine" presStyleLbl="alignNode1" presStyleIdx="2" presStyleCnt="5"/>
      <dgm:spPr/>
    </dgm:pt>
    <dgm:pt modelId="{EC328D81-ECB1-4893-87FB-E774BBC256D1}" type="pres">
      <dgm:prSet presAssocID="{30C878F0-484C-48F9-9F78-32AD16A7238C}" presName="horz1" presStyleCnt="0"/>
      <dgm:spPr/>
    </dgm:pt>
    <dgm:pt modelId="{F1ABD015-0C65-4A5E-AE30-DD2ED05E2006}" type="pres">
      <dgm:prSet presAssocID="{30C878F0-484C-48F9-9F78-32AD16A7238C}" presName="tx1" presStyleLbl="revTx" presStyleIdx="2" presStyleCnt="5"/>
      <dgm:spPr/>
    </dgm:pt>
    <dgm:pt modelId="{2695B1BE-BE3C-4938-B587-654641B5D2DB}" type="pres">
      <dgm:prSet presAssocID="{30C878F0-484C-48F9-9F78-32AD16A7238C}" presName="vert1" presStyleCnt="0"/>
      <dgm:spPr/>
    </dgm:pt>
    <dgm:pt modelId="{10395B3A-C8C3-4C3F-9A4C-93CB5221EC18}" type="pres">
      <dgm:prSet presAssocID="{3F974D2F-D49F-4805-9A6D-2B34A165D960}" presName="thickLine" presStyleLbl="alignNode1" presStyleIdx="3" presStyleCnt="5"/>
      <dgm:spPr/>
    </dgm:pt>
    <dgm:pt modelId="{61345ABB-21F6-4563-8A61-7E95FEA45717}" type="pres">
      <dgm:prSet presAssocID="{3F974D2F-D49F-4805-9A6D-2B34A165D960}" presName="horz1" presStyleCnt="0"/>
      <dgm:spPr/>
    </dgm:pt>
    <dgm:pt modelId="{EC435043-804E-41CD-9DF2-6B3B3200FAB3}" type="pres">
      <dgm:prSet presAssocID="{3F974D2F-D49F-4805-9A6D-2B34A165D960}" presName="tx1" presStyleLbl="revTx" presStyleIdx="3" presStyleCnt="5"/>
      <dgm:spPr/>
    </dgm:pt>
    <dgm:pt modelId="{A77CE991-D2FC-479A-8EC1-FBD7A6C14C69}" type="pres">
      <dgm:prSet presAssocID="{3F974D2F-D49F-4805-9A6D-2B34A165D960}" presName="vert1" presStyleCnt="0"/>
      <dgm:spPr/>
    </dgm:pt>
    <dgm:pt modelId="{A5E66F08-CAC7-41D9-B921-499022718D74}" type="pres">
      <dgm:prSet presAssocID="{F4665EF4-7C3E-43FF-A0D0-E24AD9C54C80}" presName="thickLine" presStyleLbl="alignNode1" presStyleIdx="4" presStyleCnt="5"/>
      <dgm:spPr/>
    </dgm:pt>
    <dgm:pt modelId="{F060F0CA-6DC2-4C10-B129-C251B1CC0EA4}" type="pres">
      <dgm:prSet presAssocID="{F4665EF4-7C3E-43FF-A0D0-E24AD9C54C80}" presName="horz1" presStyleCnt="0"/>
      <dgm:spPr/>
    </dgm:pt>
    <dgm:pt modelId="{FD2310FB-0AAA-49AB-BA9C-0C2DA53A7B49}" type="pres">
      <dgm:prSet presAssocID="{F4665EF4-7C3E-43FF-A0D0-E24AD9C54C80}" presName="tx1" presStyleLbl="revTx" presStyleIdx="4" presStyleCnt="5"/>
      <dgm:spPr/>
    </dgm:pt>
    <dgm:pt modelId="{745C1126-6F7E-4D06-BBC1-67123693B893}" type="pres">
      <dgm:prSet presAssocID="{F4665EF4-7C3E-43FF-A0D0-E24AD9C54C80}" presName="vert1" presStyleCnt="0"/>
      <dgm:spPr/>
    </dgm:pt>
  </dgm:ptLst>
  <dgm:cxnLst>
    <dgm:cxn modelId="{03132005-D682-43E9-80EC-3E4B10E98228}" srcId="{D11231FA-0599-46EC-91A4-7AFA23CC08E7}" destId="{3F974D2F-D49F-4805-9A6D-2B34A165D960}" srcOrd="3" destOrd="0" parTransId="{611A862F-31C2-44A5-847D-A394EA9FBFBB}" sibTransId="{5EE8D7B6-E9C8-45B6-99BE-67FABD6DF1D0}"/>
    <dgm:cxn modelId="{926BBB22-A45A-41D0-88E9-17FAAC24A8B8}" type="presOf" srcId="{30C878F0-484C-48F9-9F78-32AD16A7238C}" destId="{F1ABD015-0C65-4A5E-AE30-DD2ED05E2006}" srcOrd="0" destOrd="0" presId="urn:microsoft.com/office/officeart/2008/layout/LinedList"/>
    <dgm:cxn modelId="{EB10763A-4F3A-428F-B49B-64B01F32F448}" srcId="{D11231FA-0599-46EC-91A4-7AFA23CC08E7}" destId="{F4665EF4-7C3E-43FF-A0D0-E24AD9C54C80}" srcOrd="4" destOrd="0" parTransId="{2F4424E2-0ECC-458A-8FD0-02272A2C9FFF}" sibTransId="{9657C9CE-6B72-4AB4-9347-59B91F903FC7}"/>
    <dgm:cxn modelId="{0320BA44-3ACB-4AB6-9FD3-9C4FCB327A0F}" type="presOf" srcId="{AC3DD666-1D5F-488E-8D1A-63167BA7F1A0}" destId="{7C3E75BE-1614-4A2A-B7A2-7B683F843AAB}" srcOrd="0" destOrd="0" presId="urn:microsoft.com/office/officeart/2008/layout/LinedList"/>
    <dgm:cxn modelId="{A65A0165-2270-4E0B-92A8-C6C2CD891B6B}" srcId="{D11231FA-0599-46EC-91A4-7AFA23CC08E7}" destId="{C89EC813-AE2A-40F0-A295-87C8796A6802}" srcOrd="0" destOrd="0" parTransId="{479CFF3A-D8E7-43E7-9971-5BC9C741425A}" sibTransId="{2870EA09-D943-43B2-9A75-11E4C9F4AD1B}"/>
    <dgm:cxn modelId="{D062097F-990D-4292-BAD5-A1B615E8789A}" type="presOf" srcId="{C89EC813-AE2A-40F0-A295-87C8796A6802}" destId="{6EC9FF39-E44B-45DB-A421-6227F68FC021}" srcOrd="0" destOrd="0" presId="urn:microsoft.com/office/officeart/2008/layout/LinedList"/>
    <dgm:cxn modelId="{097B7482-E472-4C07-A5E6-DB0AAF62A11F}" type="presOf" srcId="{3F974D2F-D49F-4805-9A6D-2B34A165D960}" destId="{EC435043-804E-41CD-9DF2-6B3B3200FAB3}" srcOrd="0" destOrd="0" presId="urn:microsoft.com/office/officeart/2008/layout/LinedList"/>
    <dgm:cxn modelId="{8289BC84-1AA5-4C5C-BCD1-260CD3683B29}" srcId="{D11231FA-0599-46EC-91A4-7AFA23CC08E7}" destId="{30C878F0-484C-48F9-9F78-32AD16A7238C}" srcOrd="2" destOrd="0" parTransId="{F12C45E1-9DB5-4975-929B-CA751C4F8C77}" sibTransId="{C3CECF81-F1F1-4E1C-9494-612EC08963F5}"/>
    <dgm:cxn modelId="{5202F0A3-2CFA-4708-917F-E425E559482F}" type="presOf" srcId="{F4665EF4-7C3E-43FF-A0D0-E24AD9C54C80}" destId="{FD2310FB-0AAA-49AB-BA9C-0C2DA53A7B49}" srcOrd="0" destOrd="0" presId="urn:microsoft.com/office/officeart/2008/layout/LinedList"/>
    <dgm:cxn modelId="{2BB813C5-7380-4022-920A-DF45A67127E3}" srcId="{D11231FA-0599-46EC-91A4-7AFA23CC08E7}" destId="{AC3DD666-1D5F-488E-8D1A-63167BA7F1A0}" srcOrd="1" destOrd="0" parTransId="{64354667-9B0D-4AD3-BB4B-D29A248CC569}" sibTransId="{7895C96B-EEAD-40F5-B3A0-EEF84C781CE0}"/>
    <dgm:cxn modelId="{304BCCD5-1B91-46CF-8A0A-758C01C33339}" type="presOf" srcId="{D11231FA-0599-46EC-91A4-7AFA23CC08E7}" destId="{66FDAC9E-8029-4EF7-8521-4A90862F6791}" srcOrd="0" destOrd="0" presId="urn:microsoft.com/office/officeart/2008/layout/LinedList"/>
    <dgm:cxn modelId="{E8E98B79-4695-40E0-84D0-265555153663}" type="presParOf" srcId="{66FDAC9E-8029-4EF7-8521-4A90862F6791}" destId="{E202E617-D1EF-4670-8C6D-66748AD874AF}" srcOrd="0" destOrd="0" presId="urn:microsoft.com/office/officeart/2008/layout/LinedList"/>
    <dgm:cxn modelId="{6E49FEC5-A6F2-44FA-B3B4-68D8C6E51AA1}" type="presParOf" srcId="{66FDAC9E-8029-4EF7-8521-4A90862F6791}" destId="{099BA7BE-3E21-4577-BB6B-0DC25FC6EDE8}" srcOrd="1" destOrd="0" presId="urn:microsoft.com/office/officeart/2008/layout/LinedList"/>
    <dgm:cxn modelId="{B8885247-F4EB-488C-B047-146700EC2026}" type="presParOf" srcId="{099BA7BE-3E21-4577-BB6B-0DC25FC6EDE8}" destId="{6EC9FF39-E44B-45DB-A421-6227F68FC021}" srcOrd="0" destOrd="0" presId="urn:microsoft.com/office/officeart/2008/layout/LinedList"/>
    <dgm:cxn modelId="{2A868D79-9179-4C45-9BCB-D9448EB278CB}" type="presParOf" srcId="{099BA7BE-3E21-4577-BB6B-0DC25FC6EDE8}" destId="{8C536F27-38D3-4291-9385-2491E226D007}" srcOrd="1" destOrd="0" presId="urn:microsoft.com/office/officeart/2008/layout/LinedList"/>
    <dgm:cxn modelId="{3AF1615C-B719-40F3-8E95-562D09E1A945}" type="presParOf" srcId="{66FDAC9E-8029-4EF7-8521-4A90862F6791}" destId="{401F9DFF-E669-48F6-AA88-436D234221D9}" srcOrd="2" destOrd="0" presId="urn:microsoft.com/office/officeart/2008/layout/LinedList"/>
    <dgm:cxn modelId="{FDFED64C-CDE5-4E69-8FF9-F0604E194100}" type="presParOf" srcId="{66FDAC9E-8029-4EF7-8521-4A90862F6791}" destId="{EE5477FD-DE2E-429A-8EFD-7835D1931C8E}" srcOrd="3" destOrd="0" presId="urn:microsoft.com/office/officeart/2008/layout/LinedList"/>
    <dgm:cxn modelId="{85617736-0A43-44F2-9112-3BC63FAE6A9B}" type="presParOf" srcId="{EE5477FD-DE2E-429A-8EFD-7835D1931C8E}" destId="{7C3E75BE-1614-4A2A-B7A2-7B683F843AAB}" srcOrd="0" destOrd="0" presId="urn:microsoft.com/office/officeart/2008/layout/LinedList"/>
    <dgm:cxn modelId="{6C4107A1-41C4-45E6-87B5-D9678F7EDB15}" type="presParOf" srcId="{EE5477FD-DE2E-429A-8EFD-7835D1931C8E}" destId="{98569A0D-1984-45CE-95C7-5C11B1336FDF}" srcOrd="1" destOrd="0" presId="urn:microsoft.com/office/officeart/2008/layout/LinedList"/>
    <dgm:cxn modelId="{E2F190FA-2EA5-409E-9338-0C2F541F5B59}" type="presParOf" srcId="{66FDAC9E-8029-4EF7-8521-4A90862F6791}" destId="{9DEB4E81-0FF0-4A09-B589-3F4B62A39AEF}" srcOrd="4" destOrd="0" presId="urn:microsoft.com/office/officeart/2008/layout/LinedList"/>
    <dgm:cxn modelId="{857D2ABE-6E80-4433-A830-59FF798A122B}" type="presParOf" srcId="{66FDAC9E-8029-4EF7-8521-4A90862F6791}" destId="{EC328D81-ECB1-4893-87FB-E774BBC256D1}" srcOrd="5" destOrd="0" presId="urn:microsoft.com/office/officeart/2008/layout/LinedList"/>
    <dgm:cxn modelId="{F7415B4A-250A-4110-88B7-9721C5F76C99}" type="presParOf" srcId="{EC328D81-ECB1-4893-87FB-E774BBC256D1}" destId="{F1ABD015-0C65-4A5E-AE30-DD2ED05E2006}" srcOrd="0" destOrd="0" presId="urn:microsoft.com/office/officeart/2008/layout/LinedList"/>
    <dgm:cxn modelId="{88DBC906-C290-455C-88DA-1DB3B986523C}" type="presParOf" srcId="{EC328D81-ECB1-4893-87FB-E774BBC256D1}" destId="{2695B1BE-BE3C-4938-B587-654641B5D2DB}" srcOrd="1" destOrd="0" presId="urn:microsoft.com/office/officeart/2008/layout/LinedList"/>
    <dgm:cxn modelId="{447FEFCE-6BC7-4D78-B7DB-A7EC35EA4DF1}" type="presParOf" srcId="{66FDAC9E-8029-4EF7-8521-4A90862F6791}" destId="{10395B3A-C8C3-4C3F-9A4C-93CB5221EC18}" srcOrd="6" destOrd="0" presId="urn:microsoft.com/office/officeart/2008/layout/LinedList"/>
    <dgm:cxn modelId="{665FFE09-8243-487D-832F-DCD8594EE072}" type="presParOf" srcId="{66FDAC9E-8029-4EF7-8521-4A90862F6791}" destId="{61345ABB-21F6-4563-8A61-7E95FEA45717}" srcOrd="7" destOrd="0" presId="urn:microsoft.com/office/officeart/2008/layout/LinedList"/>
    <dgm:cxn modelId="{FF57215F-2F29-4C14-8B94-F20F74255431}" type="presParOf" srcId="{61345ABB-21F6-4563-8A61-7E95FEA45717}" destId="{EC435043-804E-41CD-9DF2-6B3B3200FAB3}" srcOrd="0" destOrd="0" presId="urn:microsoft.com/office/officeart/2008/layout/LinedList"/>
    <dgm:cxn modelId="{B4EE2A6E-E9AF-48B3-BBF0-6403F9581B2C}" type="presParOf" srcId="{61345ABB-21F6-4563-8A61-7E95FEA45717}" destId="{A77CE991-D2FC-479A-8EC1-FBD7A6C14C69}" srcOrd="1" destOrd="0" presId="urn:microsoft.com/office/officeart/2008/layout/LinedList"/>
    <dgm:cxn modelId="{EA75EFED-FA2E-4F9F-9F85-383CC5C1A3E1}" type="presParOf" srcId="{66FDAC9E-8029-4EF7-8521-4A90862F6791}" destId="{A5E66F08-CAC7-41D9-B921-499022718D74}" srcOrd="8" destOrd="0" presId="urn:microsoft.com/office/officeart/2008/layout/LinedList"/>
    <dgm:cxn modelId="{BAE3BD2C-CE25-4F82-AAAB-0DE209031635}" type="presParOf" srcId="{66FDAC9E-8029-4EF7-8521-4A90862F6791}" destId="{F060F0CA-6DC2-4C10-B129-C251B1CC0EA4}" srcOrd="9" destOrd="0" presId="urn:microsoft.com/office/officeart/2008/layout/LinedList"/>
    <dgm:cxn modelId="{FB027C87-1CA0-4F96-BC48-6F7F74011A4A}" type="presParOf" srcId="{F060F0CA-6DC2-4C10-B129-C251B1CC0EA4}" destId="{FD2310FB-0AAA-49AB-BA9C-0C2DA53A7B49}" srcOrd="0" destOrd="0" presId="urn:microsoft.com/office/officeart/2008/layout/LinedList"/>
    <dgm:cxn modelId="{31EDC0F3-2951-4C62-9155-08F90509DB2E}" type="presParOf" srcId="{F060F0CA-6DC2-4C10-B129-C251B1CC0EA4}" destId="{745C1126-6F7E-4D06-BBC1-67123693B893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11231FA-0599-46EC-91A4-7AFA23CC08E7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89EC813-AE2A-40F0-A295-87C8796A6802}">
      <dgm:prSet custT="1"/>
      <dgm:spPr/>
      <dgm:t>
        <a:bodyPr/>
        <a:lstStyle/>
        <a:p>
          <a:pPr algn="just"/>
          <a:r>
            <a:rPr lang="cs-CZ" sz="2800" dirty="0"/>
            <a:t>Racionalistická a platónská</a:t>
          </a:r>
          <a:endParaRPr lang="en-US" sz="2800" dirty="0"/>
        </a:p>
      </dgm:t>
    </dgm:pt>
    <dgm:pt modelId="{479CFF3A-D8E7-43E7-9971-5BC9C741425A}" type="parTrans" cxnId="{A65A0165-2270-4E0B-92A8-C6C2CD891B6B}">
      <dgm:prSet/>
      <dgm:spPr/>
      <dgm:t>
        <a:bodyPr/>
        <a:lstStyle/>
        <a:p>
          <a:pPr algn="just"/>
          <a:endParaRPr lang="en-US" sz="1400"/>
        </a:p>
      </dgm:t>
    </dgm:pt>
    <dgm:pt modelId="{2870EA09-D943-43B2-9A75-11E4C9F4AD1B}" type="sibTrans" cxnId="{A65A0165-2270-4E0B-92A8-C6C2CD891B6B}">
      <dgm:prSet/>
      <dgm:spPr/>
      <dgm:t>
        <a:bodyPr/>
        <a:lstStyle/>
        <a:p>
          <a:pPr algn="just"/>
          <a:endParaRPr lang="en-US" sz="1400"/>
        </a:p>
      </dgm:t>
    </dgm:pt>
    <dgm:pt modelId="{E3135DEC-DE01-4D24-A2F9-63F9B27C05F4}">
      <dgm:prSet custT="1"/>
      <dgm:spPr/>
      <dgm:t>
        <a:bodyPr/>
        <a:lstStyle/>
        <a:p>
          <a:pPr algn="just"/>
          <a:r>
            <a:rPr lang="cs-CZ" sz="2800" dirty="0"/>
            <a:t>Skutečnost lze pochopit jen na základě matematiky</a:t>
          </a:r>
          <a:endParaRPr lang="en-US" sz="2800" dirty="0"/>
        </a:p>
      </dgm:t>
    </dgm:pt>
    <dgm:pt modelId="{506D4A7B-A45E-40B2-A77C-4F551E7FCE41}" type="parTrans" cxnId="{22AFA5E0-0C1C-45AC-A187-ACBBAD689331}">
      <dgm:prSet/>
      <dgm:spPr/>
      <dgm:t>
        <a:bodyPr/>
        <a:lstStyle/>
        <a:p>
          <a:endParaRPr lang="cs-CZ"/>
        </a:p>
      </dgm:t>
    </dgm:pt>
    <dgm:pt modelId="{6EF92E52-B18D-4796-ABE1-A95E60459D2F}" type="sibTrans" cxnId="{22AFA5E0-0C1C-45AC-A187-ACBBAD689331}">
      <dgm:prSet/>
      <dgm:spPr/>
      <dgm:t>
        <a:bodyPr/>
        <a:lstStyle/>
        <a:p>
          <a:endParaRPr lang="cs-CZ"/>
        </a:p>
      </dgm:t>
    </dgm:pt>
    <dgm:pt modelId="{FDE6379B-2254-4893-9D40-42286B624530}">
      <dgm:prSet custT="1"/>
      <dgm:spPr/>
      <dgm:t>
        <a:bodyPr/>
        <a:lstStyle/>
        <a:p>
          <a:pPr algn="just"/>
          <a:r>
            <a:rPr lang="cs-CZ" sz="2800" dirty="0"/>
            <a:t>Aplikovaná věda jako prostředek k ovládnutí světa</a:t>
          </a:r>
          <a:endParaRPr lang="en-US" sz="2800" dirty="0"/>
        </a:p>
      </dgm:t>
    </dgm:pt>
    <dgm:pt modelId="{A6AD9289-AE33-46FA-9A0B-FD758A8C87B0}" type="parTrans" cxnId="{EEE75BBD-F727-41C5-822B-5EEFAA5DAD81}">
      <dgm:prSet/>
      <dgm:spPr/>
      <dgm:t>
        <a:bodyPr/>
        <a:lstStyle/>
        <a:p>
          <a:endParaRPr lang="cs-CZ"/>
        </a:p>
      </dgm:t>
    </dgm:pt>
    <dgm:pt modelId="{A4F2D24A-0160-4AE7-B3EA-D914A5CAC36E}" type="sibTrans" cxnId="{EEE75BBD-F727-41C5-822B-5EEFAA5DAD81}">
      <dgm:prSet/>
      <dgm:spPr/>
      <dgm:t>
        <a:bodyPr/>
        <a:lstStyle/>
        <a:p>
          <a:endParaRPr lang="cs-CZ"/>
        </a:p>
      </dgm:t>
    </dgm:pt>
    <dgm:pt modelId="{190D4BC3-39DB-4428-91DC-D610B1ED4538}">
      <dgm:prSet custT="1"/>
      <dgm:spPr/>
      <dgm:t>
        <a:bodyPr/>
        <a:lstStyle/>
        <a:p>
          <a:pPr algn="just"/>
          <a:r>
            <a:rPr lang="cs-CZ" sz="2800" dirty="0"/>
            <a:t>Rozvoj vědeckého pozorovaní a experimentování</a:t>
          </a:r>
          <a:endParaRPr lang="en-US" sz="2800" dirty="0"/>
        </a:p>
      </dgm:t>
    </dgm:pt>
    <dgm:pt modelId="{7EA7DCED-9355-4A59-B226-388037961AC5}" type="parTrans" cxnId="{89D35B81-210A-4EEC-9EA4-C510973E9727}">
      <dgm:prSet/>
      <dgm:spPr/>
      <dgm:t>
        <a:bodyPr/>
        <a:lstStyle/>
        <a:p>
          <a:endParaRPr lang="cs-CZ"/>
        </a:p>
      </dgm:t>
    </dgm:pt>
    <dgm:pt modelId="{19C2D881-E597-4D7E-9A35-DF09F3D18332}" type="sibTrans" cxnId="{89D35B81-210A-4EEC-9EA4-C510973E9727}">
      <dgm:prSet/>
      <dgm:spPr/>
      <dgm:t>
        <a:bodyPr/>
        <a:lstStyle/>
        <a:p>
          <a:endParaRPr lang="cs-CZ"/>
        </a:p>
      </dgm:t>
    </dgm:pt>
    <dgm:pt modelId="{0871A0A0-117A-4F39-914C-F361D66E96A4}">
      <dgm:prSet custT="1"/>
      <dgm:spPr/>
      <dgm:t>
        <a:bodyPr/>
        <a:lstStyle/>
        <a:p>
          <a:pPr algn="just"/>
          <a:r>
            <a:rPr lang="cs-CZ" sz="2800" dirty="0"/>
            <a:t>Návrat k antice</a:t>
          </a:r>
          <a:endParaRPr lang="en-US" sz="2800" dirty="0"/>
        </a:p>
      </dgm:t>
    </dgm:pt>
    <dgm:pt modelId="{3B10DC82-128D-48D6-95A9-D716AC3304C7}" type="parTrans" cxnId="{AF65AC0F-E452-4245-AB86-CAF56673B4CF}">
      <dgm:prSet/>
      <dgm:spPr/>
      <dgm:t>
        <a:bodyPr/>
        <a:lstStyle/>
        <a:p>
          <a:endParaRPr lang="cs-CZ"/>
        </a:p>
      </dgm:t>
    </dgm:pt>
    <dgm:pt modelId="{E58C6081-C06B-4F4D-90BD-C8AEDD055DAC}" type="sibTrans" cxnId="{AF65AC0F-E452-4245-AB86-CAF56673B4CF}">
      <dgm:prSet/>
      <dgm:spPr/>
      <dgm:t>
        <a:bodyPr/>
        <a:lstStyle/>
        <a:p>
          <a:endParaRPr lang="cs-CZ"/>
        </a:p>
      </dgm:t>
    </dgm:pt>
    <dgm:pt modelId="{33FAED79-47E5-4284-9E30-D9D631F94D57}">
      <dgm:prSet custT="1"/>
      <dgm:spPr/>
      <dgm:t>
        <a:bodyPr/>
        <a:lstStyle/>
        <a:p>
          <a:pPr algn="just"/>
          <a:r>
            <a:rPr lang="cs-CZ" sz="2800" dirty="0"/>
            <a:t>Slunce středem vesmíru</a:t>
          </a:r>
          <a:endParaRPr lang="en-US" sz="2800" dirty="0"/>
        </a:p>
      </dgm:t>
    </dgm:pt>
    <dgm:pt modelId="{2BBB0123-E2A7-4B4A-AE10-0CFFA85EBFE9}" type="parTrans" cxnId="{96F0E0AE-4FE3-4381-9F7E-AD09BAC797B8}">
      <dgm:prSet/>
      <dgm:spPr/>
      <dgm:t>
        <a:bodyPr/>
        <a:lstStyle/>
        <a:p>
          <a:endParaRPr lang="cs-CZ"/>
        </a:p>
      </dgm:t>
    </dgm:pt>
    <dgm:pt modelId="{E19E41A3-8244-4214-85C2-7AAEE91A5932}" type="sibTrans" cxnId="{96F0E0AE-4FE3-4381-9F7E-AD09BAC797B8}">
      <dgm:prSet/>
      <dgm:spPr/>
      <dgm:t>
        <a:bodyPr/>
        <a:lstStyle/>
        <a:p>
          <a:endParaRPr lang="cs-CZ"/>
        </a:p>
      </dgm:t>
    </dgm:pt>
    <dgm:pt modelId="{66FDAC9E-8029-4EF7-8521-4A90862F6791}" type="pres">
      <dgm:prSet presAssocID="{D11231FA-0599-46EC-91A4-7AFA23CC08E7}" presName="vert0" presStyleCnt="0">
        <dgm:presLayoutVars>
          <dgm:dir/>
          <dgm:animOne val="branch"/>
          <dgm:animLvl val="lvl"/>
        </dgm:presLayoutVars>
      </dgm:prSet>
      <dgm:spPr/>
    </dgm:pt>
    <dgm:pt modelId="{E202E617-D1EF-4670-8C6D-66748AD874AF}" type="pres">
      <dgm:prSet presAssocID="{C89EC813-AE2A-40F0-A295-87C8796A6802}" presName="thickLine" presStyleLbl="alignNode1" presStyleIdx="0" presStyleCnt="6"/>
      <dgm:spPr/>
    </dgm:pt>
    <dgm:pt modelId="{099BA7BE-3E21-4577-BB6B-0DC25FC6EDE8}" type="pres">
      <dgm:prSet presAssocID="{C89EC813-AE2A-40F0-A295-87C8796A6802}" presName="horz1" presStyleCnt="0"/>
      <dgm:spPr/>
    </dgm:pt>
    <dgm:pt modelId="{6EC9FF39-E44B-45DB-A421-6227F68FC021}" type="pres">
      <dgm:prSet presAssocID="{C89EC813-AE2A-40F0-A295-87C8796A6802}" presName="tx1" presStyleLbl="revTx" presStyleIdx="0" presStyleCnt="6"/>
      <dgm:spPr/>
    </dgm:pt>
    <dgm:pt modelId="{8C536F27-38D3-4291-9385-2491E226D007}" type="pres">
      <dgm:prSet presAssocID="{C89EC813-AE2A-40F0-A295-87C8796A6802}" presName="vert1" presStyleCnt="0"/>
      <dgm:spPr/>
    </dgm:pt>
    <dgm:pt modelId="{2686216A-90C1-4735-A5EC-5AFF89EEC7A6}" type="pres">
      <dgm:prSet presAssocID="{E3135DEC-DE01-4D24-A2F9-63F9B27C05F4}" presName="thickLine" presStyleLbl="alignNode1" presStyleIdx="1" presStyleCnt="6"/>
      <dgm:spPr/>
    </dgm:pt>
    <dgm:pt modelId="{ADF34DED-1816-4A91-A888-ACD10B4EC2F4}" type="pres">
      <dgm:prSet presAssocID="{E3135DEC-DE01-4D24-A2F9-63F9B27C05F4}" presName="horz1" presStyleCnt="0"/>
      <dgm:spPr/>
    </dgm:pt>
    <dgm:pt modelId="{192BDDFB-3D28-45BE-8917-460CF77D7754}" type="pres">
      <dgm:prSet presAssocID="{E3135DEC-DE01-4D24-A2F9-63F9B27C05F4}" presName="tx1" presStyleLbl="revTx" presStyleIdx="1" presStyleCnt="6"/>
      <dgm:spPr/>
    </dgm:pt>
    <dgm:pt modelId="{E9795035-77E5-4C57-B08D-0FAF5E1A5C3D}" type="pres">
      <dgm:prSet presAssocID="{E3135DEC-DE01-4D24-A2F9-63F9B27C05F4}" presName="vert1" presStyleCnt="0"/>
      <dgm:spPr/>
    </dgm:pt>
    <dgm:pt modelId="{0C180EAB-8EEF-4135-9485-C356E7415825}" type="pres">
      <dgm:prSet presAssocID="{FDE6379B-2254-4893-9D40-42286B624530}" presName="thickLine" presStyleLbl="alignNode1" presStyleIdx="2" presStyleCnt="6"/>
      <dgm:spPr/>
    </dgm:pt>
    <dgm:pt modelId="{F803594C-62FB-4512-B9B5-5E4E37D46216}" type="pres">
      <dgm:prSet presAssocID="{FDE6379B-2254-4893-9D40-42286B624530}" presName="horz1" presStyleCnt="0"/>
      <dgm:spPr/>
    </dgm:pt>
    <dgm:pt modelId="{0028F7B8-7339-47B7-B90C-E12F323B2C75}" type="pres">
      <dgm:prSet presAssocID="{FDE6379B-2254-4893-9D40-42286B624530}" presName="tx1" presStyleLbl="revTx" presStyleIdx="2" presStyleCnt="6"/>
      <dgm:spPr/>
    </dgm:pt>
    <dgm:pt modelId="{DC0180D8-5E6E-461F-AB6A-820A155B52A6}" type="pres">
      <dgm:prSet presAssocID="{FDE6379B-2254-4893-9D40-42286B624530}" presName="vert1" presStyleCnt="0"/>
      <dgm:spPr/>
    </dgm:pt>
    <dgm:pt modelId="{4E46047F-1D2D-442C-8B3F-8FD34C976271}" type="pres">
      <dgm:prSet presAssocID="{190D4BC3-39DB-4428-91DC-D610B1ED4538}" presName="thickLine" presStyleLbl="alignNode1" presStyleIdx="3" presStyleCnt="6"/>
      <dgm:spPr/>
    </dgm:pt>
    <dgm:pt modelId="{2E462C11-497C-41DB-B35D-93491ECA14A7}" type="pres">
      <dgm:prSet presAssocID="{190D4BC3-39DB-4428-91DC-D610B1ED4538}" presName="horz1" presStyleCnt="0"/>
      <dgm:spPr/>
    </dgm:pt>
    <dgm:pt modelId="{95DB0507-A0DA-427C-9163-2928071A0672}" type="pres">
      <dgm:prSet presAssocID="{190D4BC3-39DB-4428-91DC-D610B1ED4538}" presName="tx1" presStyleLbl="revTx" presStyleIdx="3" presStyleCnt="6"/>
      <dgm:spPr/>
    </dgm:pt>
    <dgm:pt modelId="{75C066D6-DD50-4265-B40C-70847F96E6DB}" type="pres">
      <dgm:prSet presAssocID="{190D4BC3-39DB-4428-91DC-D610B1ED4538}" presName="vert1" presStyleCnt="0"/>
      <dgm:spPr/>
    </dgm:pt>
    <dgm:pt modelId="{F82FAABC-0634-4D6E-9426-38260193C5DD}" type="pres">
      <dgm:prSet presAssocID="{0871A0A0-117A-4F39-914C-F361D66E96A4}" presName="thickLine" presStyleLbl="alignNode1" presStyleIdx="4" presStyleCnt="6"/>
      <dgm:spPr/>
    </dgm:pt>
    <dgm:pt modelId="{2D934FE7-A5F1-4C0A-88F8-58A44E4C3809}" type="pres">
      <dgm:prSet presAssocID="{0871A0A0-117A-4F39-914C-F361D66E96A4}" presName="horz1" presStyleCnt="0"/>
      <dgm:spPr/>
    </dgm:pt>
    <dgm:pt modelId="{CA9C2F04-BE56-42E9-9111-6DB5B3AF1F0D}" type="pres">
      <dgm:prSet presAssocID="{0871A0A0-117A-4F39-914C-F361D66E96A4}" presName="tx1" presStyleLbl="revTx" presStyleIdx="4" presStyleCnt="6"/>
      <dgm:spPr/>
    </dgm:pt>
    <dgm:pt modelId="{FC006A4F-A217-41F5-9B38-BCDA5346A00B}" type="pres">
      <dgm:prSet presAssocID="{0871A0A0-117A-4F39-914C-F361D66E96A4}" presName="vert1" presStyleCnt="0"/>
      <dgm:spPr/>
    </dgm:pt>
    <dgm:pt modelId="{4F5C295C-902D-4BAB-BF16-A0AAEEECAEE2}" type="pres">
      <dgm:prSet presAssocID="{33FAED79-47E5-4284-9E30-D9D631F94D57}" presName="thickLine" presStyleLbl="alignNode1" presStyleIdx="5" presStyleCnt="6"/>
      <dgm:spPr/>
    </dgm:pt>
    <dgm:pt modelId="{1197007F-B440-4043-A3B9-12AA9350BAC2}" type="pres">
      <dgm:prSet presAssocID="{33FAED79-47E5-4284-9E30-D9D631F94D57}" presName="horz1" presStyleCnt="0"/>
      <dgm:spPr/>
    </dgm:pt>
    <dgm:pt modelId="{8A1DAC3C-F077-425F-8FE2-4F5F8FAE3C7B}" type="pres">
      <dgm:prSet presAssocID="{33FAED79-47E5-4284-9E30-D9D631F94D57}" presName="tx1" presStyleLbl="revTx" presStyleIdx="5" presStyleCnt="6"/>
      <dgm:spPr/>
    </dgm:pt>
    <dgm:pt modelId="{6CC6C0F8-3B99-45FC-A8DE-6E71E144ED74}" type="pres">
      <dgm:prSet presAssocID="{33FAED79-47E5-4284-9E30-D9D631F94D57}" presName="vert1" presStyleCnt="0"/>
      <dgm:spPr/>
    </dgm:pt>
  </dgm:ptLst>
  <dgm:cxnLst>
    <dgm:cxn modelId="{AF65AC0F-E452-4245-AB86-CAF56673B4CF}" srcId="{D11231FA-0599-46EC-91A4-7AFA23CC08E7}" destId="{0871A0A0-117A-4F39-914C-F361D66E96A4}" srcOrd="4" destOrd="0" parTransId="{3B10DC82-128D-48D6-95A9-D716AC3304C7}" sibTransId="{E58C6081-C06B-4F4D-90BD-C8AEDD055DAC}"/>
    <dgm:cxn modelId="{5A8ECA0F-1660-41FF-B00A-AF63B3C2DADC}" type="presOf" srcId="{33FAED79-47E5-4284-9E30-D9D631F94D57}" destId="{8A1DAC3C-F077-425F-8FE2-4F5F8FAE3C7B}" srcOrd="0" destOrd="0" presId="urn:microsoft.com/office/officeart/2008/layout/LinedList"/>
    <dgm:cxn modelId="{4329BD5C-4C4A-4FC9-83BA-79719AB24026}" type="presOf" srcId="{FDE6379B-2254-4893-9D40-42286B624530}" destId="{0028F7B8-7339-47B7-B90C-E12F323B2C75}" srcOrd="0" destOrd="0" presId="urn:microsoft.com/office/officeart/2008/layout/LinedList"/>
    <dgm:cxn modelId="{A65A0165-2270-4E0B-92A8-C6C2CD891B6B}" srcId="{D11231FA-0599-46EC-91A4-7AFA23CC08E7}" destId="{C89EC813-AE2A-40F0-A295-87C8796A6802}" srcOrd="0" destOrd="0" parTransId="{479CFF3A-D8E7-43E7-9971-5BC9C741425A}" sibTransId="{2870EA09-D943-43B2-9A75-11E4C9F4AD1B}"/>
    <dgm:cxn modelId="{483B6675-8D7E-4A09-8217-4DF6A555B0D0}" type="presOf" srcId="{E3135DEC-DE01-4D24-A2F9-63F9B27C05F4}" destId="{192BDDFB-3D28-45BE-8917-460CF77D7754}" srcOrd="0" destOrd="0" presId="urn:microsoft.com/office/officeart/2008/layout/LinedList"/>
    <dgm:cxn modelId="{D062097F-990D-4292-BAD5-A1B615E8789A}" type="presOf" srcId="{C89EC813-AE2A-40F0-A295-87C8796A6802}" destId="{6EC9FF39-E44B-45DB-A421-6227F68FC021}" srcOrd="0" destOrd="0" presId="urn:microsoft.com/office/officeart/2008/layout/LinedList"/>
    <dgm:cxn modelId="{89D35B81-210A-4EEC-9EA4-C510973E9727}" srcId="{D11231FA-0599-46EC-91A4-7AFA23CC08E7}" destId="{190D4BC3-39DB-4428-91DC-D610B1ED4538}" srcOrd="3" destOrd="0" parTransId="{7EA7DCED-9355-4A59-B226-388037961AC5}" sibTransId="{19C2D881-E597-4D7E-9A35-DF09F3D18332}"/>
    <dgm:cxn modelId="{78E3D6AD-CB29-4663-A881-C6C6DD8EA974}" type="presOf" srcId="{190D4BC3-39DB-4428-91DC-D610B1ED4538}" destId="{95DB0507-A0DA-427C-9163-2928071A0672}" srcOrd="0" destOrd="0" presId="urn:microsoft.com/office/officeart/2008/layout/LinedList"/>
    <dgm:cxn modelId="{96F0E0AE-4FE3-4381-9F7E-AD09BAC797B8}" srcId="{D11231FA-0599-46EC-91A4-7AFA23CC08E7}" destId="{33FAED79-47E5-4284-9E30-D9D631F94D57}" srcOrd="5" destOrd="0" parTransId="{2BBB0123-E2A7-4B4A-AE10-0CFFA85EBFE9}" sibTransId="{E19E41A3-8244-4214-85C2-7AAEE91A5932}"/>
    <dgm:cxn modelId="{EEE75BBD-F727-41C5-822B-5EEFAA5DAD81}" srcId="{D11231FA-0599-46EC-91A4-7AFA23CC08E7}" destId="{FDE6379B-2254-4893-9D40-42286B624530}" srcOrd="2" destOrd="0" parTransId="{A6AD9289-AE33-46FA-9A0B-FD758A8C87B0}" sibTransId="{A4F2D24A-0160-4AE7-B3EA-D914A5CAC36E}"/>
    <dgm:cxn modelId="{ACF806D2-7FBF-4ED3-9ADA-9B00F21F81AF}" type="presOf" srcId="{0871A0A0-117A-4F39-914C-F361D66E96A4}" destId="{CA9C2F04-BE56-42E9-9111-6DB5B3AF1F0D}" srcOrd="0" destOrd="0" presId="urn:microsoft.com/office/officeart/2008/layout/LinedList"/>
    <dgm:cxn modelId="{304BCCD5-1B91-46CF-8A0A-758C01C33339}" type="presOf" srcId="{D11231FA-0599-46EC-91A4-7AFA23CC08E7}" destId="{66FDAC9E-8029-4EF7-8521-4A90862F6791}" srcOrd="0" destOrd="0" presId="urn:microsoft.com/office/officeart/2008/layout/LinedList"/>
    <dgm:cxn modelId="{22AFA5E0-0C1C-45AC-A187-ACBBAD689331}" srcId="{D11231FA-0599-46EC-91A4-7AFA23CC08E7}" destId="{E3135DEC-DE01-4D24-A2F9-63F9B27C05F4}" srcOrd="1" destOrd="0" parTransId="{506D4A7B-A45E-40B2-A77C-4F551E7FCE41}" sibTransId="{6EF92E52-B18D-4796-ABE1-A95E60459D2F}"/>
    <dgm:cxn modelId="{E8E98B79-4695-40E0-84D0-265555153663}" type="presParOf" srcId="{66FDAC9E-8029-4EF7-8521-4A90862F6791}" destId="{E202E617-D1EF-4670-8C6D-66748AD874AF}" srcOrd="0" destOrd="0" presId="urn:microsoft.com/office/officeart/2008/layout/LinedList"/>
    <dgm:cxn modelId="{6E49FEC5-A6F2-44FA-B3B4-68D8C6E51AA1}" type="presParOf" srcId="{66FDAC9E-8029-4EF7-8521-4A90862F6791}" destId="{099BA7BE-3E21-4577-BB6B-0DC25FC6EDE8}" srcOrd="1" destOrd="0" presId="urn:microsoft.com/office/officeart/2008/layout/LinedList"/>
    <dgm:cxn modelId="{B8885247-F4EB-488C-B047-146700EC2026}" type="presParOf" srcId="{099BA7BE-3E21-4577-BB6B-0DC25FC6EDE8}" destId="{6EC9FF39-E44B-45DB-A421-6227F68FC021}" srcOrd="0" destOrd="0" presId="urn:microsoft.com/office/officeart/2008/layout/LinedList"/>
    <dgm:cxn modelId="{2A868D79-9179-4C45-9BCB-D9448EB278CB}" type="presParOf" srcId="{099BA7BE-3E21-4577-BB6B-0DC25FC6EDE8}" destId="{8C536F27-38D3-4291-9385-2491E226D007}" srcOrd="1" destOrd="0" presId="urn:microsoft.com/office/officeart/2008/layout/LinedList"/>
    <dgm:cxn modelId="{86575183-6EEE-42C8-9840-9221BCBCBC1E}" type="presParOf" srcId="{66FDAC9E-8029-4EF7-8521-4A90862F6791}" destId="{2686216A-90C1-4735-A5EC-5AFF89EEC7A6}" srcOrd="2" destOrd="0" presId="urn:microsoft.com/office/officeart/2008/layout/LinedList"/>
    <dgm:cxn modelId="{C9BAFB41-E5D5-41F9-90F7-F4E7FA6B0E3A}" type="presParOf" srcId="{66FDAC9E-8029-4EF7-8521-4A90862F6791}" destId="{ADF34DED-1816-4A91-A888-ACD10B4EC2F4}" srcOrd="3" destOrd="0" presId="urn:microsoft.com/office/officeart/2008/layout/LinedList"/>
    <dgm:cxn modelId="{8B796339-430D-4376-B08F-0B7381D26C15}" type="presParOf" srcId="{ADF34DED-1816-4A91-A888-ACD10B4EC2F4}" destId="{192BDDFB-3D28-45BE-8917-460CF77D7754}" srcOrd="0" destOrd="0" presId="urn:microsoft.com/office/officeart/2008/layout/LinedList"/>
    <dgm:cxn modelId="{DE353E01-1B4B-4675-9C6D-DF2021E0E685}" type="presParOf" srcId="{ADF34DED-1816-4A91-A888-ACD10B4EC2F4}" destId="{E9795035-77E5-4C57-B08D-0FAF5E1A5C3D}" srcOrd="1" destOrd="0" presId="urn:microsoft.com/office/officeart/2008/layout/LinedList"/>
    <dgm:cxn modelId="{6CB8D464-F3E9-455D-AED3-0C2EC2B46ED7}" type="presParOf" srcId="{66FDAC9E-8029-4EF7-8521-4A90862F6791}" destId="{0C180EAB-8EEF-4135-9485-C356E7415825}" srcOrd="4" destOrd="0" presId="urn:microsoft.com/office/officeart/2008/layout/LinedList"/>
    <dgm:cxn modelId="{C675FC6F-6A5D-4DEF-B17B-C839923B7534}" type="presParOf" srcId="{66FDAC9E-8029-4EF7-8521-4A90862F6791}" destId="{F803594C-62FB-4512-B9B5-5E4E37D46216}" srcOrd="5" destOrd="0" presId="urn:microsoft.com/office/officeart/2008/layout/LinedList"/>
    <dgm:cxn modelId="{EAA72AB7-78F7-4130-8174-55D5A9F6BA83}" type="presParOf" srcId="{F803594C-62FB-4512-B9B5-5E4E37D46216}" destId="{0028F7B8-7339-47B7-B90C-E12F323B2C75}" srcOrd="0" destOrd="0" presId="urn:microsoft.com/office/officeart/2008/layout/LinedList"/>
    <dgm:cxn modelId="{3CFD0AA9-D8DC-490B-AFCB-3EA1D9313C24}" type="presParOf" srcId="{F803594C-62FB-4512-B9B5-5E4E37D46216}" destId="{DC0180D8-5E6E-461F-AB6A-820A155B52A6}" srcOrd="1" destOrd="0" presId="urn:microsoft.com/office/officeart/2008/layout/LinedList"/>
    <dgm:cxn modelId="{5FCEB349-0F53-463E-9040-23BA3590B0C0}" type="presParOf" srcId="{66FDAC9E-8029-4EF7-8521-4A90862F6791}" destId="{4E46047F-1D2D-442C-8B3F-8FD34C976271}" srcOrd="6" destOrd="0" presId="urn:microsoft.com/office/officeart/2008/layout/LinedList"/>
    <dgm:cxn modelId="{3E918BB6-C68D-44E5-9712-C42AFA0882B4}" type="presParOf" srcId="{66FDAC9E-8029-4EF7-8521-4A90862F6791}" destId="{2E462C11-497C-41DB-B35D-93491ECA14A7}" srcOrd="7" destOrd="0" presId="urn:microsoft.com/office/officeart/2008/layout/LinedList"/>
    <dgm:cxn modelId="{D3DCC8BE-6A40-4F6A-A24B-CE195BCFF483}" type="presParOf" srcId="{2E462C11-497C-41DB-B35D-93491ECA14A7}" destId="{95DB0507-A0DA-427C-9163-2928071A0672}" srcOrd="0" destOrd="0" presId="urn:microsoft.com/office/officeart/2008/layout/LinedList"/>
    <dgm:cxn modelId="{E550C754-E2DF-4CEA-BDD8-A8841FE71FD4}" type="presParOf" srcId="{2E462C11-497C-41DB-B35D-93491ECA14A7}" destId="{75C066D6-DD50-4265-B40C-70847F96E6DB}" srcOrd="1" destOrd="0" presId="urn:microsoft.com/office/officeart/2008/layout/LinedList"/>
    <dgm:cxn modelId="{59AD1194-FB78-41AD-A9D3-E4061981C2C1}" type="presParOf" srcId="{66FDAC9E-8029-4EF7-8521-4A90862F6791}" destId="{F82FAABC-0634-4D6E-9426-38260193C5DD}" srcOrd="8" destOrd="0" presId="urn:microsoft.com/office/officeart/2008/layout/LinedList"/>
    <dgm:cxn modelId="{9EDA3E1B-75A7-46C7-8098-F34324576F93}" type="presParOf" srcId="{66FDAC9E-8029-4EF7-8521-4A90862F6791}" destId="{2D934FE7-A5F1-4C0A-88F8-58A44E4C3809}" srcOrd="9" destOrd="0" presId="urn:microsoft.com/office/officeart/2008/layout/LinedList"/>
    <dgm:cxn modelId="{DBB84885-70AC-440B-8E29-83E490245130}" type="presParOf" srcId="{2D934FE7-A5F1-4C0A-88F8-58A44E4C3809}" destId="{CA9C2F04-BE56-42E9-9111-6DB5B3AF1F0D}" srcOrd="0" destOrd="0" presId="urn:microsoft.com/office/officeart/2008/layout/LinedList"/>
    <dgm:cxn modelId="{00BE6816-C123-4C4C-AA01-DE61F43F4A2A}" type="presParOf" srcId="{2D934FE7-A5F1-4C0A-88F8-58A44E4C3809}" destId="{FC006A4F-A217-41F5-9B38-BCDA5346A00B}" srcOrd="1" destOrd="0" presId="urn:microsoft.com/office/officeart/2008/layout/LinedList"/>
    <dgm:cxn modelId="{B499A223-326B-45A4-9928-21A3B7E86061}" type="presParOf" srcId="{66FDAC9E-8029-4EF7-8521-4A90862F6791}" destId="{4F5C295C-902D-4BAB-BF16-A0AAEEECAEE2}" srcOrd="10" destOrd="0" presId="urn:microsoft.com/office/officeart/2008/layout/LinedList"/>
    <dgm:cxn modelId="{F88B283E-6D7F-4092-BCC9-3141ABC213F6}" type="presParOf" srcId="{66FDAC9E-8029-4EF7-8521-4A90862F6791}" destId="{1197007F-B440-4043-A3B9-12AA9350BAC2}" srcOrd="11" destOrd="0" presId="urn:microsoft.com/office/officeart/2008/layout/LinedList"/>
    <dgm:cxn modelId="{A6D13F6C-3DC9-4F5B-A995-987BF63E0474}" type="presParOf" srcId="{1197007F-B440-4043-A3B9-12AA9350BAC2}" destId="{8A1DAC3C-F077-425F-8FE2-4F5F8FAE3C7B}" srcOrd="0" destOrd="0" presId="urn:microsoft.com/office/officeart/2008/layout/LinedList"/>
    <dgm:cxn modelId="{81D73FDE-7C58-4514-A513-F064260E1CD5}" type="presParOf" srcId="{1197007F-B440-4043-A3B9-12AA9350BAC2}" destId="{6CC6C0F8-3B99-45FC-A8DE-6E71E144ED74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D11231FA-0599-46EC-91A4-7AFA23CC08E7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89EC813-AE2A-40F0-A295-87C8796A6802}">
      <dgm:prSet custT="1"/>
      <dgm:spPr/>
      <dgm:t>
        <a:bodyPr/>
        <a:lstStyle/>
        <a:p>
          <a:pPr algn="just"/>
          <a:r>
            <a:rPr lang="cs-CZ" sz="2800" dirty="0"/>
            <a:t>1543 – Mikuláš Koperník – definice heliocentrického modelu</a:t>
          </a:r>
          <a:endParaRPr lang="en-US" sz="2800" dirty="0"/>
        </a:p>
      </dgm:t>
    </dgm:pt>
    <dgm:pt modelId="{479CFF3A-D8E7-43E7-9971-5BC9C741425A}" type="parTrans" cxnId="{A65A0165-2270-4E0B-92A8-C6C2CD891B6B}">
      <dgm:prSet/>
      <dgm:spPr/>
      <dgm:t>
        <a:bodyPr/>
        <a:lstStyle/>
        <a:p>
          <a:pPr algn="just"/>
          <a:endParaRPr lang="en-US" sz="1400"/>
        </a:p>
      </dgm:t>
    </dgm:pt>
    <dgm:pt modelId="{2870EA09-D943-43B2-9A75-11E4C9F4AD1B}" type="sibTrans" cxnId="{A65A0165-2270-4E0B-92A8-C6C2CD891B6B}">
      <dgm:prSet/>
      <dgm:spPr/>
      <dgm:t>
        <a:bodyPr/>
        <a:lstStyle/>
        <a:p>
          <a:pPr algn="just"/>
          <a:endParaRPr lang="en-US" sz="1400"/>
        </a:p>
      </dgm:t>
    </dgm:pt>
    <dgm:pt modelId="{0853DB8F-F2B4-4CEC-A5CF-81A60571741D}">
      <dgm:prSet custT="1"/>
      <dgm:spPr/>
      <dgm:t>
        <a:bodyPr/>
        <a:lstStyle/>
        <a:p>
          <a:pPr algn="just"/>
          <a:r>
            <a:rPr lang="cs-CZ" sz="2800" dirty="0"/>
            <a:t>1572 – Tycho Brahe – objevení supernovy</a:t>
          </a:r>
          <a:endParaRPr lang="en-US" sz="2800" dirty="0"/>
        </a:p>
      </dgm:t>
    </dgm:pt>
    <dgm:pt modelId="{5C6CEE6E-896F-4B8A-BC54-1C7C04CA333F}" type="parTrans" cxnId="{454D32F9-3D44-4B6F-BC00-E2685D35EEC7}">
      <dgm:prSet/>
      <dgm:spPr/>
      <dgm:t>
        <a:bodyPr/>
        <a:lstStyle/>
        <a:p>
          <a:endParaRPr lang="cs-CZ"/>
        </a:p>
      </dgm:t>
    </dgm:pt>
    <dgm:pt modelId="{9C9468FA-8C28-448E-8695-13FD1B3674D0}" type="sibTrans" cxnId="{454D32F9-3D44-4B6F-BC00-E2685D35EEC7}">
      <dgm:prSet/>
      <dgm:spPr/>
      <dgm:t>
        <a:bodyPr/>
        <a:lstStyle/>
        <a:p>
          <a:endParaRPr lang="cs-CZ"/>
        </a:p>
      </dgm:t>
    </dgm:pt>
    <dgm:pt modelId="{315AE575-590C-4CAC-B55B-DCFFC9D2E21C}">
      <dgm:prSet custT="1"/>
      <dgm:spPr/>
      <dgm:t>
        <a:bodyPr/>
        <a:lstStyle/>
        <a:p>
          <a:pPr algn="just"/>
          <a:r>
            <a:rPr lang="cs-CZ" sz="2800" dirty="0"/>
            <a:t>1609 – Johannes Kepler – definice prvních tří Keplerových zákonů</a:t>
          </a:r>
          <a:endParaRPr lang="en-US" sz="2800" dirty="0"/>
        </a:p>
      </dgm:t>
    </dgm:pt>
    <dgm:pt modelId="{2D3421F2-6E9D-4CB3-9B0D-CB4452ABB4C0}" type="parTrans" cxnId="{39CBA05D-3B42-4FAC-955D-A8586B06EBBB}">
      <dgm:prSet/>
      <dgm:spPr/>
      <dgm:t>
        <a:bodyPr/>
        <a:lstStyle/>
        <a:p>
          <a:endParaRPr lang="cs-CZ"/>
        </a:p>
      </dgm:t>
    </dgm:pt>
    <dgm:pt modelId="{C5A202AD-BF38-44F7-BC73-A42930568FFE}" type="sibTrans" cxnId="{39CBA05D-3B42-4FAC-955D-A8586B06EBBB}">
      <dgm:prSet/>
      <dgm:spPr/>
      <dgm:t>
        <a:bodyPr/>
        <a:lstStyle/>
        <a:p>
          <a:endParaRPr lang="cs-CZ"/>
        </a:p>
      </dgm:t>
    </dgm:pt>
    <dgm:pt modelId="{54079CE3-4384-4BD2-8145-82871C14CCD9}">
      <dgm:prSet custT="1"/>
      <dgm:spPr/>
      <dgm:t>
        <a:bodyPr/>
        <a:lstStyle/>
        <a:p>
          <a:pPr algn="just"/>
          <a:r>
            <a:rPr lang="cs-CZ" sz="2800" dirty="0"/>
            <a:t>1600 – William Gilbert - magnety</a:t>
          </a:r>
          <a:endParaRPr lang="en-US" sz="2800" dirty="0"/>
        </a:p>
      </dgm:t>
    </dgm:pt>
    <dgm:pt modelId="{670EDCF3-65A5-41FA-8E0D-C95A03CB6932}" type="parTrans" cxnId="{03490EA6-A5D4-47BF-8D11-184A59A6D9EE}">
      <dgm:prSet/>
      <dgm:spPr/>
      <dgm:t>
        <a:bodyPr/>
        <a:lstStyle/>
        <a:p>
          <a:endParaRPr lang="cs-CZ"/>
        </a:p>
      </dgm:t>
    </dgm:pt>
    <dgm:pt modelId="{2F96AE83-EB6F-44F4-9235-65CF8D654F98}" type="sibTrans" cxnId="{03490EA6-A5D4-47BF-8D11-184A59A6D9EE}">
      <dgm:prSet/>
      <dgm:spPr/>
      <dgm:t>
        <a:bodyPr/>
        <a:lstStyle/>
        <a:p>
          <a:endParaRPr lang="cs-CZ"/>
        </a:p>
      </dgm:t>
    </dgm:pt>
    <dgm:pt modelId="{126559EE-2B83-4988-8CAE-0A4B092DCAFB}">
      <dgm:prSet custT="1"/>
      <dgm:spPr/>
      <dgm:t>
        <a:bodyPr/>
        <a:lstStyle/>
        <a:p>
          <a:pPr algn="just"/>
          <a:r>
            <a:rPr lang="cs-CZ" sz="2800" dirty="0"/>
            <a:t>1628 – William Harvey – princip krevního oběhu lidského těla</a:t>
          </a:r>
          <a:endParaRPr lang="en-US" sz="2800" dirty="0"/>
        </a:p>
      </dgm:t>
    </dgm:pt>
    <dgm:pt modelId="{5652581A-48A7-4249-A468-842631B452B6}" type="parTrans" cxnId="{4AFFFDE9-43C9-4DC3-8C6D-8925176DE0B5}">
      <dgm:prSet/>
      <dgm:spPr/>
      <dgm:t>
        <a:bodyPr/>
        <a:lstStyle/>
        <a:p>
          <a:endParaRPr lang="cs-CZ"/>
        </a:p>
      </dgm:t>
    </dgm:pt>
    <dgm:pt modelId="{818EE34C-F478-48BA-91AE-9D37E47A1C65}" type="sibTrans" cxnId="{4AFFFDE9-43C9-4DC3-8C6D-8925176DE0B5}">
      <dgm:prSet/>
      <dgm:spPr/>
      <dgm:t>
        <a:bodyPr/>
        <a:lstStyle/>
        <a:p>
          <a:endParaRPr lang="cs-CZ"/>
        </a:p>
      </dgm:t>
    </dgm:pt>
    <dgm:pt modelId="{FEC42764-8A80-479B-9E50-D05B578483EC}">
      <dgm:prSet custT="1"/>
      <dgm:spPr/>
      <dgm:t>
        <a:bodyPr/>
        <a:lstStyle/>
        <a:p>
          <a:pPr algn="just"/>
          <a:r>
            <a:rPr lang="cs-CZ" sz="2800" dirty="0"/>
            <a:t>1665 – Isaac Newton – první předpoklady pro gravitační zákon</a:t>
          </a:r>
          <a:endParaRPr lang="en-US" sz="2800" dirty="0"/>
        </a:p>
      </dgm:t>
    </dgm:pt>
    <dgm:pt modelId="{FC089FAE-C10B-4110-A801-F1A5E85E55F1}" type="parTrans" cxnId="{6F4CD4C6-B6A6-4B40-8A3A-4876F8B5B7F9}">
      <dgm:prSet/>
      <dgm:spPr/>
      <dgm:t>
        <a:bodyPr/>
        <a:lstStyle/>
        <a:p>
          <a:endParaRPr lang="cs-CZ"/>
        </a:p>
      </dgm:t>
    </dgm:pt>
    <dgm:pt modelId="{E28E9C37-668B-41AE-BB7B-CBCC50D6111D}" type="sibTrans" cxnId="{6F4CD4C6-B6A6-4B40-8A3A-4876F8B5B7F9}">
      <dgm:prSet/>
      <dgm:spPr/>
      <dgm:t>
        <a:bodyPr/>
        <a:lstStyle/>
        <a:p>
          <a:endParaRPr lang="cs-CZ"/>
        </a:p>
      </dgm:t>
    </dgm:pt>
    <dgm:pt modelId="{710B1DB5-859D-4B74-A147-EFE8860F0876}">
      <dgm:prSet custT="1"/>
      <dgm:spPr/>
      <dgm:t>
        <a:bodyPr/>
        <a:lstStyle/>
        <a:p>
          <a:pPr algn="just"/>
          <a:r>
            <a:rPr lang="cs-CZ" sz="2800" dirty="0"/>
            <a:t>1687 – Isaac Newton – položení základu klasické mechaniky</a:t>
          </a:r>
          <a:endParaRPr lang="en-US" sz="2800" dirty="0"/>
        </a:p>
      </dgm:t>
    </dgm:pt>
    <dgm:pt modelId="{FFC7924C-CC7A-4843-8D92-C91BE182607B}" type="parTrans" cxnId="{017774DF-B766-465A-B40F-080E6E0E24AC}">
      <dgm:prSet/>
      <dgm:spPr/>
      <dgm:t>
        <a:bodyPr/>
        <a:lstStyle/>
        <a:p>
          <a:endParaRPr lang="cs-CZ"/>
        </a:p>
      </dgm:t>
    </dgm:pt>
    <dgm:pt modelId="{0F9EC059-96F5-4101-8E5C-B6D56D13096B}" type="sibTrans" cxnId="{017774DF-B766-465A-B40F-080E6E0E24AC}">
      <dgm:prSet/>
      <dgm:spPr/>
      <dgm:t>
        <a:bodyPr/>
        <a:lstStyle/>
        <a:p>
          <a:endParaRPr lang="cs-CZ"/>
        </a:p>
      </dgm:t>
    </dgm:pt>
    <dgm:pt modelId="{66FDAC9E-8029-4EF7-8521-4A90862F6791}" type="pres">
      <dgm:prSet presAssocID="{D11231FA-0599-46EC-91A4-7AFA23CC08E7}" presName="vert0" presStyleCnt="0">
        <dgm:presLayoutVars>
          <dgm:dir/>
          <dgm:animOne val="branch"/>
          <dgm:animLvl val="lvl"/>
        </dgm:presLayoutVars>
      </dgm:prSet>
      <dgm:spPr/>
    </dgm:pt>
    <dgm:pt modelId="{E202E617-D1EF-4670-8C6D-66748AD874AF}" type="pres">
      <dgm:prSet presAssocID="{C89EC813-AE2A-40F0-A295-87C8796A6802}" presName="thickLine" presStyleLbl="alignNode1" presStyleIdx="0" presStyleCnt="7"/>
      <dgm:spPr/>
    </dgm:pt>
    <dgm:pt modelId="{099BA7BE-3E21-4577-BB6B-0DC25FC6EDE8}" type="pres">
      <dgm:prSet presAssocID="{C89EC813-AE2A-40F0-A295-87C8796A6802}" presName="horz1" presStyleCnt="0"/>
      <dgm:spPr/>
    </dgm:pt>
    <dgm:pt modelId="{6EC9FF39-E44B-45DB-A421-6227F68FC021}" type="pres">
      <dgm:prSet presAssocID="{C89EC813-AE2A-40F0-A295-87C8796A6802}" presName="tx1" presStyleLbl="revTx" presStyleIdx="0" presStyleCnt="7"/>
      <dgm:spPr/>
    </dgm:pt>
    <dgm:pt modelId="{8C536F27-38D3-4291-9385-2491E226D007}" type="pres">
      <dgm:prSet presAssocID="{C89EC813-AE2A-40F0-A295-87C8796A6802}" presName="vert1" presStyleCnt="0"/>
      <dgm:spPr/>
    </dgm:pt>
    <dgm:pt modelId="{52EAB935-2614-4520-BDA0-1984BF7074DE}" type="pres">
      <dgm:prSet presAssocID="{0853DB8F-F2B4-4CEC-A5CF-81A60571741D}" presName="thickLine" presStyleLbl="alignNode1" presStyleIdx="1" presStyleCnt="7"/>
      <dgm:spPr/>
    </dgm:pt>
    <dgm:pt modelId="{64EF43A9-1AA5-42DE-A1B8-20EF47FF6F6C}" type="pres">
      <dgm:prSet presAssocID="{0853DB8F-F2B4-4CEC-A5CF-81A60571741D}" presName="horz1" presStyleCnt="0"/>
      <dgm:spPr/>
    </dgm:pt>
    <dgm:pt modelId="{03097933-A35C-4CC1-8BBE-D7A5C168588D}" type="pres">
      <dgm:prSet presAssocID="{0853DB8F-F2B4-4CEC-A5CF-81A60571741D}" presName="tx1" presStyleLbl="revTx" presStyleIdx="1" presStyleCnt="7"/>
      <dgm:spPr/>
    </dgm:pt>
    <dgm:pt modelId="{7ABB3388-4BDE-4F9E-86DC-4B9FC1324DC3}" type="pres">
      <dgm:prSet presAssocID="{0853DB8F-F2B4-4CEC-A5CF-81A60571741D}" presName="vert1" presStyleCnt="0"/>
      <dgm:spPr/>
    </dgm:pt>
    <dgm:pt modelId="{E3386834-8FB1-4D08-A2A9-8E801D92E09A}" type="pres">
      <dgm:prSet presAssocID="{54079CE3-4384-4BD2-8145-82871C14CCD9}" presName="thickLine" presStyleLbl="alignNode1" presStyleIdx="2" presStyleCnt="7"/>
      <dgm:spPr/>
    </dgm:pt>
    <dgm:pt modelId="{A9827E0A-A5C1-4A35-AF3A-99826350CB8C}" type="pres">
      <dgm:prSet presAssocID="{54079CE3-4384-4BD2-8145-82871C14CCD9}" presName="horz1" presStyleCnt="0"/>
      <dgm:spPr/>
    </dgm:pt>
    <dgm:pt modelId="{D3DBEDFC-D159-4AF5-B363-85E7A79EB3D0}" type="pres">
      <dgm:prSet presAssocID="{54079CE3-4384-4BD2-8145-82871C14CCD9}" presName="tx1" presStyleLbl="revTx" presStyleIdx="2" presStyleCnt="7"/>
      <dgm:spPr/>
    </dgm:pt>
    <dgm:pt modelId="{13E5C021-A728-4F0F-AFF0-380F69506717}" type="pres">
      <dgm:prSet presAssocID="{54079CE3-4384-4BD2-8145-82871C14CCD9}" presName="vert1" presStyleCnt="0"/>
      <dgm:spPr/>
    </dgm:pt>
    <dgm:pt modelId="{518AB593-CC26-469B-BAB5-70180DA2CD91}" type="pres">
      <dgm:prSet presAssocID="{315AE575-590C-4CAC-B55B-DCFFC9D2E21C}" presName="thickLine" presStyleLbl="alignNode1" presStyleIdx="3" presStyleCnt="7"/>
      <dgm:spPr/>
    </dgm:pt>
    <dgm:pt modelId="{30E39D25-15B6-48DC-BC00-5BB20CED7674}" type="pres">
      <dgm:prSet presAssocID="{315AE575-590C-4CAC-B55B-DCFFC9D2E21C}" presName="horz1" presStyleCnt="0"/>
      <dgm:spPr/>
    </dgm:pt>
    <dgm:pt modelId="{16011C4F-114A-442C-A0A3-9AC9A5C1079A}" type="pres">
      <dgm:prSet presAssocID="{315AE575-590C-4CAC-B55B-DCFFC9D2E21C}" presName="tx1" presStyleLbl="revTx" presStyleIdx="3" presStyleCnt="7"/>
      <dgm:spPr/>
    </dgm:pt>
    <dgm:pt modelId="{6F107A27-81EE-43F1-913B-737F980DB846}" type="pres">
      <dgm:prSet presAssocID="{315AE575-590C-4CAC-B55B-DCFFC9D2E21C}" presName="vert1" presStyleCnt="0"/>
      <dgm:spPr/>
    </dgm:pt>
    <dgm:pt modelId="{4F6E2803-E431-411E-B4E8-D65F59C4B849}" type="pres">
      <dgm:prSet presAssocID="{126559EE-2B83-4988-8CAE-0A4B092DCAFB}" presName="thickLine" presStyleLbl="alignNode1" presStyleIdx="4" presStyleCnt="7"/>
      <dgm:spPr/>
    </dgm:pt>
    <dgm:pt modelId="{544C53D6-CC9E-42EE-99A6-68BD83E99187}" type="pres">
      <dgm:prSet presAssocID="{126559EE-2B83-4988-8CAE-0A4B092DCAFB}" presName="horz1" presStyleCnt="0"/>
      <dgm:spPr/>
    </dgm:pt>
    <dgm:pt modelId="{D414D10A-E015-4070-BE35-AC88F876EF60}" type="pres">
      <dgm:prSet presAssocID="{126559EE-2B83-4988-8CAE-0A4B092DCAFB}" presName="tx1" presStyleLbl="revTx" presStyleIdx="4" presStyleCnt="7"/>
      <dgm:spPr/>
    </dgm:pt>
    <dgm:pt modelId="{ACD2907C-3D7D-4CAF-A272-8AEEBE1A65DA}" type="pres">
      <dgm:prSet presAssocID="{126559EE-2B83-4988-8CAE-0A4B092DCAFB}" presName="vert1" presStyleCnt="0"/>
      <dgm:spPr/>
    </dgm:pt>
    <dgm:pt modelId="{58EAF835-396C-49CB-AAEA-B9BDE247930B}" type="pres">
      <dgm:prSet presAssocID="{FEC42764-8A80-479B-9E50-D05B578483EC}" presName="thickLine" presStyleLbl="alignNode1" presStyleIdx="5" presStyleCnt="7"/>
      <dgm:spPr/>
    </dgm:pt>
    <dgm:pt modelId="{F0E9E700-C7CD-4C3D-93A4-5FB29CBCC7D0}" type="pres">
      <dgm:prSet presAssocID="{FEC42764-8A80-479B-9E50-D05B578483EC}" presName="horz1" presStyleCnt="0"/>
      <dgm:spPr/>
    </dgm:pt>
    <dgm:pt modelId="{4ACFC99A-8287-44CE-A09C-1300975C57C4}" type="pres">
      <dgm:prSet presAssocID="{FEC42764-8A80-479B-9E50-D05B578483EC}" presName="tx1" presStyleLbl="revTx" presStyleIdx="5" presStyleCnt="7"/>
      <dgm:spPr/>
    </dgm:pt>
    <dgm:pt modelId="{80438F87-047D-49C5-9150-D30113F35B00}" type="pres">
      <dgm:prSet presAssocID="{FEC42764-8A80-479B-9E50-D05B578483EC}" presName="vert1" presStyleCnt="0"/>
      <dgm:spPr/>
    </dgm:pt>
    <dgm:pt modelId="{2DC0F946-AEE0-4ABB-8E2A-D25071D0FCC8}" type="pres">
      <dgm:prSet presAssocID="{710B1DB5-859D-4B74-A147-EFE8860F0876}" presName="thickLine" presStyleLbl="alignNode1" presStyleIdx="6" presStyleCnt="7"/>
      <dgm:spPr/>
    </dgm:pt>
    <dgm:pt modelId="{90951B64-9D68-4B5B-A25B-2F0E2E744C64}" type="pres">
      <dgm:prSet presAssocID="{710B1DB5-859D-4B74-A147-EFE8860F0876}" presName="horz1" presStyleCnt="0"/>
      <dgm:spPr/>
    </dgm:pt>
    <dgm:pt modelId="{218F8BE5-88CC-47E6-9A1C-A385936AE2CD}" type="pres">
      <dgm:prSet presAssocID="{710B1DB5-859D-4B74-A147-EFE8860F0876}" presName="tx1" presStyleLbl="revTx" presStyleIdx="6" presStyleCnt="7"/>
      <dgm:spPr/>
    </dgm:pt>
    <dgm:pt modelId="{3ADA128A-4760-470F-A143-9E31E1B381F7}" type="pres">
      <dgm:prSet presAssocID="{710B1DB5-859D-4B74-A147-EFE8860F0876}" presName="vert1" presStyleCnt="0"/>
      <dgm:spPr/>
    </dgm:pt>
  </dgm:ptLst>
  <dgm:cxnLst>
    <dgm:cxn modelId="{D84A5826-8E6B-4A05-B840-508847970DBC}" type="presOf" srcId="{FEC42764-8A80-479B-9E50-D05B578483EC}" destId="{4ACFC99A-8287-44CE-A09C-1300975C57C4}" srcOrd="0" destOrd="0" presId="urn:microsoft.com/office/officeart/2008/layout/LinedList"/>
    <dgm:cxn modelId="{39CBA05D-3B42-4FAC-955D-A8586B06EBBB}" srcId="{D11231FA-0599-46EC-91A4-7AFA23CC08E7}" destId="{315AE575-590C-4CAC-B55B-DCFFC9D2E21C}" srcOrd="3" destOrd="0" parTransId="{2D3421F2-6E9D-4CB3-9B0D-CB4452ABB4C0}" sibTransId="{C5A202AD-BF38-44F7-BC73-A42930568FFE}"/>
    <dgm:cxn modelId="{F9E8FC5D-6EC4-44ED-AA38-C757C296A2AA}" type="presOf" srcId="{126559EE-2B83-4988-8CAE-0A4B092DCAFB}" destId="{D414D10A-E015-4070-BE35-AC88F876EF60}" srcOrd="0" destOrd="0" presId="urn:microsoft.com/office/officeart/2008/layout/LinedList"/>
    <dgm:cxn modelId="{570BBC5F-EA80-41B8-A09A-183065BB7FCD}" type="presOf" srcId="{710B1DB5-859D-4B74-A147-EFE8860F0876}" destId="{218F8BE5-88CC-47E6-9A1C-A385936AE2CD}" srcOrd="0" destOrd="0" presId="urn:microsoft.com/office/officeart/2008/layout/LinedList"/>
    <dgm:cxn modelId="{A65A0165-2270-4E0B-92A8-C6C2CD891B6B}" srcId="{D11231FA-0599-46EC-91A4-7AFA23CC08E7}" destId="{C89EC813-AE2A-40F0-A295-87C8796A6802}" srcOrd="0" destOrd="0" parTransId="{479CFF3A-D8E7-43E7-9971-5BC9C741425A}" sibTransId="{2870EA09-D943-43B2-9A75-11E4C9F4AD1B}"/>
    <dgm:cxn modelId="{D062097F-990D-4292-BAD5-A1B615E8789A}" type="presOf" srcId="{C89EC813-AE2A-40F0-A295-87C8796A6802}" destId="{6EC9FF39-E44B-45DB-A421-6227F68FC021}" srcOrd="0" destOrd="0" presId="urn:microsoft.com/office/officeart/2008/layout/LinedList"/>
    <dgm:cxn modelId="{5762EC86-8906-4189-AD8E-A771877FE18E}" type="presOf" srcId="{0853DB8F-F2B4-4CEC-A5CF-81A60571741D}" destId="{03097933-A35C-4CC1-8BBE-D7A5C168588D}" srcOrd="0" destOrd="0" presId="urn:microsoft.com/office/officeart/2008/layout/LinedList"/>
    <dgm:cxn modelId="{03490EA6-A5D4-47BF-8D11-184A59A6D9EE}" srcId="{D11231FA-0599-46EC-91A4-7AFA23CC08E7}" destId="{54079CE3-4384-4BD2-8145-82871C14CCD9}" srcOrd="2" destOrd="0" parTransId="{670EDCF3-65A5-41FA-8E0D-C95A03CB6932}" sibTransId="{2F96AE83-EB6F-44F4-9235-65CF8D654F98}"/>
    <dgm:cxn modelId="{090F33AB-26C4-4156-9B73-287000BEB93F}" type="presOf" srcId="{315AE575-590C-4CAC-B55B-DCFFC9D2E21C}" destId="{16011C4F-114A-442C-A0A3-9AC9A5C1079A}" srcOrd="0" destOrd="0" presId="urn:microsoft.com/office/officeart/2008/layout/LinedList"/>
    <dgm:cxn modelId="{6F4CD4C6-B6A6-4B40-8A3A-4876F8B5B7F9}" srcId="{D11231FA-0599-46EC-91A4-7AFA23CC08E7}" destId="{FEC42764-8A80-479B-9E50-D05B578483EC}" srcOrd="5" destOrd="0" parTransId="{FC089FAE-C10B-4110-A801-F1A5E85E55F1}" sibTransId="{E28E9C37-668B-41AE-BB7B-CBCC50D6111D}"/>
    <dgm:cxn modelId="{304BCCD5-1B91-46CF-8A0A-758C01C33339}" type="presOf" srcId="{D11231FA-0599-46EC-91A4-7AFA23CC08E7}" destId="{66FDAC9E-8029-4EF7-8521-4A90862F6791}" srcOrd="0" destOrd="0" presId="urn:microsoft.com/office/officeart/2008/layout/LinedList"/>
    <dgm:cxn modelId="{BCF682DE-275D-451A-A330-8CB85781A422}" type="presOf" srcId="{54079CE3-4384-4BD2-8145-82871C14CCD9}" destId="{D3DBEDFC-D159-4AF5-B363-85E7A79EB3D0}" srcOrd="0" destOrd="0" presId="urn:microsoft.com/office/officeart/2008/layout/LinedList"/>
    <dgm:cxn modelId="{017774DF-B766-465A-B40F-080E6E0E24AC}" srcId="{D11231FA-0599-46EC-91A4-7AFA23CC08E7}" destId="{710B1DB5-859D-4B74-A147-EFE8860F0876}" srcOrd="6" destOrd="0" parTransId="{FFC7924C-CC7A-4843-8D92-C91BE182607B}" sibTransId="{0F9EC059-96F5-4101-8E5C-B6D56D13096B}"/>
    <dgm:cxn modelId="{4AFFFDE9-43C9-4DC3-8C6D-8925176DE0B5}" srcId="{D11231FA-0599-46EC-91A4-7AFA23CC08E7}" destId="{126559EE-2B83-4988-8CAE-0A4B092DCAFB}" srcOrd="4" destOrd="0" parTransId="{5652581A-48A7-4249-A468-842631B452B6}" sibTransId="{818EE34C-F478-48BA-91AE-9D37E47A1C65}"/>
    <dgm:cxn modelId="{454D32F9-3D44-4B6F-BC00-E2685D35EEC7}" srcId="{D11231FA-0599-46EC-91A4-7AFA23CC08E7}" destId="{0853DB8F-F2B4-4CEC-A5CF-81A60571741D}" srcOrd="1" destOrd="0" parTransId="{5C6CEE6E-896F-4B8A-BC54-1C7C04CA333F}" sibTransId="{9C9468FA-8C28-448E-8695-13FD1B3674D0}"/>
    <dgm:cxn modelId="{E8E98B79-4695-40E0-84D0-265555153663}" type="presParOf" srcId="{66FDAC9E-8029-4EF7-8521-4A90862F6791}" destId="{E202E617-D1EF-4670-8C6D-66748AD874AF}" srcOrd="0" destOrd="0" presId="urn:microsoft.com/office/officeart/2008/layout/LinedList"/>
    <dgm:cxn modelId="{6E49FEC5-A6F2-44FA-B3B4-68D8C6E51AA1}" type="presParOf" srcId="{66FDAC9E-8029-4EF7-8521-4A90862F6791}" destId="{099BA7BE-3E21-4577-BB6B-0DC25FC6EDE8}" srcOrd="1" destOrd="0" presId="urn:microsoft.com/office/officeart/2008/layout/LinedList"/>
    <dgm:cxn modelId="{B8885247-F4EB-488C-B047-146700EC2026}" type="presParOf" srcId="{099BA7BE-3E21-4577-BB6B-0DC25FC6EDE8}" destId="{6EC9FF39-E44B-45DB-A421-6227F68FC021}" srcOrd="0" destOrd="0" presId="urn:microsoft.com/office/officeart/2008/layout/LinedList"/>
    <dgm:cxn modelId="{2A868D79-9179-4C45-9BCB-D9448EB278CB}" type="presParOf" srcId="{099BA7BE-3E21-4577-BB6B-0DC25FC6EDE8}" destId="{8C536F27-38D3-4291-9385-2491E226D007}" srcOrd="1" destOrd="0" presId="urn:microsoft.com/office/officeart/2008/layout/LinedList"/>
    <dgm:cxn modelId="{05C183EE-0A9E-4E82-8275-063FA4153074}" type="presParOf" srcId="{66FDAC9E-8029-4EF7-8521-4A90862F6791}" destId="{52EAB935-2614-4520-BDA0-1984BF7074DE}" srcOrd="2" destOrd="0" presId="urn:microsoft.com/office/officeart/2008/layout/LinedList"/>
    <dgm:cxn modelId="{3722E341-6FEB-4A6F-8327-5DB1FE709163}" type="presParOf" srcId="{66FDAC9E-8029-4EF7-8521-4A90862F6791}" destId="{64EF43A9-1AA5-42DE-A1B8-20EF47FF6F6C}" srcOrd="3" destOrd="0" presId="urn:microsoft.com/office/officeart/2008/layout/LinedList"/>
    <dgm:cxn modelId="{1B10C79F-7884-4808-8A5F-C78C90EF2BFC}" type="presParOf" srcId="{64EF43A9-1AA5-42DE-A1B8-20EF47FF6F6C}" destId="{03097933-A35C-4CC1-8BBE-D7A5C168588D}" srcOrd="0" destOrd="0" presId="urn:microsoft.com/office/officeart/2008/layout/LinedList"/>
    <dgm:cxn modelId="{0DB32133-B219-44C4-8CF3-E309D51548D3}" type="presParOf" srcId="{64EF43A9-1AA5-42DE-A1B8-20EF47FF6F6C}" destId="{7ABB3388-4BDE-4F9E-86DC-4B9FC1324DC3}" srcOrd="1" destOrd="0" presId="urn:microsoft.com/office/officeart/2008/layout/LinedList"/>
    <dgm:cxn modelId="{C844C8C2-6BFD-41F1-8622-88C4B53EB426}" type="presParOf" srcId="{66FDAC9E-8029-4EF7-8521-4A90862F6791}" destId="{E3386834-8FB1-4D08-A2A9-8E801D92E09A}" srcOrd="4" destOrd="0" presId="urn:microsoft.com/office/officeart/2008/layout/LinedList"/>
    <dgm:cxn modelId="{3841F288-E3D7-4B1C-9998-B5BA9929B10D}" type="presParOf" srcId="{66FDAC9E-8029-4EF7-8521-4A90862F6791}" destId="{A9827E0A-A5C1-4A35-AF3A-99826350CB8C}" srcOrd="5" destOrd="0" presId="urn:microsoft.com/office/officeart/2008/layout/LinedList"/>
    <dgm:cxn modelId="{FD247F84-2F2F-4FEC-90A0-0B35063EE31D}" type="presParOf" srcId="{A9827E0A-A5C1-4A35-AF3A-99826350CB8C}" destId="{D3DBEDFC-D159-4AF5-B363-85E7A79EB3D0}" srcOrd="0" destOrd="0" presId="urn:microsoft.com/office/officeart/2008/layout/LinedList"/>
    <dgm:cxn modelId="{C5559B42-66C6-438A-B764-A42E514E844B}" type="presParOf" srcId="{A9827E0A-A5C1-4A35-AF3A-99826350CB8C}" destId="{13E5C021-A728-4F0F-AFF0-380F69506717}" srcOrd="1" destOrd="0" presId="urn:microsoft.com/office/officeart/2008/layout/LinedList"/>
    <dgm:cxn modelId="{9E381E36-303E-424B-93EC-44579EB7A744}" type="presParOf" srcId="{66FDAC9E-8029-4EF7-8521-4A90862F6791}" destId="{518AB593-CC26-469B-BAB5-70180DA2CD91}" srcOrd="6" destOrd="0" presId="urn:microsoft.com/office/officeart/2008/layout/LinedList"/>
    <dgm:cxn modelId="{90270D09-4D31-4769-9FF1-2E0D58D17012}" type="presParOf" srcId="{66FDAC9E-8029-4EF7-8521-4A90862F6791}" destId="{30E39D25-15B6-48DC-BC00-5BB20CED7674}" srcOrd="7" destOrd="0" presId="urn:microsoft.com/office/officeart/2008/layout/LinedList"/>
    <dgm:cxn modelId="{E92E0E97-BF06-476C-9346-7FCFFCB4784C}" type="presParOf" srcId="{30E39D25-15B6-48DC-BC00-5BB20CED7674}" destId="{16011C4F-114A-442C-A0A3-9AC9A5C1079A}" srcOrd="0" destOrd="0" presId="urn:microsoft.com/office/officeart/2008/layout/LinedList"/>
    <dgm:cxn modelId="{81AAEEA2-20A0-42AE-A56E-15172A676790}" type="presParOf" srcId="{30E39D25-15B6-48DC-BC00-5BB20CED7674}" destId="{6F107A27-81EE-43F1-913B-737F980DB846}" srcOrd="1" destOrd="0" presId="urn:microsoft.com/office/officeart/2008/layout/LinedList"/>
    <dgm:cxn modelId="{BC82A5D3-304B-41AF-BA6F-1BADD2C6B959}" type="presParOf" srcId="{66FDAC9E-8029-4EF7-8521-4A90862F6791}" destId="{4F6E2803-E431-411E-B4E8-D65F59C4B849}" srcOrd="8" destOrd="0" presId="urn:microsoft.com/office/officeart/2008/layout/LinedList"/>
    <dgm:cxn modelId="{2C2D52DF-14DB-4238-8FB7-1457D50C1EDC}" type="presParOf" srcId="{66FDAC9E-8029-4EF7-8521-4A90862F6791}" destId="{544C53D6-CC9E-42EE-99A6-68BD83E99187}" srcOrd="9" destOrd="0" presId="urn:microsoft.com/office/officeart/2008/layout/LinedList"/>
    <dgm:cxn modelId="{4A8EA87B-AA6C-419C-992D-6E2C27D2B5E8}" type="presParOf" srcId="{544C53D6-CC9E-42EE-99A6-68BD83E99187}" destId="{D414D10A-E015-4070-BE35-AC88F876EF60}" srcOrd="0" destOrd="0" presId="urn:microsoft.com/office/officeart/2008/layout/LinedList"/>
    <dgm:cxn modelId="{CB62E543-5BF3-4C5A-862A-13F90E96AF8A}" type="presParOf" srcId="{544C53D6-CC9E-42EE-99A6-68BD83E99187}" destId="{ACD2907C-3D7D-4CAF-A272-8AEEBE1A65DA}" srcOrd="1" destOrd="0" presId="urn:microsoft.com/office/officeart/2008/layout/LinedList"/>
    <dgm:cxn modelId="{903C22F1-99FF-40D4-9C52-1DA3BBBCFAFC}" type="presParOf" srcId="{66FDAC9E-8029-4EF7-8521-4A90862F6791}" destId="{58EAF835-396C-49CB-AAEA-B9BDE247930B}" srcOrd="10" destOrd="0" presId="urn:microsoft.com/office/officeart/2008/layout/LinedList"/>
    <dgm:cxn modelId="{41AAC885-FF62-4776-8B9E-6F740528E09C}" type="presParOf" srcId="{66FDAC9E-8029-4EF7-8521-4A90862F6791}" destId="{F0E9E700-C7CD-4C3D-93A4-5FB29CBCC7D0}" srcOrd="11" destOrd="0" presId="urn:microsoft.com/office/officeart/2008/layout/LinedList"/>
    <dgm:cxn modelId="{72F1AE17-61B5-4231-A024-B2EF5E1B968F}" type="presParOf" srcId="{F0E9E700-C7CD-4C3D-93A4-5FB29CBCC7D0}" destId="{4ACFC99A-8287-44CE-A09C-1300975C57C4}" srcOrd="0" destOrd="0" presId="urn:microsoft.com/office/officeart/2008/layout/LinedList"/>
    <dgm:cxn modelId="{65477C47-3210-4DF7-9D79-4F7C916F7E1B}" type="presParOf" srcId="{F0E9E700-C7CD-4C3D-93A4-5FB29CBCC7D0}" destId="{80438F87-047D-49C5-9150-D30113F35B00}" srcOrd="1" destOrd="0" presId="urn:microsoft.com/office/officeart/2008/layout/LinedList"/>
    <dgm:cxn modelId="{C28A661A-389D-4397-9D70-F7021EBC927C}" type="presParOf" srcId="{66FDAC9E-8029-4EF7-8521-4A90862F6791}" destId="{2DC0F946-AEE0-4ABB-8E2A-D25071D0FCC8}" srcOrd="12" destOrd="0" presId="urn:microsoft.com/office/officeart/2008/layout/LinedList"/>
    <dgm:cxn modelId="{3BE39D80-DAEF-44AE-B4D0-A447C0F16327}" type="presParOf" srcId="{66FDAC9E-8029-4EF7-8521-4A90862F6791}" destId="{90951B64-9D68-4B5B-A25B-2F0E2E744C64}" srcOrd="13" destOrd="0" presId="urn:microsoft.com/office/officeart/2008/layout/LinedList"/>
    <dgm:cxn modelId="{528940A3-471F-4902-AAFD-E380D24F1698}" type="presParOf" srcId="{90951B64-9D68-4B5B-A25B-2F0E2E744C64}" destId="{218F8BE5-88CC-47E6-9A1C-A385936AE2CD}" srcOrd="0" destOrd="0" presId="urn:microsoft.com/office/officeart/2008/layout/LinedList"/>
    <dgm:cxn modelId="{50070C0A-FD36-464C-8C6D-C40C460B288D}" type="presParOf" srcId="{90951B64-9D68-4B5B-A25B-2F0E2E744C64}" destId="{3ADA128A-4760-470F-A143-9E31E1B381F7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D11231FA-0599-46EC-91A4-7AFA23CC08E7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89EC813-AE2A-40F0-A295-87C8796A6802}">
      <dgm:prSet custT="1"/>
      <dgm:spPr/>
      <dgm:t>
        <a:bodyPr/>
        <a:lstStyle/>
        <a:p>
          <a:pPr algn="just"/>
          <a:r>
            <a:rPr lang="cs-CZ" sz="2800" dirty="0"/>
            <a:t>Platónská věda 18. stolení – Newton</a:t>
          </a:r>
          <a:endParaRPr lang="en-US" sz="2800" dirty="0"/>
        </a:p>
      </dgm:t>
    </dgm:pt>
    <dgm:pt modelId="{479CFF3A-D8E7-43E7-9971-5BC9C741425A}" type="parTrans" cxnId="{A65A0165-2270-4E0B-92A8-C6C2CD891B6B}">
      <dgm:prSet/>
      <dgm:spPr/>
      <dgm:t>
        <a:bodyPr/>
        <a:lstStyle/>
        <a:p>
          <a:pPr algn="just"/>
          <a:endParaRPr lang="en-US" sz="1400"/>
        </a:p>
      </dgm:t>
    </dgm:pt>
    <dgm:pt modelId="{2870EA09-D943-43B2-9A75-11E4C9F4AD1B}" type="sibTrans" cxnId="{A65A0165-2270-4E0B-92A8-C6C2CD891B6B}">
      <dgm:prSet/>
      <dgm:spPr/>
      <dgm:t>
        <a:bodyPr/>
        <a:lstStyle/>
        <a:p>
          <a:pPr algn="just"/>
          <a:endParaRPr lang="en-US" sz="1400"/>
        </a:p>
      </dgm:t>
    </dgm:pt>
    <dgm:pt modelId="{E76C5DD5-4331-4D3D-9B79-4D3FA407AB6B}">
      <dgm:prSet custT="1"/>
      <dgm:spPr/>
      <dgm:t>
        <a:bodyPr/>
        <a:lstStyle/>
        <a:p>
          <a:pPr algn="just"/>
          <a:r>
            <a:rPr lang="cs-CZ" sz="2800" dirty="0"/>
            <a:t>Aristotelská věda – popisná přírodověda, archeologie</a:t>
          </a:r>
          <a:endParaRPr lang="en-US" sz="2800" dirty="0"/>
        </a:p>
      </dgm:t>
    </dgm:pt>
    <dgm:pt modelId="{5CA93E4D-C2FF-4AC3-AF98-B4FB0FB41533}" type="parTrans" cxnId="{96A693D7-92EC-4E14-A5DF-BF9AFE30CA65}">
      <dgm:prSet/>
      <dgm:spPr/>
      <dgm:t>
        <a:bodyPr/>
        <a:lstStyle/>
        <a:p>
          <a:endParaRPr lang="cs-CZ"/>
        </a:p>
      </dgm:t>
    </dgm:pt>
    <dgm:pt modelId="{CBF3FCB3-653C-4644-8037-EC1A6F934DA8}" type="sibTrans" cxnId="{96A693D7-92EC-4E14-A5DF-BF9AFE30CA65}">
      <dgm:prSet/>
      <dgm:spPr/>
      <dgm:t>
        <a:bodyPr/>
        <a:lstStyle/>
        <a:p>
          <a:endParaRPr lang="cs-CZ"/>
        </a:p>
      </dgm:t>
    </dgm:pt>
    <dgm:pt modelId="{DE26FD39-C509-49D4-AFFA-CAD8EC5C9D7A}">
      <dgm:prSet custT="1"/>
      <dgm:spPr/>
      <dgm:t>
        <a:bodyPr/>
        <a:lstStyle/>
        <a:p>
          <a:pPr algn="just"/>
          <a:r>
            <a:rPr lang="cs-CZ" sz="2800" b="0" i="0" dirty="0"/>
            <a:t>Osvícenství – v naději na definitivní poznání zákonitostí světa</a:t>
          </a:r>
          <a:endParaRPr lang="en-US" sz="2800" dirty="0"/>
        </a:p>
      </dgm:t>
    </dgm:pt>
    <dgm:pt modelId="{3C3C47B7-D9D6-4CEF-BBF0-B7B787376E16}" type="parTrans" cxnId="{709EA8C0-67B4-4379-A7EF-FB68A8B377E1}">
      <dgm:prSet/>
      <dgm:spPr/>
      <dgm:t>
        <a:bodyPr/>
        <a:lstStyle/>
        <a:p>
          <a:endParaRPr lang="cs-CZ"/>
        </a:p>
      </dgm:t>
    </dgm:pt>
    <dgm:pt modelId="{4A858BA7-3034-4311-86A2-9F029601A405}" type="sibTrans" cxnId="{709EA8C0-67B4-4379-A7EF-FB68A8B377E1}">
      <dgm:prSet/>
      <dgm:spPr/>
      <dgm:t>
        <a:bodyPr/>
        <a:lstStyle/>
        <a:p>
          <a:endParaRPr lang="cs-CZ"/>
        </a:p>
      </dgm:t>
    </dgm:pt>
    <dgm:pt modelId="{6C725CC3-C046-4E75-8700-3FF7934C1F0A}">
      <dgm:prSet custT="1"/>
      <dgm:spPr/>
      <dgm:t>
        <a:bodyPr/>
        <a:lstStyle/>
        <a:p>
          <a:pPr algn="just"/>
          <a:r>
            <a:rPr lang="cs-CZ" sz="2800" dirty="0"/>
            <a:t>Immanuel Kant – nové pojetí filozofie</a:t>
          </a:r>
          <a:endParaRPr lang="en-US" sz="2800" dirty="0"/>
        </a:p>
      </dgm:t>
    </dgm:pt>
    <dgm:pt modelId="{A7C8DAF6-2968-4DE3-8FAA-BF9E3F90AA90}" type="parTrans" cxnId="{FE176336-9184-4714-80E4-3B7E489B4BAD}">
      <dgm:prSet/>
      <dgm:spPr/>
      <dgm:t>
        <a:bodyPr/>
        <a:lstStyle/>
        <a:p>
          <a:endParaRPr lang="cs-CZ"/>
        </a:p>
      </dgm:t>
    </dgm:pt>
    <dgm:pt modelId="{A848729A-FE1C-442D-840F-9E491E7FAE94}" type="sibTrans" cxnId="{FE176336-9184-4714-80E4-3B7E489B4BAD}">
      <dgm:prSet/>
      <dgm:spPr/>
      <dgm:t>
        <a:bodyPr/>
        <a:lstStyle/>
        <a:p>
          <a:endParaRPr lang="cs-CZ"/>
        </a:p>
      </dgm:t>
    </dgm:pt>
    <dgm:pt modelId="{66FDAC9E-8029-4EF7-8521-4A90862F6791}" type="pres">
      <dgm:prSet presAssocID="{D11231FA-0599-46EC-91A4-7AFA23CC08E7}" presName="vert0" presStyleCnt="0">
        <dgm:presLayoutVars>
          <dgm:dir/>
          <dgm:animOne val="branch"/>
          <dgm:animLvl val="lvl"/>
        </dgm:presLayoutVars>
      </dgm:prSet>
      <dgm:spPr/>
    </dgm:pt>
    <dgm:pt modelId="{E202E617-D1EF-4670-8C6D-66748AD874AF}" type="pres">
      <dgm:prSet presAssocID="{C89EC813-AE2A-40F0-A295-87C8796A6802}" presName="thickLine" presStyleLbl="alignNode1" presStyleIdx="0" presStyleCnt="4"/>
      <dgm:spPr/>
    </dgm:pt>
    <dgm:pt modelId="{099BA7BE-3E21-4577-BB6B-0DC25FC6EDE8}" type="pres">
      <dgm:prSet presAssocID="{C89EC813-AE2A-40F0-A295-87C8796A6802}" presName="horz1" presStyleCnt="0"/>
      <dgm:spPr/>
    </dgm:pt>
    <dgm:pt modelId="{6EC9FF39-E44B-45DB-A421-6227F68FC021}" type="pres">
      <dgm:prSet presAssocID="{C89EC813-AE2A-40F0-A295-87C8796A6802}" presName="tx1" presStyleLbl="revTx" presStyleIdx="0" presStyleCnt="4"/>
      <dgm:spPr/>
    </dgm:pt>
    <dgm:pt modelId="{8C536F27-38D3-4291-9385-2491E226D007}" type="pres">
      <dgm:prSet presAssocID="{C89EC813-AE2A-40F0-A295-87C8796A6802}" presName="vert1" presStyleCnt="0"/>
      <dgm:spPr/>
    </dgm:pt>
    <dgm:pt modelId="{631D4932-1221-4249-9D4E-0ADF76FBFB29}" type="pres">
      <dgm:prSet presAssocID="{E76C5DD5-4331-4D3D-9B79-4D3FA407AB6B}" presName="thickLine" presStyleLbl="alignNode1" presStyleIdx="1" presStyleCnt="4"/>
      <dgm:spPr/>
    </dgm:pt>
    <dgm:pt modelId="{5C1F042E-91C9-414B-A165-3E24490BD815}" type="pres">
      <dgm:prSet presAssocID="{E76C5DD5-4331-4D3D-9B79-4D3FA407AB6B}" presName="horz1" presStyleCnt="0"/>
      <dgm:spPr/>
    </dgm:pt>
    <dgm:pt modelId="{7F611872-635D-4B4F-BCF7-CB12414FBBB5}" type="pres">
      <dgm:prSet presAssocID="{E76C5DD5-4331-4D3D-9B79-4D3FA407AB6B}" presName="tx1" presStyleLbl="revTx" presStyleIdx="1" presStyleCnt="4"/>
      <dgm:spPr/>
    </dgm:pt>
    <dgm:pt modelId="{211011E9-6479-4476-A539-F79E4037F4F7}" type="pres">
      <dgm:prSet presAssocID="{E76C5DD5-4331-4D3D-9B79-4D3FA407AB6B}" presName="vert1" presStyleCnt="0"/>
      <dgm:spPr/>
    </dgm:pt>
    <dgm:pt modelId="{70CC12A6-E463-4145-9153-BADEE4B554A2}" type="pres">
      <dgm:prSet presAssocID="{DE26FD39-C509-49D4-AFFA-CAD8EC5C9D7A}" presName="thickLine" presStyleLbl="alignNode1" presStyleIdx="2" presStyleCnt="4"/>
      <dgm:spPr/>
    </dgm:pt>
    <dgm:pt modelId="{3AE43837-7321-4265-B345-2078314A2CC6}" type="pres">
      <dgm:prSet presAssocID="{DE26FD39-C509-49D4-AFFA-CAD8EC5C9D7A}" presName="horz1" presStyleCnt="0"/>
      <dgm:spPr/>
    </dgm:pt>
    <dgm:pt modelId="{062659CB-C1C6-4310-B9F0-B1953D2F11CF}" type="pres">
      <dgm:prSet presAssocID="{DE26FD39-C509-49D4-AFFA-CAD8EC5C9D7A}" presName="tx1" presStyleLbl="revTx" presStyleIdx="2" presStyleCnt="4"/>
      <dgm:spPr/>
    </dgm:pt>
    <dgm:pt modelId="{2B8170DD-50D7-4661-926B-4D6B9BEB5867}" type="pres">
      <dgm:prSet presAssocID="{DE26FD39-C509-49D4-AFFA-CAD8EC5C9D7A}" presName="vert1" presStyleCnt="0"/>
      <dgm:spPr/>
    </dgm:pt>
    <dgm:pt modelId="{D6E66AA5-CB46-451A-83A2-E4E54A4E4693}" type="pres">
      <dgm:prSet presAssocID="{6C725CC3-C046-4E75-8700-3FF7934C1F0A}" presName="thickLine" presStyleLbl="alignNode1" presStyleIdx="3" presStyleCnt="4"/>
      <dgm:spPr/>
    </dgm:pt>
    <dgm:pt modelId="{21D30759-9CE5-41C5-BD5C-FB16A111C5AC}" type="pres">
      <dgm:prSet presAssocID="{6C725CC3-C046-4E75-8700-3FF7934C1F0A}" presName="horz1" presStyleCnt="0"/>
      <dgm:spPr/>
    </dgm:pt>
    <dgm:pt modelId="{2DCDF938-1947-4B85-94CE-D360A15B72DD}" type="pres">
      <dgm:prSet presAssocID="{6C725CC3-C046-4E75-8700-3FF7934C1F0A}" presName="tx1" presStyleLbl="revTx" presStyleIdx="3" presStyleCnt="4"/>
      <dgm:spPr/>
    </dgm:pt>
    <dgm:pt modelId="{D22B304E-6EDC-400B-9779-5A1C1A1F360D}" type="pres">
      <dgm:prSet presAssocID="{6C725CC3-C046-4E75-8700-3FF7934C1F0A}" presName="vert1" presStyleCnt="0"/>
      <dgm:spPr/>
    </dgm:pt>
  </dgm:ptLst>
  <dgm:cxnLst>
    <dgm:cxn modelId="{FAB58312-1A9B-4F57-9FBC-07E0DCB42A70}" type="presOf" srcId="{E76C5DD5-4331-4D3D-9B79-4D3FA407AB6B}" destId="{7F611872-635D-4B4F-BCF7-CB12414FBBB5}" srcOrd="0" destOrd="0" presId="urn:microsoft.com/office/officeart/2008/layout/LinedList"/>
    <dgm:cxn modelId="{FE176336-9184-4714-80E4-3B7E489B4BAD}" srcId="{D11231FA-0599-46EC-91A4-7AFA23CC08E7}" destId="{6C725CC3-C046-4E75-8700-3FF7934C1F0A}" srcOrd="3" destOrd="0" parTransId="{A7C8DAF6-2968-4DE3-8FAA-BF9E3F90AA90}" sibTransId="{A848729A-FE1C-442D-840F-9E491E7FAE94}"/>
    <dgm:cxn modelId="{A65A0165-2270-4E0B-92A8-C6C2CD891B6B}" srcId="{D11231FA-0599-46EC-91A4-7AFA23CC08E7}" destId="{C89EC813-AE2A-40F0-A295-87C8796A6802}" srcOrd="0" destOrd="0" parTransId="{479CFF3A-D8E7-43E7-9971-5BC9C741425A}" sibTransId="{2870EA09-D943-43B2-9A75-11E4C9F4AD1B}"/>
    <dgm:cxn modelId="{D062097F-990D-4292-BAD5-A1B615E8789A}" type="presOf" srcId="{C89EC813-AE2A-40F0-A295-87C8796A6802}" destId="{6EC9FF39-E44B-45DB-A421-6227F68FC021}" srcOrd="0" destOrd="0" presId="urn:microsoft.com/office/officeart/2008/layout/LinedList"/>
    <dgm:cxn modelId="{F7EC22AF-0A27-405D-9C68-4345CEAD90A0}" type="presOf" srcId="{6C725CC3-C046-4E75-8700-3FF7934C1F0A}" destId="{2DCDF938-1947-4B85-94CE-D360A15B72DD}" srcOrd="0" destOrd="0" presId="urn:microsoft.com/office/officeart/2008/layout/LinedList"/>
    <dgm:cxn modelId="{37A4B3BD-734F-4B50-9DBD-3F8951D8B3AF}" type="presOf" srcId="{DE26FD39-C509-49D4-AFFA-CAD8EC5C9D7A}" destId="{062659CB-C1C6-4310-B9F0-B1953D2F11CF}" srcOrd="0" destOrd="0" presId="urn:microsoft.com/office/officeart/2008/layout/LinedList"/>
    <dgm:cxn modelId="{709EA8C0-67B4-4379-A7EF-FB68A8B377E1}" srcId="{D11231FA-0599-46EC-91A4-7AFA23CC08E7}" destId="{DE26FD39-C509-49D4-AFFA-CAD8EC5C9D7A}" srcOrd="2" destOrd="0" parTransId="{3C3C47B7-D9D6-4CEF-BBF0-B7B787376E16}" sibTransId="{4A858BA7-3034-4311-86A2-9F029601A405}"/>
    <dgm:cxn modelId="{304BCCD5-1B91-46CF-8A0A-758C01C33339}" type="presOf" srcId="{D11231FA-0599-46EC-91A4-7AFA23CC08E7}" destId="{66FDAC9E-8029-4EF7-8521-4A90862F6791}" srcOrd="0" destOrd="0" presId="urn:microsoft.com/office/officeart/2008/layout/LinedList"/>
    <dgm:cxn modelId="{96A693D7-92EC-4E14-A5DF-BF9AFE30CA65}" srcId="{D11231FA-0599-46EC-91A4-7AFA23CC08E7}" destId="{E76C5DD5-4331-4D3D-9B79-4D3FA407AB6B}" srcOrd="1" destOrd="0" parTransId="{5CA93E4D-C2FF-4AC3-AF98-B4FB0FB41533}" sibTransId="{CBF3FCB3-653C-4644-8037-EC1A6F934DA8}"/>
    <dgm:cxn modelId="{E8E98B79-4695-40E0-84D0-265555153663}" type="presParOf" srcId="{66FDAC9E-8029-4EF7-8521-4A90862F6791}" destId="{E202E617-D1EF-4670-8C6D-66748AD874AF}" srcOrd="0" destOrd="0" presId="urn:microsoft.com/office/officeart/2008/layout/LinedList"/>
    <dgm:cxn modelId="{6E49FEC5-A6F2-44FA-B3B4-68D8C6E51AA1}" type="presParOf" srcId="{66FDAC9E-8029-4EF7-8521-4A90862F6791}" destId="{099BA7BE-3E21-4577-BB6B-0DC25FC6EDE8}" srcOrd="1" destOrd="0" presId="urn:microsoft.com/office/officeart/2008/layout/LinedList"/>
    <dgm:cxn modelId="{B8885247-F4EB-488C-B047-146700EC2026}" type="presParOf" srcId="{099BA7BE-3E21-4577-BB6B-0DC25FC6EDE8}" destId="{6EC9FF39-E44B-45DB-A421-6227F68FC021}" srcOrd="0" destOrd="0" presId="urn:microsoft.com/office/officeart/2008/layout/LinedList"/>
    <dgm:cxn modelId="{2A868D79-9179-4C45-9BCB-D9448EB278CB}" type="presParOf" srcId="{099BA7BE-3E21-4577-BB6B-0DC25FC6EDE8}" destId="{8C536F27-38D3-4291-9385-2491E226D007}" srcOrd="1" destOrd="0" presId="urn:microsoft.com/office/officeart/2008/layout/LinedList"/>
    <dgm:cxn modelId="{5DF06946-CBF3-4686-AEF2-DF91CC8C84D9}" type="presParOf" srcId="{66FDAC9E-8029-4EF7-8521-4A90862F6791}" destId="{631D4932-1221-4249-9D4E-0ADF76FBFB29}" srcOrd="2" destOrd="0" presId="urn:microsoft.com/office/officeart/2008/layout/LinedList"/>
    <dgm:cxn modelId="{AD5E3B55-3CBB-4B4C-8E06-178B88844E33}" type="presParOf" srcId="{66FDAC9E-8029-4EF7-8521-4A90862F6791}" destId="{5C1F042E-91C9-414B-A165-3E24490BD815}" srcOrd="3" destOrd="0" presId="urn:microsoft.com/office/officeart/2008/layout/LinedList"/>
    <dgm:cxn modelId="{7FB9E134-2820-4ED5-B486-A9590B66B87C}" type="presParOf" srcId="{5C1F042E-91C9-414B-A165-3E24490BD815}" destId="{7F611872-635D-4B4F-BCF7-CB12414FBBB5}" srcOrd="0" destOrd="0" presId="urn:microsoft.com/office/officeart/2008/layout/LinedList"/>
    <dgm:cxn modelId="{4F7B4764-E075-49C2-9B8A-AD3D223B2C01}" type="presParOf" srcId="{5C1F042E-91C9-414B-A165-3E24490BD815}" destId="{211011E9-6479-4476-A539-F79E4037F4F7}" srcOrd="1" destOrd="0" presId="urn:microsoft.com/office/officeart/2008/layout/LinedList"/>
    <dgm:cxn modelId="{5AABF94C-6F71-4070-9521-60D3F0D44B51}" type="presParOf" srcId="{66FDAC9E-8029-4EF7-8521-4A90862F6791}" destId="{70CC12A6-E463-4145-9153-BADEE4B554A2}" srcOrd="4" destOrd="0" presId="urn:microsoft.com/office/officeart/2008/layout/LinedList"/>
    <dgm:cxn modelId="{F8B1F806-8264-40B1-8F83-436919BACC5C}" type="presParOf" srcId="{66FDAC9E-8029-4EF7-8521-4A90862F6791}" destId="{3AE43837-7321-4265-B345-2078314A2CC6}" srcOrd="5" destOrd="0" presId="urn:microsoft.com/office/officeart/2008/layout/LinedList"/>
    <dgm:cxn modelId="{05780118-F07B-4AC1-91F4-5248AB124DAE}" type="presParOf" srcId="{3AE43837-7321-4265-B345-2078314A2CC6}" destId="{062659CB-C1C6-4310-B9F0-B1953D2F11CF}" srcOrd="0" destOrd="0" presId="urn:microsoft.com/office/officeart/2008/layout/LinedList"/>
    <dgm:cxn modelId="{88443260-5763-4761-96C9-E57A7B1F6637}" type="presParOf" srcId="{3AE43837-7321-4265-B345-2078314A2CC6}" destId="{2B8170DD-50D7-4661-926B-4D6B9BEB5867}" srcOrd="1" destOrd="0" presId="urn:microsoft.com/office/officeart/2008/layout/LinedList"/>
    <dgm:cxn modelId="{3DD62B08-F7FF-4580-8F59-F67A9C2E1EE7}" type="presParOf" srcId="{66FDAC9E-8029-4EF7-8521-4A90862F6791}" destId="{D6E66AA5-CB46-451A-83A2-E4E54A4E4693}" srcOrd="6" destOrd="0" presId="urn:microsoft.com/office/officeart/2008/layout/LinedList"/>
    <dgm:cxn modelId="{0239A380-A7E9-4504-AA8C-6A3267C1F9E7}" type="presParOf" srcId="{66FDAC9E-8029-4EF7-8521-4A90862F6791}" destId="{21D30759-9CE5-41C5-BD5C-FB16A111C5AC}" srcOrd="7" destOrd="0" presId="urn:microsoft.com/office/officeart/2008/layout/LinedList"/>
    <dgm:cxn modelId="{8C466452-EE68-4CCF-A6B1-C51FDC706AC9}" type="presParOf" srcId="{21D30759-9CE5-41C5-BD5C-FB16A111C5AC}" destId="{2DCDF938-1947-4B85-94CE-D360A15B72DD}" srcOrd="0" destOrd="0" presId="urn:microsoft.com/office/officeart/2008/layout/LinedList"/>
    <dgm:cxn modelId="{DA211A06-36F2-4ADD-AD5A-D31A1F00F278}" type="presParOf" srcId="{21D30759-9CE5-41C5-BD5C-FB16A111C5AC}" destId="{D22B304E-6EDC-400B-9779-5A1C1A1F360D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D11231FA-0599-46EC-91A4-7AFA23CC08E7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89EC813-AE2A-40F0-A295-87C8796A6802}">
      <dgm:prSet custT="1"/>
      <dgm:spPr/>
      <dgm:t>
        <a:bodyPr/>
        <a:lstStyle/>
        <a:p>
          <a:pPr algn="just"/>
          <a:r>
            <a:rPr lang="cs-CZ" sz="2800" dirty="0"/>
            <a:t>19. století – věda základem vzdělání</a:t>
          </a:r>
          <a:endParaRPr lang="en-US" sz="2800" dirty="0"/>
        </a:p>
      </dgm:t>
    </dgm:pt>
    <dgm:pt modelId="{479CFF3A-D8E7-43E7-9971-5BC9C741425A}" type="parTrans" cxnId="{A65A0165-2270-4E0B-92A8-C6C2CD891B6B}">
      <dgm:prSet/>
      <dgm:spPr/>
      <dgm:t>
        <a:bodyPr/>
        <a:lstStyle/>
        <a:p>
          <a:pPr algn="just"/>
          <a:endParaRPr lang="en-US" sz="1400"/>
        </a:p>
      </dgm:t>
    </dgm:pt>
    <dgm:pt modelId="{2870EA09-D943-43B2-9A75-11E4C9F4AD1B}" type="sibTrans" cxnId="{A65A0165-2270-4E0B-92A8-C6C2CD891B6B}">
      <dgm:prSet/>
      <dgm:spPr/>
      <dgm:t>
        <a:bodyPr/>
        <a:lstStyle/>
        <a:p>
          <a:pPr algn="just"/>
          <a:endParaRPr lang="en-US" sz="1400"/>
        </a:p>
      </dgm:t>
    </dgm:pt>
    <dgm:pt modelId="{611A2B13-E604-493B-9E1E-B66748F27EAC}">
      <dgm:prSet custT="1"/>
      <dgm:spPr/>
      <dgm:t>
        <a:bodyPr/>
        <a:lstStyle/>
        <a:p>
          <a:pPr algn="just"/>
          <a:r>
            <a:rPr lang="cs-CZ" sz="2800" dirty="0"/>
            <a:t>Empirické vědy uplatněné v technice a hospodářství</a:t>
          </a:r>
          <a:endParaRPr lang="en-US" sz="2800" dirty="0"/>
        </a:p>
      </dgm:t>
    </dgm:pt>
    <dgm:pt modelId="{DDB9F7AF-57BC-47ED-BC89-C06F87A26505}" type="parTrans" cxnId="{B6F82FED-38FA-4BF4-9258-E46170448AF1}">
      <dgm:prSet/>
      <dgm:spPr/>
    </dgm:pt>
    <dgm:pt modelId="{45D2098F-20F8-470B-A892-63CA07A64D13}" type="sibTrans" cxnId="{B6F82FED-38FA-4BF4-9258-E46170448AF1}">
      <dgm:prSet/>
      <dgm:spPr/>
    </dgm:pt>
    <dgm:pt modelId="{FC452425-1D69-47D6-95E1-13A16E1940FB}">
      <dgm:prSet custT="1"/>
      <dgm:spPr/>
      <dgm:t>
        <a:bodyPr/>
        <a:lstStyle/>
        <a:p>
          <a:pPr algn="just"/>
          <a:r>
            <a:rPr lang="cs-CZ" sz="2800" dirty="0"/>
            <a:t>Ve fyzice se objevují nahodilé metody (termodynamika)</a:t>
          </a:r>
          <a:endParaRPr lang="en-US" sz="2800" dirty="0"/>
        </a:p>
      </dgm:t>
    </dgm:pt>
    <dgm:pt modelId="{7FE93920-04E1-48F9-AA8A-F50D118A5385}" type="parTrans" cxnId="{B7B2D6C8-29AC-4B3D-9251-6B6609B94223}">
      <dgm:prSet/>
      <dgm:spPr/>
    </dgm:pt>
    <dgm:pt modelId="{93BE902D-9EE3-4373-8510-40C744D72A4F}" type="sibTrans" cxnId="{B7B2D6C8-29AC-4B3D-9251-6B6609B94223}">
      <dgm:prSet/>
      <dgm:spPr/>
    </dgm:pt>
    <dgm:pt modelId="{704E57D0-BB11-4E41-82FE-29FBFF831A53}">
      <dgm:prSet custT="1"/>
      <dgm:spPr/>
      <dgm:t>
        <a:bodyPr/>
        <a:lstStyle/>
        <a:p>
          <a:pPr algn="just"/>
          <a:r>
            <a:rPr lang="cs-CZ" sz="2800" dirty="0"/>
            <a:t>Rozšíření zkoumání živé přírody – Charles Darwin – myšlenka evoluce</a:t>
          </a:r>
          <a:endParaRPr lang="en-US" sz="2800" dirty="0"/>
        </a:p>
      </dgm:t>
    </dgm:pt>
    <dgm:pt modelId="{B9EB5C3A-9F9C-4BFB-BB58-CB062957769D}" type="parTrans" cxnId="{530B1747-82B3-4023-921B-C292ACDD19DD}">
      <dgm:prSet/>
      <dgm:spPr/>
    </dgm:pt>
    <dgm:pt modelId="{DDAF3122-B97A-4F8D-B01C-8D4BEF6CBF7F}" type="sibTrans" cxnId="{530B1747-82B3-4023-921B-C292ACDD19DD}">
      <dgm:prSet/>
      <dgm:spPr/>
    </dgm:pt>
    <dgm:pt modelId="{23BBF6DD-6261-4DCE-9F14-694BB2345237}">
      <dgm:prSet custT="1"/>
      <dgm:spPr/>
      <dgm:t>
        <a:bodyPr/>
        <a:lstStyle/>
        <a:p>
          <a:pPr algn="just"/>
          <a:r>
            <a:rPr lang="cs-CZ" sz="2800" dirty="0"/>
            <a:t>Vrcholem vynález atomové bomby</a:t>
          </a:r>
          <a:endParaRPr lang="en-US" sz="2800" dirty="0"/>
        </a:p>
      </dgm:t>
    </dgm:pt>
    <dgm:pt modelId="{2366BA99-F262-4FE3-8E7C-2E4C0EC9C865}" type="parTrans" cxnId="{C8AB0013-91F2-4920-812F-A3FA040BCAD8}">
      <dgm:prSet/>
      <dgm:spPr/>
    </dgm:pt>
    <dgm:pt modelId="{7E1BACD6-57D7-4D47-B8B9-5B3C5D3EA979}" type="sibTrans" cxnId="{C8AB0013-91F2-4920-812F-A3FA040BCAD8}">
      <dgm:prSet/>
      <dgm:spPr/>
    </dgm:pt>
    <dgm:pt modelId="{66FDAC9E-8029-4EF7-8521-4A90862F6791}" type="pres">
      <dgm:prSet presAssocID="{D11231FA-0599-46EC-91A4-7AFA23CC08E7}" presName="vert0" presStyleCnt="0">
        <dgm:presLayoutVars>
          <dgm:dir/>
          <dgm:animOne val="branch"/>
          <dgm:animLvl val="lvl"/>
        </dgm:presLayoutVars>
      </dgm:prSet>
      <dgm:spPr/>
    </dgm:pt>
    <dgm:pt modelId="{E202E617-D1EF-4670-8C6D-66748AD874AF}" type="pres">
      <dgm:prSet presAssocID="{C89EC813-AE2A-40F0-A295-87C8796A6802}" presName="thickLine" presStyleLbl="alignNode1" presStyleIdx="0" presStyleCnt="5"/>
      <dgm:spPr/>
    </dgm:pt>
    <dgm:pt modelId="{099BA7BE-3E21-4577-BB6B-0DC25FC6EDE8}" type="pres">
      <dgm:prSet presAssocID="{C89EC813-AE2A-40F0-A295-87C8796A6802}" presName="horz1" presStyleCnt="0"/>
      <dgm:spPr/>
    </dgm:pt>
    <dgm:pt modelId="{6EC9FF39-E44B-45DB-A421-6227F68FC021}" type="pres">
      <dgm:prSet presAssocID="{C89EC813-AE2A-40F0-A295-87C8796A6802}" presName="tx1" presStyleLbl="revTx" presStyleIdx="0" presStyleCnt="5"/>
      <dgm:spPr/>
    </dgm:pt>
    <dgm:pt modelId="{8C536F27-38D3-4291-9385-2491E226D007}" type="pres">
      <dgm:prSet presAssocID="{C89EC813-AE2A-40F0-A295-87C8796A6802}" presName="vert1" presStyleCnt="0"/>
      <dgm:spPr/>
    </dgm:pt>
    <dgm:pt modelId="{DF4779BF-1E43-4101-AAD9-75E7716E930D}" type="pres">
      <dgm:prSet presAssocID="{611A2B13-E604-493B-9E1E-B66748F27EAC}" presName="thickLine" presStyleLbl="alignNode1" presStyleIdx="1" presStyleCnt="5"/>
      <dgm:spPr/>
    </dgm:pt>
    <dgm:pt modelId="{8E46292B-EBFA-4045-9B2D-2F807DA5E783}" type="pres">
      <dgm:prSet presAssocID="{611A2B13-E604-493B-9E1E-B66748F27EAC}" presName="horz1" presStyleCnt="0"/>
      <dgm:spPr/>
    </dgm:pt>
    <dgm:pt modelId="{2AA1290A-9EEC-40CB-A5DE-9AB47C7EF198}" type="pres">
      <dgm:prSet presAssocID="{611A2B13-E604-493B-9E1E-B66748F27EAC}" presName="tx1" presStyleLbl="revTx" presStyleIdx="1" presStyleCnt="5"/>
      <dgm:spPr/>
    </dgm:pt>
    <dgm:pt modelId="{BAD735DF-D1FD-472B-B1B4-B95BF2BD0996}" type="pres">
      <dgm:prSet presAssocID="{611A2B13-E604-493B-9E1E-B66748F27EAC}" presName="vert1" presStyleCnt="0"/>
      <dgm:spPr/>
    </dgm:pt>
    <dgm:pt modelId="{159D40A4-CE11-43FE-AE7B-31528B136197}" type="pres">
      <dgm:prSet presAssocID="{FC452425-1D69-47D6-95E1-13A16E1940FB}" presName="thickLine" presStyleLbl="alignNode1" presStyleIdx="2" presStyleCnt="5"/>
      <dgm:spPr/>
    </dgm:pt>
    <dgm:pt modelId="{139DA4E2-1AD9-4537-ACA3-6C0E8456B734}" type="pres">
      <dgm:prSet presAssocID="{FC452425-1D69-47D6-95E1-13A16E1940FB}" presName="horz1" presStyleCnt="0"/>
      <dgm:spPr/>
    </dgm:pt>
    <dgm:pt modelId="{7AAFBB20-85C7-4931-B1E2-5CB7B3C7127F}" type="pres">
      <dgm:prSet presAssocID="{FC452425-1D69-47D6-95E1-13A16E1940FB}" presName="tx1" presStyleLbl="revTx" presStyleIdx="2" presStyleCnt="5"/>
      <dgm:spPr/>
    </dgm:pt>
    <dgm:pt modelId="{9E5300AC-321A-4B71-807B-BFA291B472F9}" type="pres">
      <dgm:prSet presAssocID="{FC452425-1D69-47D6-95E1-13A16E1940FB}" presName="vert1" presStyleCnt="0"/>
      <dgm:spPr/>
    </dgm:pt>
    <dgm:pt modelId="{1BB68C43-D8E8-4B89-9FA1-E9C0F559F829}" type="pres">
      <dgm:prSet presAssocID="{704E57D0-BB11-4E41-82FE-29FBFF831A53}" presName="thickLine" presStyleLbl="alignNode1" presStyleIdx="3" presStyleCnt="5"/>
      <dgm:spPr/>
    </dgm:pt>
    <dgm:pt modelId="{204252F4-1106-45DC-A754-FB6FA8ADB312}" type="pres">
      <dgm:prSet presAssocID="{704E57D0-BB11-4E41-82FE-29FBFF831A53}" presName="horz1" presStyleCnt="0"/>
      <dgm:spPr/>
    </dgm:pt>
    <dgm:pt modelId="{945AFEF3-8C0A-43DC-8648-A2E6051AE713}" type="pres">
      <dgm:prSet presAssocID="{704E57D0-BB11-4E41-82FE-29FBFF831A53}" presName="tx1" presStyleLbl="revTx" presStyleIdx="3" presStyleCnt="5"/>
      <dgm:spPr/>
    </dgm:pt>
    <dgm:pt modelId="{D64B8090-FAF9-4224-BB8A-49B1253D0ADE}" type="pres">
      <dgm:prSet presAssocID="{704E57D0-BB11-4E41-82FE-29FBFF831A53}" presName="vert1" presStyleCnt="0"/>
      <dgm:spPr/>
    </dgm:pt>
    <dgm:pt modelId="{4E4EDE57-2552-434E-A7B0-6EA530C960EE}" type="pres">
      <dgm:prSet presAssocID="{23BBF6DD-6261-4DCE-9F14-694BB2345237}" presName="thickLine" presStyleLbl="alignNode1" presStyleIdx="4" presStyleCnt="5"/>
      <dgm:spPr/>
    </dgm:pt>
    <dgm:pt modelId="{79C546CF-20E8-432D-A886-4F5D656AC58A}" type="pres">
      <dgm:prSet presAssocID="{23BBF6DD-6261-4DCE-9F14-694BB2345237}" presName="horz1" presStyleCnt="0"/>
      <dgm:spPr/>
    </dgm:pt>
    <dgm:pt modelId="{C73334D1-0421-47DD-BF0A-1C1312E93F31}" type="pres">
      <dgm:prSet presAssocID="{23BBF6DD-6261-4DCE-9F14-694BB2345237}" presName="tx1" presStyleLbl="revTx" presStyleIdx="4" presStyleCnt="5"/>
      <dgm:spPr/>
    </dgm:pt>
    <dgm:pt modelId="{0DAAB288-BDD6-4E4D-A32E-57DD440E2999}" type="pres">
      <dgm:prSet presAssocID="{23BBF6DD-6261-4DCE-9F14-694BB2345237}" presName="vert1" presStyleCnt="0"/>
      <dgm:spPr/>
    </dgm:pt>
  </dgm:ptLst>
  <dgm:cxnLst>
    <dgm:cxn modelId="{C8AB0013-91F2-4920-812F-A3FA040BCAD8}" srcId="{D11231FA-0599-46EC-91A4-7AFA23CC08E7}" destId="{23BBF6DD-6261-4DCE-9F14-694BB2345237}" srcOrd="4" destOrd="0" parTransId="{2366BA99-F262-4FE3-8E7C-2E4C0EC9C865}" sibTransId="{7E1BACD6-57D7-4D47-B8B9-5B3C5D3EA979}"/>
    <dgm:cxn modelId="{A65A0165-2270-4E0B-92A8-C6C2CD891B6B}" srcId="{D11231FA-0599-46EC-91A4-7AFA23CC08E7}" destId="{C89EC813-AE2A-40F0-A295-87C8796A6802}" srcOrd="0" destOrd="0" parTransId="{479CFF3A-D8E7-43E7-9971-5BC9C741425A}" sibTransId="{2870EA09-D943-43B2-9A75-11E4C9F4AD1B}"/>
    <dgm:cxn modelId="{530B1747-82B3-4023-921B-C292ACDD19DD}" srcId="{D11231FA-0599-46EC-91A4-7AFA23CC08E7}" destId="{704E57D0-BB11-4E41-82FE-29FBFF831A53}" srcOrd="3" destOrd="0" parTransId="{B9EB5C3A-9F9C-4BFB-BB58-CB062957769D}" sibTransId="{DDAF3122-B97A-4F8D-B01C-8D4BEF6CBF7F}"/>
    <dgm:cxn modelId="{62A98755-786E-406B-829C-2D5391B431E7}" type="presOf" srcId="{23BBF6DD-6261-4DCE-9F14-694BB2345237}" destId="{C73334D1-0421-47DD-BF0A-1C1312E93F31}" srcOrd="0" destOrd="0" presId="urn:microsoft.com/office/officeart/2008/layout/LinedList"/>
    <dgm:cxn modelId="{D062097F-990D-4292-BAD5-A1B615E8789A}" type="presOf" srcId="{C89EC813-AE2A-40F0-A295-87C8796A6802}" destId="{6EC9FF39-E44B-45DB-A421-6227F68FC021}" srcOrd="0" destOrd="0" presId="urn:microsoft.com/office/officeart/2008/layout/LinedList"/>
    <dgm:cxn modelId="{A7F423AB-0B94-4662-959E-CBD77639E529}" type="presOf" srcId="{FC452425-1D69-47D6-95E1-13A16E1940FB}" destId="{7AAFBB20-85C7-4931-B1E2-5CB7B3C7127F}" srcOrd="0" destOrd="0" presId="urn:microsoft.com/office/officeart/2008/layout/LinedList"/>
    <dgm:cxn modelId="{B7B2D6C8-29AC-4B3D-9251-6B6609B94223}" srcId="{D11231FA-0599-46EC-91A4-7AFA23CC08E7}" destId="{FC452425-1D69-47D6-95E1-13A16E1940FB}" srcOrd="2" destOrd="0" parTransId="{7FE93920-04E1-48F9-AA8A-F50D118A5385}" sibTransId="{93BE902D-9EE3-4373-8510-40C744D72A4F}"/>
    <dgm:cxn modelId="{99C571D2-2430-4DC6-9607-77F969274B6F}" type="presOf" srcId="{611A2B13-E604-493B-9E1E-B66748F27EAC}" destId="{2AA1290A-9EEC-40CB-A5DE-9AB47C7EF198}" srcOrd="0" destOrd="0" presId="urn:microsoft.com/office/officeart/2008/layout/LinedList"/>
    <dgm:cxn modelId="{304BCCD5-1B91-46CF-8A0A-758C01C33339}" type="presOf" srcId="{D11231FA-0599-46EC-91A4-7AFA23CC08E7}" destId="{66FDAC9E-8029-4EF7-8521-4A90862F6791}" srcOrd="0" destOrd="0" presId="urn:microsoft.com/office/officeart/2008/layout/LinedList"/>
    <dgm:cxn modelId="{8C87D2E3-4EAE-4524-8B68-A26552B7FF69}" type="presOf" srcId="{704E57D0-BB11-4E41-82FE-29FBFF831A53}" destId="{945AFEF3-8C0A-43DC-8648-A2E6051AE713}" srcOrd="0" destOrd="0" presId="urn:microsoft.com/office/officeart/2008/layout/LinedList"/>
    <dgm:cxn modelId="{B6F82FED-38FA-4BF4-9258-E46170448AF1}" srcId="{D11231FA-0599-46EC-91A4-7AFA23CC08E7}" destId="{611A2B13-E604-493B-9E1E-B66748F27EAC}" srcOrd="1" destOrd="0" parTransId="{DDB9F7AF-57BC-47ED-BC89-C06F87A26505}" sibTransId="{45D2098F-20F8-470B-A892-63CA07A64D13}"/>
    <dgm:cxn modelId="{E8E98B79-4695-40E0-84D0-265555153663}" type="presParOf" srcId="{66FDAC9E-8029-4EF7-8521-4A90862F6791}" destId="{E202E617-D1EF-4670-8C6D-66748AD874AF}" srcOrd="0" destOrd="0" presId="urn:microsoft.com/office/officeart/2008/layout/LinedList"/>
    <dgm:cxn modelId="{6E49FEC5-A6F2-44FA-B3B4-68D8C6E51AA1}" type="presParOf" srcId="{66FDAC9E-8029-4EF7-8521-4A90862F6791}" destId="{099BA7BE-3E21-4577-BB6B-0DC25FC6EDE8}" srcOrd="1" destOrd="0" presId="urn:microsoft.com/office/officeart/2008/layout/LinedList"/>
    <dgm:cxn modelId="{B8885247-F4EB-488C-B047-146700EC2026}" type="presParOf" srcId="{099BA7BE-3E21-4577-BB6B-0DC25FC6EDE8}" destId="{6EC9FF39-E44B-45DB-A421-6227F68FC021}" srcOrd="0" destOrd="0" presId="urn:microsoft.com/office/officeart/2008/layout/LinedList"/>
    <dgm:cxn modelId="{2A868D79-9179-4C45-9BCB-D9448EB278CB}" type="presParOf" srcId="{099BA7BE-3E21-4577-BB6B-0DC25FC6EDE8}" destId="{8C536F27-38D3-4291-9385-2491E226D007}" srcOrd="1" destOrd="0" presId="urn:microsoft.com/office/officeart/2008/layout/LinedList"/>
    <dgm:cxn modelId="{196C7AD1-8A64-4371-8238-C2C54CD16EEF}" type="presParOf" srcId="{66FDAC9E-8029-4EF7-8521-4A90862F6791}" destId="{DF4779BF-1E43-4101-AAD9-75E7716E930D}" srcOrd="2" destOrd="0" presId="urn:microsoft.com/office/officeart/2008/layout/LinedList"/>
    <dgm:cxn modelId="{32703B89-4689-4691-B0E7-147A7A152FC7}" type="presParOf" srcId="{66FDAC9E-8029-4EF7-8521-4A90862F6791}" destId="{8E46292B-EBFA-4045-9B2D-2F807DA5E783}" srcOrd="3" destOrd="0" presId="urn:microsoft.com/office/officeart/2008/layout/LinedList"/>
    <dgm:cxn modelId="{EFEC1A5F-5719-4D03-AF76-D5EFF90283B1}" type="presParOf" srcId="{8E46292B-EBFA-4045-9B2D-2F807DA5E783}" destId="{2AA1290A-9EEC-40CB-A5DE-9AB47C7EF198}" srcOrd="0" destOrd="0" presId="urn:microsoft.com/office/officeart/2008/layout/LinedList"/>
    <dgm:cxn modelId="{77A40320-1E63-4DFD-8C4A-954CD57D0DE8}" type="presParOf" srcId="{8E46292B-EBFA-4045-9B2D-2F807DA5E783}" destId="{BAD735DF-D1FD-472B-B1B4-B95BF2BD0996}" srcOrd="1" destOrd="0" presId="urn:microsoft.com/office/officeart/2008/layout/LinedList"/>
    <dgm:cxn modelId="{279E7308-D9A6-4661-B29A-B6CFBD9B4E80}" type="presParOf" srcId="{66FDAC9E-8029-4EF7-8521-4A90862F6791}" destId="{159D40A4-CE11-43FE-AE7B-31528B136197}" srcOrd="4" destOrd="0" presId="urn:microsoft.com/office/officeart/2008/layout/LinedList"/>
    <dgm:cxn modelId="{248C3C32-5845-4F5E-94DE-C3BFC020710A}" type="presParOf" srcId="{66FDAC9E-8029-4EF7-8521-4A90862F6791}" destId="{139DA4E2-1AD9-4537-ACA3-6C0E8456B734}" srcOrd="5" destOrd="0" presId="urn:microsoft.com/office/officeart/2008/layout/LinedList"/>
    <dgm:cxn modelId="{C9646810-D92E-4DF4-BBAA-02715FA285F0}" type="presParOf" srcId="{139DA4E2-1AD9-4537-ACA3-6C0E8456B734}" destId="{7AAFBB20-85C7-4931-B1E2-5CB7B3C7127F}" srcOrd="0" destOrd="0" presId="urn:microsoft.com/office/officeart/2008/layout/LinedList"/>
    <dgm:cxn modelId="{41063D76-5A97-4091-A33C-D1A85FFC5DFF}" type="presParOf" srcId="{139DA4E2-1AD9-4537-ACA3-6C0E8456B734}" destId="{9E5300AC-321A-4B71-807B-BFA291B472F9}" srcOrd="1" destOrd="0" presId="urn:microsoft.com/office/officeart/2008/layout/LinedList"/>
    <dgm:cxn modelId="{A9DBF486-52FC-4E1B-B66F-AF8492B22A31}" type="presParOf" srcId="{66FDAC9E-8029-4EF7-8521-4A90862F6791}" destId="{1BB68C43-D8E8-4B89-9FA1-E9C0F559F829}" srcOrd="6" destOrd="0" presId="urn:microsoft.com/office/officeart/2008/layout/LinedList"/>
    <dgm:cxn modelId="{F61F9D5B-D1C0-458B-B99C-6D093FA4AC27}" type="presParOf" srcId="{66FDAC9E-8029-4EF7-8521-4A90862F6791}" destId="{204252F4-1106-45DC-A754-FB6FA8ADB312}" srcOrd="7" destOrd="0" presId="urn:microsoft.com/office/officeart/2008/layout/LinedList"/>
    <dgm:cxn modelId="{2ABBDB24-8035-4096-BD7D-CFE6C27C0DE1}" type="presParOf" srcId="{204252F4-1106-45DC-A754-FB6FA8ADB312}" destId="{945AFEF3-8C0A-43DC-8648-A2E6051AE713}" srcOrd="0" destOrd="0" presId="urn:microsoft.com/office/officeart/2008/layout/LinedList"/>
    <dgm:cxn modelId="{9BD9D572-C7BB-43B7-95A7-9545E68E8A9F}" type="presParOf" srcId="{204252F4-1106-45DC-A754-FB6FA8ADB312}" destId="{D64B8090-FAF9-4224-BB8A-49B1253D0ADE}" srcOrd="1" destOrd="0" presId="urn:microsoft.com/office/officeart/2008/layout/LinedList"/>
    <dgm:cxn modelId="{2AA29D3A-5FD3-4909-A9D8-4294F468E655}" type="presParOf" srcId="{66FDAC9E-8029-4EF7-8521-4A90862F6791}" destId="{4E4EDE57-2552-434E-A7B0-6EA530C960EE}" srcOrd="8" destOrd="0" presId="urn:microsoft.com/office/officeart/2008/layout/LinedList"/>
    <dgm:cxn modelId="{FA6D430A-7CF6-4159-8AD6-58325FB7D7E4}" type="presParOf" srcId="{66FDAC9E-8029-4EF7-8521-4A90862F6791}" destId="{79C546CF-20E8-432D-A886-4F5D656AC58A}" srcOrd="9" destOrd="0" presId="urn:microsoft.com/office/officeart/2008/layout/LinedList"/>
    <dgm:cxn modelId="{3EC3FE6A-3794-4A24-8211-ADCC6ACECA97}" type="presParOf" srcId="{79C546CF-20E8-432D-A886-4F5D656AC58A}" destId="{C73334D1-0421-47DD-BF0A-1C1312E93F31}" srcOrd="0" destOrd="0" presId="urn:microsoft.com/office/officeart/2008/layout/LinedList"/>
    <dgm:cxn modelId="{305FF926-8864-47FD-864C-CAAFAEDA5440}" type="presParOf" srcId="{79C546CF-20E8-432D-A886-4F5D656AC58A}" destId="{0DAAB288-BDD6-4E4D-A32E-57DD440E2999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D11231FA-0599-46EC-91A4-7AFA23CC08E7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89EC813-AE2A-40F0-A295-87C8796A6802}">
      <dgm:prSet custT="1"/>
      <dgm:spPr/>
      <dgm:t>
        <a:bodyPr/>
        <a:lstStyle/>
        <a:p>
          <a:pPr algn="just"/>
          <a:r>
            <a:rPr lang="cs-CZ" sz="2800" dirty="0"/>
            <a:t>1905 a 1916 – Albert Einstein – Teorie relativity</a:t>
          </a:r>
          <a:endParaRPr lang="en-US" sz="2800" dirty="0"/>
        </a:p>
      </dgm:t>
    </dgm:pt>
    <dgm:pt modelId="{479CFF3A-D8E7-43E7-9971-5BC9C741425A}" type="parTrans" cxnId="{A65A0165-2270-4E0B-92A8-C6C2CD891B6B}">
      <dgm:prSet/>
      <dgm:spPr/>
      <dgm:t>
        <a:bodyPr/>
        <a:lstStyle/>
        <a:p>
          <a:pPr algn="just"/>
          <a:endParaRPr lang="en-US" sz="1400"/>
        </a:p>
      </dgm:t>
    </dgm:pt>
    <dgm:pt modelId="{2870EA09-D943-43B2-9A75-11E4C9F4AD1B}" type="sibTrans" cxnId="{A65A0165-2270-4E0B-92A8-C6C2CD891B6B}">
      <dgm:prSet/>
      <dgm:spPr/>
      <dgm:t>
        <a:bodyPr/>
        <a:lstStyle/>
        <a:p>
          <a:pPr algn="just"/>
          <a:endParaRPr lang="en-US" sz="1400"/>
        </a:p>
      </dgm:t>
    </dgm:pt>
    <dgm:pt modelId="{1D91F2F6-0177-4385-9AE7-1C9F1CCC8419}">
      <dgm:prSet custT="1"/>
      <dgm:spPr/>
      <dgm:t>
        <a:bodyPr/>
        <a:lstStyle/>
        <a:p>
          <a:pPr algn="just"/>
          <a:r>
            <a:rPr lang="cs-CZ" sz="2800" noProof="0" dirty="0"/>
            <a:t>1931 – </a:t>
          </a:r>
          <a:r>
            <a:rPr lang="cs-CZ" sz="2800" b="0" i="0" dirty="0"/>
            <a:t>Lemaître – </a:t>
          </a:r>
          <a:r>
            <a:rPr lang="cs-CZ" sz="2800" noProof="0" dirty="0"/>
            <a:t>Teorie Velkého třesku</a:t>
          </a:r>
        </a:p>
      </dgm:t>
    </dgm:pt>
    <dgm:pt modelId="{6E784BE1-9C13-4B5E-BE7B-87946E6FBACD}" type="parTrans" cxnId="{45725FDB-37AF-4D9D-9CD5-E87AF911C895}">
      <dgm:prSet/>
      <dgm:spPr/>
      <dgm:t>
        <a:bodyPr/>
        <a:lstStyle/>
        <a:p>
          <a:endParaRPr lang="cs-CZ"/>
        </a:p>
      </dgm:t>
    </dgm:pt>
    <dgm:pt modelId="{65DF3854-3AC8-47B2-8809-DD6AA54B7C8D}" type="sibTrans" cxnId="{45725FDB-37AF-4D9D-9CD5-E87AF911C895}">
      <dgm:prSet/>
      <dgm:spPr/>
      <dgm:t>
        <a:bodyPr/>
        <a:lstStyle/>
        <a:p>
          <a:endParaRPr lang="cs-CZ"/>
        </a:p>
      </dgm:t>
    </dgm:pt>
    <dgm:pt modelId="{A22F2DA6-2096-44DC-B752-7001900F02BF}">
      <dgm:prSet custT="1"/>
      <dgm:spPr/>
      <dgm:t>
        <a:bodyPr/>
        <a:lstStyle/>
        <a:p>
          <a:pPr algn="just"/>
          <a:r>
            <a:rPr lang="cs-CZ" sz="2800" noProof="0" dirty="0"/>
            <a:t>Planck (1900), Schrödinger (1926), Heisenberg (1925) – Kvantová mechanika</a:t>
          </a:r>
          <a:endParaRPr lang="en-US" sz="2800" dirty="0"/>
        </a:p>
      </dgm:t>
    </dgm:pt>
    <dgm:pt modelId="{A633BABA-5494-44D8-BC83-9FAD4685D11C}" type="parTrans" cxnId="{E8A12E23-8F91-4AD2-B961-B53890E43CB5}">
      <dgm:prSet/>
      <dgm:spPr/>
    </dgm:pt>
    <dgm:pt modelId="{86D650D0-614B-4340-9EC3-4C0946C84401}" type="sibTrans" cxnId="{E8A12E23-8F91-4AD2-B961-B53890E43CB5}">
      <dgm:prSet/>
      <dgm:spPr/>
    </dgm:pt>
    <dgm:pt modelId="{66FDAC9E-8029-4EF7-8521-4A90862F6791}" type="pres">
      <dgm:prSet presAssocID="{D11231FA-0599-46EC-91A4-7AFA23CC08E7}" presName="vert0" presStyleCnt="0">
        <dgm:presLayoutVars>
          <dgm:dir/>
          <dgm:animOne val="branch"/>
          <dgm:animLvl val="lvl"/>
        </dgm:presLayoutVars>
      </dgm:prSet>
      <dgm:spPr/>
    </dgm:pt>
    <dgm:pt modelId="{E202E617-D1EF-4670-8C6D-66748AD874AF}" type="pres">
      <dgm:prSet presAssocID="{C89EC813-AE2A-40F0-A295-87C8796A6802}" presName="thickLine" presStyleLbl="alignNode1" presStyleIdx="0" presStyleCnt="3"/>
      <dgm:spPr/>
    </dgm:pt>
    <dgm:pt modelId="{099BA7BE-3E21-4577-BB6B-0DC25FC6EDE8}" type="pres">
      <dgm:prSet presAssocID="{C89EC813-AE2A-40F0-A295-87C8796A6802}" presName="horz1" presStyleCnt="0"/>
      <dgm:spPr/>
    </dgm:pt>
    <dgm:pt modelId="{6EC9FF39-E44B-45DB-A421-6227F68FC021}" type="pres">
      <dgm:prSet presAssocID="{C89EC813-AE2A-40F0-A295-87C8796A6802}" presName="tx1" presStyleLbl="revTx" presStyleIdx="0" presStyleCnt="3"/>
      <dgm:spPr/>
    </dgm:pt>
    <dgm:pt modelId="{8C536F27-38D3-4291-9385-2491E226D007}" type="pres">
      <dgm:prSet presAssocID="{C89EC813-AE2A-40F0-A295-87C8796A6802}" presName="vert1" presStyleCnt="0"/>
      <dgm:spPr/>
    </dgm:pt>
    <dgm:pt modelId="{268ED75F-FECA-4944-BCE0-C4AA94A5F41A}" type="pres">
      <dgm:prSet presAssocID="{A22F2DA6-2096-44DC-B752-7001900F02BF}" presName="thickLine" presStyleLbl="alignNode1" presStyleIdx="1" presStyleCnt="3"/>
      <dgm:spPr/>
    </dgm:pt>
    <dgm:pt modelId="{A6E28707-1E82-443D-A4E6-BCB95F6D76C2}" type="pres">
      <dgm:prSet presAssocID="{A22F2DA6-2096-44DC-B752-7001900F02BF}" presName="horz1" presStyleCnt="0"/>
      <dgm:spPr/>
    </dgm:pt>
    <dgm:pt modelId="{4929FD98-F077-400C-A343-A51901DD45A6}" type="pres">
      <dgm:prSet presAssocID="{A22F2DA6-2096-44DC-B752-7001900F02BF}" presName="tx1" presStyleLbl="revTx" presStyleIdx="1" presStyleCnt="3"/>
      <dgm:spPr/>
    </dgm:pt>
    <dgm:pt modelId="{1D4CAB1E-CE4D-42B1-B3CB-439207D77B4E}" type="pres">
      <dgm:prSet presAssocID="{A22F2DA6-2096-44DC-B752-7001900F02BF}" presName="vert1" presStyleCnt="0"/>
      <dgm:spPr/>
    </dgm:pt>
    <dgm:pt modelId="{2834D65E-29A6-4865-9578-B3552F906C0C}" type="pres">
      <dgm:prSet presAssocID="{1D91F2F6-0177-4385-9AE7-1C9F1CCC8419}" presName="thickLine" presStyleLbl="alignNode1" presStyleIdx="2" presStyleCnt="3"/>
      <dgm:spPr/>
    </dgm:pt>
    <dgm:pt modelId="{08F9E403-2F0B-450B-86E6-212B02473836}" type="pres">
      <dgm:prSet presAssocID="{1D91F2F6-0177-4385-9AE7-1C9F1CCC8419}" presName="horz1" presStyleCnt="0"/>
      <dgm:spPr/>
    </dgm:pt>
    <dgm:pt modelId="{CA2EE814-4AC3-4E63-862F-AA5C8AB578B0}" type="pres">
      <dgm:prSet presAssocID="{1D91F2F6-0177-4385-9AE7-1C9F1CCC8419}" presName="tx1" presStyleLbl="revTx" presStyleIdx="2" presStyleCnt="3"/>
      <dgm:spPr/>
    </dgm:pt>
    <dgm:pt modelId="{DDE0CCEF-D711-4909-A95E-0A4831DCB4CA}" type="pres">
      <dgm:prSet presAssocID="{1D91F2F6-0177-4385-9AE7-1C9F1CCC8419}" presName="vert1" presStyleCnt="0"/>
      <dgm:spPr/>
    </dgm:pt>
  </dgm:ptLst>
  <dgm:cxnLst>
    <dgm:cxn modelId="{E8A12E23-8F91-4AD2-B961-B53890E43CB5}" srcId="{D11231FA-0599-46EC-91A4-7AFA23CC08E7}" destId="{A22F2DA6-2096-44DC-B752-7001900F02BF}" srcOrd="1" destOrd="0" parTransId="{A633BABA-5494-44D8-BC83-9FAD4685D11C}" sibTransId="{86D650D0-614B-4340-9EC3-4C0946C84401}"/>
    <dgm:cxn modelId="{2BE95E3C-49CC-45AA-A035-12A89671D9B2}" type="presOf" srcId="{1D91F2F6-0177-4385-9AE7-1C9F1CCC8419}" destId="{CA2EE814-4AC3-4E63-862F-AA5C8AB578B0}" srcOrd="0" destOrd="0" presId="urn:microsoft.com/office/officeart/2008/layout/LinedList"/>
    <dgm:cxn modelId="{A65A0165-2270-4E0B-92A8-C6C2CD891B6B}" srcId="{D11231FA-0599-46EC-91A4-7AFA23CC08E7}" destId="{C89EC813-AE2A-40F0-A295-87C8796A6802}" srcOrd="0" destOrd="0" parTransId="{479CFF3A-D8E7-43E7-9971-5BC9C741425A}" sibTransId="{2870EA09-D943-43B2-9A75-11E4C9F4AD1B}"/>
    <dgm:cxn modelId="{D062097F-990D-4292-BAD5-A1B615E8789A}" type="presOf" srcId="{C89EC813-AE2A-40F0-A295-87C8796A6802}" destId="{6EC9FF39-E44B-45DB-A421-6227F68FC021}" srcOrd="0" destOrd="0" presId="urn:microsoft.com/office/officeart/2008/layout/LinedList"/>
    <dgm:cxn modelId="{414A3ECD-40E9-42C4-8928-96608C5AB040}" type="presOf" srcId="{A22F2DA6-2096-44DC-B752-7001900F02BF}" destId="{4929FD98-F077-400C-A343-A51901DD45A6}" srcOrd="0" destOrd="0" presId="urn:microsoft.com/office/officeart/2008/layout/LinedList"/>
    <dgm:cxn modelId="{304BCCD5-1B91-46CF-8A0A-758C01C33339}" type="presOf" srcId="{D11231FA-0599-46EC-91A4-7AFA23CC08E7}" destId="{66FDAC9E-8029-4EF7-8521-4A90862F6791}" srcOrd="0" destOrd="0" presId="urn:microsoft.com/office/officeart/2008/layout/LinedList"/>
    <dgm:cxn modelId="{45725FDB-37AF-4D9D-9CD5-E87AF911C895}" srcId="{D11231FA-0599-46EC-91A4-7AFA23CC08E7}" destId="{1D91F2F6-0177-4385-9AE7-1C9F1CCC8419}" srcOrd="2" destOrd="0" parTransId="{6E784BE1-9C13-4B5E-BE7B-87946E6FBACD}" sibTransId="{65DF3854-3AC8-47B2-8809-DD6AA54B7C8D}"/>
    <dgm:cxn modelId="{E8E98B79-4695-40E0-84D0-265555153663}" type="presParOf" srcId="{66FDAC9E-8029-4EF7-8521-4A90862F6791}" destId="{E202E617-D1EF-4670-8C6D-66748AD874AF}" srcOrd="0" destOrd="0" presId="urn:microsoft.com/office/officeart/2008/layout/LinedList"/>
    <dgm:cxn modelId="{6E49FEC5-A6F2-44FA-B3B4-68D8C6E51AA1}" type="presParOf" srcId="{66FDAC9E-8029-4EF7-8521-4A90862F6791}" destId="{099BA7BE-3E21-4577-BB6B-0DC25FC6EDE8}" srcOrd="1" destOrd="0" presId="urn:microsoft.com/office/officeart/2008/layout/LinedList"/>
    <dgm:cxn modelId="{B8885247-F4EB-488C-B047-146700EC2026}" type="presParOf" srcId="{099BA7BE-3E21-4577-BB6B-0DC25FC6EDE8}" destId="{6EC9FF39-E44B-45DB-A421-6227F68FC021}" srcOrd="0" destOrd="0" presId="urn:microsoft.com/office/officeart/2008/layout/LinedList"/>
    <dgm:cxn modelId="{2A868D79-9179-4C45-9BCB-D9448EB278CB}" type="presParOf" srcId="{099BA7BE-3E21-4577-BB6B-0DC25FC6EDE8}" destId="{8C536F27-38D3-4291-9385-2491E226D007}" srcOrd="1" destOrd="0" presId="urn:microsoft.com/office/officeart/2008/layout/LinedList"/>
    <dgm:cxn modelId="{B79EA5A4-2525-4DAF-BF90-B6BBAD2CCF27}" type="presParOf" srcId="{66FDAC9E-8029-4EF7-8521-4A90862F6791}" destId="{268ED75F-FECA-4944-BCE0-C4AA94A5F41A}" srcOrd="2" destOrd="0" presId="urn:microsoft.com/office/officeart/2008/layout/LinedList"/>
    <dgm:cxn modelId="{17ED488E-16F9-41DC-B641-C56ADADB08F1}" type="presParOf" srcId="{66FDAC9E-8029-4EF7-8521-4A90862F6791}" destId="{A6E28707-1E82-443D-A4E6-BCB95F6D76C2}" srcOrd="3" destOrd="0" presId="urn:microsoft.com/office/officeart/2008/layout/LinedList"/>
    <dgm:cxn modelId="{15F14EDF-E87D-4D6B-8848-D62B0CEE41FB}" type="presParOf" srcId="{A6E28707-1E82-443D-A4E6-BCB95F6D76C2}" destId="{4929FD98-F077-400C-A343-A51901DD45A6}" srcOrd="0" destOrd="0" presId="urn:microsoft.com/office/officeart/2008/layout/LinedList"/>
    <dgm:cxn modelId="{7B26D195-218A-4FDB-BC9D-78633253FD6A}" type="presParOf" srcId="{A6E28707-1E82-443D-A4E6-BCB95F6D76C2}" destId="{1D4CAB1E-CE4D-42B1-B3CB-439207D77B4E}" srcOrd="1" destOrd="0" presId="urn:microsoft.com/office/officeart/2008/layout/LinedList"/>
    <dgm:cxn modelId="{211D0061-4920-471C-8708-3CC1F76621E7}" type="presParOf" srcId="{66FDAC9E-8029-4EF7-8521-4A90862F6791}" destId="{2834D65E-29A6-4865-9578-B3552F906C0C}" srcOrd="4" destOrd="0" presId="urn:microsoft.com/office/officeart/2008/layout/LinedList"/>
    <dgm:cxn modelId="{A5D334AF-1580-4CCD-B4D6-5BC445D1F023}" type="presParOf" srcId="{66FDAC9E-8029-4EF7-8521-4A90862F6791}" destId="{08F9E403-2F0B-450B-86E6-212B02473836}" srcOrd="5" destOrd="0" presId="urn:microsoft.com/office/officeart/2008/layout/LinedList"/>
    <dgm:cxn modelId="{659FA021-C71C-4ACC-AAA1-E590BD123E2B}" type="presParOf" srcId="{08F9E403-2F0B-450B-86E6-212B02473836}" destId="{CA2EE814-4AC3-4E63-862F-AA5C8AB578B0}" srcOrd="0" destOrd="0" presId="urn:microsoft.com/office/officeart/2008/layout/LinedList"/>
    <dgm:cxn modelId="{10EDFB60-05E3-4A7C-94CD-79F82344C74D}" type="presParOf" srcId="{08F9E403-2F0B-450B-86E6-212B02473836}" destId="{DDE0CCEF-D711-4909-A95E-0A4831DCB4CA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D11231FA-0599-46EC-91A4-7AFA23CC08E7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89EC813-AE2A-40F0-A295-87C8796A6802}">
      <dgm:prSet custT="1"/>
      <dgm:spPr/>
      <dgm:t>
        <a:bodyPr/>
        <a:lstStyle/>
        <a:p>
          <a:pPr algn="just"/>
          <a:r>
            <a:rPr lang="cs-CZ" sz="2800" dirty="0"/>
            <a:t>Friedrich Miescher a Phoebus Levene – </a:t>
          </a:r>
          <a:r>
            <a:rPr lang="cs-CZ" sz="2800" b="0" dirty="0"/>
            <a:t>d</a:t>
          </a:r>
          <a:r>
            <a:rPr lang="cs-CZ" sz="2800" b="0" i="0" dirty="0"/>
            <a:t>eoxyribonukleová kyselina</a:t>
          </a:r>
        </a:p>
      </dgm:t>
    </dgm:pt>
    <dgm:pt modelId="{479CFF3A-D8E7-43E7-9971-5BC9C741425A}" type="parTrans" cxnId="{A65A0165-2270-4E0B-92A8-C6C2CD891B6B}">
      <dgm:prSet/>
      <dgm:spPr/>
      <dgm:t>
        <a:bodyPr/>
        <a:lstStyle/>
        <a:p>
          <a:pPr algn="just"/>
          <a:endParaRPr lang="en-US" sz="1400"/>
        </a:p>
      </dgm:t>
    </dgm:pt>
    <dgm:pt modelId="{2870EA09-D943-43B2-9A75-11E4C9F4AD1B}" type="sibTrans" cxnId="{A65A0165-2270-4E0B-92A8-C6C2CD891B6B}">
      <dgm:prSet/>
      <dgm:spPr/>
      <dgm:t>
        <a:bodyPr/>
        <a:lstStyle/>
        <a:p>
          <a:pPr algn="just"/>
          <a:endParaRPr lang="en-US" sz="1400"/>
        </a:p>
      </dgm:t>
    </dgm:pt>
    <dgm:pt modelId="{ECCC60F4-AEAD-4C6E-BCDF-D321FD27CB1F}">
      <dgm:prSet custT="1"/>
      <dgm:spPr/>
      <dgm:t>
        <a:bodyPr/>
        <a:lstStyle/>
        <a:p>
          <a:pPr algn="just"/>
          <a:r>
            <a:rPr lang="cs-CZ" sz="2800" b="0" i="0" dirty="0"/>
            <a:t>1928 – Alexander Fleming – objev penicilinu</a:t>
          </a:r>
        </a:p>
      </dgm:t>
    </dgm:pt>
    <dgm:pt modelId="{E25F364F-81A2-46BB-99B6-ECD19722F1E6}" type="parTrans" cxnId="{3E55B4DF-0C9C-40B5-9CC2-02EF31927B62}">
      <dgm:prSet/>
      <dgm:spPr/>
      <dgm:t>
        <a:bodyPr/>
        <a:lstStyle/>
        <a:p>
          <a:endParaRPr lang="cs-CZ"/>
        </a:p>
      </dgm:t>
    </dgm:pt>
    <dgm:pt modelId="{774AC91E-FB11-4386-BE74-5D6A4BB51DE1}" type="sibTrans" cxnId="{3E55B4DF-0C9C-40B5-9CC2-02EF31927B62}">
      <dgm:prSet/>
      <dgm:spPr/>
      <dgm:t>
        <a:bodyPr/>
        <a:lstStyle/>
        <a:p>
          <a:endParaRPr lang="cs-CZ"/>
        </a:p>
      </dgm:t>
    </dgm:pt>
    <dgm:pt modelId="{A2E2FE7F-3154-4303-85D6-DDCF5A950B62}">
      <dgm:prSet custT="1"/>
      <dgm:spPr/>
      <dgm:t>
        <a:bodyPr/>
        <a:lstStyle/>
        <a:p>
          <a:pPr algn="just"/>
          <a:r>
            <a:rPr lang="cs-CZ" sz="2800" b="0" i="0" dirty="0"/>
            <a:t>Rozvoj genetiky</a:t>
          </a:r>
        </a:p>
      </dgm:t>
    </dgm:pt>
    <dgm:pt modelId="{52E8B288-3D49-4C9F-B7C8-E794662FB213}" type="parTrans" cxnId="{D4B30D0F-C6E8-4FD8-9A57-AB9C765F7FBC}">
      <dgm:prSet/>
      <dgm:spPr/>
      <dgm:t>
        <a:bodyPr/>
        <a:lstStyle/>
        <a:p>
          <a:endParaRPr lang="cs-CZ"/>
        </a:p>
      </dgm:t>
    </dgm:pt>
    <dgm:pt modelId="{61B91F51-BBEE-4FE6-BD92-9A7B01B66C2B}" type="sibTrans" cxnId="{D4B30D0F-C6E8-4FD8-9A57-AB9C765F7FBC}">
      <dgm:prSet/>
      <dgm:spPr/>
      <dgm:t>
        <a:bodyPr/>
        <a:lstStyle/>
        <a:p>
          <a:endParaRPr lang="cs-CZ"/>
        </a:p>
      </dgm:t>
    </dgm:pt>
    <dgm:pt modelId="{66FDAC9E-8029-4EF7-8521-4A90862F6791}" type="pres">
      <dgm:prSet presAssocID="{D11231FA-0599-46EC-91A4-7AFA23CC08E7}" presName="vert0" presStyleCnt="0">
        <dgm:presLayoutVars>
          <dgm:dir/>
          <dgm:animOne val="branch"/>
          <dgm:animLvl val="lvl"/>
        </dgm:presLayoutVars>
      </dgm:prSet>
      <dgm:spPr/>
    </dgm:pt>
    <dgm:pt modelId="{E202E617-D1EF-4670-8C6D-66748AD874AF}" type="pres">
      <dgm:prSet presAssocID="{C89EC813-AE2A-40F0-A295-87C8796A6802}" presName="thickLine" presStyleLbl="alignNode1" presStyleIdx="0" presStyleCnt="3"/>
      <dgm:spPr/>
    </dgm:pt>
    <dgm:pt modelId="{099BA7BE-3E21-4577-BB6B-0DC25FC6EDE8}" type="pres">
      <dgm:prSet presAssocID="{C89EC813-AE2A-40F0-A295-87C8796A6802}" presName="horz1" presStyleCnt="0"/>
      <dgm:spPr/>
    </dgm:pt>
    <dgm:pt modelId="{6EC9FF39-E44B-45DB-A421-6227F68FC021}" type="pres">
      <dgm:prSet presAssocID="{C89EC813-AE2A-40F0-A295-87C8796A6802}" presName="tx1" presStyleLbl="revTx" presStyleIdx="0" presStyleCnt="3"/>
      <dgm:spPr/>
    </dgm:pt>
    <dgm:pt modelId="{8C536F27-38D3-4291-9385-2491E226D007}" type="pres">
      <dgm:prSet presAssocID="{C89EC813-AE2A-40F0-A295-87C8796A6802}" presName="vert1" presStyleCnt="0"/>
      <dgm:spPr/>
    </dgm:pt>
    <dgm:pt modelId="{6ECF7959-ADB6-4BAE-BE09-DA5B8093C6BC}" type="pres">
      <dgm:prSet presAssocID="{ECCC60F4-AEAD-4C6E-BCDF-D321FD27CB1F}" presName="thickLine" presStyleLbl="alignNode1" presStyleIdx="1" presStyleCnt="3"/>
      <dgm:spPr/>
    </dgm:pt>
    <dgm:pt modelId="{81CC5EFE-140F-4AA5-9F6F-9E5B16B80500}" type="pres">
      <dgm:prSet presAssocID="{ECCC60F4-AEAD-4C6E-BCDF-D321FD27CB1F}" presName="horz1" presStyleCnt="0"/>
      <dgm:spPr/>
    </dgm:pt>
    <dgm:pt modelId="{39FDF0D7-50CA-4D2E-B77E-F96B36501E83}" type="pres">
      <dgm:prSet presAssocID="{ECCC60F4-AEAD-4C6E-BCDF-D321FD27CB1F}" presName="tx1" presStyleLbl="revTx" presStyleIdx="1" presStyleCnt="3"/>
      <dgm:spPr/>
    </dgm:pt>
    <dgm:pt modelId="{35BEEEFA-A072-4822-BEA3-8ACD3A3C2220}" type="pres">
      <dgm:prSet presAssocID="{ECCC60F4-AEAD-4C6E-BCDF-D321FD27CB1F}" presName="vert1" presStyleCnt="0"/>
      <dgm:spPr/>
    </dgm:pt>
    <dgm:pt modelId="{157A4C9D-BBF2-4671-8820-6237AF7580B1}" type="pres">
      <dgm:prSet presAssocID="{A2E2FE7F-3154-4303-85D6-DDCF5A950B62}" presName="thickLine" presStyleLbl="alignNode1" presStyleIdx="2" presStyleCnt="3"/>
      <dgm:spPr/>
    </dgm:pt>
    <dgm:pt modelId="{626F4547-DC00-43E7-89D7-611FF6E122E1}" type="pres">
      <dgm:prSet presAssocID="{A2E2FE7F-3154-4303-85D6-DDCF5A950B62}" presName="horz1" presStyleCnt="0"/>
      <dgm:spPr/>
    </dgm:pt>
    <dgm:pt modelId="{199D4177-8A9B-4FB5-AA30-3F0F9E73C599}" type="pres">
      <dgm:prSet presAssocID="{A2E2FE7F-3154-4303-85D6-DDCF5A950B62}" presName="tx1" presStyleLbl="revTx" presStyleIdx="2" presStyleCnt="3"/>
      <dgm:spPr/>
    </dgm:pt>
    <dgm:pt modelId="{EBA90C34-A525-4328-9743-7F54A8B5017D}" type="pres">
      <dgm:prSet presAssocID="{A2E2FE7F-3154-4303-85D6-DDCF5A950B62}" presName="vert1" presStyleCnt="0"/>
      <dgm:spPr/>
    </dgm:pt>
  </dgm:ptLst>
  <dgm:cxnLst>
    <dgm:cxn modelId="{D4B30D0F-C6E8-4FD8-9A57-AB9C765F7FBC}" srcId="{D11231FA-0599-46EC-91A4-7AFA23CC08E7}" destId="{A2E2FE7F-3154-4303-85D6-DDCF5A950B62}" srcOrd="2" destOrd="0" parTransId="{52E8B288-3D49-4C9F-B7C8-E794662FB213}" sibTransId="{61B91F51-BBEE-4FE6-BD92-9A7B01B66C2B}"/>
    <dgm:cxn modelId="{0B449334-AFE7-4B40-9A99-53FA4E934ACF}" type="presOf" srcId="{A2E2FE7F-3154-4303-85D6-DDCF5A950B62}" destId="{199D4177-8A9B-4FB5-AA30-3F0F9E73C599}" srcOrd="0" destOrd="0" presId="urn:microsoft.com/office/officeart/2008/layout/LinedList"/>
    <dgm:cxn modelId="{A65A0165-2270-4E0B-92A8-C6C2CD891B6B}" srcId="{D11231FA-0599-46EC-91A4-7AFA23CC08E7}" destId="{C89EC813-AE2A-40F0-A295-87C8796A6802}" srcOrd="0" destOrd="0" parTransId="{479CFF3A-D8E7-43E7-9971-5BC9C741425A}" sibTransId="{2870EA09-D943-43B2-9A75-11E4C9F4AD1B}"/>
    <dgm:cxn modelId="{D062097F-990D-4292-BAD5-A1B615E8789A}" type="presOf" srcId="{C89EC813-AE2A-40F0-A295-87C8796A6802}" destId="{6EC9FF39-E44B-45DB-A421-6227F68FC021}" srcOrd="0" destOrd="0" presId="urn:microsoft.com/office/officeart/2008/layout/LinedList"/>
    <dgm:cxn modelId="{304BCCD5-1B91-46CF-8A0A-758C01C33339}" type="presOf" srcId="{D11231FA-0599-46EC-91A4-7AFA23CC08E7}" destId="{66FDAC9E-8029-4EF7-8521-4A90862F6791}" srcOrd="0" destOrd="0" presId="urn:microsoft.com/office/officeart/2008/layout/LinedList"/>
    <dgm:cxn modelId="{3E55B4DF-0C9C-40B5-9CC2-02EF31927B62}" srcId="{D11231FA-0599-46EC-91A4-7AFA23CC08E7}" destId="{ECCC60F4-AEAD-4C6E-BCDF-D321FD27CB1F}" srcOrd="1" destOrd="0" parTransId="{E25F364F-81A2-46BB-99B6-ECD19722F1E6}" sibTransId="{774AC91E-FB11-4386-BE74-5D6A4BB51DE1}"/>
    <dgm:cxn modelId="{235877FA-F1F2-44B5-9C60-AE5BB3202008}" type="presOf" srcId="{ECCC60F4-AEAD-4C6E-BCDF-D321FD27CB1F}" destId="{39FDF0D7-50CA-4D2E-B77E-F96B36501E83}" srcOrd="0" destOrd="0" presId="urn:microsoft.com/office/officeart/2008/layout/LinedList"/>
    <dgm:cxn modelId="{E8E98B79-4695-40E0-84D0-265555153663}" type="presParOf" srcId="{66FDAC9E-8029-4EF7-8521-4A90862F6791}" destId="{E202E617-D1EF-4670-8C6D-66748AD874AF}" srcOrd="0" destOrd="0" presId="urn:microsoft.com/office/officeart/2008/layout/LinedList"/>
    <dgm:cxn modelId="{6E49FEC5-A6F2-44FA-B3B4-68D8C6E51AA1}" type="presParOf" srcId="{66FDAC9E-8029-4EF7-8521-4A90862F6791}" destId="{099BA7BE-3E21-4577-BB6B-0DC25FC6EDE8}" srcOrd="1" destOrd="0" presId="urn:microsoft.com/office/officeart/2008/layout/LinedList"/>
    <dgm:cxn modelId="{B8885247-F4EB-488C-B047-146700EC2026}" type="presParOf" srcId="{099BA7BE-3E21-4577-BB6B-0DC25FC6EDE8}" destId="{6EC9FF39-E44B-45DB-A421-6227F68FC021}" srcOrd="0" destOrd="0" presId="urn:microsoft.com/office/officeart/2008/layout/LinedList"/>
    <dgm:cxn modelId="{2A868D79-9179-4C45-9BCB-D9448EB278CB}" type="presParOf" srcId="{099BA7BE-3E21-4577-BB6B-0DC25FC6EDE8}" destId="{8C536F27-38D3-4291-9385-2491E226D007}" srcOrd="1" destOrd="0" presId="urn:microsoft.com/office/officeart/2008/layout/LinedList"/>
    <dgm:cxn modelId="{E8E98D4E-1BC2-4ADC-A033-552B443C3FD3}" type="presParOf" srcId="{66FDAC9E-8029-4EF7-8521-4A90862F6791}" destId="{6ECF7959-ADB6-4BAE-BE09-DA5B8093C6BC}" srcOrd="2" destOrd="0" presId="urn:microsoft.com/office/officeart/2008/layout/LinedList"/>
    <dgm:cxn modelId="{DDFB1052-FA91-4498-96BC-581AB17B5118}" type="presParOf" srcId="{66FDAC9E-8029-4EF7-8521-4A90862F6791}" destId="{81CC5EFE-140F-4AA5-9F6F-9E5B16B80500}" srcOrd="3" destOrd="0" presId="urn:microsoft.com/office/officeart/2008/layout/LinedList"/>
    <dgm:cxn modelId="{B54BE898-80B0-42B1-BDE2-0564BE2712FA}" type="presParOf" srcId="{81CC5EFE-140F-4AA5-9F6F-9E5B16B80500}" destId="{39FDF0D7-50CA-4D2E-B77E-F96B36501E83}" srcOrd="0" destOrd="0" presId="urn:microsoft.com/office/officeart/2008/layout/LinedList"/>
    <dgm:cxn modelId="{BFBD2E3E-827D-4A39-AE79-91D96E2E4072}" type="presParOf" srcId="{81CC5EFE-140F-4AA5-9F6F-9E5B16B80500}" destId="{35BEEEFA-A072-4822-BEA3-8ACD3A3C2220}" srcOrd="1" destOrd="0" presId="urn:microsoft.com/office/officeart/2008/layout/LinedList"/>
    <dgm:cxn modelId="{F3B30DA8-BC3C-47CC-94BD-0C4768375271}" type="presParOf" srcId="{66FDAC9E-8029-4EF7-8521-4A90862F6791}" destId="{157A4C9D-BBF2-4671-8820-6237AF7580B1}" srcOrd="4" destOrd="0" presId="urn:microsoft.com/office/officeart/2008/layout/LinedList"/>
    <dgm:cxn modelId="{7E9A53E6-49BF-4BA4-AD04-CBEB62ECD5A1}" type="presParOf" srcId="{66FDAC9E-8029-4EF7-8521-4A90862F6791}" destId="{626F4547-DC00-43E7-89D7-611FF6E122E1}" srcOrd="5" destOrd="0" presId="urn:microsoft.com/office/officeart/2008/layout/LinedList"/>
    <dgm:cxn modelId="{092501ED-44E6-48A6-920C-74A670EAD445}" type="presParOf" srcId="{626F4547-DC00-43E7-89D7-611FF6E122E1}" destId="{199D4177-8A9B-4FB5-AA30-3F0F9E73C599}" srcOrd="0" destOrd="0" presId="urn:microsoft.com/office/officeart/2008/layout/LinedList"/>
    <dgm:cxn modelId="{1E581595-1000-4254-82E6-C1392CF740D6}" type="presParOf" srcId="{626F4547-DC00-43E7-89D7-611FF6E122E1}" destId="{EBA90C34-A525-4328-9743-7F54A8B5017D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D11231FA-0599-46EC-91A4-7AFA23CC08E7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89EC813-AE2A-40F0-A295-87C8796A6802}">
      <dgm:prSet custT="1"/>
      <dgm:spPr/>
      <dgm:t>
        <a:bodyPr/>
        <a:lstStyle/>
        <a:p>
          <a:pPr algn="just"/>
          <a:r>
            <a:rPr lang="cs-CZ" sz="2800" b="0" i="0"/>
            <a:t>Alan Turing – dešifrování Enigmy, Turingův stroj a test</a:t>
          </a:r>
          <a:endParaRPr lang="cs-CZ" sz="2800" b="0" i="0" dirty="0"/>
        </a:p>
      </dgm:t>
    </dgm:pt>
    <dgm:pt modelId="{479CFF3A-D8E7-43E7-9971-5BC9C741425A}" type="parTrans" cxnId="{A65A0165-2270-4E0B-92A8-C6C2CD891B6B}">
      <dgm:prSet/>
      <dgm:spPr/>
      <dgm:t>
        <a:bodyPr/>
        <a:lstStyle/>
        <a:p>
          <a:pPr algn="just"/>
          <a:endParaRPr lang="en-US" sz="1400"/>
        </a:p>
      </dgm:t>
    </dgm:pt>
    <dgm:pt modelId="{2870EA09-D943-43B2-9A75-11E4C9F4AD1B}" type="sibTrans" cxnId="{A65A0165-2270-4E0B-92A8-C6C2CD891B6B}">
      <dgm:prSet/>
      <dgm:spPr/>
      <dgm:t>
        <a:bodyPr/>
        <a:lstStyle/>
        <a:p>
          <a:pPr algn="just"/>
          <a:endParaRPr lang="en-US" sz="1400"/>
        </a:p>
      </dgm:t>
    </dgm:pt>
    <dgm:pt modelId="{D031DF86-512C-4881-9A31-F612372F5CEC}">
      <dgm:prSet custT="1"/>
      <dgm:spPr/>
      <dgm:t>
        <a:bodyPr/>
        <a:lstStyle/>
        <a:p>
          <a:pPr algn="just"/>
          <a:r>
            <a:rPr lang="cs-CZ" sz="2800" b="0" i="0" dirty="0"/>
            <a:t>1969 – zprovoznění sítě ARPANET</a:t>
          </a:r>
        </a:p>
      </dgm:t>
    </dgm:pt>
    <dgm:pt modelId="{DA75658D-5021-4584-A210-BC2BA0548869}" type="parTrans" cxnId="{7786E344-4C69-4BDE-AB63-5C328E684394}">
      <dgm:prSet/>
      <dgm:spPr/>
      <dgm:t>
        <a:bodyPr/>
        <a:lstStyle/>
        <a:p>
          <a:endParaRPr lang="cs-CZ"/>
        </a:p>
      </dgm:t>
    </dgm:pt>
    <dgm:pt modelId="{5899B7EC-A5D3-4F9F-BCBE-9AF028E605F6}" type="sibTrans" cxnId="{7786E344-4C69-4BDE-AB63-5C328E684394}">
      <dgm:prSet/>
      <dgm:spPr/>
      <dgm:t>
        <a:bodyPr/>
        <a:lstStyle/>
        <a:p>
          <a:endParaRPr lang="cs-CZ"/>
        </a:p>
      </dgm:t>
    </dgm:pt>
    <dgm:pt modelId="{9948BAE0-B8E0-4332-BED4-21D09D466B05}">
      <dgm:prSet custT="1"/>
      <dgm:spPr/>
      <dgm:t>
        <a:bodyPr/>
        <a:lstStyle/>
        <a:p>
          <a:pPr algn="just"/>
          <a:r>
            <a:rPr lang="cs-CZ" sz="2800" b="0" i="0" dirty="0"/>
            <a:t>Rozvoj elektroniky</a:t>
          </a:r>
        </a:p>
      </dgm:t>
    </dgm:pt>
    <dgm:pt modelId="{13E8C337-EB52-4C22-8E4B-4236AA02C680}" type="parTrans" cxnId="{27AD1614-162C-4B2A-B91C-9DF942DA79C6}">
      <dgm:prSet/>
      <dgm:spPr/>
      <dgm:t>
        <a:bodyPr/>
        <a:lstStyle/>
        <a:p>
          <a:endParaRPr lang="cs-CZ"/>
        </a:p>
      </dgm:t>
    </dgm:pt>
    <dgm:pt modelId="{56DB276A-36C6-4FCA-9E26-812004840D6F}" type="sibTrans" cxnId="{27AD1614-162C-4B2A-B91C-9DF942DA79C6}">
      <dgm:prSet/>
      <dgm:spPr/>
      <dgm:t>
        <a:bodyPr/>
        <a:lstStyle/>
        <a:p>
          <a:endParaRPr lang="cs-CZ"/>
        </a:p>
      </dgm:t>
    </dgm:pt>
    <dgm:pt modelId="{C60F76D3-2EEE-41BA-BAC8-F82C27F52829}">
      <dgm:prSet custT="1"/>
      <dgm:spPr/>
      <dgm:t>
        <a:bodyPr/>
        <a:lstStyle/>
        <a:p>
          <a:pPr algn="just"/>
          <a:r>
            <a:rPr lang="cs-CZ" sz="2800" b="0" i="0" dirty="0"/>
            <a:t>Vesmírný výzkum, první lety (Sputnik, Apollo 11)</a:t>
          </a:r>
        </a:p>
      </dgm:t>
    </dgm:pt>
    <dgm:pt modelId="{7CB7E67A-E594-4DC0-81BA-65EBE10FC680}" type="parTrans" cxnId="{34163812-327B-4FCA-B034-075C90FB28EF}">
      <dgm:prSet/>
      <dgm:spPr/>
      <dgm:t>
        <a:bodyPr/>
        <a:lstStyle/>
        <a:p>
          <a:endParaRPr lang="cs-CZ"/>
        </a:p>
      </dgm:t>
    </dgm:pt>
    <dgm:pt modelId="{8A73689F-DD4E-4FC5-A834-C279F7E1B4C1}" type="sibTrans" cxnId="{34163812-327B-4FCA-B034-075C90FB28EF}">
      <dgm:prSet/>
      <dgm:spPr/>
      <dgm:t>
        <a:bodyPr/>
        <a:lstStyle/>
        <a:p>
          <a:endParaRPr lang="cs-CZ"/>
        </a:p>
      </dgm:t>
    </dgm:pt>
    <dgm:pt modelId="{66FDAC9E-8029-4EF7-8521-4A90862F6791}" type="pres">
      <dgm:prSet presAssocID="{D11231FA-0599-46EC-91A4-7AFA23CC08E7}" presName="vert0" presStyleCnt="0">
        <dgm:presLayoutVars>
          <dgm:dir/>
          <dgm:animOne val="branch"/>
          <dgm:animLvl val="lvl"/>
        </dgm:presLayoutVars>
      </dgm:prSet>
      <dgm:spPr/>
    </dgm:pt>
    <dgm:pt modelId="{E202E617-D1EF-4670-8C6D-66748AD874AF}" type="pres">
      <dgm:prSet presAssocID="{C89EC813-AE2A-40F0-A295-87C8796A6802}" presName="thickLine" presStyleLbl="alignNode1" presStyleIdx="0" presStyleCnt="4"/>
      <dgm:spPr/>
    </dgm:pt>
    <dgm:pt modelId="{099BA7BE-3E21-4577-BB6B-0DC25FC6EDE8}" type="pres">
      <dgm:prSet presAssocID="{C89EC813-AE2A-40F0-A295-87C8796A6802}" presName="horz1" presStyleCnt="0"/>
      <dgm:spPr/>
    </dgm:pt>
    <dgm:pt modelId="{6EC9FF39-E44B-45DB-A421-6227F68FC021}" type="pres">
      <dgm:prSet presAssocID="{C89EC813-AE2A-40F0-A295-87C8796A6802}" presName="tx1" presStyleLbl="revTx" presStyleIdx="0" presStyleCnt="4"/>
      <dgm:spPr/>
    </dgm:pt>
    <dgm:pt modelId="{8C536F27-38D3-4291-9385-2491E226D007}" type="pres">
      <dgm:prSet presAssocID="{C89EC813-AE2A-40F0-A295-87C8796A6802}" presName="vert1" presStyleCnt="0"/>
      <dgm:spPr/>
    </dgm:pt>
    <dgm:pt modelId="{73D4D7C8-0D82-4FBC-A881-9AC5C08066B6}" type="pres">
      <dgm:prSet presAssocID="{D031DF86-512C-4881-9A31-F612372F5CEC}" presName="thickLine" presStyleLbl="alignNode1" presStyleIdx="1" presStyleCnt="4"/>
      <dgm:spPr/>
    </dgm:pt>
    <dgm:pt modelId="{77CE6180-2B37-452E-9045-D5A04DE71D53}" type="pres">
      <dgm:prSet presAssocID="{D031DF86-512C-4881-9A31-F612372F5CEC}" presName="horz1" presStyleCnt="0"/>
      <dgm:spPr/>
    </dgm:pt>
    <dgm:pt modelId="{EDEDE4C7-952A-4A67-A619-E2AD394AE0F5}" type="pres">
      <dgm:prSet presAssocID="{D031DF86-512C-4881-9A31-F612372F5CEC}" presName="tx1" presStyleLbl="revTx" presStyleIdx="1" presStyleCnt="4"/>
      <dgm:spPr/>
    </dgm:pt>
    <dgm:pt modelId="{5AFFBA59-C9A6-475F-B25D-D7DE7F9DC066}" type="pres">
      <dgm:prSet presAssocID="{D031DF86-512C-4881-9A31-F612372F5CEC}" presName="vert1" presStyleCnt="0"/>
      <dgm:spPr/>
    </dgm:pt>
    <dgm:pt modelId="{B8797946-8857-4E88-A5EB-893EBEC9FC14}" type="pres">
      <dgm:prSet presAssocID="{9948BAE0-B8E0-4332-BED4-21D09D466B05}" presName="thickLine" presStyleLbl="alignNode1" presStyleIdx="2" presStyleCnt="4"/>
      <dgm:spPr/>
    </dgm:pt>
    <dgm:pt modelId="{FA142FCC-E90A-481D-8DCB-20C8BF76625A}" type="pres">
      <dgm:prSet presAssocID="{9948BAE0-B8E0-4332-BED4-21D09D466B05}" presName="horz1" presStyleCnt="0"/>
      <dgm:spPr/>
    </dgm:pt>
    <dgm:pt modelId="{CB28EB00-4652-4717-98C0-6AB5558B469A}" type="pres">
      <dgm:prSet presAssocID="{9948BAE0-B8E0-4332-BED4-21D09D466B05}" presName="tx1" presStyleLbl="revTx" presStyleIdx="2" presStyleCnt="4"/>
      <dgm:spPr/>
    </dgm:pt>
    <dgm:pt modelId="{DDE90B4E-E19F-47F3-B1AC-ED52259794C4}" type="pres">
      <dgm:prSet presAssocID="{9948BAE0-B8E0-4332-BED4-21D09D466B05}" presName="vert1" presStyleCnt="0"/>
      <dgm:spPr/>
    </dgm:pt>
    <dgm:pt modelId="{566EA551-AF46-464F-925E-B971EF666BDA}" type="pres">
      <dgm:prSet presAssocID="{C60F76D3-2EEE-41BA-BAC8-F82C27F52829}" presName="thickLine" presStyleLbl="alignNode1" presStyleIdx="3" presStyleCnt="4"/>
      <dgm:spPr/>
    </dgm:pt>
    <dgm:pt modelId="{20B0CA50-9C72-4C33-AEBB-14DCBAA9F7EA}" type="pres">
      <dgm:prSet presAssocID="{C60F76D3-2EEE-41BA-BAC8-F82C27F52829}" presName="horz1" presStyleCnt="0"/>
      <dgm:spPr/>
    </dgm:pt>
    <dgm:pt modelId="{ED5967E4-3722-40B7-A6B6-C1F0DCD56A8F}" type="pres">
      <dgm:prSet presAssocID="{C60F76D3-2EEE-41BA-BAC8-F82C27F52829}" presName="tx1" presStyleLbl="revTx" presStyleIdx="3" presStyleCnt="4"/>
      <dgm:spPr/>
    </dgm:pt>
    <dgm:pt modelId="{E730EBE4-3395-43B0-A59F-EACCC063B3C2}" type="pres">
      <dgm:prSet presAssocID="{C60F76D3-2EEE-41BA-BAC8-F82C27F52829}" presName="vert1" presStyleCnt="0"/>
      <dgm:spPr/>
    </dgm:pt>
  </dgm:ptLst>
  <dgm:cxnLst>
    <dgm:cxn modelId="{34163812-327B-4FCA-B034-075C90FB28EF}" srcId="{D11231FA-0599-46EC-91A4-7AFA23CC08E7}" destId="{C60F76D3-2EEE-41BA-BAC8-F82C27F52829}" srcOrd="3" destOrd="0" parTransId="{7CB7E67A-E594-4DC0-81BA-65EBE10FC680}" sibTransId="{8A73689F-DD4E-4FC5-A834-C279F7E1B4C1}"/>
    <dgm:cxn modelId="{27AD1614-162C-4B2A-B91C-9DF942DA79C6}" srcId="{D11231FA-0599-46EC-91A4-7AFA23CC08E7}" destId="{9948BAE0-B8E0-4332-BED4-21D09D466B05}" srcOrd="2" destOrd="0" parTransId="{13E8C337-EB52-4C22-8E4B-4236AA02C680}" sibTransId="{56DB276A-36C6-4FCA-9E26-812004840D6F}"/>
    <dgm:cxn modelId="{5A94853B-79E4-41EA-83B6-08386B5A38AF}" type="presOf" srcId="{9948BAE0-B8E0-4332-BED4-21D09D466B05}" destId="{CB28EB00-4652-4717-98C0-6AB5558B469A}" srcOrd="0" destOrd="0" presId="urn:microsoft.com/office/officeart/2008/layout/LinedList"/>
    <dgm:cxn modelId="{7786E344-4C69-4BDE-AB63-5C328E684394}" srcId="{D11231FA-0599-46EC-91A4-7AFA23CC08E7}" destId="{D031DF86-512C-4881-9A31-F612372F5CEC}" srcOrd="1" destOrd="0" parTransId="{DA75658D-5021-4584-A210-BC2BA0548869}" sibTransId="{5899B7EC-A5D3-4F9F-BCBE-9AF028E605F6}"/>
    <dgm:cxn modelId="{A65A0165-2270-4E0B-92A8-C6C2CD891B6B}" srcId="{D11231FA-0599-46EC-91A4-7AFA23CC08E7}" destId="{C89EC813-AE2A-40F0-A295-87C8796A6802}" srcOrd="0" destOrd="0" parTransId="{479CFF3A-D8E7-43E7-9971-5BC9C741425A}" sibTransId="{2870EA09-D943-43B2-9A75-11E4C9F4AD1B}"/>
    <dgm:cxn modelId="{D062097F-990D-4292-BAD5-A1B615E8789A}" type="presOf" srcId="{C89EC813-AE2A-40F0-A295-87C8796A6802}" destId="{6EC9FF39-E44B-45DB-A421-6227F68FC021}" srcOrd="0" destOrd="0" presId="urn:microsoft.com/office/officeart/2008/layout/LinedList"/>
    <dgm:cxn modelId="{A81097A8-D667-4EFA-B04B-BE012730ECE1}" type="presOf" srcId="{C60F76D3-2EEE-41BA-BAC8-F82C27F52829}" destId="{ED5967E4-3722-40B7-A6B6-C1F0DCD56A8F}" srcOrd="0" destOrd="0" presId="urn:microsoft.com/office/officeart/2008/layout/LinedList"/>
    <dgm:cxn modelId="{33289BCA-48CA-4BFF-84BA-2CC3EEB2A085}" type="presOf" srcId="{D031DF86-512C-4881-9A31-F612372F5CEC}" destId="{EDEDE4C7-952A-4A67-A619-E2AD394AE0F5}" srcOrd="0" destOrd="0" presId="urn:microsoft.com/office/officeart/2008/layout/LinedList"/>
    <dgm:cxn modelId="{304BCCD5-1B91-46CF-8A0A-758C01C33339}" type="presOf" srcId="{D11231FA-0599-46EC-91A4-7AFA23CC08E7}" destId="{66FDAC9E-8029-4EF7-8521-4A90862F6791}" srcOrd="0" destOrd="0" presId="urn:microsoft.com/office/officeart/2008/layout/LinedList"/>
    <dgm:cxn modelId="{E8E98B79-4695-40E0-84D0-265555153663}" type="presParOf" srcId="{66FDAC9E-8029-4EF7-8521-4A90862F6791}" destId="{E202E617-D1EF-4670-8C6D-66748AD874AF}" srcOrd="0" destOrd="0" presId="urn:microsoft.com/office/officeart/2008/layout/LinedList"/>
    <dgm:cxn modelId="{6E49FEC5-A6F2-44FA-B3B4-68D8C6E51AA1}" type="presParOf" srcId="{66FDAC9E-8029-4EF7-8521-4A90862F6791}" destId="{099BA7BE-3E21-4577-BB6B-0DC25FC6EDE8}" srcOrd="1" destOrd="0" presId="urn:microsoft.com/office/officeart/2008/layout/LinedList"/>
    <dgm:cxn modelId="{B8885247-F4EB-488C-B047-146700EC2026}" type="presParOf" srcId="{099BA7BE-3E21-4577-BB6B-0DC25FC6EDE8}" destId="{6EC9FF39-E44B-45DB-A421-6227F68FC021}" srcOrd="0" destOrd="0" presId="urn:microsoft.com/office/officeart/2008/layout/LinedList"/>
    <dgm:cxn modelId="{2A868D79-9179-4C45-9BCB-D9448EB278CB}" type="presParOf" srcId="{099BA7BE-3E21-4577-BB6B-0DC25FC6EDE8}" destId="{8C536F27-38D3-4291-9385-2491E226D007}" srcOrd="1" destOrd="0" presId="urn:microsoft.com/office/officeart/2008/layout/LinedList"/>
    <dgm:cxn modelId="{685BA1C4-59E7-427C-B4EF-C483F33AB98C}" type="presParOf" srcId="{66FDAC9E-8029-4EF7-8521-4A90862F6791}" destId="{73D4D7C8-0D82-4FBC-A881-9AC5C08066B6}" srcOrd="2" destOrd="0" presId="urn:microsoft.com/office/officeart/2008/layout/LinedList"/>
    <dgm:cxn modelId="{7FA0BD21-7FD1-4E37-A1A6-B34BF832BB80}" type="presParOf" srcId="{66FDAC9E-8029-4EF7-8521-4A90862F6791}" destId="{77CE6180-2B37-452E-9045-D5A04DE71D53}" srcOrd="3" destOrd="0" presId="urn:microsoft.com/office/officeart/2008/layout/LinedList"/>
    <dgm:cxn modelId="{9EC744AE-D93C-4D7F-9343-D190526E47AD}" type="presParOf" srcId="{77CE6180-2B37-452E-9045-D5A04DE71D53}" destId="{EDEDE4C7-952A-4A67-A619-E2AD394AE0F5}" srcOrd="0" destOrd="0" presId="urn:microsoft.com/office/officeart/2008/layout/LinedList"/>
    <dgm:cxn modelId="{8B0674D0-9886-4CC2-A834-1E8211C5C1CF}" type="presParOf" srcId="{77CE6180-2B37-452E-9045-D5A04DE71D53}" destId="{5AFFBA59-C9A6-475F-B25D-D7DE7F9DC066}" srcOrd="1" destOrd="0" presId="urn:microsoft.com/office/officeart/2008/layout/LinedList"/>
    <dgm:cxn modelId="{44FCE9B8-1DB6-462B-9D25-0ED69885D518}" type="presParOf" srcId="{66FDAC9E-8029-4EF7-8521-4A90862F6791}" destId="{B8797946-8857-4E88-A5EB-893EBEC9FC14}" srcOrd="4" destOrd="0" presId="urn:microsoft.com/office/officeart/2008/layout/LinedList"/>
    <dgm:cxn modelId="{7756FD3D-1980-49B1-BB6B-7B95818E9D36}" type="presParOf" srcId="{66FDAC9E-8029-4EF7-8521-4A90862F6791}" destId="{FA142FCC-E90A-481D-8DCB-20C8BF76625A}" srcOrd="5" destOrd="0" presId="urn:microsoft.com/office/officeart/2008/layout/LinedList"/>
    <dgm:cxn modelId="{337CF045-8541-4327-B8E0-6D5B42E7DB86}" type="presParOf" srcId="{FA142FCC-E90A-481D-8DCB-20C8BF76625A}" destId="{CB28EB00-4652-4717-98C0-6AB5558B469A}" srcOrd="0" destOrd="0" presId="urn:microsoft.com/office/officeart/2008/layout/LinedList"/>
    <dgm:cxn modelId="{66CEA8C7-A539-4F14-BB88-FCE19F5C682C}" type="presParOf" srcId="{FA142FCC-E90A-481D-8DCB-20C8BF76625A}" destId="{DDE90B4E-E19F-47F3-B1AC-ED52259794C4}" srcOrd="1" destOrd="0" presId="urn:microsoft.com/office/officeart/2008/layout/LinedList"/>
    <dgm:cxn modelId="{FBD4E6C1-B6BB-4A14-8814-CD0B8E8582A5}" type="presParOf" srcId="{66FDAC9E-8029-4EF7-8521-4A90862F6791}" destId="{566EA551-AF46-464F-925E-B971EF666BDA}" srcOrd="6" destOrd="0" presId="urn:microsoft.com/office/officeart/2008/layout/LinedList"/>
    <dgm:cxn modelId="{5A9E14E7-F9A3-4013-921A-2B04916686DE}" type="presParOf" srcId="{66FDAC9E-8029-4EF7-8521-4A90862F6791}" destId="{20B0CA50-9C72-4C33-AEBB-14DCBAA9F7EA}" srcOrd="7" destOrd="0" presId="urn:microsoft.com/office/officeart/2008/layout/LinedList"/>
    <dgm:cxn modelId="{A83F5B7B-E4CB-4067-93AC-F80078676121}" type="presParOf" srcId="{20B0CA50-9C72-4C33-AEBB-14DCBAA9F7EA}" destId="{ED5967E4-3722-40B7-A6B6-C1F0DCD56A8F}" srcOrd="0" destOrd="0" presId="urn:microsoft.com/office/officeart/2008/layout/LinedList"/>
    <dgm:cxn modelId="{F6DA98A3-7165-4536-BE86-599698DFAE71}" type="presParOf" srcId="{20B0CA50-9C72-4C33-AEBB-14DCBAA9F7EA}" destId="{E730EBE4-3395-43B0-A59F-EACCC063B3C2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D11231FA-0599-46EC-91A4-7AFA23CC08E7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89EC813-AE2A-40F0-A295-87C8796A6802}">
      <dgm:prSet custT="1"/>
      <dgm:spPr/>
      <dgm:t>
        <a:bodyPr/>
        <a:lstStyle/>
        <a:p>
          <a:pPr algn="just"/>
          <a:r>
            <a:rPr lang="cs-CZ" sz="2800" b="0" i="0" dirty="0"/>
            <a:t>Rozvoj psychologie, sociologie a ekonomie</a:t>
          </a:r>
        </a:p>
      </dgm:t>
    </dgm:pt>
    <dgm:pt modelId="{479CFF3A-D8E7-43E7-9971-5BC9C741425A}" type="parTrans" cxnId="{A65A0165-2270-4E0B-92A8-C6C2CD891B6B}">
      <dgm:prSet/>
      <dgm:spPr/>
      <dgm:t>
        <a:bodyPr/>
        <a:lstStyle/>
        <a:p>
          <a:pPr algn="just"/>
          <a:endParaRPr lang="en-US" sz="1400"/>
        </a:p>
      </dgm:t>
    </dgm:pt>
    <dgm:pt modelId="{2870EA09-D943-43B2-9A75-11E4C9F4AD1B}" type="sibTrans" cxnId="{A65A0165-2270-4E0B-92A8-C6C2CD891B6B}">
      <dgm:prSet/>
      <dgm:spPr/>
      <dgm:t>
        <a:bodyPr/>
        <a:lstStyle/>
        <a:p>
          <a:pPr algn="just"/>
          <a:endParaRPr lang="en-US" sz="1400"/>
        </a:p>
      </dgm:t>
    </dgm:pt>
    <dgm:pt modelId="{1B9D321C-6855-4CEA-8A6A-D2CBA076155B}">
      <dgm:prSet custT="1"/>
      <dgm:spPr/>
      <dgm:t>
        <a:bodyPr/>
        <a:lstStyle/>
        <a:p>
          <a:pPr algn="just"/>
          <a:r>
            <a:rPr lang="cs-CZ" sz="2800" b="0" i="0" dirty="0"/>
            <a:t>Aplikace vědy v průmyslu a válce</a:t>
          </a:r>
        </a:p>
      </dgm:t>
    </dgm:pt>
    <dgm:pt modelId="{80B8A1B5-F941-42D5-8A2C-8D5A521C45AF}" type="parTrans" cxnId="{E337A05B-BE5F-4496-8432-EEA73F4114C7}">
      <dgm:prSet/>
      <dgm:spPr/>
    </dgm:pt>
    <dgm:pt modelId="{51439AF5-8654-4CBC-9ABA-D395C1D28A4F}" type="sibTrans" cxnId="{E337A05B-BE5F-4496-8432-EEA73F4114C7}">
      <dgm:prSet/>
      <dgm:spPr/>
    </dgm:pt>
    <dgm:pt modelId="{45752016-92CC-45C5-9A9D-05C31AD9D19C}">
      <dgm:prSet custT="1"/>
      <dgm:spPr/>
      <dgm:t>
        <a:bodyPr/>
        <a:lstStyle/>
        <a:p>
          <a:pPr algn="just"/>
          <a:r>
            <a:rPr lang="cs-CZ" sz="2800" b="0" i="0" dirty="0"/>
            <a:t>Globalizace vědy, technologií</a:t>
          </a:r>
        </a:p>
      </dgm:t>
    </dgm:pt>
    <dgm:pt modelId="{F27A4C3D-7F5E-41A3-B5CC-1F61B3008D9A}" type="parTrans" cxnId="{84B8CAC2-6FF3-4927-9132-C7E69562F646}">
      <dgm:prSet/>
      <dgm:spPr/>
    </dgm:pt>
    <dgm:pt modelId="{C38289B6-7E32-4256-BD25-0A3BC4CDD30E}" type="sibTrans" cxnId="{84B8CAC2-6FF3-4927-9132-C7E69562F646}">
      <dgm:prSet/>
      <dgm:spPr/>
    </dgm:pt>
    <dgm:pt modelId="{66FDAC9E-8029-4EF7-8521-4A90862F6791}" type="pres">
      <dgm:prSet presAssocID="{D11231FA-0599-46EC-91A4-7AFA23CC08E7}" presName="vert0" presStyleCnt="0">
        <dgm:presLayoutVars>
          <dgm:dir/>
          <dgm:animOne val="branch"/>
          <dgm:animLvl val="lvl"/>
        </dgm:presLayoutVars>
      </dgm:prSet>
      <dgm:spPr/>
    </dgm:pt>
    <dgm:pt modelId="{E202E617-D1EF-4670-8C6D-66748AD874AF}" type="pres">
      <dgm:prSet presAssocID="{C89EC813-AE2A-40F0-A295-87C8796A6802}" presName="thickLine" presStyleLbl="alignNode1" presStyleIdx="0" presStyleCnt="3"/>
      <dgm:spPr/>
    </dgm:pt>
    <dgm:pt modelId="{099BA7BE-3E21-4577-BB6B-0DC25FC6EDE8}" type="pres">
      <dgm:prSet presAssocID="{C89EC813-AE2A-40F0-A295-87C8796A6802}" presName="horz1" presStyleCnt="0"/>
      <dgm:spPr/>
    </dgm:pt>
    <dgm:pt modelId="{6EC9FF39-E44B-45DB-A421-6227F68FC021}" type="pres">
      <dgm:prSet presAssocID="{C89EC813-AE2A-40F0-A295-87C8796A6802}" presName="tx1" presStyleLbl="revTx" presStyleIdx="0" presStyleCnt="3"/>
      <dgm:spPr/>
    </dgm:pt>
    <dgm:pt modelId="{8C536F27-38D3-4291-9385-2491E226D007}" type="pres">
      <dgm:prSet presAssocID="{C89EC813-AE2A-40F0-A295-87C8796A6802}" presName="vert1" presStyleCnt="0"/>
      <dgm:spPr/>
    </dgm:pt>
    <dgm:pt modelId="{D14685BA-E6CD-4E27-99F1-BFCA3484603D}" type="pres">
      <dgm:prSet presAssocID="{1B9D321C-6855-4CEA-8A6A-D2CBA076155B}" presName="thickLine" presStyleLbl="alignNode1" presStyleIdx="1" presStyleCnt="3"/>
      <dgm:spPr/>
    </dgm:pt>
    <dgm:pt modelId="{EAE202C4-0ADD-4451-BF61-9E485EAB3F34}" type="pres">
      <dgm:prSet presAssocID="{1B9D321C-6855-4CEA-8A6A-D2CBA076155B}" presName="horz1" presStyleCnt="0"/>
      <dgm:spPr/>
    </dgm:pt>
    <dgm:pt modelId="{463D6AD5-28C9-4728-9001-3AF64AD69E4A}" type="pres">
      <dgm:prSet presAssocID="{1B9D321C-6855-4CEA-8A6A-D2CBA076155B}" presName="tx1" presStyleLbl="revTx" presStyleIdx="1" presStyleCnt="3"/>
      <dgm:spPr/>
    </dgm:pt>
    <dgm:pt modelId="{D6A8BEAB-DFBD-4E79-B39C-CC94D4E6C310}" type="pres">
      <dgm:prSet presAssocID="{1B9D321C-6855-4CEA-8A6A-D2CBA076155B}" presName="vert1" presStyleCnt="0"/>
      <dgm:spPr/>
    </dgm:pt>
    <dgm:pt modelId="{CA3828B5-5B48-4A9A-9CEC-C1586977AB93}" type="pres">
      <dgm:prSet presAssocID="{45752016-92CC-45C5-9A9D-05C31AD9D19C}" presName="thickLine" presStyleLbl="alignNode1" presStyleIdx="2" presStyleCnt="3"/>
      <dgm:spPr/>
    </dgm:pt>
    <dgm:pt modelId="{AFAFCB69-F320-4AE6-B982-8A20B3A1D725}" type="pres">
      <dgm:prSet presAssocID="{45752016-92CC-45C5-9A9D-05C31AD9D19C}" presName="horz1" presStyleCnt="0"/>
      <dgm:spPr/>
    </dgm:pt>
    <dgm:pt modelId="{AA4FD907-30E0-4E22-80A0-ABBD31966E78}" type="pres">
      <dgm:prSet presAssocID="{45752016-92CC-45C5-9A9D-05C31AD9D19C}" presName="tx1" presStyleLbl="revTx" presStyleIdx="2" presStyleCnt="3"/>
      <dgm:spPr/>
    </dgm:pt>
    <dgm:pt modelId="{1DFCC7D9-64F3-4B31-A535-66DE397AD272}" type="pres">
      <dgm:prSet presAssocID="{45752016-92CC-45C5-9A9D-05C31AD9D19C}" presName="vert1" presStyleCnt="0"/>
      <dgm:spPr/>
    </dgm:pt>
  </dgm:ptLst>
  <dgm:cxnLst>
    <dgm:cxn modelId="{DB142507-A093-42D8-BA1A-80D941D0C439}" type="presOf" srcId="{1B9D321C-6855-4CEA-8A6A-D2CBA076155B}" destId="{463D6AD5-28C9-4728-9001-3AF64AD69E4A}" srcOrd="0" destOrd="0" presId="urn:microsoft.com/office/officeart/2008/layout/LinedList"/>
    <dgm:cxn modelId="{E337A05B-BE5F-4496-8432-EEA73F4114C7}" srcId="{D11231FA-0599-46EC-91A4-7AFA23CC08E7}" destId="{1B9D321C-6855-4CEA-8A6A-D2CBA076155B}" srcOrd="1" destOrd="0" parTransId="{80B8A1B5-F941-42D5-8A2C-8D5A521C45AF}" sibTransId="{51439AF5-8654-4CBC-9ABA-D395C1D28A4F}"/>
    <dgm:cxn modelId="{A65A0165-2270-4E0B-92A8-C6C2CD891B6B}" srcId="{D11231FA-0599-46EC-91A4-7AFA23CC08E7}" destId="{C89EC813-AE2A-40F0-A295-87C8796A6802}" srcOrd="0" destOrd="0" parTransId="{479CFF3A-D8E7-43E7-9971-5BC9C741425A}" sibTransId="{2870EA09-D943-43B2-9A75-11E4C9F4AD1B}"/>
    <dgm:cxn modelId="{A980E855-C616-4A31-A245-C74A8EDB7C00}" type="presOf" srcId="{45752016-92CC-45C5-9A9D-05C31AD9D19C}" destId="{AA4FD907-30E0-4E22-80A0-ABBD31966E78}" srcOrd="0" destOrd="0" presId="urn:microsoft.com/office/officeart/2008/layout/LinedList"/>
    <dgm:cxn modelId="{D062097F-990D-4292-BAD5-A1B615E8789A}" type="presOf" srcId="{C89EC813-AE2A-40F0-A295-87C8796A6802}" destId="{6EC9FF39-E44B-45DB-A421-6227F68FC021}" srcOrd="0" destOrd="0" presId="urn:microsoft.com/office/officeart/2008/layout/LinedList"/>
    <dgm:cxn modelId="{84B8CAC2-6FF3-4927-9132-C7E69562F646}" srcId="{D11231FA-0599-46EC-91A4-7AFA23CC08E7}" destId="{45752016-92CC-45C5-9A9D-05C31AD9D19C}" srcOrd="2" destOrd="0" parTransId="{F27A4C3D-7F5E-41A3-B5CC-1F61B3008D9A}" sibTransId="{C38289B6-7E32-4256-BD25-0A3BC4CDD30E}"/>
    <dgm:cxn modelId="{304BCCD5-1B91-46CF-8A0A-758C01C33339}" type="presOf" srcId="{D11231FA-0599-46EC-91A4-7AFA23CC08E7}" destId="{66FDAC9E-8029-4EF7-8521-4A90862F6791}" srcOrd="0" destOrd="0" presId="urn:microsoft.com/office/officeart/2008/layout/LinedList"/>
    <dgm:cxn modelId="{E8E98B79-4695-40E0-84D0-265555153663}" type="presParOf" srcId="{66FDAC9E-8029-4EF7-8521-4A90862F6791}" destId="{E202E617-D1EF-4670-8C6D-66748AD874AF}" srcOrd="0" destOrd="0" presId="urn:microsoft.com/office/officeart/2008/layout/LinedList"/>
    <dgm:cxn modelId="{6E49FEC5-A6F2-44FA-B3B4-68D8C6E51AA1}" type="presParOf" srcId="{66FDAC9E-8029-4EF7-8521-4A90862F6791}" destId="{099BA7BE-3E21-4577-BB6B-0DC25FC6EDE8}" srcOrd="1" destOrd="0" presId="urn:microsoft.com/office/officeart/2008/layout/LinedList"/>
    <dgm:cxn modelId="{B8885247-F4EB-488C-B047-146700EC2026}" type="presParOf" srcId="{099BA7BE-3E21-4577-BB6B-0DC25FC6EDE8}" destId="{6EC9FF39-E44B-45DB-A421-6227F68FC021}" srcOrd="0" destOrd="0" presId="urn:microsoft.com/office/officeart/2008/layout/LinedList"/>
    <dgm:cxn modelId="{2A868D79-9179-4C45-9BCB-D9448EB278CB}" type="presParOf" srcId="{099BA7BE-3E21-4577-BB6B-0DC25FC6EDE8}" destId="{8C536F27-38D3-4291-9385-2491E226D007}" srcOrd="1" destOrd="0" presId="urn:microsoft.com/office/officeart/2008/layout/LinedList"/>
    <dgm:cxn modelId="{C3A970CF-EBB6-4EE3-98EC-46415909535E}" type="presParOf" srcId="{66FDAC9E-8029-4EF7-8521-4A90862F6791}" destId="{D14685BA-E6CD-4E27-99F1-BFCA3484603D}" srcOrd="2" destOrd="0" presId="urn:microsoft.com/office/officeart/2008/layout/LinedList"/>
    <dgm:cxn modelId="{7A7DDA38-89BE-48B4-8F39-FD3CF8E04ECD}" type="presParOf" srcId="{66FDAC9E-8029-4EF7-8521-4A90862F6791}" destId="{EAE202C4-0ADD-4451-BF61-9E485EAB3F34}" srcOrd="3" destOrd="0" presId="urn:microsoft.com/office/officeart/2008/layout/LinedList"/>
    <dgm:cxn modelId="{ED6E7063-7C5F-4450-B2F1-2623ECB1A340}" type="presParOf" srcId="{EAE202C4-0ADD-4451-BF61-9E485EAB3F34}" destId="{463D6AD5-28C9-4728-9001-3AF64AD69E4A}" srcOrd="0" destOrd="0" presId="urn:microsoft.com/office/officeart/2008/layout/LinedList"/>
    <dgm:cxn modelId="{A731DF9B-09FB-42F9-B156-753735ECCE6C}" type="presParOf" srcId="{EAE202C4-0ADD-4451-BF61-9E485EAB3F34}" destId="{D6A8BEAB-DFBD-4E79-B39C-CC94D4E6C310}" srcOrd="1" destOrd="0" presId="urn:microsoft.com/office/officeart/2008/layout/LinedList"/>
    <dgm:cxn modelId="{92914B86-0904-42BC-9760-8E27975F0682}" type="presParOf" srcId="{66FDAC9E-8029-4EF7-8521-4A90862F6791}" destId="{CA3828B5-5B48-4A9A-9CEC-C1586977AB93}" srcOrd="4" destOrd="0" presId="urn:microsoft.com/office/officeart/2008/layout/LinedList"/>
    <dgm:cxn modelId="{50A71FDE-B200-4C88-8A27-DF35F0133ABF}" type="presParOf" srcId="{66FDAC9E-8029-4EF7-8521-4A90862F6791}" destId="{AFAFCB69-F320-4AE6-B982-8A20B3A1D725}" srcOrd="5" destOrd="0" presId="urn:microsoft.com/office/officeart/2008/layout/LinedList"/>
    <dgm:cxn modelId="{F1E8159B-B468-4F28-8B30-9C01178519E5}" type="presParOf" srcId="{AFAFCB69-F320-4AE6-B982-8A20B3A1D725}" destId="{AA4FD907-30E0-4E22-80A0-ABBD31966E78}" srcOrd="0" destOrd="0" presId="urn:microsoft.com/office/officeart/2008/layout/LinedList"/>
    <dgm:cxn modelId="{E2648026-6E36-4DE2-AFCA-4D11858E4F37}" type="presParOf" srcId="{AFAFCB69-F320-4AE6-B982-8A20B3A1D725}" destId="{1DFCC7D9-64F3-4B31-A535-66DE397AD272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D11231FA-0599-46EC-91A4-7AFA23CC08E7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89EC813-AE2A-40F0-A295-87C8796A6802}">
      <dgm:prSet custT="1"/>
      <dgm:spPr/>
      <dgm:t>
        <a:bodyPr/>
        <a:lstStyle/>
        <a:p>
          <a:pPr algn="just"/>
          <a:r>
            <a:rPr lang="cs-CZ" sz="2800" b="0" i="0" dirty="0"/>
            <a:t>Umělá inteligence</a:t>
          </a:r>
        </a:p>
      </dgm:t>
    </dgm:pt>
    <dgm:pt modelId="{479CFF3A-D8E7-43E7-9971-5BC9C741425A}" type="parTrans" cxnId="{A65A0165-2270-4E0B-92A8-C6C2CD891B6B}">
      <dgm:prSet/>
      <dgm:spPr/>
      <dgm:t>
        <a:bodyPr/>
        <a:lstStyle/>
        <a:p>
          <a:pPr algn="just"/>
          <a:endParaRPr lang="en-US" sz="1400"/>
        </a:p>
      </dgm:t>
    </dgm:pt>
    <dgm:pt modelId="{2870EA09-D943-43B2-9A75-11E4C9F4AD1B}" type="sibTrans" cxnId="{A65A0165-2270-4E0B-92A8-C6C2CD891B6B}">
      <dgm:prSet/>
      <dgm:spPr/>
      <dgm:t>
        <a:bodyPr/>
        <a:lstStyle/>
        <a:p>
          <a:pPr algn="just"/>
          <a:endParaRPr lang="en-US" sz="1400"/>
        </a:p>
      </dgm:t>
    </dgm:pt>
    <dgm:pt modelId="{E987D373-F6D3-441F-8300-120CB4215956}">
      <dgm:prSet custT="1"/>
      <dgm:spPr/>
      <dgm:t>
        <a:bodyPr/>
        <a:lstStyle/>
        <a:p>
          <a:pPr algn="just"/>
          <a:r>
            <a:rPr lang="cs-CZ" sz="2800" b="0" i="0" dirty="0"/>
            <a:t>Nanotechnologie</a:t>
          </a:r>
        </a:p>
      </dgm:t>
    </dgm:pt>
    <dgm:pt modelId="{1F6DDE85-360F-4D26-B699-92D594D1EEFB}" type="parTrans" cxnId="{888FC3E3-DD81-464C-94E6-01913DA193D3}">
      <dgm:prSet/>
      <dgm:spPr/>
    </dgm:pt>
    <dgm:pt modelId="{165E67C7-2659-4B6C-9BFB-CF72582E5FE4}" type="sibTrans" cxnId="{888FC3E3-DD81-464C-94E6-01913DA193D3}">
      <dgm:prSet/>
      <dgm:spPr/>
    </dgm:pt>
    <dgm:pt modelId="{D33E6A48-32DB-430B-AD5A-A1D205C76231}">
      <dgm:prSet custT="1"/>
      <dgm:spPr/>
      <dgm:t>
        <a:bodyPr/>
        <a:lstStyle/>
        <a:p>
          <a:pPr algn="just"/>
          <a:r>
            <a:rPr lang="cs-CZ" sz="2800" b="0" i="0" dirty="0"/>
            <a:t>Automatizace, </a:t>
          </a:r>
          <a:r>
            <a:rPr lang="cs-CZ" sz="2800" b="0" i="0" dirty="0" err="1"/>
            <a:t>IoT</a:t>
          </a:r>
          <a:endParaRPr lang="cs-CZ" sz="2800" b="0" i="0" dirty="0"/>
        </a:p>
      </dgm:t>
    </dgm:pt>
    <dgm:pt modelId="{F19728F8-F550-4528-88C4-5E95461ED940}" type="parTrans" cxnId="{AB5E6480-BAE8-4934-A535-DA603BCC03F2}">
      <dgm:prSet/>
      <dgm:spPr/>
    </dgm:pt>
    <dgm:pt modelId="{6EEE4493-9743-432C-8546-C0E909437955}" type="sibTrans" cxnId="{AB5E6480-BAE8-4934-A535-DA603BCC03F2}">
      <dgm:prSet/>
      <dgm:spPr/>
    </dgm:pt>
    <dgm:pt modelId="{66FDAC9E-8029-4EF7-8521-4A90862F6791}" type="pres">
      <dgm:prSet presAssocID="{D11231FA-0599-46EC-91A4-7AFA23CC08E7}" presName="vert0" presStyleCnt="0">
        <dgm:presLayoutVars>
          <dgm:dir/>
          <dgm:animOne val="branch"/>
          <dgm:animLvl val="lvl"/>
        </dgm:presLayoutVars>
      </dgm:prSet>
      <dgm:spPr/>
    </dgm:pt>
    <dgm:pt modelId="{E202E617-D1EF-4670-8C6D-66748AD874AF}" type="pres">
      <dgm:prSet presAssocID="{C89EC813-AE2A-40F0-A295-87C8796A6802}" presName="thickLine" presStyleLbl="alignNode1" presStyleIdx="0" presStyleCnt="3"/>
      <dgm:spPr/>
    </dgm:pt>
    <dgm:pt modelId="{099BA7BE-3E21-4577-BB6B-0DC25FC6EDE8}" type="pres">
      <dgm:prSet presAssocID="{C89EC813-AE2A-40F0-A295-87C8796A6802}" presName="horz1" presStyleCnt="0"/>
      <dgm:spPr/>
    </dgm:pt>
    <dgm:pt modelId="{6EC9FF39-E44B-45DB-A421-6227F68FC021}" type="pres">
      <dgm:prSet presAssocID="{C89EC813-AE2A-40F0-A295-87C8796A6802}" presName="tx1" presStyleLbl="revTx" presStyleIdx="0" presStyleCnt="3"/>
      <dgm:spPr/>
    </dgm:pt>
    <dgm:pt modelId="{8C536F27-38D3-4291-9385-2491E226D007}" type="pres">
      <dgm:prSet presAssocID="{C89EC813-AE2A-40F0-A295-87C8796A6802}" presName="vert1" presStyleCnt="0"/>
      <dgm:spPr/>
    </dgm:pt>
    <dgm:pt modelId="{26438CB9-3D72-4836-8AB2-893E5FA7DEAC}" type="pres">
      <dgm:prSet presAssocID="{E987D373-F6D3-441F-8300-120CB4215956}" presName="thickLine" presStyleLbl="alignNode1" presStyleIdx="1" presStyleCnt="3"/>
      <dgm:spPr/>
    </dgm:pt>
    <dgm:pt modelId="{7ACC437E-18C0-423B-B418-E5E13FABF43F}" type="pres">
      <dgm:prSet presAssocID="{E987D373-F6D3-441F-8300-120CB4215956}" presName="horz1" presStyleCnt="0"/>
      <dgm:spPr/>
    </dgm:pt>
    <dgm:pt modelId="{867E93B6-D93A-471B-A407-3A38758D8AF8}" type="pres">
      <dgm:prSet presAssocID="{E987D373-F6D3-441F-8300-120CB4215956}" presName="tx1" presStyleLbl="revTx" presStyleIdx="1" presStyleCnt="3"/>
      <dgm:spPr/>
    </dgm:pt>
    <dgm:pt modelId="{BB9E89CE-4A4C-4EB0-93AD-4F48FBA380C1}" type="pres">
      <dgm:prSet presAssocID="{E987D373-F6D3-441F-8300-120CB4215956}" presName="vert1" presStyleCnt="0"/>
      <dgm:spPr/>
    </dgm:pt>
    <dgm:pt modelId="{40B959E0-8AE2-4D9D-A98D-C3C6CC6F3D70}" type="pres">
      <dgm:prSet presAssocID="{D33E6A48-32DB-430B-AD5A-A1D205C76231}" presName="thickLine" presStyleLbl="alignNode1" presStyleIdx="2" presStyleCnt="3"/>
      <dgm:spPr/>
    </dgm:pt>
    <dgm:pt modelId="{F4ADE8B6-65BD-45C8-AE8E-B787971D87D8}" type="pres">
      <dgm:prSet presAssocID="{D33E6A48-32DB-430B-AD5A-A1D205C76231}" presName="horz1" presStyleCnt="0"/>
      <dgm:spPr/>
    </dgm:pt>
    <dgm:pt modelId="{68BA865C-0047-465A-BE48-B441FD78BD10}" type="pres">
      <dgm:prSet presAssocID="{D33E6A48-32DB-430B-AD5A-A1D205C76231}" presName="tx1" presStyleLbl="revTx" presStyleIdx="2" presStyleCnt="3"/>
      <dgm:spPr/>
    </dgm:pt>
    <dgm:pt modelId="{63982364-E5FA-44C0-BC75-7FD4060E0C67}" type="pres">
      <dgm:prSet presAssocID="{D33E6A48-32DB-430B-AD5A-A1D205C76231}" presName="vert1" presStyleCnt="0"/>
      <dgm:spPr/>
    </dgm:pt>
  </dgm:ptLst>
  <dgm:cxnLst>
    <dgm:cxn modelId="{A65A0165-2270-4E0B-92A8-C6C2CD891B6B}" srcId="{D11231FA-0599-46EC-91A4-7AFA23CC08E7}" destId="{C89EC813-AE2A-40F0-A295-87C8796A6802}" srcOrd="0" destOrd="0" parTransId="{479CFF3A-D8E7-43E7-9971-5BC9C741425A}" sibTransId="{2870EA09-D943-43B2-9A75-11E4C9F4AD1B}"/>
    <dgm:cxn modelId="{D062097F-990D-4292-BAD5-A1B615E8789A}" type="presOf" srcId="{C89EC813-AE2A-40F0-A295-87C8796A6802}" destId="{6EC9FF39-E44B-45DB-A421-6227F68FC021}" srcOrd="0" destOrd="0" presId="urn:microsoft.com/office/officeart/2008/layout/LinedList"/>
    <dgm:cxn modelId="{AB5E6480-BAE8-4934-A535-DA603BCC03F2}" srcId="{D11231FA-0599-46EC-91A4-7AFA23CC08E7}" destId="{D33E6A48-32DB-430B-AD5A-A1D205C76231}" srcOrd="2" destOrd="0" parTransId="{F19728F8-F550-4528-88C4-5E95461ED940}" sibTransId="{6EEE4493-9743-432C-8546-C0E909437955}"/>
    <dgm:cxn modelId="{5CBCDF9C-9A41-4420-908F-8736FB1B777B}" type="presOf" srcId="{D33E6A48-32DB-430B-AD5A-A1D205C76231}" destId="{68BA865C-0047-465A-BE48-B441FD78BD10}" srcOrd="0" destOrd="0" presId="urn:microsoft.com/office/officeart/2008/layout/LinedList"/>
    <dgm:cxn modelId="{E28381BA-6DE7-4EF3-ADA1-85534B0B0825}" type="presOf" srcId="{E987D373-F6D3-441F-8300-120CB4215956}" destId="{867E93B6-D93A-471B-A407-3A38758D8AF8}" srcOrd="0" destOrd="0" presId="urn:microsoft.com/office/officeart/2008/layout/LinedList"/>
    <dgm:cxn modelId="{304BCCD5-1B91-46CF-8A0A-758C01C33339}" type="presOf" srcId="{D11231FA-0599-46EC-91A4-7AFA23CC08E7}" destId="{66FDAC9E-8029-4EF7-8521-4A90862F6791}" srcOrd="0" destOrd="0" presId="urn:microsoft.com/office/officeart/2008/layout/LinedList"/>
    <dgm:cxn modelId="{888FC3E3-DD81-464C-94E6-01913DA193D3}" srcId="{D11231FA-0599-46EC-91A4-7AFA23CC08E7}" destId="{E987D373-F6D3-441F-8300-120CB4215956}" srcOrd="1" destOrd="0" parTransId="{1F6DDE85-360F-4D26-B699-92D594D1EEFB}" sibTransId="{165E67C7-2659-4B6C-9BFB-CF72582E5FE4}"/>
    <dgm:cxn modelId="{E8E98B79-4695-40E0-84D0-265555153663}" type="presParOf" srcId="{66FDAC9E-8029-4EF7-8521-4A90862F6791}" destId="{E202E617-D1EF-4670-8C6D-66748AD874AF}" srcOrd="0" destOrd="0" presId="urn:microsoft.com/office/officeart/2008/layout/LinedList"/>
    <dgm:cxn modelId="{6E49FEC5-A6F2-44FA-B3B4-68D8C6E51AA1}" type="presParOf" srcId="{66FDAC9E-8029-4EF7-8521-4A90862F6791}" destId="{099BA7BE-3E21-4577-BB6B-0DC25FC6EDE8}" srcOrd="1" destOrd="0" presId="urn:microsoft.com/office/officeart/2008/layout/LinedList"/>
    <dgm:cxn modelId="{B8885247-F4EB-488C-B047-146700EC2026}" type="presParOf" srcId="{099BA7BE-3E21-4577-BB6B-0DC25FC6EDE8}" destId="{6EC9FF39-E44B-45DB-A421-6227F68FC021}" srcOrd="0" destOrd="0" presId="urn:microsoft.com/office/officeart/2008/layout/LinedList"/>
    <dgm:cxn modelId="{2A868D79-9179-4C45-9BCB-D9448EB278CB}" type="presParOf" srcId="{099BA7BE-3E21-4577-BB6B-0DC25FC6EDE8}" destId="{8C536F27-38D3-4291-9385-2491E226D007}" srcOrd="1" destOrd="0" presId="urn:microsoft.com/office/officeart/2008/layout/LinedList"/>
    <dgm:cxn modelId="{D799DE1C-F608-4B15-8696-F4CDB5EFD6BF}" type="presParOf" srcId="{66FDAC9E-8029-4EF7-8521-4A90862F6791}" destId="{26438CB9-3D72-4836-8AB2-893E5FA7DEAC}" srcOrd="2" destOrd="0" presId="urn:microsoft.com/office/officeart/2008/layout/LinedList"/>
    <dgm:cxn modelId="{E232E852-D342-43B9-ACBA-C22BD3685BA1}" type="presParOf" srcId="{66FDAC9E-8029-4EF7-8521-4A90862F6791}" destId="{7ACC437E-18C0-423B-B418-E5E13FABF43F}" srcOrd="3" destOrd="0" presId="urn:microsoft.com/office/officeart/2008/layout/LinedList"/>
    <dgm:cxn modelId="{4126F773-B9FB-4680-92D5-9693E79D7105}" type="presParOf" srcId="{7ACC437E-18C0-423B-B418-E5E13FABF43F}" destId="{867E93B6-D93A-471B-A407-3A38758D8AF8}" srcOrd="0" destOrd="0" presId="urn:microsoft.com/office/officeart/2008/layout/LinedList"/>
    <dgm:cxn modelId="{840D7846-1223-4169-8557-05A2B15121B6}" type="presParOf" srcId="{7ACC437E-18C0-423B-B418-E5E13FABF43F}" destId="{BB9E89CE-4A4C-4EB0-93AD-4F48FBA380C1}" srcOrd="1" destOrd="0" presId="urn:microsoft.com/office/officeart/2008/layout/LinedList"/>
    <dgm:cxn modelId="{7F824AC1-5ACA-4E6F-836C-0473E0E949DF}" type="presParOf" srcId="{66FDAC9E-8029-4EF7-8521-4A90862F6791}" destId="{40B959E0-8AE2-4D9D-A98D-C3C6CC6F3D70}" srcOrd="4" destOrd="0" presId="urn:microsoft.com/office/officeart/2008/layout/LinedList"/>
    <dgm:cxn modelId="{B3B5D928-CAA0-42AE-B151-F6A8D0A34CF4}" type="presParOf" srcId="{66FDAC9E-8029-4EF7-8521-4A90862F6791}" destId="{F4ADE8B6-65BD-45C8-AE8E-B787971D87D8}" srcOrd="5" destOrd="0" presId="urn:microsoft.com/office/officeart/2008/layout/LinedList"/>
    <dgm:cxn modelId="{6961F7AF-0A31-418A-8194-12E5AE9E1259}" type="presParOf" srcId="{F4ADE8B6-65BD-45C8-AE8E-B787971D87D8}" destId="{68BA865C-0047-465A-BE48-B441FD78BD10}" srcOrd="0" destOrd="0" presId="urn:microsoft.com/office/officeart/2008/layout/LinedList"/>
    <dgm:cxn modelId="{AA7AE3CB-BC5C-4C88-9391-748738DA35C8}" type="presParOf" srcId="{F4ADE8B6-65BD-45C8-AE8E-B787971D87D8}" destId="{63982364-E5FA-44C0-BC75-7FD4060E0C67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2.xml><?xml version="1.0" encoding="utf-8"?>
<dgm:dataModel xmlns:dgm="http://schemas.openxmlformats.org/drawingml/2006/diagram" xmlns:a="http://schemas.openxmlformats.org/drawingml/2006/main">
  <dgm:ptLst>
    <dgm:pt modelId="{D11231FA-0599-46EC-91A4-7AFA23CC08E7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89EC813-AE2A-40F0-A295-87C8796A6802}">
      <dgm:prSet custT="1"/>
      <dgm:spPr/>
      <dgm:t>
        <a:bodyPr/>
        <a:lstStyle/>
        <a:p>
          <a:pPr algn="just"/>
          <a:r>
            <a:rPr lang="cs-CZ" sz="2800" b="0" i="0" dirty="0"/>
            <a:t>Genová editace</a:t>
          </a:r>
        </a:p>
      </dgm:t>
    </dgm:pt>
    <dgm:pt modelId="{479CFF3A-D8E7-43E7-9971-5BC9C741425A}" type="parTrans" cxnId="{A65A0165-2270-4E0B-92A8-C6C2CD891B6B}">
      <dgm:prSet/>
      <dgm:spPr/>
      <dgm:t>
        <a:bodyPr/>
        <a:lstStyle/>
        <a:p>
          <a:pPr algn="just"/>
          <a:endParaRPr lang="en-US" sz="1400"/>
        </a:p>
      </dgm:t>
    </dgm:pt>
    <dgm:pt modelId="{2870EA09-D943-43B2-9A75-11E4C9F4AD1B}" type="sibTrans" cxnId="{A65A0165-2270-4E0B-92A8-C6C2CD891B6B}">
      <dgm:prSet/>
      <dgm:spPr/>
      <dgm:t>
        <a:bodyPr/>
        <a:lstStyle/>
        <a:p>
          <a:pPr algn="just"/>
          <a:endParaRPr lang="en-US" sz="1400"/>
        </a:p>
      </dgm:t>
    </dgm:pt>
    <dgm:pt modelId="{8F931AD3-6DA8-45C0-8632-AF891CA86381}">
      <dgm:prSet custT="1"/>
      <dgm:spPr/>
      <dgm:t>
        <a:bodyPr/>
        <a:lstStyle/>
        <a:p>
          <a:pPr algn="just"/>
          <a:r>
            <a:rPr lang="cs-CZ" sz="2800" b="0" i="0" dirty="0"/>
            <a:t>Biotechnologie</a:t>
          </a:r>
        </a:p>
      </dgm:t>
    </dgm:pt>
    <dgm:pt modelId="{E6DCE01D-A19A-4286-A0EC-73CC590C8983}" type="parTrans" cxnId="{BAF86DDC-0706-4B80-AAC4-E54A19015AC4}">
      <dgm:prSet/>
      <dgm:spPr/>
    </dgm:pt>
    <dgm:pt modelId="{6A36F90E-9803-49D5-9DEF-A9EA61412F54}" type="sibTrans" cxnId="{BAF86DDC-0706-4B80-AAC4-E54A19015AC4}">
      <dgm:prSet/>
      <dgm:spPr/>
    </dgm:pt>
    <dgm:pt modelId="{9C906A6D-C0CE-4F27-B0DC-CDD2347C75AA}">
      <dgm:prSet custT="1"/>
      <dgm:spPr/>
      <dgm:t>
        <a:bodyPr/>
        <a:lstStyle/>
        <a:p>
          <a:pPr algn="just"/>
          <a:r>
            <a:rPr lang="cs-CZ" sz="2800" b="0" i="0" dirty="0"/>
            <a:t>Vývoj vakcín mRNA</a:t>
          </a:r>
        </a:p>
      </dgm:t>
    </dgm:pt>
    <dgm:pt modelId="{141AE1EF-FD9D-42B1-B3F1-31462B5435EA}" type="parTrans" cxnId="{49A12ACD-95B9-4344-99D0-36CFC0E86086}">
      <dgm:prSet/>
      <dgm:spPr/>
    </dgm:pt>
    <dgm:pt modelId="{C7371BD3-E464-4F7C-8FF7-D3882251E226}" type="sibTrans" cxnId="{49A12ACD-95B9-4344-99D0-36CFC0E86086}">
      <dgm:prSet/>
      <dgm:spPr/>
    </dgm:pt>
    <dgm:pt modelId="{66FDAC9E-8029-4EF7-8521-4A90862F6791}" type="pres">
      <dgm:prSet presAssocID="{D11231FA-0599-46EC-91A4-7AFA23CC08E7}" presName="vert0" presStyleCnt="0">
        <dgm:presLayoutVars>
          <dgm:dir/>
          <dgm:animOne val="branch"/>
          <dgm:animLvl val="lvl"/>
        </dgm:presLayoutVars>
      </dgm:prSet>
      <dgm:spPr/>
    </dgm:pt>
    <dgm:pt modelId="{E202E617-D1EF-4670-8C6D-66748AD874AF}" type="pres">
      <dgm:prSet presAssocID="{C89EC813-AE2A-40F0-A295-87C8796A6802}" presName="thickLine" presStyleLbl="alignNode1" presStyleIdx="0" presStyleCnt="3"/>
      <dgm:spPr/>
    </dgm:pt>
    <dgm:pt modelId="{099BA7BE-3E21-4577-BB6B-0DC25FC6EDE8}" type="pres">
      <dgm:prSet presAssocID="{C89EC813-AE2A-40F0-A295-87C8796A6802}" presName="horz1" presStyleCnt="0"/>
      <dgm:spPr/>
    </dgm:pt>
    <dgm:pt modelId="{6EC9FF39-E44B-45DB-A421-6227F68FC021}" type="pres">
      <dgm:prSet presAssocID="{C89EC813-AE2A-40F0-A295-87C8796A6802}" presName="tx1" presStyleLbl="revTx" presStyleIdx="0" presStyleCnt="3"/>
      <dgm:spPr/>
    </dgm:pt>
    <dgm:pt modelId="{8C536F27-38D3-4291-9385-2491E226D007}" type="pres">
      <dgm:prSet presAssocID="{C89EC813-AE2A-40F0-A295-87C8796A6802}" presName="vert1" presStyleCnt="0"/>
      <dgm:spPr/>
    </dgm:pt>
    <dgm:pt modelId="{2E95CAFC-48A5-4305-AB1B-65D32A68D293}" type="pres">
      <dgm:prSet presAssocID="{8F931AD3-6DA8-45C0-8632-AF891CA86381}" presName="thickLine" presStyleLbl="alignNode1" presStyleIdx="1" presStyleCnt="3"/>
      <dgm:spPr/>
    </dgm:pt>
    <dgm:pt modelId="{B7963831-E6CC-4C86-959B-2472533341E2}" type="pres">
      <dgm:prSet presAssocID="{8F931AD3-6DA8-45C0-8632-AF891CA86381}" presName="horz1" presStyleCnt="0"/>
      <dgm:spPr/>
    </dgm:pt>
    <dgm:pt modelId="{4CF6AA2F-5C96-42FA-B4F2-8FD35473A2A1}" type="pres">
      <dgm:prSet presAssocID="{8F931AD3-6DA8-45C0-8632-AF891CA86381}" presName="tx1" presStyleLbl="revTx" presStyleIdx="1" presStyleCnt="3"/>
      <dgm:spPr/>
    </dgm:pt>
    <dgm:pt modelId="{C3C65B61-EE26-4FF9-85FA-84782655E3EF}" type="pres">
      <dgm:prSet presAssocID="{8F931AD3-6DA8-45C0-8632-AF891CA86381}" presName="vert1" presStyleCnt="0"/>
      <dgm:spPr/>
    </dgm:pt>
    <dgm:pt modelId="{AD240888-6534-47DA-B4CE-1495CAE07DAC}" type="pres">
      <dgm:prSet presAssocID="{9C906A6D-C0CE-4F27-B0DC-CDD2347C75AA}" presName="thickLine" presStyleLbl="alignNode1" presStyleIdx="2" presStyleCnt="3"/>
      <dgm:spPr/>
    </dgm:pt>
    <dgm:pt modelId="{9D526D47-9DD5-4F26-8D03-E6FF64B0B33B}" type="pres">
      <dgm:prSet presAssocID="{9C906A6D-C0CE-4F27-B0DC-CDD2347C75AA}" presName="horz1" presStyleCnt="0"/>
      <dgm:spPr/>
    </dgm:pt>
    <dgm:pt modelId="{C64BE777-27E9-47A3-9E94-866FC620D441}" type="pres">
      <dgm:prSet presAssocID="{9C906A6D-C0CE-4F27-B0DC-CDD2347C75AA}" presName="tx1" presStyleLbl="revTx" presStyleIdx="2" presStyleCnt="3"/>
      <dgm:spPr/>
    </dgm:pt>
    <dgm:pt modelId="{EA08D873-B316-4F08-ADD5-85C012889C94}" type="pres">
      <dgm:prSet presAssocID="{9C906A6D-C0CE-4F27-B0DC-CDD2347C75AA}" presName="vert1" presStyleCnt="0"/>
      <dgm:spPr/>
    </dgm:pt>
  </dgm:ptLst>
  <dgm:cxnLst>
    <dgm:cxn modelId="{A65A0165-2270-4E0B-92A8-C6C2CD891B6B}" srcId="{D11231FA-0599-46EC-91A4-7AFA23CC08E7}" destId="{C89EC813-AE2A-40F0-A295-87C8796A6802}" srcOrd="0" destOrd="0" parTransId="{479CFF3A-D8E7-43E7-9971-5BC9C741425A}" sibTransId="{2870EA09-D943-43B2-9A75-11E4C9F4AD1B}"/>
    <dgm:cxn modelId="{1004FF4D-6A22-4D4B-B787-1AB318CCF8EA}" type="presOf" srcId="{8F931AD3-6DA8-45C0-8632-AF891CA86381}" destId="{4CF6AA2F-5C96-42FA-B4F2-8FD35473A2A1}" srcOrd="0" destOrd="0" presId="urn:microsoft.com/office/officeart/2008/layout/LinedList"/>
    <dgm:cxn modelId="{2C996753-7865-41F0-906C-24FE8B2744B6}" type="presOf" srcId="{9C906A6D-C0CE-4F27-B0DC-CDD2347C75AA}" destId="{C64BE777-27E9-47A3-9E94-866FC620D441}" srcOrd="0" destOrd="0" presId="urn:microsoft.com/office/officeart/2008/layout/LinedList"/>
    <dgm:cxn modelId="{D062097F-990D-4292-BAD5-A1B615E8789A}" type="presOf" srcId="{C89EC813-AE2A-40F0-A295-87C8796A6802}" destId="{6EC9FF39-E44B-45DB-A421-6227F68FC021}" srcOrd="0" destOrd="0" presId="urn:microsoft.com/office/officeart/2008/layout/LinedList"/>
    <dgm:cxn modelId="{49A12ACD-95B9-4344-99D0-36CFC0E86086}" srcId="{D11231FA-0599-46EC-91A4-7AFA23CC08E7}" destId="{9C906A6D-C0CE-4F27-B0DC-CDD2347C75AA}" srcOrd="2" destOrd="0" parTransId="{141AE1EF-FD9D-42B1-B3F1-31462B5435EA}" sibTransId="{C7371BD3-E464-4F7C-8FF7-D3882251E226}"/>
    <dgm:cxn modelId="{304BCCD5-1B91-46CF-8A0A-758C01C33339}" type="presOf" srcId="{D11231FA-0599-46EC-91A4-7AFA23CC08E7}" destId="{66FDAC9E-8029-4EF7-8521-4A90862F6791}" srcOrd="0" destOrd="0" presId="urn:microsoft.com/office/officeart/2008/layout/LinedList"/>
    <dgm:cxn modelId="{BAF86DDC-0706-4B80-AAC4-E54A19015AC4}" srcId="{D11231FA-0599-46EC-91A4-7AFA23CC08E7}" destId="{8F931AD3-6DA8-45C0-8632-AF891CA86381}" srcOrd="1" destOrd="0" parTransId="{E6DCE01D-A19A-4286-A0EC-73CC590C8983}" sibTransId="{6A36F90E-9803-49D5-9DEF-A9EA61412F54}"/>
    <dgm:cxn modelId="{E8E98B79-4695-40E0-84D0-265555153663}" type="presParOf" srcId="{66FDAC9E-8029-4EF7-8521-4A90862F6791}" destId="{E202E617-D1EF-4670-8C6D-66748AD874AF}" srcOrd="0" destOrd="0" presId="urn:microsoft.com/office/officeart/2008/layout/LinedList"/>
    <dgm:cxn modelId="{6E49FEC5-A6F2-44FA-B3B4-68D8C6E51AA1}" type="presParOf" srcId="{66FDAC9E-8029-4EF7-8521-4A90862F6791}" destId="{099BA7BE-3E21-4577-BB6B-0DC25FC6EDE8}" srcOrd="1" destOrd="0" presId="urn:microsoft.com/office/officeart/2008/layout/LinedList"/>
    <dgm:cxn modelId="{B8885247-F4EB-488C-B047-146700EC2026}" type="presParOf" srcId="{099BA7BE-3E21-4577-BB6B-0DC25FC6EDE8}" destId="{6EC9FF39-E44B-45DB-A421-6227F68FC021}" srcOrd="0" destOrd="0" presId="urn:microsoft.com/office/officeart/2008/layout/LinedList"/>
    <dgm:cxn modelId="{2A868D79-9179-4C45-9BCB-D9448EB278CB}" type="presParOf" srcId="{099BA7BE-3E21-4577-BB6B-0DC25FC6EDE8}" destId="{8C536F27-38D3-4291-9385-2491E226D007}" srcOrd="1" destOrd="0" presId="urn:microsoft.com/office/officeart/2008/layout/LinedList"/>
    <dgm:cxn modelId="{EF24028E-298B-49EB-AD14-8377A5705092}" type="presParOf" srcId="{66FDAC9E-8029-4EF7-8521-4A90862F6791}" destId="{2E95CAFC-48A5-4305-AB1B-65D32A68D293}" srcOrd="2" destOrd="0" presId="urn:microsoft.com/office/officeart/2008/layout/LinedList"/>
    <dgm:cxn modelId="{5E2CF15B-73EB-4E4B-A21E-5C2DA2754C83}" type="presParOf" srcId="{66FDAC9E-8029-4EF7-8521-4A90862F6791}" destId="{B7963831-E6CC-4C86-959B-2472533341E2}" srcOrd="3" destOrd="0" presId="urn:microsoft.com/office/officeart/2008/layout/LinedList"/>
    <dgm:cxn modelId="{D67E0678-8A49-488A-B5E5-80711D09951F}" type="presParOf" srcId="{B7963831-E6CC-4C86-959B-2472533341E2}" destId="{4CF6AA2F-5C96-42FA-B4F2-8FD35473A2A1}" srcOrd="0" destOrd="0" presId="urn:microsoft.com/office/officeart/2008/layout/LinedList"/>
    <dgm:cxn modelId="{82FA3EE5-D2F6-4760-8C0A-2474E03D2A21}" type="presParOf" srcId="{B7963831-E6CC-4C86-959B-2472533341E2}" destId="{C3C65B61-EE26-4FF9-85FA-84782655E3EF}" srcOrd="1" destOrd="0" presId="urn:microsoft.com/office/officeart/2008/layout/LinedList"/>
    <dgm:cxn modelId="{40900CC9-FA09-4C48-9107-1A819F7DD20B}" type="presParOf" srcId="{66FDAC9E-8029-4EF7-8521-4A90862F6791}" destId="{AD240888-6534-47DA-B4CE-1495CAE07DAC}" srcOrd="4" destOrd="0" presId="urn:microsoft.com/office/officeart/2008/layout/LinedList"/>
    <dgm:cxn modelId="{B51E596F-C3FE-4AD8-81EA-606AE874D270}" type="presParOf" srcId="{66FDAC9E-8029-4EF7-8521-4A90862F6791}" destId="{9D526D47-9DD5-4F26-8D03-E6FF64B0B33B}" srcOrd="5" destOrd="0" presId="urn:microsoft.com/office/officeart/2008/layout/LinedList"/>
    <dgm:cxn modelId="{F9C7D397-E52A-469C-927F-51D34A601E20}" type="presParOf" srcId="{9D526D47-9DD5-4F26-8D03-E6FF64B0B33B}" destId="{C64BE777-27E9-47A3-9E94-866FC620D441}" srcOrd="0" destOrd="0" presId="urn:microsoft.com/office/officeart/2008/layout/LinedList"/>
    <dgm:cxn modelId="{4E6D310B-EFAC-4C43-A0E2-BA684A18DB8D}" type="presParOf" srcId="{9D526D47-9DD5-4F26-8D03-E6FF64B0B33B}" destId="{EA08D873-B316-4F08-ADD5-85C012889C94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3.xml><?xml version="1.0" encoding="utf-8"?>
<dgm:dataModel xmlns:dgm="http://schemas.openxmlformats.org/drawingml/2006/diagram" xmlns:a="http://schemas.openxmlformats.org/drawingml/2006/main">
  <dgm:ptLst>
    <dgm:pt modelId="{D11231FA-0599-46EC-91A4-7AFA23CC08E7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89EC813-AE2A-40F0-A295-87C8796A6802}">
      <dgm:prSet custT="1"/>
      <dgm:spPr/>
      <dgm:t>
        <a:bodyPr/>
        <a:lstStyle/>
        <a:p>
          <a:pPr algn="just"/>
          <a:r>
            <a:rPr lang="cs-CZ" sz="2800" b="0" i="0" dirty="0"/>
            <a:t>Komerční kosmonautika</a:t>
          </a:r>
        </a:p>
      </dgm:t>
    </dgm:pt>
    <dgm:pt modelId="{479CFF3A-D8E7-43E7-9971-5BC9C741425A}" type="parTrans" cxnId="{A65A0165-2270-4E0B-92A8-C6C2CD891B6B}">
      <dgm:prSet/>
      <dgm:spPr/>
      <dgm:t>
        <a:bodyPr/>
        <a:lstStyle/>
        <a:p>
          <a:pPr algn="just"/>
          <a:endParaRPr lang="en-US" sz="1400"/>
        </a:p>
      </dgm:t>
    </dgm:pt>
    <dgm:pt modelId="{2870EA09-D943-43B2-9A75-11E4C9F4AD1B}" type="sibTrans" cxnId="{A65A0165-2270-4E0B-92A8-C6C2CD891B6B}">
      <dgm:prSet/>
      <dgm:spPr/>
      <dgm:t>
        <a:bodyPr/>
        <a:lstStyle/>
        <a:p>
          <a:pPr algn="just"/>
          <a:endParaRPr lang="en-US" sz="1400"/>
        </a:p>
      </dgm:t>
    </dgm:pt>
    <dgm:pt modelId="{1B9D321C-6855-4CEA-8A6A-D2CBA076155B}">
      <dgm:prSet custT="1"/>
      <dgm:spPr/>
      <dgm:t>
        <a:bodyPr/>
        <a:lstStyle/>
        <a:p>
          <a:pPr algn="just"/>
          <a:r>
            <a:rPr lang="cs-CZ" sz="2800" b="0" i="0" dirty="0"/>
            <a:t>Mise na Mars, dálkový průzkum vesmíru</a:t>
          </a:r>
        </a:p>
      </dgm:t>
    </dgm:pt>
    <dgm:pt modelId="{80B8A1B5-F941-42D5-8A2C-8D5A521C45AF}" type="parTrans" cxnId="{E337A05B-BE5F-4496-8432-EEA73F4114C7}">
      <dgm:prSet/>
      <dgm:spPr/>
      <dgm:t>
        <a:bodyPr/>
        <a:lstStyle/>
        <a:p>
          <a:endParaRPr lang="cs-CZ"/>
        </a:p>
      </dgm:t>
    </dgm:pt>
    <dgm:pt modelId="{51439AF5-8654-4CBC-9ABA-D395C1D28A4F}" type="sibTrans" cxnId="{E337A05B-BE5F-4496-8432-EEA73F4114C7}">
      <dgm:prSet/>
      <dgm:spPr/>
      <dgm:t>
        <a:bodyPr/>
        <a:lstStyle/>
        <a:p>
          <a:endParaRPr lang="cs-CZ"/>
        </a:p>
      </dgm:t>
    </dgm:pt>
    <dgm:pt modelId="{1FF80192-3B9D-458C-8791-1D7B67A911E6}">
      <dgm:prSet custT="1"/>
      <dgm:spPr/>
      <dgm:t>
        <a:bodyPr/>
        <a:lstStyle/>
        <a:p>
          <a:pPr algn="just"/>
          <a:r>
            <a:rPr lang="cs-CZ" sz="2800" b="0" i="0" dirty="0"/>
            <a:t>Hledání možností života</a:t>
          </a:r>
        </a:p>
      </dgm:t>
    </dgm:pt>
    <dgm:pt modelId="{4FA59878-0A22-40D6-ABA3-10BE1546F9EE}" type="parTrans" cxnId="{899652BD-BB4F-4974-ACC4-59A7E0631B08}">
      <dgm:prSet/>
      <dgm:spPr/>
      <dgm:t>
        <a:bodyPr/>
        <a:lstStyle/>
        <a:p>
          <a:endParaRPr lang="cs-CZ"/>
        </a:p>
      </dgm:t>
    </dgm:pt>
    <dgm:pt modelId="{6C6268B6-2C71-441D-A730-9D4E760A68ED}" type="sibTrans" cxnId="{899652BD-BB4F-4974-ACC4-59A7E0631B08}">
      <dgm:prSet/>
      <dgm:spPr/>
      <dgm:t>
        <a:bodyPr/>
        <a:lstStyle/>
        <a:p>
          <a:endParaRPr lang="cs-CZ"/>
        </a:p>
      </dgm:t>
    </dgm:pt>
    <dgm:pt modelId="{66FDAC9E-8029-4EF7-8521-4A90862F6791}" type="pres">
      <dgm:prSet presAssocID="{D11231FA-0599-46EC-91A4-7AFA23CC08E7}" presName="vert0" presStyleCnt="0">
        <dgm:presLayoutVars>
          <dgm:dir/>
          <dgm:animOne val="branch"/>
          <dgm:animLvl val="lvl"/>
        </dgm:presLayoutVars>
      </dgm:prSet>
      <dgm:spPr/>
    </dgm:pt>
    <dgm:pt modelId="{E202E617-D1EF-4670-8C6D-66748AD874AF}" type="pres">
      <dgm:prSet presAssocID="{C89EC813-AE2A-40F0-A295-87C8796A6802}" presName="thickLine" presStyleLbl="alignNode1" presStyleIdx="0" presStyleCnt="3"/>
      <dgm:spPr/>
    </dgm:pt>
    <dgm:pt modelId="{099BA7BE-3E21-4577-BB6B-0DC25FC6EDE8}" type="pres">
      <dgm:prSet presAssocID="{C89EC813-AE2A-40F0-A295-87C8796A6802}" presName="horz1" presStyleCnt="0"/>
      <dgm:spPr/>
    </dgm:pt>
    <dgm:pt modelId="{6EC9FF39-E44B-45DB-A421-6227F68FC021}" type="pres">
      <dgm:prSet presAssocID="{C89EC813-AE2A-40F0-A295-87C8796A6802}" presName="tx1" presStyleLbl="revTx" presStyleIdx="0" presStyleCnt="3"/>
      <dgm:spPr/>
    </dgm:pt>
    <dgm:pt modelId="{8C536F27-38D3-4291-9385-2491E226D007}" type="pres">
      <dgm:prSet presAssocID="{C89EC813-AE2A-40F0-A295-87C8796A6802}" presName="vert1" presStyleCnt="0"/>
      <dgm:spPr/>
    </dgm:pt>
    <dgm:pt modelId="{D14685BA-E6CD-4E27-99F1-BFCA3484603D}" type="pres">
      <dgm:prSet presAssocID="{1B9D321C-6855-4CEA-8A6A-D2CBA076155B}" presName="thickLine" presStyleLbl="alignNode1" presStyleIdx="1" presStyleCnt="3"/>
      <dgm:spPr/>
    </dgm:pt>
    <dgm:pt modelId="{EAE202C4-0ADD-4451-BF61-9E485EAB3F34}" type="pres">
      <dgm:prSet presAssocID="{1B9D321C-6855-4CEA-8A6A-D2CBA076155B}" presName="horz1" presStyleCnt="0"/>
      <dgm:spPr/>
    </dgm:pt>
    <dgm:pt modelId="{463D6AD5-28C9-4728-9001-3AF64AD69E4A}" type="pres">
      <dgm:prSet presAssocID="{1B9D321C-6855-4CEA-8A6A-D2CBA076155B}" presName="tx1" presStyleLbl="revTx" presStyleIdx="1" presStyleCnt="3"/>
      <dgm:spPr/>
    </dgm:pt>
    <dgm:pt modelId="{D6A8BEAB-DFBD-4E79-B39C-CC94D4E6C310}" type="pres">
      <dgm:prSet presAssocID="{1B9D321C-6855-4CEA-8A6A-D2CBA076155B}" presName="vert1" presStyleCnt="0"/>
      <dgm:spPr/>
    </dgm:pt>
    <dgm:pt modelId="{73F93EAE-189A-4DD9-9308-4407E2499DC7}" type="pres">
      <dgm:prSet presAssocID="{1FF80192-3B9D-458C-8791-1D7B67A911E6}" presName="thickLine" presStyleLbl="alignNode1" presStyleIdx="2" presStyleCnt="3"/>
      <dgm:spPr/>
    </dgm:pt>
    <dgm:pt modelId="{4F24BD75-64BC-4291-A41B-73CE42E7C9F8}" type="pres">
      <dgm:prSet presAssocID="{1FF80192-3B9D-458C-8791-1D7B67A911E6}" presName="horz1" presStyleCnt="0"/>
      <dgm:spPr/>
    </dgm:pt>
    <dgm:pt modelId="{E57CC6CF-86AD-47B3-8ACB-19A71A981968}" type="pres">
      <dgm:prSet presAssocID="{1FF80192-3B9D-458C-8791-1D7B67A911E6}" presName="tx1" presStyleLbl="revTx" presStyleIdx="2" presStyleCnt="3"/>
      <dgm:spPr/>
    </dgm:pt>
    <dgm:pt modelId="{E033FF07-3548-4299-89BE-10F595A191D9}" type="pres">
      <dgm:prSet presAssocID="{1FF80192-3B9D-458C-8791-1D7B67A911E6}" presName="vert1" presStyleCnt="0"/>
      <dgm:spPr/>
    </dgm:pt>
  </dgm:ptLst>
  <dgm:cxnLst>
    <dgm:cxn modelId="{DB142507-A093-42D8-BA1A-80D941D0C439}" type="presOf" srcId="{1B9D321C-6855-4CEA-8A6A-D2CBA076155B}" destId="{463D6AD5-28C9-4728-9001-3AF64AD69E4A}" srcOrd="0" destOrd="0" presId="urn:microsoft.com/office/officeart/2008/layout/LinedList"/>
    <dgm:cxn modelId="{E337A05B-BE5F-4496-8432-EEA73F4114C7}" srcId="{D11231FA-0599-46EC-91A4-7AFA23CC08E7}" destId="{1B9D321C-6855-4CEA-8A6A-D2CBA076155B}" srcOrd="1" destOrd="0" parTransId="{80B8A1B5-F941-42D5-8A2C-8D5A521C45AF}" sibTransId="{51439AF5-8654-4CBC-9ABA-D395C1D28A4F}"/>
    <dgm:cxn modelId="{A65A0165-2270-4E0B-92A8-C6C2CD891B6B}" srcId="{D11231FA-0599-46EC-91A4-7AFA23CC08E7}" destId="{C89EC813-AE2A-40F0-A295-87C8796A6802}" srcOrd="0" destOrd="0" parTransId="{479CFF3A-D8E7-43E7-9971-5BC9C741425A}" sibTransId="{2870EA09-D943-43B2-9A75-11E4C9F4AD1B}"/>
    <dgm:cxn modelId="{D062097F-990D-4292-BAD5-A1B615E8789A}" type="presOf" srcId="{C89EC813-AE2A-40F0-A295-87C8796A6802}" destId="{6EC9FF39-E44B-45DB-A421-6227F68FC021}" srcOrd="0" destOrd="0" presId="urn:microsoft.com/office/officeart/2008/layout/LinedList"/>
    <dgm:cxn modelId="{B6C80893-5453-4CAD-B6EB-5D7A784577A5}" type="presOf" srcId="{1FF80192-3B9D-458C-8791-1D7B67A911E6}" destId="{E57CC6CF-86AD-47B3-8ACB-19A71A981968}" srcOrd="0" destOrd="0" presId="urn:microsoft.com/office/officeart/2008/layout/LinedList"/>
    <dgm:cxn modelId="{899652BD-BB4F-4974-ACC4-59A7E0631B08}" srcId="{D11231FA-0599-46EC-91A4-7AFA23CC08E7}" destId="{1FF80192-3B9D-458C-8791-1D7B67A911E6}" srcOrd="2" destOrd="0" parTransId="{4FA59878-0A22-40D6-ABA3-10BE1546F9EE}" sibTransId="{6C6268B6-2C71-441D-A730-9D4E760A68ED}"/>
    <dgm:cxn modelId="{304BCCD5-1B91-46CF-8A0A-758C01C33339}" type="presOf" srcId="{D11231FA-0599-46EC-91A4-7AFA23CC08E7}" destId="{66FDAC9E-8029-4EF7-8521-4A90862F6791}" srcOrd="0" destOrd="0" presId="urn:microsoft.com/office/officeart/2008/layout/LinedList"/>
    <dgm:cxn modelId="{E8E98B79-4695-40E0-84D0-265555153663}" type="presParOf" srcId="{66FDAC9E-8029-4EF7-8521-4A90862F6791}" destId="{E202E617-D1EF-4670-8C6D-66748AD874AF}" srcOrd="0" destOrd="0" presId="urn:microsoft.com/office/officeart/2008/layout/LinedList"/>
    <dgm:cxn modelId="{6E49FEC5-A6F2-44FA-B3B4-68D8C6E51AA1}" type="presParOf" srcId="{66FDAC9E-8029-4EF7-8521-4A90862F6791}" destId="{099BA7BE-3E21-4577-BB6B-0DC25FC6EDE8}" srcOrd="1" destOrd="0" presId="urn:microsoft.com/office/officeart/2008/layout/LinedList"/>
    <dgm:cxn modelId="{B8885247-F4EB-488C-B047-146700EC2026}" type="presParOf" srcId="{099BA7BE-3E21-4577-BB6B-0DC25FC6EDE8}" destId="{6EC9FF39-E44B-45DB-A421-6227F68FC021}" srcOrd="0" destOrd="0" presId="urn:microsoft.com/office/officeart/2008/layout/LinedList"/>
    <dgm:cxn modelId="{2A868D79-9179-4C45-9BCB-D9448EB278CB}" type="presParOf" srcId="{099BA7BE-3E21-4577-BB6B-0DC25FC6EDE8}" destId="{8C536F27-38D3-4291-9385-2491E226D007}" srcOrd="1" destOrd="0" presId="urn:microsoft.com/office/officeart/2008/layout/LinedList"/>
    <dgm:cxn modelId="{C3A970CF-EBB6-4EE3-98EC-46415909535E}" type="presParOf" srcId="{66FDAC9E-8029-4EF7-8521-4A90862F6791}" destId="{D14685BA-E6CD-4E27-99F1-BFCA3484603D}" srcOrd="2" destOrd="0" presId="urn:microsoft.com/office/officeart/2008/layout/LinedList"/>
    <dgm:cxn modelId="{7A7DDA38-89BE-48B4-8F39-FD3CF8E04ECD}" type="presParOf" srcId="{66FDAC9E-8029-4EF7-8521-4A90862F6791}" destId="{EAE202C4-0ADD-4451-BF61-9E485EAB3F34}" srcOrd="3" destOrd="0" presId="urn:microsoft.com/office/officeart/2008/layout/LinedList"/>
    <dgm:cxn modelId="{ED6E7063-7C5F-4450-B2F1-2623ECB1A340}" type="presParOf" srcId="{EAE202C4-0ADD-4451-BF61-9E485EAB3F34}" destId="{463D6AD5-28C9-4728-9001-3AF64AD69E4A}" srcOrd="0" destOrd="0" presId="urn:microsoft.com/office/officeart/2008/layout/LinedList"/>
    <dgm:cxn modelId="{A731DF9B-09FB-42F9-B156-753735ECCE6C}" type="presParOf" srcId="{EAE202C4-0ADD-4451-BF61-9E485EAB3F34}" destId="{D6A8BEAB-DFBD-4E79-B39C-CC94D4E6C310}" srcOrd="1" destOrd="0" presId="urn:microsoft.com/office/officeart/2008/layout/LinedList"/>
    <dgm:cxn modelId="{07A047AA-E5ED-4222-9643-610111F4CA5F}" type="presParOf" srcId="{66FDAC9E-8029-4EF7-8521-4A90862F6791}" destId="{73F93EAE-189A-4DD9-9308-4407E2499DC7}" srcOrd="4" destOrd="0" presId="urn:microsoft.com/office/officeart/2008/layout/LinedList"/>
    <dgm:cxn modelId="{0F22D697-5B98-4A2E-BC4F-1CEBD33865DA}" type="presParOf" srcId="{66FDAC9E-8029-4EF7-8521-4A90862F6791}" destId="{4F24BD75-64BC-4291-A41B-73CE42E7C9F8}" srcOrd="5" destOrd="0" presId="urn:microsoft.com/office/officeart/2008/layout/LinedList"/>
    <dgm:cxn modelId="{A884311E-8224-41BA-9796-607D0DFF92B1}" type="presParOf" srcId="{4F24BD75-64BC-4291-A41B-73CE42E7C9F8}" destId="{E57CC6CF-86AD-47B3-8ACB-19A71A981968}" srcOrd="0" destOrd="0" presId="urn:microsoft.com/office/officeart/2008/layout/LinedList"/>
    <dgm:cxn modelId="{4900B208-2A28-41FE-969D-C10433CA7F0F}" type="presParOf" srcId="{4F24BD75-64BC-4291-A41B-73CE42E7C9F8}" destId="{E033FF07-3548-4299-89BE-10F595A191D9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4.xml><?xml version="1.0" encoding="utf-8"?>
<dgm:dataModel xmlns:dgm="http://schemas.openxmlformats.org/drawingml/2006/diagram" xmlns:a="http://schemas.openxmlformats.org/drawingml/2006/main">
  <dgm:ptLst>
    <dgm:pt modelId="{D11231FA-0599-46EC-91A4-7AFA23CC08E7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89EC813-AE2A-40F0-A295-87C8796A6802}">
      <dgm:prSet custT="1"/>
      <dgm:spPr/>
      <dgm:t>
        <a:bodyPr/>
        <a:lstStyle/>
        <a:p>
          <a:pPr algn="just"/>
          <a:r>
            <a:rPr lang="cs-CZ" sz="2800" b="0" i="0" dirty="0"/>
            <a:t>Studium klimatických změn a jejich dopadů</a:t>
          </a:r>
        </a:p>
      </dgm:t>
    </dgm:pt>
    <dgm:pt modelId="{479CFF3A-D8E7-43E7-9971-5BC9C741425A}" type="parTrans" cxnId="{A65A0165-2270-4E0B-92A8-C6C2CD891B6B}">
      <dgm:prSet/>
      <dgm:spPr/>
      <dgm:t>
        <a:bodyPr/>
        <a:lstStyle/>
        <a:p>
          <a:pPr algn="just"/>
          <a:endParaRPr lang="en-US" sz="1400"/>
        </a:p>
      </dgm:t>
    </dgm:pt>
    <dgm:pt modelId="{2870EA09-D943-43B2-9A75-11E4C9F4AD1B}" type="sibTrans" cxnId="{A65A0165-2270-4E0B-92A8-C6C2CD891B6B}">
      <dgm:prSet/>
      <dgm:spPr/>
      <dgm:t>
        <a:bodyPr/>
        <a:lstStyle/>
        <a:p>
          <a:pPr algn="just"/>
          <a:endParaRPr lang="en-US" sz="1400"/>
        </a:p>
      </dgm:t>
    </dgm:pt>
    <dgm:pt modelId="{EB6772D7-5F23-4C62-BE41-D09B86963B2D}">
      <dgm:prSet custT="1"/>
      <dgm:spPr/>
      <dgm:t>
        <a:bodyPr/>
        <a:lstStyle/>
        <a:p>
          <a:pPr algn="just"/>
          <a:r>
            <a:rPr lang="cs-CZ" sz="2800" b="0" i="0" dirty="0"/>
            <a:t>Obnovitelné zdroje</a:t>
          </a:r>
        </a:p>
      </dgm:t>
    </dgm:pt>
    <dgm:pt modelId="{99F879B7-EB43-4906-877D-E5E2B56D8D4A}" type="parTrans" cxnId="{5DB24AFA-0469-43DC-9A7D-092BC752DF8B}">
      <dgm:prSet/>
      <dgm:spPr/>
    </dgm:pt>
    <dgm:pt modelId="{F8711ACE-11EB-41CE-8958-E221F0EF195C}" type="sibTrans" cxnId="{5DB24AFA-0469-43DC-9A7D-092BC752DF8B}">
      <dgm:prSet/>
      <dgm:spPr/>
    </dgm:pt>
    <dgm:pt modelId="{10AED987-690F-418E-A022-C5054D14A8B2}">
      <dgm:prSet custT="1"/>
      <dgm:spPr/>
      <dgm:t>
        <a:bodyPr/>
        <a:lstStyle/>
        <a:p>
          <a:pPr algn="just"/>
          <a:r>
            <a:rPr lang="cs-CZ" sz="2800" b="0" i="0" dirty="0"/>
            <a:t>Mezinárodní snahy o snižování emisí</a:t>
          </a:r>
        </a:p>
      </dgm:t>
    </dgm:pt>
    <dgm:pt modelId="{FB186FB6-114E-4080-A2D0-72722D5A6788}" type="parTrans" cxnId="{2EC7C5F1-A1D8-499D-B306-AA6DF79EDD91}">
      <dgm:prSet/>
      <dgm:spPr/>
    </dgm:pt>
    <dgm:pt modelId="{CB757D9D-2113-4133-A2A7-FE6E496D56CB}" type="sibTrans" cxnId="{2EC7C5F1-A1D8-499D-B306-AA6DF79EDD91}">
      <dgm:prSet/>
      <dgm:spPr/>
    </dgm:pt>
    <dgm:pt modelId="{66FDAC9E-8029-4EF7-8521-4A90862F6791}" type="pres">
      <dgm:prSet presAssocID="{D11231FA-0599-46EC-91A4-7AFA23CC08E7}" presName="vert0" presStyleCnt="0">
        <dgm:presLayoutVars>
          <dgm:dir/>
          <dgm:animOne val="branch"/>
          <dgm:animLvl val="lvl"/>
        </dgm:presLayoutVars>
      </dgm:prSet>
      <dgm:spPr/>
    </dgm:pt>
    <dgm:pt modelId="{E202E617-D1EF-4670-8C6D-66748AD874AF}" type="pres">
      <dgm:prSet presAssocID="{C89EC813-AE2A-40F0-A295-87C8796A6802}" presName="thickLine" presStyleLbl="alignNode1" presStyleIdx="0" presStyleCnt="3"/>
      <dgm:spPr/>
    </dgm:pt>
    <dgm:pt modelId="{099BA7BE-3E21-4577-BB6B-0DC25FC6EDE8}" type="pres">
      <dgm:prSet presAssocID="{C89EC813-AE2A-40F0-A295-87C8796A6802}" presName="horz1" presStyleCnt="0"/>
      <dgm:spPr/>
    </dgm:pt>
    <dgm:pt modelId="{6EC9FF39-E44B-45DB-A421-6227F68FC021}" type="pres">
      <dgm:prSet presAssocID="{C89EC813-AE2A-40F0-A295-87C8796A6802}" presName="tx1" presStyleLbl="revTx" presStyleIdx="0" presStyleCnt="3"/>
      <dgm:spPr/>
    </dgm:pt>
    <dgm:pt modelId="{8C536F27-38D3-4291-9385-2491E226D007}" type="pres">
      <dgm:prSet presAssocID="{C89EC813-AE2A-40F0-A295-87C8796A6802}" presName="vert1" presStyleCnt="0"/>
      <dgm:spPr/>
    </dgm:pt>
    <dgm:pt modelId="{811DD798-0E45-44D6-A670-AEF3F0589FFD}" type="pres">
      <dgm:prSet presAssocID="{EB6772D7-5F23-4C62-BE41-D09B86963B2D}" presName="thickLine" presStyleLbl="alignNode1" presStyleIdx="1" presStyleCnt="3"/>
      <dgm:spPr/>
    </dgm:pt>
    <dgm:pt modelId="{E795D283-671A-4448-93F4-84D83BC92DC1}" type="pres">
      <dgm:prSet presAssocID="{EB6772D7-5F23-4C62-BE41-D09B86963B2D}" presName="horz1" presStyleCnt="0"/>
      <dgm:spPr/>
    </dgm:pt>
    <dgm:pt modelId="{09E60236-9570-4B31-90D6-9EBDDD619678}" type="pres">
      <dgm:prSet presAssocID="{EB6772D7-5F23-4C62-BE41-D09B86963B2D}" presName="tx1" presStyleLbl="revTx" presStyleIdx="1" presStyleCnt="3"/>
      <dgm:spPr/>
    </dgm:pt>
    <dgm:pt modelId="{9B680BA2-A2DF-4F4B-B327-2422B5B0D432}" type="pres">
      <dgm:prSet presAssocID="{EB6772D7-5F23-4C62-BE41-D09B86963B2D}" presName="vert1" presStyleCnt="0"/>
      <dgm:spPr/>
    </dgm:pt>
    <dgm:pt modelId="{4FD72930-4752-4537-8244-45C183D2B720}" type="pres">
      <dgm:prSet presAssocID="{10AED987-690F-418E-A022-C5054D14A8B2}" presName="thickLine" presStyleLbl="alignNode1" presStyleIdx="2" presStyleCnt="3"/>
      <dgm:spPr/>
    </dgm:pt>
    <dgm:pt modelId="{5344DD43-B573-466C-AC74-FE51C62EBD01}" type="pres">
      <dgm:prSet presAssocID="{10AED987-690F-418E-A022-C5054D14A8B2}" presName="horz1" presStyleCnt="0"/>
      <dgm:spPr/>
    </dgm:pt>
    <dgm:pt modelId="{939438D0-90E3-45BA-A505-715ABD2DEA4E}" type="pres">
      <dgm:prSet presAssocID="{10AED987-690F-418E-A022-C5054D14A8B2}" presName="tx1" presStyleLbl="revTx" presStyleIdx="2" presStyleCnt="3"/>
      <dgm:spPr/>
    </dgm:pt>
    <dgm:pt modelId="{1102A77D-3B0A-4797-97B6-028282DD7A6E}" type="pres">
      <dgm:prSet presAssocID="{10AED987-690F-418E-A022-C5054D14A8B2}" presName="vert1" presStyleCnt="0"/>
      <dgm:spPr/>
    </dgm:pt>
  </dgm:ptLst>
  <dgm:cxnLst>
    <dgm:cxn modelId="{0328235D-6E5E-4C0B-8451-6E2E4D41B3AB}" type="presOf" srcId="{10AED987-690F-418E-A022-C5054D14A8B2}" destId="{939438D0-90E3-45BA-A505-715ABD2DEA4E}" srcOrd="0" destOrd="0" presId="urn:microsoft.com/office/officeart/2008/layout/LinedList"/>
    <dgm:cxn modelId="{947AEE62-EAE1-4CA2-8B0D-93005579E1F6}" type="presOf" srcId="{EB6772D7-5F23-4C62-BE41-D09B86963B2D}" destId="{09E60236-9570-4B31-90D6-9EBDDD619678}" srcOrd="0" destOrd="0" presId="urn:microsoft.com/office/officeart/2008/layout/LinedList"/>
    <dgm:cxn modelId="{A65A0165-2270-4E0B-92A8-C6C2CD891B6B}" srcId="{D11231FA-0599-46EC-91A4-7AFA23CC08E7}" destId="{C89EC813-AE2A-40F0-A295-87C8796A6802}" srcOrd="0" destOrd="0" parTransId="{479CFF3A-D8E7-43E7-9971-5BC9C741425A}" sibTransId="{2870EA09-D943-43B2-9A75-11E4C9F4AD1B}"/>
    <dgm:cxn modelId="{D062097F-990D-4292-BAD5-A1B615E8789A}" type="presOf" srcId="{C89EC813-AE2A-40F0-A295-87C8796A6802}" destId="{6EC9FF39-E44B-45DB-A421-6227F68FC021}" srcOrd="0" destOrd="0" presId="urn:microsoft.com/office/officeart/2008/layout/LinedList"/>
    <dgm:cxn modelId="{304BCCD5-1B91-46CF-8A0A-758C01C33339}" type="presOf" srcId="{D11231FA-0599-46EC-91A4-7AFA23CC08E7}" destId="{66FDAC9E-8029-4EF7-8521-4A90862F6791}" srcOrd="0" destOrd="0" presId="urn:microsoft.com/office/officeart/2008/layout/LinedList"/>
    <dgm:cxn modelId="{2EC7C5F1-A1D8-499D-B306-AA6DF79EDD91}" srcId="{D11231FA-0599-46EC-91A4-7AFA23CC08E7}" destId="{10AED987-690F-418E-A022-C5054D14A8B2}" srcOrd="2" destOrd="0" parTransId="{FB186FB6-114E-4080-A2D0-72722D5A6788}" sibTransId="{CB757D9D-2113-4133-A2A7-FE6E496D56CB}"/>
    <dgm:cxn modelId="{5DB24AFA-0469-43DC-9A7D-092BC752DF8B}" srcId="{D11231FA-0599-46EC-91A4-7AFA23CC08E7}" destId="{EB6772D7-5F23-4C62-BE41-D09B86963B2D}" srcOrd="1" destOrd="0" parTransId="{99F879B7-EB43-4906-877D-E5E2B56D8D4A}" sibTransId="{F8711ACE-11EB-41CE-8958-E221F0EF195C}"/>
    <dgm:cxn modelId="{E8E98B79-4695-40E0-84D0-265555153663}" type="presParOf" srcId="{66FDAC9E-8029-4EF7-8521-4A90862F6791}" destId="{E202E617-D1EF-4670-8C6D-66748AD874AF}" srcOrd="0" destOrd="0" presId="urn:microsoft.com/office/officeart/2008/layout/LinedList"/>
    <dgm:cxn modelId="{6E49FEC5-A6F2-44FA-B3B4-68D8C6E51AA1}" type="presParOf" srcId="{66FDAC9E-8029-4EF7-8521-4A90862F6791}" destId="{099BA7BE-3E21-4577-BB6B-0DC25FC6EDE8}" srcOrd="1" destOrd="0" presId="urn:microsoft.com/office/officeart/2008/layout/LinedList"/>
    <dgm:cxn modelId="{B8885247-F4EB-488C-B047-146700EC2026}" type="presParOf" srcId="{099BA7BE-3E21-4577-BB6B-0DC25FC6EDE8}" destId="{6EC9FF39-E44B-45DB-A421-6227F68FC021}" srcOrd="0" destOrd="0" presId="urn:microsoft.com/office/officeart/2008/layout/LinedList"/>
    <dgm:cxn modelId="{2A868D79-9179-4C45-9BCB-D9448EB278CB}" type="presParOf" srcId="{099BA7BE-3E21-4577-BB6B-0DC25FC6EDE8}" destId="{8C536F27-38D3-4291-9385-2491E226D007}" srcOrd="1" destOrd="0" presId="urn:microsoft.com/office/officeart/2008/layout/LinedList"/>
    <dgm:cxn modelId="{95697ED4-1568-402E-83C0-327F94BB57E1}" type="presParOf" srcId="{66FDAC9E-8029-4EF7-8521-4A90862F6791}" destId="{811DD798-0E45-44D6-A670-AEF3F0589FFD}" srcOrd="2" destOrd="0" presId="urn:microsoft.com/office/officeart/2008/layout/LinedList"/>
    <dgm:cxn modelId="{B09000FC-93BE-4C10-9799-8C00920C5AC7}" type="presParOf" srcId="{66FDAC9E-8029-4EF7-8521-4A90862F6791}" destId="{E795D283-671A-4448-93F4-84D83BC92DC1}" srcOrd="3" destOrd="0" presId="urn:microsoft.com/office/officeart/2008/layout/LinedList"/>
    <dgm:cxn modelId="{2A45625B-F3C2-4D2B-8FF3-FDB91A687A32}" type="presParOf" srcId="{E795D283-671A-4448-93F4-84D83BC92DC1}" destId="{09E60236-9570-4B31-90D6-9EBDDD619678}" srcOrd="0" destOrd="0" presId="urn:microsoft.com/office/officeart/2008/layout/LinedList"/>
    <dgm:cxn modelId="{0C084632-EC58-44F0-94FC-945D490EDFB6}" type="presParOf" srcId="{E795D283-671A-4448-93F4-84D83BC92DC1}" destId="{9B680BA2-A2DF-4F4B-B327-2422B5B0D432}" srcOrd="1" destOrd="0" presId="urn:microsoft.com/office/officeart/2008/layout/LinedList"/>
    <dgm:cxn modelId="{D4437AE7-EA47-42D6-A5D5-DE20D4D08450}" type="presParOf" srcId="{66FDAC9E-8029-4EF7-8521-4A90862F6791}" destId="{4FD72930-4752-4537-8244-45C183D2B720}" srcOrd="4" destOrd="0" presId="urn:microsoft.com/office/officeart/2008/layout/LinedList"/>
    <dgm:cxn modelId="{FF37BCBF-7589-4638-84F8-32E790073498}" type="presParOf" srcId="{66FDAC9E-8029-4EF7-8521-4A90862F6791}" destId="{5344DD43-B573-466C-AC74-FE51C62EBD01}" srcOrd="5" destOrd="0" presId="urn:microsoft.com/office/officeart/2008/layout/LinedList"/>
    <dgm:cxn modelId="{26C5C5AB-6F9B-4814-BC45-79F3B091C8C1}" type="presParOf" srcId="{5344DD43-B573-466C-AC74-FE51C62EBD01}" destId="{939438D0-90E3-45BA-A505-715ABD2DEA4E}" srcOrd="0" destOrd="0" presId="urn:microsoft.com/office/officeart/2008/layout/LinedList"/>
    <dgm:cxn modelId="{ABFF847F-8D19-463F-853D-AB8768E89845}" type="presParOf" srcId="{5344DD43-B573-466C-AC74-FE51C62EBD01}" destId="{1102A77D-3B0A-4797-97B6-028282DD7A6E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202E617-D1EF-4670-8C6D-66748AD874AF}">
      <dsp:nvSpPr>
        <dsp:cNvPr id="0" name=""/>
        <dsp:cNvSpPr/>
      </dsp:nvSpPr>
      <dsp:spPr>
        <a:xfrm>
          <a:off x="0" y="2162"/>
          <a:ext cx="9810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C9FF39-E44B-45DB-A421-6227F68FC021}">
      <dsp:nvSpPr>
        <dsp:cNvPr id="0" name=""/>
        <dsp:cNvSpPr/>
      </dsp:nvSpPr>
      <dsp:spPr>
        <a:xfrm>
          <a:off x="0" y="2162"/>
          <a:ext cx="9810604" cy="14748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just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kern="1200" baseline="0" dirty="0"/>
            <a:t>Prvotní vědecké pokusy</a:t>
          </a:r>
          <a:endParaRPr lang="en-US" sz="2800" kern="1200" dirty="0"/>
        </a:p>
      </dsp:txBody>
      <dsp:txXfrm>
        <a:off x="0" y="2162"/>
        <a:ext cx="9810604" cy="1474809"/>
      </dsp:txXfrm>
    </dsp:sp>
    <dsp:sp modelId="{D273CDA1-D6C5-4FB4-B49C-E012061A53C7}">
      <dsp:nvSpPr>
        <dsp:cNvPr id="0" name=""/>
        <dsp:cNvSpPr/>
      </dsp:nvSpPr>
      <dsp:spPr>
        <a:xfrm>
          <a:off x="0" y="1476971"/>
          <a:ext cx="9810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51646EB-9C07-4F80-9D07-B0136C382C3D}">
      <dsp:nvSpPr>
        <dsp:cNvPr id="0" name=""/>
        <dsp:cNvSpPr/>
      </dsp:nvSpPr>
      <dsp:spPr>
        <a:xfrm>
          <a:off x="0" y="1476971"/>
          <a:ext cx="9810604" cy="14748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just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kern="1200" baseline="0" dirty="0"/>
            <a:t>Mezopotámie a Egypt – Vývoj matematiky a astronomie</a:t>
          </a:r>
          <a:endParaRPr lang="en-US" sz="2800" kern="1200" dirty="0"/>
        </a:p>
      </dsp:txBody>
      <dsp:txXfrm>
        <a:off x="0" y="1476971"/>
        <a:ext cx="9810604" cy="1474809"/>
      </dsp:txXfrm>
    </dsp:sp>
    <dsp:sp modelId="{24CD7189-7A4D-48E0-AD19-2B61FAF4A9F8}">
      <dsp:nvSpPr>
        <dsp:cNvPr id="0" name=""/>
        <dsp:cNvSpPr/>
      </dsp:nvSpPr>
      <dsp:spPr>
        <a:xfrm>
          <a:off x="0" y="2951781"/>
          <a:ext cx="9810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5F926EA-6A13-42BD-95E6-121DBD86A9A6}">
      <dsp:nvSpPr>
        <dsp:cNvPr id="0" name=""/>
        <dsp:cNvSpPr/>
      </dsp:nvSpPr>
      <dsp:spPr>
        <a:xfrm>
          <a:off x="0" y="2951781"/>
          <a:ext cx="9810604" cy="14748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just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kern="1200" baseline="0" dirty="0"/>
            <a:t>Řecko – Filozofie jako základ vědy.</a:t>
          </a:r>
          <a:endParaRPr lang="en-US" sz="2800" kern="1200" dirty="0"/>
        </a:p>
      </dsp:txBody>
      <dsp:txXfrm>
        <a:off x="0" y="2951781"/>
        <a:ext cx="9810604" cy="147480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202E617-D1EF-4670-8C6D-66748AD874AF}">
      <dsp:nvSpPr>
        <dsp:cNvPr id="0" name=""/>
        <dsp:cNvSpPr/>
      </dsp:nvSpPr>
      <dsp:spPr>
        <a:xfrm>
          <a:off x="0" y="540"/>
          <a:ext cx="9810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C9FF39-E44B-45DB-A421-6227F68FC021}">
      <dsp:nvSpPr>
        <dsp:cNvPr id="0" name=""/>
        <dsp:cNvSpPr/>
      </dsp:nvSpPr>
      <dsp:spPr>
        <a:xfrm>
          <a:off x="0" y="540"/>
          <a:ext cx="9810604" cy="8855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just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kern="1200" baseline="0" dirty="0"/>
            <a:t>Arabský svět – zachování a rozvoj starověkých věd</a:t>
          </a:r>
          <a:endParaRPr lang="en-US" sz="2800" kern="1200" dirty="0"/>
        </a:p>
      </dsp:txBody>
      <dsp:txXfrm>
        <a:off x="0" y="540"/>
        <a:ext cx="9810604" cy="885534"/>
      </dsp:txXfrm>
    </dsp:sp>
    <dsp:sp modelId="{401F9DFF-E669-48F6-AA88-436D234221D9}">
      <dsp:nvSpPr>
        <dsp:cNvPr id="0" name=""/>
        <dsp:cNvSpPr/>
      </dsp:nvSpPr>
      <dsp:spPr>
        <a:xfrm>
          <a:off x="0" y="886074"/>
          <a:ext cx="9810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C3E75BE-1614-4A2A-B7A2-7B683F843AAB}">
      <dsp:nvSpPr>
        <dsp:cNvPr id="0" name=""/>
        <dsp:cNvSpPr/>
      </dsp:nvSpPr>
      <dsp:spPr>
        <a:xfrm>
          <a:off x="0" y="886074"/>
          <a:ext cx="9810604" cy="8855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kern="1200" baseline="0" dirty="0"/>
            <a:t>Evropa – učení kombinuje víru a rozum</a:t>
          </a:r>
          <a:endParaRPr lang="en-US" sz="2800" kern="1200" dirty="0"/>
        </a:p>
      </dsp:txBody>
      <dsp:txXfrm>
        <a:off x="0" y="886074"/>
        <a:ext cx="9810604" cy="885534"/>
      </dsp:txXfrm>
    </dsp:sp>
    <dsp:sp modelId="{9DEB4E81-0FF0-4A09-B589-3F4B62A39AEF}">
      <dsp:nvSpPr>
        <dsp:cNvPr id="0" name=""/>
        <dsp:cNvSpPr/>
      </dsp:nvSpPr>
      <dsp:spPr>
        <a:xfrm>
          <a:off x="0" y="1771609"/>
          <a:ext cx="9810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1ABD015-0C65-4A5E-AE30-DD2ED05E2006}">
      <dsp:nvSpPr>
        <dsp:cNvPr id="0" name=""/>
        <dsp:cNvSpPr/>
      </dsp:nvSpPr>
      <dsp:spPr>
        <a:xfrm>
          <a:off x="0" y="1771609"/>
          <a:ext cx="9810604" cy="8855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kern="1200" dirty="0"/>
            <a:t>Tomáš Akvinský (13. st.) – spojení metafyziky a křesťanství</a:t>
          </a:r>
          <a:endParaRPr lang="en-US" sz="2800" kern="1200" dirty="0"/>
        </a:p>
      </dsp:txBody>
      <dsp:txXfrm>
        <a:off x="0" y="1771609"/>
        <a:ext cx="9810604" cy="885534"/>
      </dsp:txXfrm>
    </dsp:sp>
    <dsp:sp modelId="{10395B3A-C8C3-4C3F-9A4C-93CB5221EC18}">
      <dsp:nvSpPr>
        <dsp:cNvPr id="0" name=""/>
        <dsp:cNvSpPr/>
      </dsp:nvSpPr>
      <dsp:spPr>
        <a:xfrm>
          <a:off x="0" y="2657143"/>
          <a:ext cx="9810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C435043-804E-41CD-9DF2-6B3B3200FAB3}">
      <dsp:nvSpPr>
        <dsp:cNvPr id="0" name=""/>
        <dsp:cNvSpPr/>
      </dsp:nvSpPr>
      <dsp:spPr>
        <a:xfrm>
          <a:off x="0" y="2657143"/>
          <a:ext cx="9810604" cy="8855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kern="1200" dirty="0"/>
            <a:t>Začátek racionálního zkoumání přírodních jevů</a:t>
          </a:r>
          <a:endParaRPr lang="en-US" sz="2800" kern="1200" dirty="0"/>
        </a:p>
      </dsp:txBody>
      <dsp:txXfrm>
        <a:off x="0" y="2657143"/>
        <a:ext cx="9810604" cy="885534"/>
      </dsp:txXfrm>
    </dsp:sp>
    <dsp:sp modelId="{A5E66F08-CAC7-41D9-B921-499022718D74}">
      <dsp:nvSpPr>
        <dsp:cNvPr id="0" name=""/>
        <dsp:cNvSpPr/>
      </dsp:nvSpPr>
      <dsp:spPr>
        <a:xfrm>
          <a:off x="0" y="3542678"/>
          <a:ext cx="9810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D2310FB-0AAA-49AB-BA9C-0C2DA53A7B49}">
      <dsp:nvSpPr>
        <dsp:cNvPr id="0" name=""/>
        <dsp:cNvSpPr/>
      </dsp:nvSpPr>
      <dsp:spPr>
        <a:xfrm>
          <a:off x="0" y="3542678"/>
          <a:ext cx="9810604" cy="8855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kern="1200" dirty="0"/>
            <a:t>Nominalisté (14. st.) – matematické vyjádření pohybu a tíhy</a:t>
          </a:r>
          <a:endParaRPr lang="en-US" sz="2800" kern="1200" dirty="0"/>
        </a:p>
      </dsp:txBody>
      <dsp:txXfrm>
        <a:off x="0" y="3542678"/>
        <a:ext cx="9810604" cy="88553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202E617-D1EF-4670-8C6D-66748AD874AF}">
      <dsp:nvSpPr>
        <dsp:cNvPr id="0" name=""/>
        <dsp:cNvSpPr/>
      </dsp:nvSpPr>
      <dsp:spPr>
        <a:xfrm>
          <a:off x="0" y="2162"/>
          <a:ext cx="9810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C9FF39-E44B-45DB-A421-6227F68FC021}">
      <dsp:nvSpPr>
        <dsp:cNvPr id="0" name=""/>
        <dsp:cNvSpPr/>
      </dsp:nvSpPr>
      <dsp:spPr>
        <a:xfrm>
          <a:off x="0" y="2162"/>
          <a:ext cx="9810604" cy="7374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just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kern="1200" dirty="0"/>
            <a:t>Racionalistická a platónská</a:t>
          </a:r>
          <a:endParaRPr lang="en-US" sz="2800" kern="1200" dirty="0"/>
        </a:p>
      </dsp:txBody>
      <dsp:txXfrm>
        <a:off x="0" y="2162"/>
        <a:ext cx="9810604" cy="737404"/>
      </dsp:txXfrm>
    </dsp:sp>
    <dsp:sp modelId="{2686216A-90C1-4735-A5EC-5AFF89EEC7A6}">
      <dsp:nvSpPr>
        <dsp:cNvPr id="0" name=""/>
        <dsp:cNvSpPr/>
      </dsp:nvSpPr>
      <dsp:spPr>
        <a:xfrm>
          <a:off x="0" y="739567"/>
          <a:ext cx="9810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92BDDFB-3D28-45BE-8917-460CF77D7754}">
      <dsp:nvSpPr>
        <dsp:cNvPr id="0" name=""/>
        <dsp:cNvSpPr/>
      </dsp:nvSpPr>
      <dsp:spPr>
        <a:xfrm>
          <a:off x="0" y="739567"/>
          <a:ext cx="9810604" cy="7374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just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kern="1200" dirty="0"/>
            <a:t>Skutečnost lze pochopit jen na základě matematiky</a:t>
          </a:r>
          <a:endParaRPr lang="en-US" sz="2800" kern="1200" dirty="0"/>
        </a:p>
      </dsp:txBody>
      <dsp:txXfrm>
        <a:off x="0" y="739567"/>
        <a:ext cx="9810604" cy="737404"/>
      </dsp:txXfrm>
    </dsp:sp>
    <dsp:sp modelId="{0C180EAB-8EEF-4135-9485-C356E7415825}">
      <dsp:nvSpPr>
        <dsp:cNvPr id="0" name=""/>
        <dsp:cNvSpPr/>
      </dsp:nvSpPr>
      <dsp:spPr>
        <a:xfrm>
          <a:off x="0" y="1476971"/>
          <a:ext cx="9810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028F7B8-7339-47B7-B90C-E12F323B2C75}">
      <dsp:nvSpPr>
        <dsp:cNvPr id="0" name=""/>
        <dsp:cNvSpPr/>
      </dsp:nvSpPr>
      <dsp:spPr>
        <a:xfrm>
          <a:off x="0" y="1476971"/>
          <a:ext cx="9810604" cy="7374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just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kern="1200" dirty="0"/>
            <a:t>Aplikovaná věda jako prostředek k ovládnutí světa</a:t>
          </a:r>
          <a:endParaRPr lang="en-US" sz="2800" kern="1200" dirty="0"/>
        </a:p>
      </dsp:txBody>
      <dsp:txXfrm>
        <a:off x="0" y="1476971"/>
        <a:ext cx="9810604" cy="737404"/>
      </dsp:txXfrm>
    </dsp:sp>
    <dsp:sp modelId="{4E46047F-1D2D-442C-8B3F-8FD34C976271}">
      <dsp:nvSpPr>
        <dsp:cNvPr id="0" name=""/>
        <dsp:cNvSpPr/>
      </dsp:nvSpPr>
      <dsp:spPr>
        <a:xfrm>
          <a:off x="0" y="2214376"/>
          <a:ext cx="9810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5DB0507-A0DA-427C-9163-2928071A0672}">
      <dsp:nvSpPr>
        <dsp:cNvPr id="0" name=""/>
        <dsp:cNvSpPr/>
      </dsp:nvSpPr>
      <dsp:spPr>
        <a:xfrm>
          <a:off x="0" y="2214376"/>
          <a:ext cx="9810604" cy="7374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just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kern="1200" dirty="0"/>
            <a:t>Rozvoj vědeckého pozorovaní a experimentování</a:t>
          </a:r>
          <a:endParaRPr lang="en-US" sz="2800" kern="1200" dirty="0"/>
        </a:p>
      </dsp:txBody>
      <dsp:txXfrm>
        <a:off x="0" y="2214376"/>
        <a:ext cx="9810604" cy="737404"/>
      </dsp:txXfrm>
    </dsp:sp>
    <dsp:sp modelId="{F82FAABC-0634-4D6E-9426-38260193C5DD}">
      <dsp:nvSpPr>
        <dsp:cNvPr id="0" name=""/>
        <dsp:cNvSpPr/>
      </dsp:nvSpPr>
      <dsp:spPr>
        <a:xfrm>
          <a:off x="0" y="2951781"/>
          <a:ext cx="9810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A9C2F04-BE56-42E9-9111-6DB5B3AF1F0D}">
      <dsp:nvSpPr>
        <dsp:cNvPr id="0" name=""/>
        <dsp:cNvSpPr/>
      </dsp:nvSpPr>
      <dsp:spPr>
        <a:xfrm>
          <a:off x="0" y="2951781"/>
          <a:ext cx="9810604" cy="7374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just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kern="1200" dirty="0"/>
            <a:t>Návrat k antice</a:t>
          </a:r>
          <a:endParaRPr lang="en-US" sz="2800" kern="1200" dirty="0"/>
        </a:p>
      </dsp:txBody>
      <dsp:txXfrm>
        <a:off x="0" y="2951781"/>
        <a:ext cx="9810604" cy="737404"/>
      </dsp:txXfrm>
    </dsp:sp>
    <dsp:sp modelId="{4F5C295C-902D-4BAB-BF16-A0AAEEECAEE2}">
      <dsp:nvSpPr>
        <dsp:cNvPr id="0" name=""/>
        <dsp:cNvSpPr/>
      </dsp:nvSpPr>
      <dsp:spPr>
        <a:xfrm>
          <a:off x="0" y="3689185"/>
          <a:ext cx="9810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A1DAC3C-F077-425F-8FE2-4F5F8FAE3C7B}">
      <dsp:nvSpPr>
        <dsp:cNvPr id="0" name=""/>
        <dsp:cNvSpPr/>
      </dsp:nvSpPr>
      <dsp:spPr>
        <a:xfrm>
          <a:off x="0" y="3689185"/>
          <a:ext cx="9810604" cy="7374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just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kern="1200" dirty="0"/>
            <a:t>Slunce středem vesmíru</a:t>
          </a:r>
          <a:endParaRPr lang="en-US" sz="2800" kern="1200" dirty="0"/>
        </a:p>
      </dsp:txBody>
      <dsp:txXfrm>
        <a:off x="0" y="3689185"/>
        <a:ext cx="9810604" cy="737404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202E617-D1EF-4670-8C6D-66748AD874AF}">
      <dsp:nvSpPr>
        <dsp:cNvPr id="0" name=""/>
        <dsp:cNvSpPr/>
      </dsp:nvSpPr>
      <dsp:spPr>
        <a:xfrm>
          <a:off x="0" y="540"/>
          <a:ext cx="9810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C9FF39-E44B-45DB-A421-6227F68FC021}">
      <dsp:nvSpPr>
        <dsp:cNvPr id="0" name=""/>
        <dsp:cNvSpPr/>
      </dsp:nvSpPr>
      <dsp:spPr>
        <a:xfrm>
          <a:off x="0" y="540"/>
          <a:ext cx="9810604" cy="6325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just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kern="1200" dirty="0"/>
            <a:t>1543 – Mikuláš Koperník – definice heliocentrického modelu</a:t>
          </a:r>
          <a:endParaRPr lang="en-US" sz="2800" kern="1200" dirty="0"/>
        </a:p>
      </dsp:txBody>
      <dsp:txXfrm>
        <a:off x="0" y="540"/>
        <a:ext cx="9810604" cy="632524"/>
      </dsp:txXfrm>
    </dsp:sp>
    <dsp:sp modelId="{52EAB935-2614-4520-BDA0-1984BF7074DE}">
      <dsp:nvSpPr>
        <dsp:cNvPr id="0" name=""/>
        <dsp:cNvSpPr/>
      </dsp:nvSpPr>
      <dsp:spPr>
        <a:xfrm>
          <a:off x="0" y="633065"/>
          <a:ext cx="9810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3097933-A35C-4CC1-8BBE-D7A5C168588D}">
      <dsp:nvSpPr>
        <dsp:cNvPr id="0" name=""/>
        <dsp:cNvSpPr/>
      </dsp:nvSpPr>
      <dsp:spPr>
        <a:xfrm>
          <a:off x="0" y="633065"/>
          <a:ext cx="9810604" cy="6325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just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kern="1200" dirty="0"/>
            <a:t>1572 – Tycho Brahe – objevení supernovy</a:t>
          </a:r>
          <a:endParaRPr lang="en-US" sz="2800" kern="1200" dirty="0"/>
        </a:p>
      </dsp:txBody>
      <dsp:txXfrm>
        <a:off x="0" y="633065"/>
        <a:ext cx="9810604" cy="632524"/>
      </dsp:txXfrm>
    </dsp:sp>
    <dsp:sp modelId="{E3386834-8FB1-4D08-A2A9-8E801D92E09A}">
      <dsp:nvSpPr>
        <dsp:cNvPr id="0" name=""/>
        <dsp:cNvSpPr/>
      </dsp:nvSpPr>
      <dsp:spPr>
        <a:xfrm>
          <a:off x="0" y="1265589"/>
          <a:ext cx="9810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3DBEDFC-D159-4AF5-B363-85E7A79EB3D0}">
      <dsp:nvSpPr>
        <dsp:cNvPr id="0" name=""/>
        <dsp:cNvSpPr/>
      </dsp:nvSpPr>
      <dsp:spPr>
        <a:xfrm>
          <a:off x="0" y="1265589"/>
          <a:ext cx="9810604" cy="6325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just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kern="1200" dirty="0"/>
            <a:t>1600 – William Gilbert - magnety</a:t>
          </a:r>
          <a:endParaRPr lang="en-US" sz="2800" kern="1200" dirty="0"/>
        </a:p>
      </dsp:txBody>
      <dsp:txXfrm>
        <a:off x="0" y="1265589"/>
        <a:ext cx="9810604" cy="632524"/>
      </dsp:txXfrm>
    </dsp:sp>
    <dsp:sp modelId="{518AB593-CC26-469B-BAB5-70180DA2CD91}">
      <dsp:nvSpPr>
        <dsp:cNvPr id="0" name=""/>
        <dsp:cNvSpPr/>
      </dsp:nvSpPr>
      <dsp:spPr>
        <a:xfrm>
          <a:off x="0" y="1898114"/>
          <a:ext cx="9810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011C4F-114A-442C-A0A3-9AC9A5C1079A}">
      <dsp:nvSpPr>
        <dsp:cNvPr id="0" name=""/>
        <dsp:cNvSpPr/>
      </dsp:nvSpPr>
      <dsp:spPr>
        <a:xfrm>
          <a:off x="0" y="1898114"/>
          <a:ext cx="9810604" cy="6325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just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kern="1200" dirty="0"/>
            <a:t>1609 – Johannes Kepler – definice prvních tří Keplerových zákonů</a:t>
          </a:r>
          <a:endParaRPr lang="en-US" sz="2800" kern="1200" dirty="0"/>
        </a:p>
      </dsp:txBody>
      <dsp:txXfrm>
        <a:off x="0" y="1898114"/>
        <a:ext cx="9810604" cy="632524"/>
      </dsp:txXfrm>
    </dsp:sp>
    <dsp:sp modelId="{4F6E2803-E431-411E-B4E8-D65F59C4B849}">
      <dsp:nvSpPr>
        <dsp:cNvPr id="0" name=""/>
        <dsp:cNvSpPr/>
      </dsp:nvSpPr>
      <dsp:spPr>
        <a:xfrm>
          <a:off x="0" y="2530638"/>
          <a:ext cx="9810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414D10A-E015-4070-BE35-AC88F876EF60}">
      <dsp:nvSpPr>
        <dsp:cNvPr id="0" name=""/>
        <dsp:cNvSpPr/>
      </dsp:nvSpPr>
      <dsp:spPr>
        <a:xfrm>
          <a:off x="0" y="2530638"/>
          <a:ext cx="9810604" cy="6325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just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kern="1200" dirty="0"/>
            <a:t>1628 – William Harvey – princip krevního oběhu lidského těla</a:t>
          </a:r>
          <a:endParaRPr lang="en-US" sz="2800" kern="1200" dirty="0"/>
        </a:p>
      </dsp:txBody>
      <dsp:txXfrm>
        <a:off x="0" y="2530638"/>
        <a:ext cx="9810604" cy="632524"/>
      </dsp:txXfrm>
    </dsp:sp>
    <dsp:sp modelId="{58EAF835-396C-49CB-AAEA-B9BDE247930B}">
      <dsp:nvSpPr>
        <dsp:cNvPr id="0" name=""/>
        <dsp:cNvSpPr/>
      </dsp:nvSpPr>
      <dsp:spPr>
        <a:xfrm>
          <a:off x="0" y="3163163"/>
          <a:ext cx="9810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CFC99A-8287-44CE-A09C-1300975C57C4}">
      <dsp:nvSpPr>
        <dsp:cNvPr id="0" name=""/>
        <dsp:cNvSpPr/>
      </dsp:nvSpPr>
      <dsp:spPr>
        <a:xfrm>
          <a:off x="0" y="3163163"/>
          <a:ext cx="9810604" cy="6325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just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kern="1200" dirty="0"/>
            <a:t>1665 – Isaac Newton – první předpoklady pro gravitační zákon</a:t>
          </a:r>
          <a:endParaRPr lang="en-US" sz="2800" kern="1200" dirty="0"/>
        </a:p>
      </dsp:txBody>
      <dsp:txXfrm>
        <a:off x="0" y="3163163"/>
        <a:ext cx="9810604" cy="632524"/>
      </dsp:txXfrm>
    </dsp:sp>
    <dsp:sp modelId="{2DC0F946-AEE0-4ABB-8E2A-D25071D0FCC8}">
      <dsp:nvSpPr>
        <dsp:cNvPr id="0" name=""/>
        <dsp:cNvSpPr/>
      </dsp:nvSpPr>
      <dsp:spPr>
        <a:xfrm>
          <a:off x="0" y="3795687"/>
          <a:ext cx="9810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18F8BE5-88CC-47E6-9A1C-A385936AE2CD}">
      <dsp:nvSpPr>
        <dsp:cNvPr id="0" name=""/>
        <dsp:cNvSpPr/>
      </dsp:nvSpPr>
      <dsp:spPr>
        <a:xfrm>
          <a:off x="0" y="3795687"/>
          <a:ext cx="9810604" cy="6325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just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kern="1200" dirty="0"/>
            <a:t>1687 – Isaac Newton – položení základu klasické mechaniky</a:t>
          </a:r>
          <a:endParaRPr lang="en-US" sz="2800" kern="1200" dirty="0"/>
        </a:p>
      </dsp:txBody>
      <dsp:txXfrm>
        <a:off x="0" y="3795687"/>
        <a:ext cx="9810604" cy="63252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202E617-D1EF-4670-8C6D-66748AD874AF}">
      <dsp:nvSpPr>
        <dsp:cNvPr id="0" name=""/>
        <dsp:cNvSpPr/>
      </dsp:nvSpPr>
      <dsp:spPr>
        <a:xfrm>
          <a:off x="0" y="0"/>
          <a:ext cx="9810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C9FF39-E44B-45DB-A421-6227F68FC021}">
      <dsp:nvSpPr>
        <dsp:cNvPr id="0" name=""/>
        <dsp:cNvSpPr/>
      </dsp:nvSpPr>
      <dsp:spPr>
        <a:xfrm>
          <a:off x="0" y="0"/>
          <a:ext cx="9810604" cy="110718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just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kern="1200" dirty="0"/>
            <a:t>Platónská věda 18. stolení – Newton</a:t>
          </a:r>
          <a:endParaRPr lang="en-US" sz="2800" kern="1200" dirty="0"/>
        </a:p>
      </dsp:txBody>
      <dsp:txXfrm>
        <a:off x="0" y="0"/>
        <a:ext cx="9810604" cy="1107188"/>
      </dsp:txXfrm>
    </dsp:sp>
    <dsp:sp modelId="{631D4932-1221-4249-9D4E-0ADF76FBFB29}">
      <dsp:nvSpPr>
        <dsp:cNvPr id="0" name=""/>
        <dsp:cNvSpPr/>
      </dsp:nvSpPr>
      <dsp:spPr>
        <a:xfrm>
          <a:off x="0" y="1107188"/>
          <a:ext cx="9810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611872-635D-4B4F-BCF7-CB12414FBBB5}">
      <dsp:nvSpPr>
        <dsp:cNvPr id="0" name=""/>
        <dsp:cNvSpPr/>
      </dsp:nvSpPr>
      <dsp:spPr>
        <a:xfrm>
          <a:off x="0" y="1107188"/>
          <a:ext cx="9810604" cy="110718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just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kern="1200" dirty="0"/>
            <a:t>Aristotelská věda – popisná přírodověda, archeologie</a:t>
          </a:r>
          <a:endParaRPr lang="en-US" sz="2800" kern="1200" dirty="0"/>
        </a:p>
      </dsp:txBody>
      <dsp:txXfrm>
        <a:off x="0" y="1107188"/>
        <a:ext cx="9810604" cy="1107188"/>
      </dsp:txXfrm>
    </dsp:sp>
    <dsp:sp modelId="{70CC12A6-E463-4145-9153-BADEE4B554A2}">
      <dsp:nvSpPr>
        <dsp:cNvPr id="0" name=""/>
        <dsp:cNvSpPr/>
      </dsp:nvSpPr>
      <dsp:spPr>
        <a:xfrm>
          <a:off x="0" y="2214376"/>
          <a:ext cx="9810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62659CB-C1C6-4310-B9F0-B1953D2F11CF}">
      <dsp:nvSpPr>
        <dsp:cNvPr id="0" name=""/>
        <dsp:cNvSpPr/>
      </dsp:nvSpPr>
      <dsp:spPr>
        <a:xfrm>
          <a:off x="0" y="2214376"/>
          <a:ext cx="9810604" cy="110718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just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0" i="0" kern="1200" dirty="0"/>
            <a:t>Osvícenství – v naději na definitivní poznání zákonitostí světa</a:t>
          </a:r>
          <a:endParaRPr lang="en-US" sz="2800" kern="1200" dirty="0"/>
        </a:p>
      </dsp:txBody>
      <dsp:txXfrm>
        <a:off x="0" y="2214376"/>
        <a:ext cx="9810604" cy="1107188"/>
      </dsp:txXfrm>
    </dsp:sp>
    <dsp:sp modelId="{D6E66AA5-CB46-451A-83A2-E4E54A4E4693}">
      <dsp:nvSpPr>
        <dsp:cNvPr id="0" name=""/>
        <dsp:cNvSpPr/>
      </dsp:nvSpPr>
      <dsp:spPr>
        <a:xfrm>
          <a:off x="0" y="3321564"/>
          <a:ext cx="9810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DCDF938-1947-4B85-94CE-D360A15B72DD}">
      <dsp:nvSpPr>
        <dsp:cNvPr id="0" name=""/>
        <dsp:cNvSpPr/>
      </dsp:nvSpPr>
      <dsp:spPr>
        <a:xfrm>
          <a:off x="0" y="3321564"/>
          <a:ext cx="9810604" cy="110718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just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kern="1200" dirty="0"/>
            <a:t>Immanuel Kant – nové pojetí filozofie</a:t>
          </a:r>
          <a:endParaRPr lang="en-US" sz="2800" kern="1200" dirty="0"/>
        </a:p>
      </dsp:txBody>
      <dsp:txXfrm>
        <a:off x="0" y="3321564"/>
        <a:ext cx="9810604" cy="1107188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202E617-D1EF-4670-8C6D-66748AD874AF}">
      <dsp:nvSpPr>
        <dsp:cNvPr id="0" name=""/>
        <dsp:cNvSpPr/>
      </dsp:nvSpPr>
      <dsp:spPr>
        <a:xfrm>
          <a:off x="0" y="540"/>
          <a:ext cx="9810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C9FF39-E44B-45DB-A421-6227F68FC021}">
      <dsp:nvSpPr>
        <dsp:cNvPr id="0" name=""/>
        <dsp:cNvSpPr/>
      </dsp:nvSpPr>
      <dsp:spPr>
        <a:xfrm>
          <a:off x="0" y="540"/>
          <a:ext cx="9810604" cy="8855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just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kern="1200" dirty="0"/>
            <a:t>19. století – věda základem vzdělání</a:t>
          </a:r>
          <a:endParaRPr lang="en-US" sz="2800" kern="1200" dirty="0"/>
        </a:p>
      </dsp:txBody>
      <dsp:txXfrm>
        <a:off x="0" y="540"/>
        <a:ext cx="9810604" cy="885534"/>
      </dsp:txXfrm>
    </dsp:sp>
    <dsp:sp modelId="{DF4779BF-1E43-4101-AAD9-75E7716E930D}">
      <dsp:nvSpPr>
        <dsp:cNvPr id="0" name=""/>
        <dsp:cNvSpPr/>
      </dsp:nvSpPr>
      <dsp:spPr>
        <a:xfrm>
          <a:off x="0" y="886074"/>
          <a:ext cx="9810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AA1290A-9EEC-40CB-A5DE-9AB47C7EF198}">
      <dsp:nvSpPr>
        <dsp:cNvPr id="0" name=""/>
        <dsp:cNvSpPr/>
      </dsp:nvSpPr>
      <dsp:spPr>
        <a:xfrm>
          <a:off x="0" y="886074"/>
          <a:ext cx="9810604" cy="8855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just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kern="1200" dirty="0"/>
            <a:t>Empirické vědy uplatněné v technice a hospodářství</a:t>
          </a:r>
          <a:endParaRPr lang="en-US" sz="2800" kern="1200" dirty="0"/>
        </a:p>
      </dsp:txBody>
      <dsp:txXfrm>
        <a:off x="0" y="886074"/>
        <a:ext cx="9810604" cy="885534"/>
      </dsp:txXfrm>
    </dsp:sp>
    <dsp:sp modelId="{159D40A4-CE11-43FE-AE7B-31528B136197}">
      <dsp:nvSpPr>
        <dsp:cNvPr id="0" name=""/>
        <dsp:cNvSpPr/>
      </dsp:nvSpPr>
      <dsp:spPr>
        <a:xfrm>
          <a:off x="0" y="1771609"/>
          <a:ext cx="9810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AAFBB20-85C7-4931-B1E2-5CB7B3C7127F}">
      <dsp:nvSpPr>
        <dsp:cNvPr id="0" name=""/>
        <dsp:cNvSpPr/>
      </dsp:nvSpPr>
      <dsp:spPr>
        <a:xfrm>
          <a:off x="0" y="1771609"/>
          <a:ext cx="9810604" cy="8855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just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kern="1200" dirty="0"/>
            <a:t>Ve fyzice se objevují nahodilé metody (termodynamika)</a:t>
          </a:r>
          <a:endParaRPr lang="en-US" sz="2800" kern="1200" dirty="0"/>
        </a:p>
      </dsp:txBody>
      <dsp:txXfrm>
        <a:off x="0" y="1771609"/>
        <a:ext cx="9810604" cy="885534"/>
      </dsp:txXfrm>
    </dsp:sp>
    <dsp:sp modelId="{1BB68C43-D8E8-4B89-9FA1-E9C0F559F829}">
      <dsp:nvSpPr>
        <dsp:cNvPr id="0" name=""/>
        <dsp:cNvSpPr/>
      </dsp:nvSpPr>
      <dsp:spPr>
        <a:xfrm>
          <a:off x="0" y="2657143"/>
          <a:ext cx="9810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45AFEF3-8C0A-43DC-8648-A2E6051AE713}">
      <dsp:nvSpPr>
        <dsp:cNvPr id="0" name=""/>
        <dsp:cNvSpPr/>
      </dsp:nvSpPr>
      <dsp:spPr>
        <a:xfrm>
          <a:off x="0" y="2657143"/>
          <a:ext cx="9810604" cy="8855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just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kern="1200" dirty="0"/>
            <a:t>Rozšíření zkoumání živé přírody – Charles Darwin – myšlenka evoluce</a:t>
          </a:r>
          <a:endParaRPr lang="en-US" sz="2800" kern="1200" dirty="0"/>
        </a:p>
      </dsp:txBody>
      <dsp:txXfrm>
        <a:off x="0" y="2657143"/>
        <a:ext cx="9810604" cy="885534"/>
      </dsp:txXfrm>
    </dsp:sp>
    <dsp:sp modelId="{4E4EDE57-2552-434E-A7B0-6EA530C960EE}">
      <dsp:nvSpPr>
        <dsp:cNvPr id="0" name=""/>
        <dsp:cNvSpPr/>
      </dsp:nvSpPr>
      <dsp:spPr>
        <a:xfrm>
          <a:off x="0" y="3542678"/>
          <a:ext cx="9810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73334D1-0421-47DD-BF0A-1C1312E93F31}">
      <dsp:nvSpPr>
        <dsp:cNvPr id="0" name=""/>
        <dsp:cNvSpPr/>
      </dsp:nvSpPr>
      <dsp:spPr>
        <a:xfrm>
          <a:off x="0" y="3542678"/>
          <a:ext cx="9810604" cy="8855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just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kern="1200" dirty="0"/>
            <a:t>Vrcholem vynález atomové bomby</a:t>
          </a:r>
          <a:endParaRPr lang="en-US" sz="2800" kern="1200" dirty="0"/>
        </a:p>
      </dsp:txBody>
      <dsp:txXfrm>
        <a:off x="0" y="3542678"/>
        <a:ext cx="9810604" cy="885534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202E617-D1EF-4670-8C6D-66748AD874AF}">
      <dsp:nvSpPr>
        <dsp:cNvPr id="0" name=""/>
        <dsp:cNvSpPr/>
      </dsp:nvSpPr>
      <dsp:spPr>
        <a:xfrm>
          <a:off x="0" y="2162"/>
          <a:ext cx="9810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C9FF39-E44B-45DB-A421-6227F68FC021}">
      <dsp:nvSpPr>
        <dsp:cNvPr id="0" name=""/>
        <dsp:cNvSpPr/>
      </dsp:nvSpPr>
      <dsp:spPr>
        <a:xfrm>
          <a:off x="0" y="2162"/>
          <a:ext cx="9810604" cy="14748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just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kern="1200" dirty="0"/>
            <a:t>1905 a 1916 – Albert Einstein – Teorie relativity</a:t>
          </a:r>
          <a:endParaRPr lang="en-US" sz="2800" kern="1200" dirty="0"/>
        </a:p>
      </dsp:txBody>
      <dsp:txXfrm>
        <a:off x="0" y="2162"/>
        <a:ext cx="9810604" cy="1474809"/>
      </dsp:txXfrm>
    </dsp:sp>
    <dsp:sp modelId="{268ED75F-FECA-4944-BCE0-C4AA94A5F41A}">
      <dsp:nvSpPr>
        <dsp:cNvPr id="0" name=""/>
        <dsp:cNvSpPr/>
      </dsp:nvSpPr>
      <dsp:spPr>
        <a:xfrm>
          <a:off x="0" y="1476971"/>
          <a:ext cx="9810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929FD98-F077-400C-A343-A51901DD45A6}">
      <dsp:nvSpPr>
        <dsp:cNvPr id="0" name=""/>
        <dsp:cNvSpPr/>
      </dsp:nvSpPr>
      <dsp:spPr>
        <a:xfrm>
          <a:off x="0" y="1476971"/>
          <a:ext cx="9810604" cy="14748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just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kern="1200" noProof="0" dirty="0"/>
            <a:t>Planck (1900), Schrödinger (1926), Heisenberg (1925) – Kvantová mechanika</a:t>
          </a:r>
          <a:endParaRPr lang="en-US" sz="2800" kern="1200" dirty="0"/>
        </a:p>
      </dsp:txBody>
      <dsp:txXfrm>
        <a:off x="0" y="1476971"/>
        <a:ext cx="9810604" cy="1474809"/>
      </dsp:txXfrm>
    </dsp:sp>
    <dsp:sp modelId="{2834D65E-29A6-4865-9578-B3552F906C0C}">
      <dsp:nvSpPr>
        <dsp:cNvPr id="0" name=""/>
        <dsp:cNvSpPr/>
      </dsp:nvSpPr>
      <dsp:spPr>
        <a:xfrm>
          <a:off x="0" y="2951781"/>
          <a:ext cx="9810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A2EE814-4AC3-4E63-862F-AA5C8AB578B0}">
      <dsp:nvSpPr>
        <dsp:cNvPr id="0" name=""/>
        <dsp:cNvSpPr/>
      </dsp:nvSpPr>
      <dsp:spPr>
        <a:xfrm>
          <a:off x="0" y="2951781"/>
          <a:ext cx="9810604" cy="14748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just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kern="1200" noProof="0" dirty="0"/>
            <a:t>1931 – </a:t>
          </a:r>
          <a:r>
            <a:rPr lang="cs-CZ" sz="2800" b="0" i="0" kern="1200" dirty="0"/>
            <a:t>Lemaître – </a:t>
          </a:r>
          <a:r>
            <a:rPr lang="cs-CZ" sz="2800" kern="1200" noProof="0" dirty="0"/>
            <a:t>Teorie Velkého třesku</a:t>
          </a:r>
        </a:p>
      </dsp:txBody>
      <dsp:txXfrm>
        <a:off x="0" y="2951781"/>
        <a:ext cx="9810604" cy="1474809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202E617-D1EF-4670-8C6D-66748AD874AF}">
      <dsp:nvSpPr>
        <dsp:cNvPr id="0" name=""/>
        <dsp:cNvSpPr/>
      </dsp:nvSpPr>
      <dsp:spPr>
        <a:xfrm>
          <a:off x="0" y="2162"/>
          <a:ext cx="9810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C9FF39-E44B-45DB-A421-6227F68FC021}">
      <dsp:nvSpPr>
        <dsp:cNvPr id="0" name=""/>
        <dsp:cNvSpPr/>
      </dsp:nvSpPr>
      <dsp:spPr>
        <a:xfrm>
          <a:off x="0" y="2162"/>
          <a:ext cx="9810604" cy="14748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just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kern="1200" dirty="0"/>
            <a:t>Friedrich Miescher a Phoebus Levene – </a:t>
          </a:r>
          <a:r>
            <a:rPr lang="cs-CZ" sz="2800" b="0" kern="1200" dirty="0"/>
            <a:t>d</a:t>
          </a:r>
          <a:r>
            <a:rPr lang="cs-CZ" sz="2800" b="0" i="0" kern="1200" dirty="0"/>
            <a:t>eoxyribonukleová kyselina</a:t>
          </a:r>
        </a:p>
      </dsp:txBody>
      <dsp:txXfrm>
        <a:off x="0" y="2162"/>
        <a:ext cx="9810604" cy="1474809"/>
      </dsp:txXfrm>
    </dsp:sp>
    <dsp:sp modelId="{6ECF7959-ADB6-4BAE-BE09-DA5B8093C6BC}">
      <dsp:nvSpPr>
        <dsp:cNvPr id="0" name=""/>
        <dsp:cNvSpPr/>
      </dsp:nvSpPr>
      <dsp:spPr>
        <a:xfrm>
          <a:off x="0" y="1476971"/>
          <a:ext cx="9810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FDF0D7-50CA-4D2E-B77E-F96B36501E83}">
      <dsp:nvSpPr>
        <dsp:cNvPr id="0" name=""/>
        <dsp:cNvSpPr/>
      </dsp:nvSpPr>
      <dsp:spPr>
        <a:xfrm>
          <a:off x="0" y="1476971"/>
          <a:ext cx="9810604" cy="14748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just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0" i="0" kern="1200" dirty="0"/>
            <a:t>1928 – Alexander Fleming – objev penicilinu</a:t>
          </a:r>
        </a:p>
      </dsp:txBody>
      <dsp:txXfrm>
        <a:off x="0" y="1476971"/>
        <a:ext cx="9810604" cy="1474809"/>
      </dsp:txXfrm>
    </dsp:sp>
    <dsp:sp modelId="{157A4C9D-BBF2-4671-8820-6237AF7580B1}">
      <dsp:nvSpPr>
        <dsp:cNvPr id="0" name=""/>
        <dsp:cNvSpPr/>
      </dsp:nvSpPr>
      <dsp:spPr>
        <a:xfrm>
          <a:off x="0" y="2951781"/>
          <a:ext cx="9810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99D4177-8A9B-4FB5-AA30-3F0F9E73C599}">
      <dsp:nvSpPr>
        <dsp:cNvPr id="0" name=""/>
        <dsp:cNvSpPr/>
      </dsp:nvSpPr>
      <dsp:spPr>
        <a:xfrm>
          <a:off x="0" y="2951781"/>
          <a:ext cx="9810604" cy="14748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just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0" i="0" kern="1200" dirty="0"/>
            <a:t>Rozvoj genetiky</a:t>
          </a:r>
        </a:p>
      </dsp:txBody>
      <dsp:txXfrm>
        <a:off x="0" y="2951781"/>
        <a:ext cx="9810604" cy="1474809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202E617-D1EF-4670-8C6D-66748AD874AF}">
      <dsp:nvSpPr>
        <dsp:cNvPr id="0" name=""/>
        <dsp:cNvSpPr/>
      </dsp:nvSpPr>
      <dsp:spPr>
        <a:xfrm>
          <a:off x="0" y="0"/>
          <a:ext cx="9810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C9FF39-E44B-45DB-A421-6227F68FC021}">
      <dsp:nvSpPr>
        <dsp:cNvPr id="0" name=""/>
        <dsp:cNvSpPr/>
      </dsp:nvSpPr>
      <dsp:spPr>
        <a:xfrm>
          <a:off x="0" y="0"/>
          <a:ext cx="9810604" cy="110718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just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0" i="0" kern="1200"/>
            <a:t>Alan Turing – dešifrování Enigmy, Turingův stroj a test</a:t>
          </a:r>
          <a:endParaRPr lang="cs-CZ" sz="2800" b="0" i="0" kern="1200" dirty="0"/>
        </a:p>
      </dsp:txBody>
      <dsp:txXfrm>
        <a:off x="0" y="0"/>
        <a:ext cx="9810604" cy="1107188"/>
      </dsp:txXfrm>
    </dsp:sp>
    <dsp:sp modelId="{73D4D7C8-0D82-4FBC-A881-9AC5C08066B6}">
      <dsp:nvSpPr>
        <dsp:cNvPr id="0" name=""/>
        <dsp:cNvSpPr/>
      </dsp:nvSpPr>
      <dsp:spPr>
        <a:xfrm>
          <a:off x="0" y="1107188"/>
          <a:ext cx="9810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DEDE4C7-952A-4A67-A619-E2AD394AE0F5}">
      <dsp:nvSpPr>
        <dsp:cNvPr id="0" name=""/>
        <dsp:cNvSpPr/>
      </dsp:nvSpPr>
      <dsp:spPr>
        <a:xfrm>
          <a:off x="0" y="1107188"/>
          <a:ext cx="9810604" cy="110718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just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0" i="0" kern="1200" dirty="0"/>
            <a:t>1969 – zprovoznění sítě ARPANET</a:t>
          </a:r>
        </a:p>
      </dsp:txBody>
      <dsp:txXfrm>
        <a:off x="0" y="1107188"/>
        <a:ext cx="9810604" cy="1107188"/>
      </dsp:txXfrm>
    </dsp:sp>
    <dsp:sp modelId="{B8797946-8857-4E88-A5EB-893EBEC9FC14}">
      <dsp:nvSpPr>
        <dsp:cNvPr id="0" name=""/>
        <dsp:cNvSpPr/>
      </dsp:nvSpPr>
      <dsp:spPr>
        <a:xfrm>
          <a:off x="0" y="2214376"/>
          <a:ext cx="9810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B28EB00-4652-4717-98C0-6AB5558B469A}">
      <dsp:nvSpPr>
        <dsp:cNvPr id="0" name=""/>
        <dsp:cNvSpPr/>
      </dsp:nvSpPr>
      <dsp:spPr>
        <a:xfrm>
          <a:off x="0" y="2214376"/>
          <a:ext cx="9810604" cy="110718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just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0" i="0" kern="1200" dirty="0"/>
            <a:t>Rozvoj elektroniky</a:t>
          </a:r>
        </a:p>
      </dsp:txBody>
      <dsp:txXfrm>
        <a:off x="0" y="2214376"/>
        <a:ext cx="9810604" cy="1107188"/>
      </dsp:txXfrm>
    </dsp:sp>
    <dsp:sp modelId="{566EA551-AF46-464F-925E-B971EF666BDA}">
      <dsp:nvSpPr>
        <dsp:cNvPr id="0" name=""/>
        <dsp:cNvSpPr/>
      </dsp:nvSpPr>
      <dsp:spPr>
        <a:xfrm>
          <a:off x="0" y="3321564"/>
          <a:ext cx="9810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D5967E4-3722-40B7-A6B6-C1F0DCD56A8F}">
      <dsp:nvSpPr>
        <dsp:cNvPr id="0" name=""/>
        <dsp:cNvSpPr/>
      </dsp:nvSpPr>
      <dsp:spPr>
        <a:xfrm>
          <a:off x="0" y="3321564"/>
          <a:ext cx="9810604" cy="110718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just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0" i="0" kern="1200" dirty="0"/>
            <a:t>Vesmírný výzkum, první lety (Sputnik, Apollo 11)</a:t>
          </a:r>
        </a:p>
      </dsp:txBody>
      <dsp:txXfrm>
        <a:off x="0" y="3321564"/>
        <a:ext cx="9810604" cy="1107188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202E617-D1EF-4670-8C6D-66748AD874AF}">
      <dsp:nvSpPr>
        <dsp:cNvPr id="0" name=""/>
        <dsp:cNvSpPr/>
      </dsp:nvSpPr>
      <dsp:spPr>
        <a:xfrm>
          <a:off x="0" y="1979"/>
          <a:ext cx="9810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C9FF39-E44B-45DB-A421-6227F68FC021}">
      <dsp:nvSpPr>
        <dsp:cNvPr id="0" name=""/>
        <dsp:cNvSpPr/>
      </dsp:nvSpPr>
      <dsp:spPr>
        <a:xfrm>
          <a:off x="0" y="1979"/>
          <a:ext cx="9810604" cy="135014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just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0" i="0" kern="1200" dirty="0"/>
            <a:t>Rozvoj psychologie, sociologie a ekonomie</a:t>
          </a:r>
        </a:p>
      </dsp:txBody>
      <dsp:txXfrm>
        <a:off x="0" y="1979"/>
        <a:ext cx="9810604" cy="1350141"/>
      </dsp:txXfrm>
    </dsp:sp>
    <dsp:sp modelId="{D14685BA-E6CD-4E27-99F1-BFCA3484603D}">
      <dsp:nvSpPr>
        <dsp:cNvPr id="0" name=""/>
        <dsp:cNvSpPr/>
      </dsp:nvSpPr>
      <dsp:spPr>
        <a:xfrm>
          <a:off x="0" y="1352121"/>
          <a:ext cx="9810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63D6AD5-28C9-4728-9001-3AF64AD69E4A}">
      <dsp:nvSpPr>
        <dsp:cNvPr id="0" name=""/>
        <dsp:cNvSpPr/>
      </dsp:nvSpPr>
      <dsp:spPr>
        <a:xfrm>
          <a:off x="0" y="1352121"/>
          <a:ext cx="9810604" cy="135014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just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0" i="0" kern="1200" dirty="0"/>
            <a:t>Aplikace vědy v průmyslu a válce</a:t>
          </a:r>
        </a:p>
      </dsp:txBody>
      <dsp:txXfrm>
        <a:off x="0" y="1352121"/>
        <a:ext cx="9810604" cy="1350141"/>
      </dsp:txXfrm>
    </dsp:sp>
    <dsp:sp modelId="{CA3828B5-5B48-4A9A-9CEC-C1586977AB93}">
      <dsp:nvSpPr>
        <dsp:cNvPr id="0" name=""/>
        <dsp:cNvSpPr/>
      </dsp:nvSpPr>
      <dsp:spPr>
        <a:xfrm>
          <a:off x="0" y="2702263"/>
          <a:ext cx="9810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A4FD907-30E0-4E22-80A0-ABBD31966E78}">
      <dsp:nvSpPr>
        <dsp:cNvPr id="0" name=""/>
        <dsp:cNvSpPr/>
      </dsp:nvSpPr>
      <dsp:spPr>
        <a:xfrm>
          <a:off x="0" y="2702263"/>
          <a:ext cx="9810604" cy="135014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just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0" i="0" kern="1200" dirty="0"/>
            <a:t>Globalizace vědy, technologií</a:t>
          </a:r>
        </a:p>
      </dsp:txBody>
      <dsp:txXfrm>
        <a:off x="0" y="2702263"/>
        <a:ext cx="9810604" cy="1350141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202E617-D1EF-4670-8C6D-66748AD874AF}">
      <dsp:nvSpPr>
        <dsp:cNvPr id="0" name=""/>
        <dsp:cNvSpPr/>
      </dsp:nvSpPr>
      <dsp:spPr>
        <a:xfrm>
          <a:off x="0" y="2162"/>
          <a:ext cx="9810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C9FF39-E44B-45DB-A421-6227F68FC021}">
      <dsp:nvSpPr>
        <dsp:cNvPr id="0" name=""/>
        <dsp:cNvSpPr/>
      </dsp:nvSpPr>
      <dsp:spPr>
        <a:xfrm>
          <a:off x="0" y="2162"/>
          <a:ext cx="9810604" cy="14745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just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0" i="0" kern="1200" dirty="0"/>
            <a:t>Umělá inteligence</a:t>
          </a:r>
        </a:p>
      </dsp:txBody>
      <dsp:txXfrm>
        <a:off x="0" y="2162"/>
        <a:ext cx="9810604" cy="1474550"/>
      </dsp:txXfrm>
    </dsp:sp>
    <dsp:sp modelId="{26438CB9-3D72-4836-8AB2-893E5FA7DEAC}">
      <dsp:nvSpPr>
        <dsp:cNvPr id="0" name=""/>
        <dsp:cNvSpPr/>
      </dsp:nvSpPr>
      <dsp:spPr>
        <a:xfrm>
          <a:off x="0" y="1476713"/>
          <a:ext cx="9810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67E93B6-D93A-471B-A407-3A38758D8AF8}">
      <dsp:nvSpPr>
        <dsp:cNvPr id="0" name=""/>
        <dsp:cNvSpPr/>
      </dsp:nvSpPr>
      <dsp:spPr>
        <a:xfrm>
          <a:off x="0" y="1476713"/>
          <a:ext cx="9810604" cy="14745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just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0" i="0" kern="1200" dirty="0"/>
            <a:t>Nanotechnologie</a:t>
          </a:r>
        </a:p>
      </dsp:txBody>
      <dsp:txXfrm>
        <a:off x="0" y="1476713"/>
        <a:ext cx="9810604" cy="1474550"/>
      </dsp:txXfrm>
    </dsp:sp>
    <dsp:sp modelId="{40B959E0-8AE2-4D9D-A98D-C3C6CC6F3D70}">
      <dsp:nvSpPr>
        <dsp:cNvPr id="0" name=""/>
        <dsp:cNvSpPr/>
      </dsp:nvSpPr>
      <dsp:spPr>
        <a:xfrm>
          <a:off x="0" y="2951263"/>
          <a:ext cx="9810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8BA865C-0047-465A-BE48-B441FD78BD10}">
      <dsp:nvSpPr>
        <dsp:cNvPr id="0" name=""/>
        <dsp:cNvSpPr/>
      </dsp:nvSpPr>
      <dsp:spPr>
        <a:xfrm>
          <a:off x="0" y="2951263"/>
          <a:ext cx="9810604" cy="14745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just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0" i="0" kern="1200" dirty="0"/>
            <a:t>Automatizace, </a:t>
          </a:r>
          <a:r>
            <a:rPr lang="cs-CZ" sz="2800" b="0" i="0" kern="1200" dirty="0" err="1"/>
            <a:t>IoT</a:t>
          </a:r>
          <a:endParaRPr lang="cs-CZ" sz="2800" b="0" i="0" kern="1200" dirty="0"/>
        </a:p>
      </dsp:txBody>
      <dsp:txXfrm>
        <a:off x="0" y="2951263"/>
        <a:ext cx="9810604" cy="1474550"/>
      </dsp:txXfrm>
    </dsp:sp>
  </dsp:spTree>
</dsp:drawing>
</file>

<file path=ppt/diagrams/drawing1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202E617-D1EF-4670-8C6D-66748AD874AF}">
      <dsp:nvSpPr>
        <dsp:cNvPr id="0" name=""/>
        <dsp:cNvSpPr/>
      </dsp:nvSpPr>
      <dsp:spPr>
        <a:xfrm>
          <a:off x="0" y="2162"/>
          <a:ext cx="9810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C9FF39-E44B-45DB-A421-6227F68FC021}">
      <dsp:nvSpPr>
        <dsp:cNvPr id="0" name=""/>
        <dsp:cNvSpPr/>
      </dsp:nvSpPr>
      <dsp:spPr>
        <a:xfrm>
          <a:off x="0" y="2162"/>
          <a:ext cx="9810604" cy="14745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just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0" i="0" kern="1200" dirty="0"/>
            <a:t>Genová editace</a:t>
          </a:r>
        </a:p>
      </dsp:txBody>
      <dsp:txXfrm>
        <a:off x="0" y="2162"/>
        <a:ext cx="9810604" cy="1474550"/>
      </dsp:txXfrm>
    </dsp:sp>
    <dsp:sp modelId="{2E95CAFC-48A5-4305-AB1B-65D32A68D293}">
      <dsp:nvSpPr>
        <dsp:cNvPr id="0" name=""/>
        <dsp:cNvSpPr/>
      </dsp:nvSpPr>
      <dsp:spPr>
        <a:xfrm>
          <a:off x="0" y="1476713"/>
          <a:ext cx="9810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CF6AA2F-5C96-42FA-B4F2-8FD35473A2A1}">
      <dsp:nvSpPr>
        <dsp:cNvPr id="0" name=""/>
        <dsp:cNvSpPr/>
      </dsp:nvSpPr>
      <dsp:spPr>
        <a:xfrm>
          <a:off x="0" y="1476713"/>
          <a:ext cx="9810604" cy="14745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just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0" i="0" kern="1200" dirty="0"/>
            <a:t>Biotechnologie</a:t>
          </a:r>
        </a:p>
      </dsp:txBody>
      <dsp:txXfrm>
        <a:off x="0" y="1476713"/>
        <a:ext cx="9810604" cy="1474550"/>
      </dsp:txXfrm>
    </dsp:sp>
    <dsp:sp modelId="{AD240888-6534-47DA-B4CE-1495CAE07DAC}">
      <dsp:nvSpPr>
        <dsp:cNvPr id="0" name=""/>
        <dsp:cNvSpPr/>
      </dsp:nvSpPr>
      <dsp:spPr>
        <a:xfrm>
          <a:off x="0" y="2951263"/>
          <a:ext cx="9810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64BE777-27E9-47A3-9E94-866FC620D441}">
      <dsp:nvSpPr>
        <dsp:cNvPr id="0" name=""/>
        <dsp:cNvSpPr/>
      </dsp:nvSpPr>
      <dsp:spPr>
        <a:xfrm>
          <a:off x="0" y="2951263"/>
          <a:ext cx="9810604" cy="14745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just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0" i="0" kern="1200" dirty="0"/>
            <a:t>Vývoj vakcín mRNA</a:t>
          </a:r>
        </a:p>
      </dsp:txBody>
      <dsp:txXfrm>
        <a:off x="0" y="2951263"/>
        <a:ext cx="9810604" cy="1474550"/>
      </dsp:txXfrm>
    </dsp:sp>
  </dsp:spTree>
</dsp:drawing>
</file>

<file path=ppt/diagrams/drawing1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202E617-D1EF-4670-8C6D-66748AD874AF}">
      <dsp:nvSpPr>
        <dsp:cNvPr id="0" name=""/>
        <dsp:cNvSpPr/>
      </dsp:nvSpPr>
      <dsp:spPr>
        <a:xfrm>
          <a:off x="0" y="2162"/>
          <a:ext cx="9810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C9FF39-E44B-45DB-A421-6227F68FC021}">
      <dsp:nvSpPr>
        <dsp:cNvPr id="0" name=""/>
        <dsp:cNvSpPr/>
      </dsp:nvSpPr>
      <dsp:spPr>
        <a:xfrm>
          <a:off x="0" y="2162"/>
          <a:ext cx="9810604" cy="14745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just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0" i="0" kern="1200" dirty="0"/>
            <a:t>Komerční kosmonautika</a:t>
          </a:r>
        </a:p>
      </dsp:txBody>
      <dsp:txXfrm>
        <a:off x="0" y="2162"/>
        <a:ext cx="9810604" cy="1474550"/>
      </dsp:txXfrm>
    </dsp:sp>
    <dsp:sp modelId="{D14685BA-E6CD-4E27-99F1-BFCA3484603D}">
      <dsp:nvSpPr>
        <dsp:cNvPr id="0" name=""/>
        <dsp:cNvSpPr/>
      </dsp:nvSpPr>
      <dsp:spPr>
        <a:xfrm>
          <a:off x="0" y="1476713"/>
          <a:ext cx="9810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63D6AD5-28C9-4728-9001-3AF64AD69E4A}">
      <dsp:nvSpPr>
        <dsp:cNvPr id="0" name=""/>
        <dsp:cNvSpPr/>
      </dsp:nvSpPr>
      <dsp:spPr>
        <a:xfrm>
          <a:off x="0" y="1476713"/>
          <a:ext cx="9810604" cy="14745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just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0" i="0" kern="1200" dirty="0"/>
            <a:t>Mise na Mars, dálkový průzkum vesmíru</a:t>
          </a:r>
        </a:p>
      </dsp:txBody>
      <dsp:txXfrm>
        <a:off x="0" y="1476713"/>
        <a:ext cx="9810604" cy="1474550"/>
      </dsp:txXfrm>
    </dsp:sp>
    <dsp:sp modelId="{73F93EAE-189A-4DD9-9308-4407E2499DC7}">
      <dsp:nvSpPr>
        <dsp:cNvPr id="0" name=""/>
        <dsp:cNvSpPr/>
      </dsp:nvSpPr>
      <dsp:spPr>
        <a:xfrm>
          <a:off x="0" y="2951263"/>
          <a:ext cx="9810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57CC6CF-86AD-47B3-8ACB-19A71A981968}">
      <dsp:nvSpPr>
        <dsp:cNvPr id="0" name=""/>
        <dsp:cNvSpPr/>
      </dsp:nvSpPr>
      <dsp:spPr>
        <a:xfrm>
          <a:off x="0" y="2951263"/>
          <a:ext cx="9810604" cy="14745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just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0" i="0" kern="1200" dirty="0"/>
            <a:t>Hledání možností života</a:t>
          </a:r>
        </a:p>
      </dsp:txBody>
      <dsp:txXfrm>
        <a:off x="0" y="2951263"/>
        <a:ext cx="9810604" cy="1474550"/>
      </dsp:txXfrm>
    </dsp:sp>
  </dsp:spTree>
</dsp:drawing>
</file>

<file path=ppt/diagrams/drawing1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202E617-D1EF-4670-8C6D-66748AD874AF}">
      <dsp:nvSpPr>
        <dsp:cNvPr id="0" name=""/>
        <dsp:cNvSpPr/>
      </dsp:nvSpPr>
      <dsp:spPr>
        <a:xfrm>
          <a:off x="0" y="2162"/>
          <a:ext cx="9810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C9FF39-E44B-45DB-A421-6227F68FC021}">
      <dsp:nvSpPr>
        <dsp:cNvPr id="0" name=""/>
        <dsp:cNvSpPr/>
      </dsp:nvSpPr>
      <dsp:spPr>
        <a:xfrm>
          <a:off x="0" y="2162"/>
          <a:ext cx="9810604" cy="14745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just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0" i="0" kern="1200" dirty="0"/>
            <a:t>Studium klimatických změn a jejich dopadů</a:t>
          </a:r>
        </a:p>
      </dsp:txBody>
      <dsp:txXfrm>
        <a:off x="0" y="2162"/>
        <a:ext cx="9810604" cy="1474550"/>
      </dsp:txXfrm>
    </dsp:sp>
    <dsp:sp modelId="{811DD798-0E45-44D6-A670-AEF3F0589FFD}">
      <dsp:nvSpPr>
        <dsp:cNvPr id="0" name=""/>
        <dsp:cNvSpPr/>
      </dsp:nvSpPr>
      <dsp:spPr>
        <a:xfrm>
          <a:off x="0" y="1476713"/>
          <a:ext cx="9810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9E60236-9570-4B31-90D6-9EBDDD619678}">
      <dsp:nvSpPr>
        <dsp:cNvPr id="0" name=""/>
        <dsp:cNvSpPr/>
      </dsp:nvSpPr>
      <dsp:spPr>
        <a:xfrm>
          <a:off x="0" y="1476713"/>
          <a:ext cx="9810604" cy="14745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just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0" i="0" kern="1200" dirty="0"/>
            <a:t>Obnovitelné zdroje</a:t>
          </a:r>
        </a:p>
      </dsp:txBody>
      <dsp:txXfrm>
        <a:off x="0" y="1476713"/>
        <a:ext cx="9810604" cy="1474550"/>
      </dsp:txXfrm>
    </dsp:sp>
    <dsp:sp modelId="{4FD72930-4752-4537-8244-45C183D2B720}">
      <dsp:nvSpPr>
        <dsp:cNvPr id="0" name=""/>
        <dsp:cNvSpPr/>
      </dsp:nvSpPr>
      <dsp:spPr>
        <a:xfrm>
          <a:off x="0" y="2951263"/>
          <a:ext cx="9810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39438D0-90E3-45BA-A505-715ABD2DEA4E}">
      <dsp:nvSpPr>
        <dsp:cNvPr id="0" name=""/>
        <dsp:cNvSpPr/>
      </dsp:nvSpPr>
      <dsp:spPr>
        <a:xfrm>
          <a:off x="0" y="2951263"/>
          <a:ext cx="9810604" cy="14745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just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0" i="0" kern="1200" dirty="0"/>
            <a:t>Mezinárodní snahy o snižování emisí</a:t>
          </a:r>
        </a:p>
      </dsp:txBody>
      <dsp:txXfrm>
        <a:off x="0" y="2951263"/>
        <a:ext cx="9810604" cy="147455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1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13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14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9-21T21:29:10.2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1 0 32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28T19:36:22.8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1 0 32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E56D6-F195-48D7-978E-7EE16D4304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56946" y="1104900"/>
            <a:ext cx="8376514" cy="3120504"/>
          </a:xfrm>
        </p:spPr>
        <p:txBody>
          <a:bodyPr anchor="b">
            <a:normAutofit/>
          </a:bodyPr>
          <a:lstStyle>
            <a:lvl1pPr algn="ctr">
              <a:lnSpc>
                <a:spcPct val="110000"/>
              </a:lnSpc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A72F42-5C88-4F7D-803B-C371B570D7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08039" y="4442385"/>
            <a:ext cx="6074328" cy="984023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i="0" spc="16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0384F3-2D6A-49F6-8F79-F3955E9048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9259A-1FE3-4FF9-8A07-BDD8177164ED}" type="datetime4">
              <a:rPr lang="en-US" smtClean="0"/>
              <a:t>November 29, 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363F32-CD31-4801-BAE4-09EEB12629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D5D34C-49ED-4ADB-8693-73B790764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647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A7B333-9E16-4502-96B5-3F586B7E00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ED0795-5EC7-4FF8-9FC7-22AFA3C552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A2DA5B-9862-4A23-8FEC-5C1ABC2EEF1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10506456" y="5074920"/>
            <a:ext cx="2647667" cy="365125"/>
          </a:xfrm>
        </p:spPr>
        <p:txBody>
          <a:bodyPr/>
          <a:lstStyle/>
          <a:p>
            <a:fld id="{5D340FED-6E95-4177-A7EF-CD303B9E611D}" type="datetime4">
              <a:rPr lang="en-US" smtClean="0"/>
              <a:t>November 29, 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3D9A4B-0DA7-46BB-9DCE-3F26075C44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5400000">
            <a:off x="10451592" y="1408176"/>
            <a:ext cx="277049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6A7C47-81AC-431C-A7C3-2BC71AD14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58016" y="3136392"/>
            <a:ext cx="545911" cy="580029"/>
          </a:xfrm>
        </p:spPr>
        <p:txBody>
          <a:bodyPr/>
          <a:lstStyle/>
          <a:p>
            <a:fld id="{9D4AEF59-F28E-467C-9EA3-92D1CFAD475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50148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D2E47-4DC7-46C4-9407-FA4CF7E0AA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2513" y="1709738"/>
            <a:ext cx="9087774" cy="3438524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F7B502-122E-4177-A408-FC436A2542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52513" y="5148262"/>
            <a:ext cx="8844522" cy="1138238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229696-2AEF-4765-B33E-7DA328E464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962CB-39AD-45A9-800F-54DAB53D6021}" type="datetime4">
              <a:rPr lang="en-US" smtClean="0"/>
              <a:t>November 29, 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29B2E4-2F1C-4FEE-AAB2-4FCC3EEFD1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27D4B8-E107-480A-AA17-261CA49BB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13375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8BAE8-3305-4F08-BECB-56AD7FD4E4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7021AC-6D8D-4D24-8B01-8AE8F41BE4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50878" y="1825624"/>
            <a:ext cx="4473622" cy="4460875"/>
          </a:xfrm>
        </p:spPr>
        <p:txBody>
          <a:bodyPr/>
          <a:lstStyle>
            <a:lvl2pPr marL="274320" indent="0">
              <a:buFontTx/>
              <a:buNone/>
              <a:defRPr/>
            </a:lvl2pPr>
            <a:lvl3pPr marL="502920">
              <a:defRPr/>
            </a:lvl3pPr>
            <a:lvl4pPr marL="548640" indent="0">
              <a:buFontTx/>
              <a:buNone/>
              <a:defRPr/>
            </a:lvl4pPr>
            <a:lvl5pPr marL="731520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E7F49C-3DB3-40B7-89B3-E3BC32FC11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44540" y="1825624"/>
            <a:ext cx="5016943" cy="44608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E33D58-BDF5-4F1F-806B-0491CB362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EDF93D-55AB-4606-B9D7-742F1FC51983}" type="datetime4">
              <a:rPr lang="en-US" smtClean="0"/>
              <a:t>November 29, 2024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8BCBFD-1FE1-441A-B3AF-C3E7E7B8D1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0CE272-E6FB-455B-BACB-2471D66D95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37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73A4FB-9EF5-4D6C-A275-2DE1077A29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71563" y="1835219"/>
            <a:ext cx="4452938" cy="823912"/>
          </a:xfrm>
        </p:spPr>
        <p:txBody>
          <a:bodyPr anchor="b">
            <a:normAutofit/>
          </a:bodyPr>
          <a:lstStyle>
            <a:lvl1pPr marL="0" indent="0">
              <a:buNone/>
              <a:defRPr sz="2000" b="1" i="0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C9972A-4D34-4A9F-84EB-8D64A703B5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71562" y="2717801"/>
            <a:ext cx="4452938" cy="3559452"/>
          </a:xfrm>
        </p:spPr>
        <p:txBody>
          <a:bodyPr/>
          <a:lstStyle>
            <a:lvl2pPr marL="274320" indent="0">
              <a:buFontTx/>
              <a:buNone/>
              <a:defRPr/>
            </a:lvl2pPr>
            <a:lvl3pPr marL="548640">
              <a:defRPr/>
            </a:lvl3pPr>
            <a:lvl4pPr marL="594360" indent="0">
              <a:buFontTx/>
              <a:buNone/>
              <a:defRPr/>
            </a:lvl4pPr>
            <a:lvl5pPr marL="822960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BBDDE3-C8D7-4600-8259-24E1F8118A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844540" y="1835219"/>
            <a:ext cx="5016943" cy="823912"/>
          </a:xfrm>
        </p:spPr>
        <p:txBody>
          <a:bodyPr anchor="b">
            <a:normAutofit/>
          </a:bodyPr>
          <a:lstStyle>
            <a:lvl1pPr marL="0" indent="0">
              <a:buNone/>
              <a:defRPr sz="2000" b="1" i="0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4649FFF-44C7-4256-AFE1-C5457C7AB5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844540" y="2717800"/>
            <a:ext cx="5016943" cy="3559453"/>
          </a:xfrm>
        </p:spPr>
        <p:txBody>
          <a:bodyPr/>
          <a:lstStyle>
            <a:lvl2pPr marL="457200" indent="0">
              <a:buNone/>
              <a:defRPr/>
            </a:lvl2pPr>
            <a:lvl3pPr marL="548640">
              <a:defRPr/>
            </a:lvl3pPr>
            <a:lvl4pPr marL="594360" indent="0">
              <a:buFontTx/>
              <a:buNone/>
              <a:defRPr/>
            </a:lvl4pPr>
            <a:lvl5pPr marL="822960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BEC6ACF-080E-4B7C-B0C0-77E90C16E9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2841D-FB5C-47AB-B2FF-32E855C1EA71}" type="datetime4">
              <a:rPr lang="en-US" smtClean="0"/>
              <a:t>November 29, 2024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9A68C0B-BC90-4ADA-B6E6-2B30BFF9E7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3BCE559-C82B-4E27-965B-4AC3C66FC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3752B99E-38EC-4745-889B-124D347596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7375576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DE7304-D393-47F0-ACCC-1F72EFCCE7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8537E9-D174-424D-BEE8-AFC4CA5F9F97}" type="datetime4">
              <a:rPr lang="en-US" smtClean="0"/>
              <a:t>November 29, 2024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8451FF-032D-4787-BA4B-5EB415494A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B7511D-7256-4A08-BF62-3B3F821A6F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3FCDA27-1C47-4EA1-A160-EC91FD88B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664442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6DE8ADA-7BF8-433A-8770-61C690F37D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A44C0-F7AC-49C2-8289-1E7A86D9FB50}" type="datetime4">
              <a:rPr lang="en-US" smtClean="0"/>
              <a:t>November 29, 2024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6357B86-EC22-49C6-BBC6-639D57D1A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63764B-CF91-4C81-B4C3-5B5E5A9736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00998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E4801-B0C7-4458-B413-24D6E68FA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33" y="457200"/>
            <a:ext cx="4170355" cy="191750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FA0C76-733A-488A-89FB-7D04FD64BD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1637" y="457200"/>
            <a:ext cx="5562601" cy="59436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45B9DE-016A-4B31-BB52-99C76E28B4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33" y="2374708"/>
            <a:ext cx="4170355" cy="402609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ED6CC3-66DD-4D9A-A9C7-F588BA88C9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BB84BC-6E78-40D1-8831-40AB1F596614}" type="datetime4">
              <a:rPr lang="en-US" smtClean="0"/>
              <a:t>November 29, 2024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359FC8-04EF-4F7D-8E43-4EE0E95DA9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71C964-4227-4DEE-87A1-026162DDF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83282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F0EB4E-D4BB-4C86-A820-63474E5A40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2038" y="457199"/>
            <a:ext cx="3913241" cy="192881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4FA99A1-8FAF-415D-A399-1B2C2A0F230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257752" y="457200"/>
            <a:ext cx="6110288" cy="59436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A15BEE-9915-4637-85A2-2AF2872C72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2038" y="2386013"/>
            <a:ext cx="3913241" cy="40147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73427C-3B67-4ED4-925D-04B9C09AA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FA080F-3961-4D42-BEDE-84A1FED032F1}" type="datetime4">
              <a:rPr lang="en-US" smtClean="0"/>
              <a:t>November 29, 2024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B5DAFD-22DE-4E9E-9C72-B16C1F273D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E8EE99-49CC-4A30-8ADA-39EFD8DAA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27633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0171A2-02C1-4543-8B6B-FCF7E69712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050879" y="1825625"/>
            <a:ext cx="9810604" cy="4516696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95027C-A386-44E4-AFE1-33AFFDA3AD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C3C8F-D4A7-4EAD-92AD-82C91CB8BB85}" type="datetime4">
              <a:rPr lang="en-US" smtClean="0"/>
              <a:t>November 29, 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1BF710-0558-4457-825D-48713CAED3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7F93D-5DC3-4C36-AEB0-79CDB15C31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87CFC0C8-11FE-4003-B2D6-B7B8E2790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269544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CEB41C5-3638-439D-BA61-4DAA142226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464025"/>
            <a:ext cx="2161540" cy="580029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9B91A0-A376-483C-926E-189F376E55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464023"/>
            <a:ext cx="7886700" cy="58002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14134E-B7D5-4664-BB2E-6A98ED630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11D41-E33C-4BC7-8272-37E8417FD097}" type="datetime4">
              <a:rPr lang="en-US" smtClean="0"/>
              <a:t>November 29, 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A54E2A-B1CE-4F2E-9D9A-D47E514D59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E7C304-46A8-4179-87A2-B8CC10BAA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75243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customXml" Target="../ink/ink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person in a dark room&#10;&#10;Description automatically generated">
            <a:extLst>
              <a:ext uri="{FF2B5EF4-FFF2-40B4-BE49-F238E27FC236}">
                <a16:creationId xmlns:a16="http://schemas.microsoft.com/office/drawing/2014/main" id="{DEB2E8C4-C3E7-4048-A43D-9859510CFA98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05744" y="0"/>
            <a:ext cx="1286256" cy="6858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AFBD2E1-C16B-4996-869C-DD03823A80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879" y="609601"/>
            <a:ext cx="9810604" cy="12160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44DB6A-ED8E-4755-BC7A-B7AA652442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50879" y="1825624"/>
            <a:ext cx="9810604" cy="44287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F5CE27-B558-4B88-ACE3-B7042312773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509243" y="5071825"/>
            <a:ext cx="26476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 spc="300" baseline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defRPr>
            </a:lvl1pPr>
          </a:lstStyle>
          <a:p>
            <a:fld id="{A33960BD-7AC1-4217-9611-AAA56D3EE38F}" type="datetime4">
              <a:rPr lang="en-US" smtClean="0"/>
              <a:pPr/>
              <a:t>November 29, 2024</a:t>
            </a:fld>
            <a:endParaRPr lang="en-US" dirty="0">
              <a:latin typeface="+mn-lt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CE5D61-F203-4F00-9CF1-AB0AE49370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447827" y="1407402"/>
            <a:ext cx="27704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cap="all" spc="300" baseline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defRPr>
            </a:lvl1pPr>
          </a:lstStyle>
          <a:p>
            <a:endParaRPr lang="en-US" dirty="0">
              <a:latin typeface="+mn-lt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FF38BD-5F38-4F6E-B5DD-EB1AF06002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60121" y="3138985"/>
            <a:ext cx="545911" cy="58002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defRPr>
            </a:lvl1pPr>
          </a:lstStyle>
          <a:p>
            <a:fld id="{9D4AEF59-F28E-467C-9EA3-92D1CFAD475A}" type="slidenum">
              <a:rPr lang="en-US" smtClean="0"/>
              <a:pPr/>
              <a:t>‹#›</a:t>
            </a:fld>
            <a:endParaRPr lang="en-US" dirty="0">
              <a:latin typeface="+mn-lt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24D29CCB-7956-4E3E-8880-304085F04BF4}"/>
                  </a:ext>
                </a:extLst>
              </p14:cNvPr>
              <p14:cNvContentPartPr/>
              <p14:nvPr/>
            </p14:nvContentPartPr>
            <p14:xfrm>
              <a:off x="12490710" y="6342652"/>
              <a:ext cx="360" cy="3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24D29CCB-7956-4E3E-8880-304085F04BF4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12481710" y="6333652"/>
                <a:ext cx="18000" cy="1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0567510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87" r:id="rId1"/>
    <p:sldLayoutId id="2147483788" r:id="rId2"/>
    <p:sldLayoutId id="2147483789" r:id="rId3"/>
    <p:sldLayoutId id="2147483790" r:id="rId4"/>
    <p:sldLayoutId id="2147483780" r:id="rId5"/>
    <p:sldLayoutId id="2147483781" r:id="rId6"/>
    <p:sldLayoutId id="2147483782" r:id="rId7"/>
    <p:sldLayoutId id="2147483783" r:id="rId8"/>
    <p:sldLayoutId id="2147483784" r:id="rId9"/>
    <p:sldLayoutId id="2147483785" r:id="rId10"/>
    <p:sldLayoutId id="2147483786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txStyles>
    <p:titleStyle>
      <a:lvl1pPr algn="l" defTabSz="914400" rtl="0" eaLnBrk="1" latinLnBrk="0" hangingPunct="1">
        <a:lnSpc>
          <a:spcPct val="110000"/>
        </a:lnSpc>
        <a:spcBef>
          <a:spcPct val="0"/>
        </a:spcBef>
        <a:buNone/>
        <a:defRPr sz="2800" kern="1200" cap="all" spc="600" baseline="0">
          <a:solidFill>
            <a:schemeClr val="tx1">
              <a:lumMod val="85000"/>
              <a:lumOff val="15000"/>
            </a:schemeClr>
          </a:solidFill>
          <a:latin typeface="+mj-lt"/>
          <a:ea typeface="Batang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SzPct val="80000"/>
        <a:buFont typeface="Arial" panose="020B0604020202020204" pitchFamily="34" charset="0"/>
        <a:buChar char="•"/>
        <a:defRPr sz="2000" kern="1200" spc="50" baseline="0">
          <a:solidFill>
            <a:schemeClr val="tx1">
              <a:lumMod val="85000"/>
              <a:lumOff val="15000"/>
            </a:schemeClr>
          </a:solidFill>
          <a:latin typeface="+mn-lt"/>
          <a:ea typeface="Batang" panose="02030600000101010101" pitchFamily="18" charset="-127"/>
          <a:cs typeface="+mn-cs"/>
        </a:defRPr>
      </a:lvl1pPr>
      <a:lvl2pPr marL="274320" indent="0" algn="l" defTabSz="914400" rtl="0" eaLnBrk="1" latinLnBrk="0" hangingPunct="1">
        <a:lnSpc>
          <a:spcPct val="100000"/>
        </a:lnSpc>
        <a:spcBef>
          <a:spcPts val="500"/>
        </a:spcBef>
        <a:buFontTx/>
        <a:buNone/>
        <a:defRPr sz="1800" kern="1200" spc="50" baseline="0">
          <a:solidFill>
            <a:schemeClr val="tx1">
              <a:lumMod val="85000"/>
              <a:lumOff val="15000"/>
            </a:schemeClr>
          </a:solidFill>
          <a:latin typeface="+mn-lt"/>
          <a:ea typeface="Batang" panose="02030600000101010101" pitchFamily="18" charset="-127"/>
          <a:cs typeface="+mn-cs"/>
        </a:defRPr>
      </a:lvl2pPr>
      <a:lvl3pPr marL="605790" indent="-285750" algn="l" defTabSz="914400" rtl="0" eaLnBrk="1" latinLnBrk="0" hangingPunct="1">
        <a:lnSpc>
          <a:spcPct val="10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600" kern="1200" spc="50" baseline="0">
          <a:solidFill>
            <a:schemeClr val="tx1">
              <a:lumMod val="85000"/>
              <a:lumOff val="15000"/>
            </a:schemeClr>
          </a:solidFill>
          <a:latin typeface="+mn-lt"/>
          <a:ea typeface="Batang" panose="02030600000101010101" pitchFamily="18" charset="-127"/>
          <a:cs typeface="+mn-cs"/>
        </a:defRPr>
      </a:lvl3pPr>
      <a:lvl4pPr marL="630936" indent="0" algn="l" defTabSz="914400" rtl="0" eaLnBrk="1" latinLnBrk="0" hangingPunct="1">
        <a:lnSpc>
          <a:spcPct val="100000"/>
        </a:lnSpc>
        <a:spcBef>
          <a:spcPts val="500"/>
        </a:spcBef>
        <a:buFontTx/>
        <a:buNone/>
        <a:defRPr sz="1400" kern="1200" spc="50" baseline="0">
          <a:solidFill>
            <a:schemeClr val="tx1">
              <a:lumMod val="85000"/>
              <a:lumOff val="15000"/>
            </a:schemeClr>
          </a:solidFill>
          <a:latin typeface="+mn-lt"/>
          <a:ea typeface="Batang" panose="02030600000101010101" pitchFamily="18" charset="-127"/>
          <a:cs typeface="+mn-cs"/>
        </a:defRPr>
      </a:lvl4pPr>
      <a:lvl5pPr marL="822960" indent="-228600" algn="l" defTabSz="914400" rtl="0" eaLnBrk="1" latinLnBrk="0" hangingPunct="1">
        <a:lnSpc>
          <a:spcPct val="10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400" kern="1200" spc="50" baseline="0">
          <a:solidFill>
            <a:schemeClr val="tx1">
              <a:lumMod val="85000"/>
              <a:lumOff val="15000"/>
            </a:schemeClr>
          </a:solidFill>
          <a:latin typeface="+mn-lt"/>
          <a:ea typeface="Batang" panose="02030600000101010101" pitchFamily="18" charset="-127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7" Type="http://schemas.openxmlformats.org/officeDocument/2006/relationships/image" Target="../media/image10.jp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2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diagramLayout" Target="../diagrams/layout6.xml"/><Relationship Id="rId7" Type="http://schemas.openxmlformats.org/officeDocument/2006/relationships/image" Target="../media/image11.png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7" Type="http://schemas.openxmlformats.org/officeDocument/2006/relationships/image" Target="../media/image12.png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7" Type="http://schemas.openxmlformats.org/officeDocument/2006/relationships/image" Target="../media/image13.png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7" Type="http://schemas.openxmlformats.org/officeDocument/2006/relationships/image" Target="../media/image14.png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17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3" Type="http://schemas.openxmlformats.org/officeDocument/2006/relationships/diagramLayout" Target="../diagrams/layout11.xml"/><Relationship Id="rId7" Type="http://schemas.openxmlformats.org/officeDocument/2006/relationships/image" Target="../media/image15.png"/><Relationship Id="rId2" Type="http://schemas.openxmlformats.org/officeDocument/2006/relationships/diagramData" Target="../diagrams/data1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1.xml"/><Relationship Id="rId5" Type="http://schemas.openxmlformats.org/officeDocument/2006/relationships/diagramColors" Target="../diagrams/colors11.xml"/><Relationship Id="rId4" Type="http://schemas.openxmlformats.org/officeDocument/2006/relationships/diagramQuickStyle" Target="../diagrams/quickStyle1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2.xml"/><Relationship Id="rId7" Type="http://schemas.openxmlformats.org/officeDocument/2006/relationships/image" Target="../media/image16.jpeg"/><Relationship Id="rId2" Type="http://schemas.openxmlformats.org/officeDocument/2006/relationships/diagramData" Target="../diagrams/data1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2.xml"/><Relationship Id="rId5" Type="http://schemas.openxmlformats.org/officeDocument/2006/relationships/diagramColors" Target="../diagrams/colors12.xml"/><Relationship Id="rId4" Type="http://schemas.openxmlformats.org/officeDocument/2006/relationships/diagramQuickStyle" Target="../diagrams/quickStyle12.xml"/></Relationships>
</file>

<file path=ppt/slides/_rels/slide19.xml.rels><?xml version="1.0" encoding="UTF-8" standalone="yes"?>
<Relationships xmlns="http://schemas.openxmlformats.org/package/2006/relationships"><Relationship Id="rId8" Type="http://schemas.microsoft.com/office/2007/relationships/hdphoto" Target="../media/hdphoto4.wdp"/><Relationship Id="rId3" Type="http://schemas.openxmlformats.org/officeDocument/2006/relationships/diagramLayout" Target="../diagrams/layout13.xml"/><Relationship Id="rId7" Type="http://schemas.openxmlformats.org/officeDocument/2006/relationships/image" Target="../media/image17.png"/><Relationship Id="rId2" Type="http://schemas.openxmlformats.org/officeDocument/2006/relationships/diagramData" Target="../diagrams/data1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3.xml"/><Relationship Id="rId5" Type="http://schemas.openxmlformats.org/officeDocument/2006/relationships/diagramColors" Target="../diagrams/colors13.xml"/><Relationship Id="rId4" Type="http://schemas.openxmlformats.org/officeDocument/2006/relationships/diagramQuickStyle" Target="../diagrams/quickStyle1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4.xml"/><Relationship Id="rId7" Type="http://schemas.openxmlformats.org/officeDocument/2006/relationships/image" Target="../media/image18.jpeg"/><Relationship Id="rId2" Type="http://schemas.openxmlformats.org/officeDocument/2006/relationships/diagramData" Target="../diagrams/data1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4.xml"/><Relationship Id="rId5" Type="http://schemas.openxmlformats.org/officeDocument/2006/relationships/diagramColors" Target="../diagrams/colors14.xml"/><Relationship Id="rId4" Type="http://schemas.openxmlformats.org/officeDocument/2006/relationships/diagramQuickStyle" Target="../diagrams/quickStyl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0E91F5CA-B392-444C-88E3-BF5BAAEBDE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3" name="Picture 3">
            <a:extLst>
              <a:ext uri="{FF2B5EF4-FFF2-40B4-BE49-F238E27FC236}">
                <a16:creationId xmlns:a16="http://schemas.microsoft.com/office/drawing/2014/main" id="{2EE97B95-632A-769A-C95A-BB15E5FA77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12" b="7812"/>
          <a:stretch/>
        </p:blipFill>
        <p:spPr>
          <a:xfrm>
            <a:off x="20" y="10"/>
            <a:ext cx="12191979" cy="6857989"/>
          </a:xfrm>
          <a:prstGeom prst="rect">
            <a:avLst/>
          </a:prstGeom>
        </p:spPr>
      </p:pic>
      <p:sp>
        <p:nvSpPr>
          <p:cNvPr id="40" name="Rectangle 39">
            <a:extLst>
              <a:ext uri="{FF2B5EF4-FFF2-40B4-BE49-F238E27FC236}">
                <a16:creationId xmlns:a16="http://schemas.microsoft.com/office/drawing/2014/main" id="{C792EE87-4150-454F-8312-283882EFBE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99932"/>
            <a:ext cx="12191999" cy="4934490"/>
          </a:xfrm>
          <a:prstGeom prst="rect">
            <a:avLst/>
          </a:prstGeom>
          <a:gradFill flip="none" rotWithShape="1">
            <a:gsLst>
              <a:gs pos="50000">
                <a:srgbClr val="000000">
                  <a:alpha val="40784"/>
                </a:srgbClr>
              </a:gs>
              <a:gs pos="80000">
                <a:srgbClr val="000000">
                  <a:alpha val="28000"/>
                </a:srgbClr>
              </a:gs>
              <a:gs pos="0">
                <a:srgbClr val="000000">
                  <a:alpha val="0"/>
                </a:srgbClr>
              </a:gs>
              <a:gs pos="20000">
                <a:srgbClr val="000000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F1995C14-B310-116B-7711-3E89C90CC8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97040" y="1122362"/>
            <a:ext cx="8376514" cy="2494295"/>
          </a:xfrm>
        </p:spPr>
        <p:txBody>
          <a:bodyPr>
            <a:normAutofit/>
          </a:bodyPr>
          <a:lstStyle/>
          <a:p>
            <a:r>
              <a:rPr lang="cs-CZ" sz="3600" b="1" dirty="0">
                <a:solidFill>
                  <a:srgbClr val="FFFFFF"/>
                </a:solidFill>
                <a:latin typeface="Convection Medium" panose="020B0604040501040203" pitchFamily="34" charset="0"/>
              </a:rPr>
              <a:t>Věda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28568AD7-5C49-9636-4322-86071B49C2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29803" y="3772789"/>
            <a:ext cx="6141493" cy="1215470"/>
          </a:xfrm>
        </p:spPr>
        <p:txBody>
          <a:bodyPr>
            <a:normAutofit/>
          </a:bodyPr>
          <a:lstStyle/>
          <a:p>
            <a:r>
              <a:rPr lang="cs-CZ" dirty="0">
                <a:solidFill>
                  <a:srgbClr val="FFFFFF"/>
                </a:solidFill>
                <a:latin typeface="Convection" panose="020B0604040501040203" pitchFamily="34" charset="0"/>
              </a:rPr>
              <a:t>Definice pojmu, stručné dějiny, dělení vědy</a:t>
            </a:r>
          </a:p>
        </p:txBody>
      </p:sp>
      <p:sp useBgFill="1">
        <p:nvSpPr>
          <p:cNvPr id="42" name="Freeform: Shape 41">
            <a:extLst>
              <a:ext uri="{FF2B5EF4-FFF2-40B4-BE49-F238E27FC236}">
                <a16:creationId xmlns:a16="http://schemas.microsoft.com/office/drawing/2014/main" id="{EA21D066-7EC1-44B4-8CF9-85511FDFCA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-1"/>
            <a:ext cx="7890120" cy="735601"/>
          </a:xfrm>
          <a:custGeom>
            <a:avLst/>
            <a:gdLst>
              <a:gd name="connsiteX0" fmla="*/ 0 w 10678681"/>
              <a:gd name="connsiteY0" fmla="*/ 0 h 1357700"/>
              <a:gd name="connsiteX1" fmla="*/ 10678681 w 10678681"/>
              <a:gd name="connsiteY1" fmla="*/ 0 h 1357700"/>
              <a:gd name="connsiteX2" fmla="*/ 10666019 w 10678681"/>
              <a:gd name="connsiteY2" fmla="*/ 7876 h 1357700"/>
              <a:gd name="connsiteX3" fmla="*/ 10632825 w 10678681"/>
              <a:gd name="connsiteY3" fmla="*/ 32153 h 1357700"/>
              <a:gd name="connsiteX4" fmla="*/ 10510605 w 10678681"/>
              <a:gd name="connsiteY4" fmla="*/ 30449 h 1357700"/>
              <a:gd name="connsiteX5" fmla="*/ 10456989 w 10678681"/>
              <a:gd name="connsiteY5" fmla="*/ 979 h 1357700"/>
              <a:gd name="connsiteX6" fmla="*/ 10438642 w 10678681"/>
              <a:gd name="connsiteY6" fmla="*/ 1524 h 1357700"/>
              <a:gd name="connsiteX7" fmla="*/ 10407146 w 10678681"/>
              <a:gd name="connsiteY7" fmla="*/ 43659 h 1357700"/>
              <a:gd name="connsiteX8" fmla="*/ 10357996 w 10678681"/>
              <a:gd name="connsiteY8" fmla="*/ 50836 h 1357700"/>
              <a:gd name="connsiteX9" fmla="*/ 10306667 w 10678681"/>
              <a:gd name="connsiteY9" fmla="*/ 109739 h 1357700"/>
              <a:gd name="connsiteX10" fmla="*/ 10115334 w 10678681"/>
              <a:gd name="connsiteY10" fmla="*/ 155658 h 1357700"/>
              <a:gd name="connsiteX11" fmla="*/ 10068157 w 10678681"/>
              <a:gd name="connsiteY11" fmla="*/ 215673 h 1357700"/>
              <a:gd name="connsiteX12" fmla="*/ 10045431 w 10678681"/>
              <a:gd name="connsiteY12" fmla="*/ 229568 h 1357700"/>
              <a:gd name="connsiteX13" fmla="*/ 10013265 w 10678681"/>
              <a:gd name="connsiteY13" fmla="*/ 284757 h 1357700"/>
              <a:gd name="connsiteX14" fmla="*/ 9862496 w 10678681"/>
              <a:gd name="connsiteY14" fmla="*/ 223033 h 1357700"/>
              <a:gd name="connsiteX15" fmla="*/ 9679638 w 10678681"/>
              <a:gd name="connsiteY15" fmla="*/ 277462 h 1357700"/>
              <a:gd name="connsiteX16" fmla="*/ 9498347 w 10678681"/>
              <a:gd name="connsiteY16" fmla="*/ 244723 h 1357700"/>
              <a:gd name="connsiteX17" fmla="*/ 9399702 w 10678681"/>
              <a:gd name="connsiteY17" fmla="*/ 276316 h 1357700"/>
              <a:gd name="connsiteX18" fmla="*/ 9378439 w 10678681"/>
              <a:gd name="connsiteY18" fmla="*/ 326244 h 1357700"/>
              <a:gd name="connsiteX19" fmla="*/ 9121744 w 10678681"/>
              <a:gd name="connsiteY19" fmla="*/ 365177 h 1357700"/>
              <a:gd name="connsiteX20" fmla="*/ 9061654 w 10678681"/>
              <a:gd name="connsiteY20" fmla="*/ 393730 h 1357700"/>
              <a:gd name="connsiteX21" fmla="*/ 8997577 w 10678681"/>
              <a:gd name="connsiteY21" fmla="*/ 380865 h 1357700"/>
              <a:gd name="connsiteX22" fmla="*/ 8907968 w 10678681"/>
              <a:gd name="connsiteY22" fmla="*/ 447345 h 1357700"/>
              <a:gd name="connsiteX23" fmla="*/ 8764163 w 10678681"/>
              <a:gd name="connsiteY23" fmla="*/ 471000 h 1357700"/>
              <a:gd name="connsiteX24" fmla="*/ 8680155 w 10678681"/>
              <a:gd name="connsiteY24" fmla="*/ 492404 h 1357700"/>
              <a:gd name="connsiteX25" fmla="*/ 8651436 w 10678681"/>
              <a:gd name="connsiteY25" fmla="*/ 511923 h 1357700"/>
              <a:gd name="connsiteX26" fmla="*/ 8609185 w 10678681"/>
              <a:gd name="connsiteY26" fmla="*/ 531525 h 1357700"/>
              <a:gd name="connsiteX27" fmla="*/ 8537091 w 10678681"/>
              <a:gd name="connsiteY27" fmla="*/ 574933 h 1357700"/>
              <a:gd name="connsiteX28" fmla="*/ 8435931 w 10678681"/>
              <a:gd name="connsiteY28" fmla="*/ 617926 h 1357700"/>
              <a:gd name="connsiteX29" fmla="*/ 8348623 w 10678681"/>
              <a:gd name="connsiteY29" fmla="*/ 600607 h 1357700"/>
              <a:gd name="connsiteX30" fmla="*/ 8344233 w 10678681"/>
              <a:gd name="connsiteY30" fmla="*/ 610922 h 1357700"/>
              <a:gd name="connsiteX31" fmla="*/ 8290622 w 10678681"/>
              <a:gd name="connsiteY31" fmla="*/ 622687 h 1357700"/>
              <a:gd name="connsiteX32" fmla="*/ 8086698 w 10678681"/>
              <a:gd name="connsiteY32" fmla="*/ 605185 h 1357700"/>
              <a:gd name="connsiteX33" fmla="*/ 7982378 w 10678681"/>
              <a:gd name="connsiteY33" fmla="*/ 629799 h 1357700"/>
              <a:gd name="connsiteX34" fmla="*/ 7947952 w 10678681"/>
              <a:gd name="connsiteY34" fmla="*/ 648003 h 1357700"/>
              <a:gd name="connsiteX35" fmla="*/ 7890112 w 10678681"/>
              <a:gd name="connsiteY35" fmla="*/ 677915 h 1357700"/>
              <a:gd name="connsiteX36" fmla="*/ 7853284 w 10678681"/>
              <a:gd name="connsiteY36" fmla="*/ 723588 h 1357700"/>
              <a:gd name="connsiteX37" fmla="*/ 7802383 w 10678681"/>
              <a:gd name="connsiteY37" fmla="*/ 739359 h 1357700"/>
              <a:gd name="connsiteX38" fmla="*/ 7782280 w 10678681"/>
              <a:gd name="connsiteY38" fmla="*/ 712868 h 1357700"/>
              <a:gd name="connsiteX39" fmla="*/ 7730518 w 10678681"/>
              <a:gd name="connsiteY39" fmla="*/ 739526 h 1357700"/>
              <a:gd name="connsiteX40" fmla="*/ 7652907 w 10678681"/>
              <a:gd name="connsiteY40" fmla="*/ 783273 h 1357700"/>
              <a:gd name="connsiteX41" fmla="*/ 7606008 w 10678681"/>
              <a:gd name="connsiteY41" fmla="*/ 800717 h 1357700"/>
              <a:gd name="connsiteX42" fmla="*/ 7480223 w 10678681"/>
              <a:gd name="connsiteY42" fmla="*/ 856821 h 1357700"/>
              <a:gd name="connsiteX43" fmla="*/ 7356005 w 10678681"/>
              <a:gd name="connsiteY43" fmla="*/ 919462 h 1357700"/>
              <a:gd name="connsiteX44" fmla="*/ 7305396 w 10678681"/>
              <a:gd name="connsiteY44" fmla="*/ 986228 h 1357700"/>
              <a:gd name="connsiteX45" fmla="*/ 7298314 w 10678681"/>
              <a:gd name="connsiteY45" fmla="*/ 989899 h 1357700"/>
              <a:gd name="connsiteX46" fmla="*/ 7277477 w 10678681"/>
              <a:gd name="connsiteY46" fmla="*/ 990571 h 1357700"/>
              <a:gd name="connsiteX47" fmla="*/ 7269396 w 10678681"/>
              <a:gd name="connsiteY47" fmla="*/ 989282 h 1357700"/>
              <a:gd name="connsiteX48" fmla="*/ 7258094 w 10678681"/>
              <a:gd name="connsiteY48" fmla="*/ 990679 h 1357700"/>
              <a:gd name="connsiteX49" fmla="*/ 7257893 w 10678681"/>
              <a:gd name="connsiteY49" fmla="*/ 991204 h 1357700"/>
              <a:gd name="connsiteX50" fmla="*/ 7247153 w 10678681"/>
              <a:gd name="connsiteY50" fmla="*/ 991550 h 1357700"/>
              <a:gd name="connsiteX51" fmla="*/ 7193612 w 10678681"/>
              <a:gd name="connsiteY51" fmla="*/ 987042 h 1357700"/>
              <a:gd name="connsiteX52" fmla="*/ 7132632 w 10678681"/>
              <a:gd name="connsiteY52" fmla="*/ 1042036 h 1357700"/>
              <a:gd name="connsiteX53" fmla="*/ 7105610 w 10678681"/>
              <a:gd name="connsiteY53" fmla="*/ 1053537 h 1357700"/>
              <a:gd name="connsiteX54" fmla="*/ 7091599 w 10678681"/>
              <a:gd name="connsiteY54" fmla="*/ 1062302 h 1357700"/>
              <a:gd name="connsiteX55" fmla="*/ 7090998 w 10678681"/>
              <a:gd name="connsiteY55" fmla="*/ 1064540 h 1357700"/>
              <a:gd name="connsiteX56" fmla="*/ 7039634 w 10678681"/>
              <a:gd name="connsiteY56" fmla="*/ 1059971 h 1357700"/>
              <a:gd name="connsiteX57" fmla="*/ 7033445 w 10678681"/>
              <a:gd name="connsiteY57" fmla="*/ 1063314 h 1357700"/>
              <a:gd name="connsiteX58" fmla="*/ 6999157 w 10678681"/>
              <a:gd name="connsiteY58" fmla="*/ 1055282 h 1357700"/>
              <a:gd name="connsiteX59" fmla="*/ 6981874 w 10678681"/>
              <a:gd name="connsiteY59" fmla="*/ 1053827 h 1357700"/>
              <a:gd name="connsiteX60" fmla="*/ 6976102 w 10678681"/>
              <a:gd name="connsiteY60" fmla="*/ 1047854 h 1357700"/>
              <a:gd name="connsiteX61" fmla="*/ 6951040 w 10678681"/>
              <a:gd name="connsiteY61" fmla="*/ 1048531 h 1357700"/>
              <a:gd name="connsiteX62" fmla="*/ 6948497 w 10678681"/>
              <a:gd name="connsiteY62" fmla="*/ 1050706 h 1357700"/>
              <a:gd name="connsiteX63" fmla="*/ 6926582 w 10678681"/>
              <a:gd name="connsiteY63" fmla="*/ 1043462 h 1357700"/>
              <a:gd name="connsiteX64" fmla="*/ 6906706 w 10678681"/>
              <a:gd name="connsiteY64" fmla="*/ 1027961 h 1357700"/>
              <a:gd name="connsiteX65" fmla="*/ 6698313 w 10678681"/>
              <a:gd name="connsiteY65" fmla="*/ 1063249 h 1357700"/>
              <a:gd name="connsiteX66" fmla="*/ 6505317 w 10678681"/>
              <a:gd name="connsiteY66" fmla="*/ 1011686 h 1357700"/>
              <a:gd name="connsiteX67" fmla="*/ 6392549 w 10678681"/>
              <a:gd name="connsiteY67" fmla="*/ 1032948 h 1357700"/>
              <a:gd name="connsiteX68" fmla="*/ 6361470 w 10678681"/>
              <a:gd name="connsiteY68" fmla="*/ 1080572 h 1357700"/>
              <a:gd name="connsiteX69" fmla="*/ 6074811 w 10678681"/>
              <a:gd name="connsiteY69" fmla="*/ 1092701 h 1357700"/>
              <a:gd name="connsiteX70" fmla="*/ 6004655 w 10678681"/>
              <a:gd name="connsiteY70" fmla="*/ 1114946 h 1357700"/>
              <a:gd name="connsiteX71" fmla="*/ 5936643 w 10678681"/>
              <a:gd name="connsiteY71" fmla="*/ 1095428 h 1357700"/>
              <a:gd name="connsiteX72" fmla="*/ 5912484 w 10678681"/>
              <a:gd name="connsiteY72" fmla="*/ 1112624 h 1357700"/>
              <a:gd name="connsiteX73" fmla="*/ 5908387 w 10678681"/>
              <a:gd name="connsiteY73" fmla="*/ 1116018 h 1357700"/>
              <a:gd name="connsiteX74" fmla="*/ 5890495 w 10678681"/>
              <a:gd name="connsiteY74" fmla="*/ 1120268 h 1357700"/>
              <a:gd name="connsiteX75" fmla="*/ 5887318 w 10678681"/>
              <a:gd name="connsiteY75" fmla="*/ 1133134 h 1357700"/>
              <a:gd name="connsiteX76" fmla="*/ 5861726 w 10678681"/>
              <a:gd name="connsiteY76" fmla="*/ 1147891 h 1357700"/>
              <a:gd name="connsiteX77" fmla="*/ 5828273 w 10678681"/>
              <a:gd name="connsiteY77" fmla="*/ 1152456 h 1357700"/>
              <a:gd name="connsiteX78" fmla="*/ 5667391 w 10678681"/>
              <a:gd name="connsiteY78" fmla="*/ 1161093 h 1357700"/>
              <a:gd name="connsiteX79" fmla="*/ 5572219 w 10678681"/>
              <a:gd name="connsiteY79" fmla="*/ 1173708 h 1357700"/>
              <a:gd name="connsiteX80" fmla="*/ 5537768 w 10678681"/>
              <a:gd name="connsiteY80" fmla="*/ 1190202 h 1357700"/>
              <a:gd name="connsiteX81" fmla="*/ 5488513 w 10678681"/>
              <a:gd name="connsiteY81" fmla="*/ 1205367 h 1357700"/>
              <a:gd name="connsiteX82" fmla="*/ 5402905 w 10678681"/>
              <a:gd name="connsiteY82" fmla="*/ 1241191 h 1357700"/>
              <a:gd name="connsiteX83" fmla="*/ 5285593 w 10678681"/>
              <a:gd name="connsiteY83" fmla="*/ 1273569 h 1357700"/>
              <a:gd name="connsiteX84" fmla="*/ 5192893 w 10678681"/>
              <a:gd name="connsiteY84" fmla="*/ 1247188 h 1357700"/>
              <a:gd name="connsiteX85" fmla="*/ 5186475 w 10678681"/>
              <a:gd name="connsiteY85" fmla="*/ 1257028 h 1357700"/>
              <a:gd name="connsiteX86" fmla="*/ 5126038 w 10678681"/>
              <a:gd name="connsiteY86" fmla="*/ 1263189 h 1357700"/>
              <a:gd name="connsiteX87" fmla="*/ 4905913 w 10678681"/>
              <a:gd name="connsiteY87" fmla="*/ 1224477 h 1357700"/>
              <a:gd name="connsiteX88" fmla="*/ 4788036 w 10678681"/>
              <a:gd name="connsiteY88" fmla="*/ 1238182 h 1357700"/>
              <a:gd name="connsiteX89" fmla="*/ 4747555 w 10678681"/>
              <a:gd name="connsiteY89" fmla="*/ 1252768 h 1357700"/>
              <a:gd name="connsiteX90" fmla="*/ 4679644 w 10678681"/>
              <a:gd name="connsiteY90" fmla="*/ 1276603 h 1357700"/>
              <a:gd name="connsiteX91" fmla="*/ 4632222 w 10678681"/>
              <a:gd name="connsiteY91" fmla="*/ 1318360 h 1357700"/>
              <a:gd name="connsiteX92" fmla="*/ 4617358 w 10678681"/>
              <a:gd name="connsiteY92" fmla="*/ 1327690 h 1357700"/>
              <a:gd name="connsiteX93" fmla="*/ 4589102 w 10678681"/>
              <a:gd name="connsiteY93" fmla="*/ 1321223 h 1357700"/>
              <a:gd name="connsiteX94" fmla="*/ 4578184 w 10678681"/>
              <a:gd name="connsiteY94" fmla="*/ 1326745 h 1357700"/>
              <a:gd name="connsiteX95" fmla="*/ 4574270 w 10678681"/>
              <a:gd name="connsiteY95" fmla="*/ 1325878 h 1357700"/>
              <a:gd name="connsiteX96" fmla="*/ 4564919 w 10678681"/>
              <a:gd name="connsiteY96" fmla="*/ 1325507 h 1357700"/>
              <a:gd name="connsiteX97" fmla="*/ 4566586 w 10678681"/>
              <a:gd name="connsiteY97" fmla="*/ 1316963 h 1357700"/>
              <a:gd name="connsiteX98" fmla="*/ 4556303 w 10678681"/>
              <a:gd name="connsiteY98" fmla="*/ 1300262 h 1357700"/>
              <a:gd name="connsiteX99" fmla="*/ 4502358 w 10678681"/>
              <a:gd name="connsiteY99" fmla="*/ 1302558 h 1357700"/>
              <a:gd name="connsiteX100" fmla="*/ 4498919 w 10678681"/>
              <a:gd name="connsiteY100" fmla="*/ 1312115 h 1357700"/>
              <a:gd name="connsiteX101" fmla="*/ 4492075 w 10678681"/>
              <a:gd name="connsiteY101" fmla="*/ 1313357 h 1357700"/>
              <a:gd name="connsiteX102" fmla="*/ 4487466 w 10678681"/>
              <a:gd name="connsiteY102" fmla="*/ 1304102 h 1357700"/>
              <a:gd name="connsiteX103" fmla="*/ 4398292 w 10678681"/>
              <a:gd name="connsiteY103" fmla="*/ 1278410 h 1357700"/>
              <a:gd name="connsiteX104" fmla="*/ 4278026 w 10678681"/>
              <a:gd name="connsiteY104" fmla="*/ 1259803 h 1357700"/>
              <a:gd name="connsiteX105" fmla="*/ 4188995 w 10678681"/>
              <a:gd name="connsiteY105" fmla="*/ 1296718 h 1357700"/>
              <a:gd name="connsiteX106" fmla="*/ 4181483 w 10678681"/>
              <a:gd name="connsiteY106" fmla="*/ 1287686 h 1357700"/>
              <a:gd name="connsiteX107" fmla="*/ 4120739 w 10678681"/>
              <a:gd name="connsiteY107" fmla="*/ 1288549 h 1357700"/>
              <a:gd name="connsiteX108" fmla="*/ 3906561 w 10678681"/>
              <a:gd name="connsiteY108" fmla="*/ 1352435 h 1357700"/>
              <a:gd name="connsiteX109" fmla="*/ 3787890 w 10678681"/>
              <a:gd name="connsiteY109" fmla="*/ 1352442 h 1357700"/>
              <a:gd name="connsiteX110" fmla="*/ 3745993 w 10678681"/>
              <a:gd name="connsiteY110" fmla="*/ 1342630 h 1357700"/>
              <a:gd name="connsiteX111" fmla="*/ 3675785 w 10678681"/>
              <a:gd name="connsiteY111" fmla="*/ 1326802 h 1357700"/>
              <a:gd name="connsiteX112" fmla="*/ 3623856 w 10678681"/>
              <a:gd name="connsiteY112" fmla="*/ 1290804 h 1357700"/>
              <a:gd name="connsiteX113" fmla="*/ 3564933 w 10678681"/>
              <a:gd name="connsiteY113" fmla="*/ 1287147 h 1357700"/>
              <a:gd name="connsiteX114" fmla="*/ 3550537 w 10678681"/>
              <a:gd name="connsiteY114" fmla="*/ 1317552 h 1357700"/>
              <a:gd name="connsiteX115" fmla="*/ 3487736 w 10678681"/>
              <a:gd name="connsiteY115" fmla="*/ 1303493 h 1357700"/>
              <a:gd name="connsiteX116" fmla="*/ 3392548 w 10678681"/>
              <a:gd name="connsiteY116" fmla="*/ 1278741 h 1357700"/>
              <a:gd name="connsiteX117" fmla="*/ 3337466 w 10678681"/>
              <a:gd name="connsiteY117" fmla="*/ 1272537 h 1357700"/>
              <a:gd name="connsiteX118" fmla="*/ 3187206 w 10678681"/>
              <a:gd name="connsiteY118" fmla="*/ 1246821 h 1357700"/>
              <a:gd name="connsiteX119" fmla="*/ 3036856 w 10678681"/>
              <a:gd name="connsiteY119" fmla="*/ 1214383 h 1357700"/>
              <a:gd name="connsiteX120" fmla="*/ 2948654 w 10678681"/>
              <a:gd name="connsiteY120" fmla="*/ 1157455 h 1357700"/>
              <a:gd name="connsiteX121" fmla="*/ 2824973 w 10678681"/>
              <a:gd name="connsiteY121" fmla="*/ 1134864 h 1357700"/>
              <a:gd name="connsiteX122" fmla="*/ 2804398 w 10678681"/>
              <a:gd name="connsiteY122" fmla="*/ 1125556 h 1357700"/>
              <a:gd name="connsiteX123" fmla="*/ 2775396 w 10678681"/>
              <a:gd name="connsiteY123" fmla="*/ 1130148 h 1357700"/>
              <a:gd name="connsiteX124" fmla="*/ 2659096 w 10678681"/>
              <a:gd name="connsiteY124" fmla="*/ 1150294 h 1357700"/>
              <a:gd name="connsiteX125" fmla="*/ 2567088 w 10678681"/>
              <a:gd name="connsiteY125" fmla="*/ 1181781 h 1357700"/>
              <a:gd name="connsiteX126" fmla="*/ 2454501 w 10678681"/>
              <a:gd name="connsiteY126" fmla="*/ 1155455 h 1357700"/>
              <a:gd name="connsiteX127" fmla="*/ 2385161 w 10678681"/>
              <a:gd name="connsiteY127" fmla="*/ 1161312 h 1357700"/>
              <a:gd name="connsiteX128" fmla="*/ 2270528 w 10678681"/>
              <a:gd name="connsiteY128" fmla="*/ 1204338 h 1357700"/>
              <a:gd name="connsiteX129" fmla="*/ 2121820 w 10678681"/>
              <a:gd name="connsiteY129" fmla="*/ 1187078 h 1357700"/>
              <a:gd name="connsiteX130" fmla="*/ 2092716 w 10678681"/>
              <a:gd name="connsiteY130" fmla="*/ 1139224 h 1357700"/>
              <a:gd name="connsiteX131" fmla="*/ 2052449 w 10678681"/>
              <a:gd name="connsiteY131" fmla="*/ 1109687 h 1357700"/>
              <a:gd name="connsiteX132" fmla="*/ 2032607 w 10678681"/>
              <a:gd name="connsiteY132" fmla="*/ 1175477 h 1357700"/>
              <a:gd name="connsiteX133" fmla="*/ 1901837 w 10678681"/>
              <a:gd name="connsiteY133" fmla="*/ 1221762 h 1357700"/>
              <a:gd name="connsiteX134" fmla="*/ 1836762 w 10678681"/>
              <a:gd name="connsiteY134" fmla="*/ 1237387 h 1357700"/>
              <a:gd name="connsiteX135" fmla="*/ 1735877 w 10678681"/>
              <a:gd name="connsiteY135" fmla="*/ 1246527 h 1357700"/>
              <a:gd name="connsiteX136" fmla="*/ 1705069 w 10678681"/>
              <a:gd name="connsiteY136" fmla="*/ 1251989 h 1357700"/>
              <a:gd name="connsiteX137" fmla="*/ 1397689 w 10678681"/>
              <a:gd name="connsiteY137" fmla="*/ 1336144 h 1357700"/>
              <a:gd name="connsiteX138" fmla="*/ 1220734 w 10678681"/>
              <a:gd name="connsiteY138" fmla="*/ 1257811 h 1357700"/>
              <a:gd name="connsiteX139" fmla="*/ 1021737 w 10678681"/>
              <a:gd name="connsiteY139" fmla="*/ 1238739 h 1357700"/>
              <a:gd name="connsiteX140" fmla="*/ 959820 w 10678681"/>
              <a:gd name="connsiteY140" fmla="*/ 1275863 h 1357700"/>
              <a:gd name="connsiteX141" fmla="*/ 929137 w 10678681"/>
              <a:gd name="connsiteY141" fmla="*/ 1273957 h 1357700"/>
              <a:gd name="connsiteX142" fmla="*/ 878849 w 10678681"/>
              <a:gd name="connsiteY142" fmla="*/ 1266740 h 1357700"/>
              <a:gd name="connsiteX143" fmla="*/ 800667 w 10678681"/>
              <a:gd name="connsiteY143" fmla="*/ 1282041 h 1357700"/>
              <a:gd name="connsiteX144" fmla="*/ 644906 w 10678681"/>
              <a:gd name="connsiteY144" fmla="*/ 1273685 h 1357700"/>
              <a:gd name="connsiteX145" fmla="*/ 379869 w 10678681"/>
              <a:gd name="connsiteY145" fmla="*/ 1339165 h 1357700"/>
              <a:gd name="connsiteX146" fmla="*/ 137696 w 10678681"/>
              <a:gd name="connsiteY146" fmla="*/ 1319217 h 1357700"/>
              <a:gd name="connsiteX147" fmla="*/ 54250 w 10678681"/>
              <a:gd name="connsiteY147" fmla="*/ 1315838 h 1357700"/>
              <a:gd name="connsiteX148" fmla="*/ 28042 w 10678681"/>
              <a:gd name="connsiteY148" fmla="*/ 1297822 h 1357700"/>
              <a:gd name="connsiteX149" fmla="*/ 0 w 10678681"/>
              <a:gd name="connsiteY149" fmla="*/ 1294612 h 1357700"/>
              <a:gd name="connsiteX0" fmla="*/ 0 w 10678681"/>
              <a:gd name="connsiteY0" fmla="*/ 0 h 1357700"/>
              <a:gd name="connsiteX1" fmla="*/ 10678681 w 10678681"/>
              <a:gd name="connsiteY1" fmla="*/ 0 h 1357700"/>
              <a:gd name="connsiteX2" fmla="*/ 10666019 w 10678681"/>
              <a:gd name="connsiteY2" fmla="*/ 7876 h 1357700"/>
              <a:gd name="connsiteX3" fmla="*/ 10632825 w 10678681"/>
              <a:gd name="connsiteY3" fmla="*/ 32153 h 1357700"/>
              <a:gd name="connsiteX4" fmla="*/ 10510605 w 10678681"/>
              <a:gd name="connsiteY4" fmla="*/ 30449 h 1357700"/>
              <a:gd name="connsiteX5" fmla="*/ 10456989 w 10678681"/>
              <a:gd name="connsiteY5" fmla="*/ 979 h 1357700"/>
              <a:gd name="connsiteX6" fmla="*/ 10438642 w 10678681"/>
              <a:gd name="connsiteY6" fmla="*/ 1524 h 1357700"/>
              <a:gd name="connsiteX7" fmla="*/ 10407146 w 10678681"/>
              <a:gd name="connsiteY7" fmla="*/ 43659 h 1357700"/>
              <a:gd name="connsiteX8" fmla="*/ 10357996 w 10678681"/>
              <a:gd name="connsiteY8" fmla="*/ 50836 h 1357700"/>
              <a:gd name="connsiteX9" fmla="*/ 10306667 w 10678681"/>
              <a:gd name="connsiteY9" fmla="*/ 109739 h 1357700"/>
              <a:gd name="connsiteX10" fmla="*/ 10115334 w 10678681"/>
              <a:gd name="connsiteY10" fmla="*/ 155658 h 1357700"/>
              <a:gd name="connsiteX11" fmla="*/ 10068157 w 10678681"/>
              <a:gd name="connsiteY11" fmla="*/ 215673 h 1357700"/>
              <a:gd name="connsiteX12" fmla="*/ 10045431 w 10678681"/>
              <a:gd name="connsiteY12" fmla="*/ 229568 h 1357700"/>
              <a:gd name="connsiteX13" fmla="*/ 10013265 w 10678681"/>
              <a:gd name="connsiteY13" fmla="*/ 284757 h 1357700"/>
              <a:gd name="connsiteX14" fmla="*/ 9862496 w 10678681"/>
              <a:gd name="connsiteY14" fmla="*/ 223033 h 1357700"/>
              <a:gd name="connsiteX15" fmla="*/ 9679638 w 10678681"/>
              <a:gd name="connsiteY15" fmla="*/ 277462 h 1357700"/>
              <a:gd name="connsiteX16" fmla="*/ 9498347 w 10678681"/>
              <a:gd name="connsiteY16" fmla="*/ 244723 h 1357700"/>
              <a:gd name="connsiteX17" fmla="*/ 9399702 w 10678681"/>
              <a:gd name="connsiteY17" fmla="*/ 276316 h 1357700"/>
              <a:gd name="connsiteX18" fmla="*/ 9378439 w 10678681"/>
              <a:gd name="connsiteY18" fmla="*/ 326244 h 1357700"/>
              <a:gd name="connsiteX19" fmla="*/ 9121744 w 10678681"/>
              <a:gd name="connsiteY19" fmla="*/ 365177 h 1357700"/>
              <a:gd name="connsiteX20" fmla="*/ 9061654 w 10678681"/>
              <a:gd name="connsiteY20" fmla="*/ 393730 h 1357700"/>
              <a:gd name="connsiteX21" fmla="*/ 8997577 w 10678681"/>
              <a:gd name="connsiteY21" fmla="*/ 380865 h 1357700"/>
              <a:gd name="connsiteX22" fmla="*/ 8907968 w 10678681"/>
              <a:gd name="connsiteY22" fmla="*/ 447345 h 1357700"/>
              <a:gd name="connsiteX23" fmla="*/ 8764163 w 10678681"/>
              <a:gd name="connsiteY23" fmla="*/ 471000 h 1357700"/>
              <a:gd name="connsiteX24" fmla="*/ 8680155 w 10678681"/>
              <a:gd name="connsiteY24" fmla="*/ 492404 h 1357700"/>
              <a:gd name="connsiteX25" fmla="*/ 8651436 w 10678681"/>
              <a:gd name="connsiteY25" fmla="*/ 511923 h 1357700"/>
              <a:gd name="connsiteX26" fmla="*/ 8609185 w 10678681"/>
              <a:gd name="connsiteY26" fmla="*/ 531525 h 1357700"/>
              <a:gd name="connsiteX27" fmla="*/ 8537091 w 10678681"/>
              <a:gd name="connsiteY27" fmla="*/ 574933 h 1357700"/>
              <a:gd name="connsiteX28" fmla="*/ 8435931 w 10678681"/>
              <a:gd name="connsiteY28" fmla="*/ 617926 h 1357700"/>
              <a:gd name="connsiteX29" fmla="*/ 8348623 w 10678681"/>
              <a:gd name="connsiteY29" fmla="*/ 600607 h 1357700"/>
              <a:gd name="connsiteX30" fmla="*/ 8344233 w 10678681"/>
              <a:gd name="connsiteY30" fmla="*/ 610922 h 1357700"/>
              <a:gd name="connsiteX31" fmla="*/ 8290622 w 10678681"/>
              <a:gd name="connsiteY31" fmla="*/ 622687 h 1357700"/>
              <a:gd name="connsiteX32" fmla="*/ 8086698 w 10678681"/>
              <a:gd name="connsiteY32" fmla="*/ 605185 h 1357700"/>
              <a:gd name="connsiteX33" fmla="*/ 7982378 w 10678681"/>
              <a:gd name="connsiteY33" fmla="*/ 629799 h 1357700"/>
              <a:gd name="connsiteX34" fmla="*/ 7947952 w 10678681"/>
              <a:gd name="connsiteY34" fmla="*/ 648003 h 1357700"/>
              <a:gd name="connsiteX35" fmla="*/ 7890112 w 10678681"/>
              <a:gd name="connsiteY35" fmla="*/ 677915 h 1357700"/>
              <a:gd name="connsiteX36" fmla="*/ 7853284 w 10678681"/>
              <a:gd name="connsiteY36" fmla="*/ 723588 h 1357700"/>
              <a:gd name="connsiteX37" fmla="*/ 7802383 w 10678681"/>
              <a:gd name="connsiteY37" fmla="*/ 739359 h 1357700"/>
              <a:gd name="connsiteX38" fmla="*/ 7782280 w 10678681"/>
              <a:gd name="connsiteY38" fmla="*/ 712868 h 1357700"/>
              <a:gd name="connsiteX39" fmla="*/ 7730518 w 10678681"/>
              <a:gd name="connsiteY39" fmla="*/ 739526 h 1357700"/>
              <a:gd name="connsiteX40" fmla="*/ 7652907 w 10678681"/>
              <a:gd name="connsiteY40" fmla="*/ 783273 h 1357700"/>
              <a:gd name="connsiteX41" fmla="*/ 7606008 w 10678681"/>
              <a:gd name="connsiteY41" fmla="*/ 800717 h 1357700"/>
              <a:gd name="connsiteX42" fmla="*/ 7480223 w 10678681"/>
              <a:gd name="connsiteY42" fmla="*/ 856821 h 1357700"/>
              <a:gd name="connsiteX43" fmla="*/ 7356005 w 10678681"/>
              <a:gd name="connsiteY43" fmla="*/ 919462 h 1357700"/>
              <a:gd name="connsiteX44" fmla="*/ 7305396 w 10678681"/>
              <a:gd name="connsiteY44" fmla="*/ 986228 h 1357700"/>
              <a:gd name="connsiteX45" fmla="*/ 7298314 w 10678681"/>
              <a:gd name="connsiteY45" fmla="*/ 989899 h 1357700"/>
              <a:gd name="connsiteX46" fmla="*/ 7277477 w 10678681"/>
              <a:gd name="connsiteY46" fmla="*/ 990571 h 1357700"/>
              <a:gd name="connsiteX47" fmla="*/ 7269396 w 10678681"/>
              <a:gd name="connsiteY47" fmla="*/ 989282 h 1357700"/>
              <a:gd name="connsiteX48" fmla="*/ 7258094 w 10678681"/>
              <a:gd name="connsiteY48" fmla="*/ 990679 h 1357700"/>
              <a:gd name="connsiteX49" fmla="*/ 7257893 w 10678681"/>
              <a:gd name="connsiteY49" fmla="*/ 991204 h 1357700"/>
              <a:gd name="connsiteX50" fmla="*/ 7247153 w 10678681"/>
              <a:gd name="connsiteY50" fmla="*/ 991550 h 1357700"/>
              <a:gd name="connsiteX51" fmla="*/ 7193612 w 10678681"/>
              <a:gd name="connsiteY51" fmla="*/ 987042 h 1357700"/>
              <a:gd name="connsiteX52" fmla="*/ 7132632 w 10678681"/>
              <a:gd name="connsiteY52" fmla="*/ 1042036 h 1357700"/>
              <a:gd name="connsiteX53" fmla="*/ 7105610 w 10678681"/>
              <a:gd name="connsiteY53" fmla="*/ 1053537 h 1357700"/>
              <a:gd name="connsiteX54" fmla="*/ 7091599 w 10678681"/>
              <a:gd name="connsiteY54" fmla="*/ 1062302 h 1357700"/>
              <a:gd name="connsiteX55" fmla="*/ 7090998 w 10678681"/>
              <a:gd name="connsiteY55" fmla="*/ 1064540 h 1357700"/>
              <a:gd name="connsiteX56" fmla="*/ 7039634 w 10678681"/>
              <a:gd name="connsiteY56" fmla="*/ 1059971 h 1357700"/>
              <a:gd name="connsiteX57" fmla="*/ 7033445 w 10678681"/>
              <a:gd name="connsiteY57" fmla="*/ 1063314 h 1357700"/>
              <a:gd name="connsiteX58" fmla="*/ 6999157 w 10678681"/>
              <a:gd name="connsiteY58" fmla="*/ 1055282 h 1357700"/>
              <a:gd name="connsiteX59" fmla="*/ 6981874 w 10678681"/>
              <a:gd name="connsiteY59" fmla="*/ 1053827 h 1357700"/>
              <a:gd name="connsiteX60" fmla="*/ 6976102 w 10678681"/>
              <a:gd name="connsiteY60" fmla="*/ 1047854 h 1357700"/>
              <a:gd name="connsiteX61" fmla="*/ 6951040 w 10678681"/>
              <a:gd name="connsiteY61" fmla="*/ 1048531 h 1357700"/>
              <a:gd name="connsiteX62" fmla="*/ 6948497 w 10678681"/>
              <a:gd name="connsiteY62" fmla="*/ 1050706 h 1357700"/>
              <a:gd name="connsiteX63" fmla="*/ 6926582 w 10678681"/>
              <a:gd name="connsiteY63" fmla="*/ 1043462 h 1357700"/>
              <a:gd name="connsiteX64" fmla="*/ 6906706 w 10678681"/>
              <a:gd name="connsiteY64" fmla="*/ 1027961 h 1357700"/>
              <a:gd name="connsiteX65" fmla="*/ 6698313 w 10678681"/>
              <a:gd name="connsiteY65" fmla="*/ 1063249 h 1357700"/>
              <a:gd name="connsiteX66" fmla="*/ 6505317 w 10678681"/>
              <a:gd name="connsiteY66" fmla="*/ 1011686 h 1357700"/>
              <a:gd name="connsiteX67" fmla="*/ 6392549 w 10678681"/>
              <a:gd name="connsiteY67" fmla="*/ 1032948 h 1357700"/>
              <a:gd name="connsiteX68" fmla="*/ 6361470 w 10678681"/>
              <a:gd name="connsiteY68" fmla="*/ 1080572 h 1357700"/>
              <a:gd name="connsiteX69" fmla="*/ 6074811 w 10678681"/>
              <a:gd name="connsiteY69" fmla="*/ 1092701 h 1357700"/>
              <a:gd name="connsiteX70" fmla="*/ 6004655 w 10678681"/>
              <a:gd name="connsiteY70" fmla="*/ 1114946 h 1357700"/>
              <a:gd name="connsiteX71" fmla="*/ 5936643 w 10678681"/>
              <a:gd name="connsiteY71" fmla="*/ 1095428 h 1357700"/>
              <a:gd name="connsiteX72" fmla="*/ 5912484 w 10678681"/>
              <a:gd name="connsiteY72" fmla="*/ 1112624 h 1357700"/>
              <a:gd name="connsiteX73" fmla="*/ 5908387 w 10678681"/>
              <a:gd name="connsiteY73" fmla="*/ 1116018 h 1357700"/>
              <a:gd name="connsiteX74" fmla="*/ 5890495 w 10678681"/>
              <a:gd name="connsiteY74" fmla="*/ 1120268 h 1357700"/>
              <a:gd name="connsiteX75" fmla="*/ 5887318 w 10678681"/>
              <a:gd name="connsiteY75" fmla="*/ 1133134 h 1357700"/>
              <a:gd name="connsiteX76" fmla="*/ 5861726 w 10678681"/>
              <a:gd name="connsiteY76" fmla="*/ 1147891 h 1357700"/>
              <a:gd name="connsiteX77" fmla="*/ 5828273 w 10678681"/>
              <a:gd name="connsiteY77" fmla="*/ 1152456 h 1357700"/>
              <a:gd name="connsiteX78" fmla="*/ 5667391 w 10678681"/>
              <a:gd name="connsiteY78" fmla="*/ 1161093 h 1357700"/>
              <a:gd name="connsiteX79" fmla="*/ 5572219 w 10678681"/>
              <a:gd name="connsiteY79" fmla="*/ 1173708 h 1357700"/>
              <a:gd name="connsiteX80" fmla="*/ 5537768 w 10678681"/>
              <a:gd name="connsiteY80" fmla="*/ 1190202 h 1357700"/>
              <a:gd name="connsiteX81" fmla="*/ 5488513 w 10678681"/>
              <a:gd name="connsiteY81" fmla="*/ 1205367 h 1357700"/>
              <a:gd name="connsiteX82" fmla="*/ 5402905 w 10678681"/>
              <a:gd name="connsiteY82" fmla="*/ 1241191 h 1357700"/>
              <a:gd name="connsiteX83" fmla="*/ 5285593 w 10678681"/>
              <a:gd name="connsiteY83" fmla="*/ 1273569 h 1357700"/>
              <a:gd name="connsiteX84" fmla="*/ 5192893 w 10678681"/>
              <a:gd name="connsiteY84" fmla="*/ 1247188 h 1357700"/>
              <a:gd name="connsiteX85" fmla="*/ 5186475 w 10678681"/>
              <a:gd name="connsiteY85" fmla="*/ 1257028 h 1357700"/>
              <a:gd name="connsiteX86" fmla="*/ 5126038 w 10678681"/>
              <a:gd name="connsiteY86" fmla="*/ 1263189 h 1357700"/>
              <a:gd name="connsiteX87" fmla="*/ 4905913 w 10678681"/>
              <a:gd name="connsiteY87" fmla="*/ 1224477 h 1357700"/>
              <a:gd name="connsiteX88" fmla="*/ 4788036 w 10678681"/>
              <a:gd name="connsiteY88" fmla="*/ 1238182 h 1357700"/>
              <a:gd name="connsiteX89" fmla="*/ 4747555 w 10678681"/>
              <a:gd name="connsiteY89" fmla="*/ 1252768 h 1357700"/>
              <a:gd name="connsiteX90" fmla="*/ 4679644 w 10678681"/>
              <a:gd name="connsiteY90" fmla="*/ 1276603 h 1357700"/>
              <a:gd name="connsiteX91" fmla="*/ 4632222 w 10678681"/>
              <a:gd name="connsiteY91" fmla="*/ 1318360 h 1357700"/>
              <a:gd name="connsiteX92" fmla="*/ 4617358 w 10678681"/>
              <a:gd name="connsiteY92" fmla="*/ 1327690 h 1357700"/>
              <a:gd name="connsiteX93" fmla="*/ 4589102 w 10678681"/>
              <a:gd name="connsiteY93" fmla="*/ 1321223 h 1357700"/>
              <a:gd name="connsiteX94" fmla="*/ 4578184 w 10678681"/>
              <a:gd name="connsiteY94" fmla="*/ 1326745 h 1357700"/>
              <a:gd name="connsiteX95" fmla="*/ 4574270 w 10678681"/>
              <a:gd name="connsiteY95" fmla="*/ 1325878 h 1357700"/>
              <a:gd name="connsiteX96" fmla="*/ 4564919 w 10678681"/>
              <a:gd name="connsiteY96" fmla="*/ 1325507 h 1357700"/>
              <a:gd name="connsiteX97" fmla="*/ 4566586 w 10678681"/>
              <a:gd name="connsiteY97" fmla="*/ 1316963 h 1357700"/>
              <a:gd name="connsiteX98" fmla="*/ 4556303 w 10678681"/>
              <a:gd name="connsiteY98" fmla="*/ 1300262 h 1357700"/>
              <a:gd name="connsiteX99" fmla="*/ 4502358 w 10678681"/>
              <a:gd name="connsiteY99" fmla="*/ 1302558 h 1357700"/>
              <a:gd name="connsiteX100" fmla="*/ 4498919 w 10678681"/>
              <a:gd name="connsiteY100" fmla="*/ 1312115 h 1357700"/>
              <a:gd name="connsiteX101" fmla="*/ 4492075 w 10678681"/>
              <a:gd name="connsiteY101" fmla="*/ 1313357 h 1357700"/>
              <a:gd name="connsiteX102" fmla="*/ 4487466 w 10678681"/>
              <a:gd name="connsiteY102" fmla="*/ 1304102 h 1357700"/>
              <a:gd name="connsiteX103" fmla="*/ 4398292 w 10678681"/>
              <a:gd name="connsiteY103" fmla="*/ 1278410 h 1357700"/>
              <a:gd name="connsiteX104" fmla="*/ 4278026 w 10678681"/>
              <a:gd name="connsiteY104" fmla="*/ 1259803 h 1357700"/>
              <a:gd name="connsiteX105" fmla="*/ 4188995 w 10678681"/>
              <a:gd name="connsiteY105" fmla="*/ 1296718 h 1357700"/>
              <a:gd name="connsiteX106" fmla="*/ 4181483 w 10678681"/>
              <a:gd name="connsiteY106" fmla="*/ 1287686 h 1357700"/>
              <a:gd name="connsiteX107" fmla="*/ 4120739 w 10678681"/>
              <a:gd name="connsiteY107" fmla="*/ 1288549 h 1357700"/>
              <a:gd name="connsiteX108" fmla="*/ 3906561 w 10678681"/>
              <a:gd name="connsiteY108" fmla="*/ 1352435 h 1357700"/>
              <a:gd name="connsiteX109" fmla="*/ 3787890 w 10678681"/>
              <a:gd name="connsiteY109" fmla="*/ 1352442 h 1357700"/>
              <a:gd name="connsiteX110" fmla="*/ 3745993 w 10678681"/>
              <a:gd name="connsiteY110" fmla="*/ 1342630 h 1357700"/>
              <a:gd name="connsiteX111" fmla="*/ 3675785 w 10678681"/>
              <a:gd name="connsiteY111" fmla="*/ 1326802 h 1357700"/>
              <a:gd name="connsiteX112" fmla="*/ 3623856 w 10678681"/>
              <a:gd name="connsiteY112" fmla="*/ 1290804 h 1357700"/>
              <a:gd name="connsiteX113" fmla="*/ 3564933 w 10678681"/>
              <a:gd name="connsiteY113" fmla="*/ 1287147 h 1357700"/>
              <a:gd name="connsiteX114" fmla="*/ 3550537 w 10678681"/>
              <a:gd name="connsiteY114" fmla="*/ 1317552 h 1357700"/>
              <a:gd name="connsiteX115" fmla="*/ 3487736 w 10678681"/>
              <a:gd name="connsiteY115" fmla="*/ 1303493 h 1357700"/>
              <a:gd name="connsiteX116" fmla="*/ 3392548 w 10678681"/>
              <a:gd name="connsiteY116" fmla="*/ 1278741 h 1357700"/>
              <a:gd name="connsiteX117" fmla="*/ 3337466 w 10678681"/>
              <a:gd name="connsiteY117" fmla="*/ 1272537 h 1357700"/>
              <a:gd name="connsiteX118" fmla="*/ 3187206 w 10678681"/>
              <a:gd name="connsiteY118" fmla="*/ 1246821 h 1357700"/>
              <a:gd name="connsiteX119" fmla="*/ 3036856 w 10678681"/>
              <a:gd name="connsiteY119" fmla="*/ 1214383 h 1357700"/>
              <a:gd name="connsiteX120" fmla="*/ 2948654 w 10678681"/>
              <a:gd name="connsiteY120" fmla="*/ 1157455 h 1357700"/>
              <a:gd name="connsiteX121" fmla="*/ 2824973 w 10678681"/>
              <a:gd name="connsiteY121" fmla="*/ 1134864 h 1357700"/>
              <a:gd name="connsiteX122" fmla="*/ 2804398 w 10678681"/>
              <a:gd name="connsiteY122" fmla="*/ 1125556 h 1357700"/>
              <a:gd name="connsiteX123" fmla="*/ 2775396 w 10678681"/>
              <a:gd name="connsiteY123" fmla="*/ 1130148 h 1357700"/>
              <a:gd name="connsiteX124" fmla="*/ 2659096 w 10678681"/>
              <a:gd name="connsiteY124" fmla="*/ 1150294 h 1357700"/>
              <a:gd name="connsiteX125" fmla="*/ 2567088 w 10678681"/>
              <a:gd name="connsiteY125" fmla="*/ 1181781 h 1357700"/>
              <a:gd name="connsiteX126" fmla="*/ 2454501 w 10678681"/>
              <a:gd name="connsiteY126" fmla="*/ 1155455 h 1357700"/>
              <a:gd name="connsiteX127" fmla="*/ 2385161 w 10678681"/>
              <a:gd name="connsiteY127" fmla="*/ 1161312 h 1357700"/>
              <a:gd name="connsiteX128" fmla="*/ 2270528 w 10678681"/>
              <a:gd name="connsiteY128" fmla="*/ 1204338 h 1357700"/>
              <a:gd name="connsiteX129" fmla="*/ 2121820 w 10678681"/>
              <a:gd name="connsiteY129" fmla="*/ 1187078 h 1357700"/>
              <a:gd name="connsiteX130" fmla="*/ 2092716 w 10678681"/>
              <a:gd name="connsiteY130" fmla="*/ 1139224 h 1357700"/>
              <a:gd name="connsiteX131" fmla="*/ 2052449 w 10678681"/>
              <a:gd name="connsiteY131" fmla="*/ 1109687 h 1357700"/>
              <a:gd name="connsiteX132" fmla="*/ 2032607 w 10678681"/>
              <a:gd name="connsiteY132" fmla="*/ 1175477 h 1357700"/>
              <a:gd name="connsiteX133" fmla="*/ 1901837 w 10678681"/>
              <a:gd name="connsiteY133" fmla="*/ 1221762 h 1357700"/>
              <a:gd name="connsiteX134" fmla="*/ 1836762 w 10678681"/>
              <a:gd name="connsiteY134" fmla="*/ 1237387 h 1357700"/>
              <a:gd name="connsiteX135" fmla="*/ 1735877 w 10678681"/>
              <a:gd name="connsiteY135" fmla="*/ 1246527 h 1357700"/>
              <a:gd name="connsiteX136" fmla="*/ 1705069 w 10678681"/>
              <a:gd name="connsiteY136" fmla="*/ 1251989 h 1357700"/>
              <a:gd name="connsiteX137" fmla="*/ 1397689 w 10678681"/>
              <a:gd name="connsiteY137" fmla="*/ 1336144 h 1357700"/>
              <a:gd name="connsiteX138" fmla="*/ 1220734 w 10678681"/>
              <a:gd name="connsiteY138" fmla="*/ 1257811 h 1357700"/>
              <a:gd name="connsiteX139" fmla="*/ 1021737 w 10678681"/>
              <a:gd name="connsiteY139" fmla="*/ 1238739 h 1357700"/>
              <a:gd name="connsiteX140" fmla="*/ 959820 w 10678681"/>
              <a:gd name="connsiteY140" fmla="*/ 1275863 h 1357700"/>
              <a:gd name="connsiteX141" fmla="*/ 929137 w 10678681"/>
              <a:gd name="connsiteY141" fmla="*/ 1273957 h 1357700"/>
              <a:gd name="connsiteX142" fmla="*/ 878849 w 10678681"/>
              <a:gd name="connsiteY142" fmla="*/ 1266740 h 1357700"/>
              <a:gd name="connsiteX143" fmla="*/ 800667 w 10678681"/>
              <a:gd name="connsiteY143" fmla="*/ 1282041 h 1357700"/>
              <a:gd name="connsiteX144" fmla="*/ 644906 w 10678681"/>
              <a:gd name="connsiteY144" fmla="*/ 1273685 h 1357700"/>
              <a:gd name="connsiteX145" fmla="*/ 379869 w 10678681"/>
              <a:gd name="connsiteY145" fmla="*/ 1339165 h 1357700"/>
              <a:gd name="connsiteX146" fmla="*/ 137696 w 10678681"/>
              <a:gd name="connsiteY146" fmla="*/ 1319217 h 1357700"/>
              <a:gd name="connsiteX147" fmla="*/ 54250 w 10678681"/>
              <a:gd name="connsiteY147" fmla="*/ 1315838 h 1357700"/>
              <a:gd name="connsiteX148" fmla="*/ 28042 w 10678681"/>
              <a:gd name="connsiteY148" fmla="*/ 1297822 h 1357700"/>
              <a:gd name="connsiteX149" fmla="*/ 0 w 10678681"/>
              <a:gd name="connsiteY149" fmla="*/ 1294612 h 1357700"/>
              <a:gd name="connsiteX150" fmla="*/ 0 w 10678681"/>
              <a:gd name="connsiteY150" fmla="*/ 0 h 1357700"/>
              <a:gd name="connsiteX0" fmla="*/ 0 w 10678681"/>
              <a:gd name="connsiteY0" fmla="*/ 0 h 1357700"/>
              <a:gd name="connsiteX1" fmla="*/ 10678681 w 10678681"/>
              <a:gd name="connsiteY1" fmla="*/ 0 h 1357700"/>
              <a:gd name="connsiteX2" fmla="*/ 10666019 w 10678681"/>
              <a:gd name="connsiteY2" fmla="*/ 7876 h 1357700"/>
              <a:gd name="connsiteX3" fmla="*/ 10632825 w 10678681"/>
              <a:gd name="connsiteY3" fmla="*/ 32153 h 1357700"/>
              <a:gd name="connsiteX4" fmla="*/ 10510605 w 10678681"/>
              <a:gd name="connsiteY4" fmla="*/ 30449 h 1357700"/>
              <a:gd name="connsiteX5" fmla="*/ 10456989 w 10678681"/>
              <a:gd name="connsiteY5" fmla="*/ 979 h 1357700"/>
              <a:gd name="connsiteX6" fmla="*/ 10438642 w 10678681"/>
              <a:gd name="connsiteY6" fmla="*/ 1524 h 1357700"/>
              <a:gd name="connsiteX7" fmla="*/ 10407146 w 10678681"/>
              <a:gd name="connsiteY7" fmla="*/ 43659 h 1357700"/>
              <a:gd name="connsiteX8" fmla="*/ 10357996 w 10678681"/>
              <a:gd name="connsiteY8" fmla="*/ 50836 h 1357700"/>
              <a:gd name="connsiteX9" fmla="*/ 10306667 w 10678681"/>
              <a:gd name="connsiteY9" fmla="*/ 109739 h 1357700"/>
              <a:gd name="connsiteX10" fmla="*/ 10115334 w 10678681"/>
              <a:gd name="connsiteY10" fmla="*/ 155658 h 1357700"/>
              <a:gd name="connsiteX11" fmla="*/ 10068157 w 10678681"/>
              <a:gd name="connsiteY11" fmla="*/ 215673 h 1357700"/>
              <a:gd name="connsiteX12" fmla="*/ 10045431 w 10678681"/>
              <a:gd name="connsiteY12" fmla="*/ 229568 h 1357700"/>
              <a:gd name="connsiteX13" fmla="*/ 10013265 w 10678681"/>
              <a:gd name="connsiteY13" fmla="*/ 284757 h 1357700"/>
              <a:gd name="connsiteX14" fmla="*/ 9862496 w 10678681"/>
              <a:gd name="connsiteY14" fmla="*/ 223033 h 1357700"/>
              <a:gd name="connsiteX15" fmla="*/ 9679638 w 10678681"/>
              <a:gd name="connsiteY15" fmla="*/ 277462 h 1357700"/>
              <a:gd name="connsiteX16" fmla="*/ 9498347 w 10678681"/>
              <a:gd name="connsiteY16" fmla="*/ 244723 h 1357700"/>
              <a:gd name="connsiteX17" fmla="*/ 9399702 w 10678681"/>
              <a:gd name="connsiteY17" fmla="*/ 276316 h 1357700"/>
              <a:gd name="connsiteX18" fmla="*/ 9378439 w 10678681"/>
              <a:gd name="connsiteY18" fmla="*/ 326244 h 1357700"/>
              <a:gd name="connsiteX19" fmla="*/ 9121744 w 10678681"/>
              <a:gd name="connsiteY19" fmla="*/ 365177 h 1357700"/>
              <a:gd name="connsiteX20" fmla="*/ 9061654 w 10678681"/>
              <a:gd name="connsiteY20" fmla="*/ 393730 h 1357700"/>
              <a:gd name="connsiteX21" fmla="*/ 8997577 w 10678681"/>
              <a:gd name="connsiteY21" fmla="*/ 380865 h 1357700"/>
              <a:gd name="connsiteX22" fmla="*/ 8907968 w 10678681"/>
              <a:gd name="connsiteY22" fmla="*/ 447345 h 1357700"/>
              <a:gd name="connsiteX23" fmla="*/ 8764163 w 10678681"/>
              <a:gd name="connsiteY23" fmla="*/ 471000 h 1357700"/>
              <a:gd name="connsiteX24" fmla="*/ 8680155 w 10678681"/>
              <a:gd name="connsiteY24" fmla="*/ 492404 h 1357700"/>
              <a:gd name="connsiteX25" fmla="*/ 8651436 w 10678681"/>
              <a:gd name="connsiteY25" fmla="*/ 511923 h 1357700"/>
              <a:gd name="connsiteX26" fmla="*/ 8609185 w 10678681"/>
              <a:gd name="connsiteY26" fmla="*/ 531525 h 1357700"/>
              <a:gd name="connsiteX27" fmla="*/ 8537091 w 10678681"/>
              <a:gd name="connsiteY27" fmla="*/ 574933 h 1357700"/>
              <a:gd name="connsiteX28" fmla="*/ 8435931 w 10678681"/>
              <a:gd name="connsiteY28" fmla="*/ 617926 h 1357700"/>
              <a:gd name="connsiteX29" fmla="*/ 8348623 w 10678681"/>
              <a:gd name="connsiteY29" fmla="*/ 600607 h 1357700"/>
              <a:gd name="connsiteX30" fmla="*/ 8344233 w 10678681"/>
              <a:gd name="connsiteY30" fmla="*/ 610922 h 1357700"/>
              <a:gd name="connsiteX31" fmla="*/ 8290622 w 10678681"/>
              <a:gd name="connsiteY31" fmla="*/ 622687 h 1357700"/>
              <a:gd name="connsiteX32" fmla="*/ 8086698 w 10678681"/>
              <a:gd name="connsiteY32" fmla="*/ 605185 h 1357700"/>
              <a:gd name="connsiteX33" fmla="*/ 7982378 w 10678681"/>
              <a:gd name="connsiteY33" fmla="*/ 629799 h 1357700"/>
              <a:gd name="connsiteX34" fmla="*/ 7947952 w 10678681"/>
              <a:gd name="connsiteY34" fmla="*/ 648003 h 1357700"/>
              <a:gd name="connsiteX35" fmla="*/ 7890112 w 10678681"/>
              <a:gd name="connsiteY35" fmla="*/ 677915 h 1357700"/>
              <a:gd name="connsiteX36" fmla="*/ 7853284 w 10678681"/>
              <a:gd name="connsiteY36" fmla="*/ 723588 h 1357700"/>
              <a:gd name="connsiteX37" fmla="*/ 7802383 w 10678681"/>
              <a:gd name="connsiteY37" fmla="*/ 739359 h 1357700"/>
              <a:gd name="connsiteX38" fmla="*/ 7782280 w 10678681"/>
              <a:gd name="connsiteY38" fmla="*/ 712868 h 1357700"/>
              <a:gd name="connsiteX39" fmla="*/ 7730518 w 10678681"/>
              <a:gd name="connsiteY39" fmla="*/ 739526 h 1357700"/>
              <a:gd name="connsiteX40" fmla="*/ 7652907 w 10678681"/>
              <a:gd name="connsiteY40" fmla="*/ 783273 h 1357700"/>
              <a:gd name="connsiteX41" fmla="*/ 7606008 w 10678681"/>
              <a:gd name="connsiteY41" fmla="*/ 800717 h 1357700"/>
              <a:gd name="connsiteX42" fmla="*/ 7480223 w 10678681"/>
              <a:gd name="connsiteY42" fmla="*/ 856821 h 1357700"/>
              <a:gd name="connsiteX43" fmla="*/ 7356005 w 10678681"/>
              <a:gd name="connsiteY43" fmla="*/ 919462 h 1357700"/>
              <a:gd name="connsiteX44" fmla="*/ 7305396 w 10678681"/>
              <a:gd name="connsiteY44" fmla="*/ 986228 h 1357700"/>
              <a:gd name="connsiteX45" fmla="*/ 7298314 w 10678681"/>
              <a:gd name="connsiteY45" fmla="*/ 989899 h 1357700"/>
              <a:gd name="connsiteX46" fmla="*/ 7277477 w 10678681"/>
              <a:gd name="connsiteY46" fmla="*/ 990571 h 1357700"/>
              <a:gd name="connsiteX47" fmla="*/ 7269396 w 10678681"/>
              <a:gd name="connsiteY47" fmla="*/ 989282 h 1357700"/>
              <a:gd name="connsiteX48" fmla="*/ 7258094 w 10678681"/>
              <a:gd name="connsiteY48" fmla="*/ 990679 h 1357700"/>
              <a:gd name="connsiteX49" fmla="*/ 7257893 w 10678681"/>
              <a:gd name="connsiteY49" fmla="*/ 991204 h 1357700"/>
              <a:gd name="connsiteX50" fmla="*/ 7247153 w 10678681"/>
              <a:gd name="connsiteY50" fmla="*/ 991550 h 1357700"/>
              <a:gd name="connsiteX51" fmla="*/ 7193612 w 10678681"/>
              <a:gd name="connsiteY51" fmla="*/ 987042 h 1357700"/>
              <a:gd name="connsiteX52" fmla="*/ 7132632 w 10678681"/>
              <a:gd name="connsiteY52" fmla="*/ 1042036 h 1357700"/>
              <a:gd name="connsiteX53" fmla="*/ 7105610 w 10678681"/>
              <a:gd name="connsiteY53" fmla="*/ 1053537 h 1357700"/>
              <a:gd name="connsiteX54" fmla="*/ 7091599 w 10678681"/>
              <a:gd name="connsiteY54" fmla="*/ 1062302 h 1357700"/>
              <a:gd name="connsiteX55" fmla="*/ 7090998 w 10678681"/>
              <a:gd name="connsiteY55" fmla="*/ 1064540 h 1357700"/>
              <a:gd name="connsiteX56" fmla="*/ 7039634 w 10678681"/>
              <a:gd name="connsiteY56" fmla="*/ 1059971 h 1357700"/>
              <a:gd name="connsiteX57" fmla="*/ 7033445 w 10678681"/>
              <a:gd name="connsiteY57" fmla="*/ 1063314 h 1357700"/>
              <a:gd name="connsiteX58" fmla="*/ 6999157 w 10678681"/>
              <a:gd name="connsiteY58" fmla="*/ 1055282 h 1357700"/>
              <a:gd name="connsiteX59" fmla="*/ 6981874 w 10678681"/>
              <a:gd name="connsiteY59" fmla="*/ 1053827 h 1357700"/>
              <a:gd name="connsiteX60" fmla="*/ 6976102 w 10678681"/>
              <a:gd name="connsiteY60" fmla="*/ 1047854 h 1357700"/>
              <a:gd name="connsiteX61" fmla="*/ 6951040 w 10678681"/>
              <a:gd name="connsiteY61" fmla="*/ 1048531 h 1357700"/>
              <a:gd name="connsiteX62" fmla="*/ 6948497 w 10678681"/>
              <a:gd name="connsiteY62" fmla="*/ 1050706 h 1357700"/>
              <a:gd name="connsiteX63" fmla="*/ 6926582 w 10678681"/>
              <a:gd name="connsiteY63" fmla="*/ 1043462 h 1357700"/>
              <a:gd name="connsiteX64" fmla="*/ 6833743 w 10678681"/>
              <a:gd name="connsiteY64" fmla="*/ 1027960 h 1357700"/>
              <a:gd name="connsiteX65" fmla="*/ 6698313 w 10678681"/>
              <a:gd name="connsiteY65" fmla="*/ 1063249 h 1357700"/>
              <a:gd name="connsiteX66" fmla="*/ 6505317 w 10678681"/>
              <a:gd name="connsiteY66" fmla="*/ 1011686 h 1357700"/>
              <a:gd name="connsiteX67" fmla="*/ 6392549 w 10678681"/>
              <a:gd name="connsiteY67" fmla="*/ 1032948 h 1357700"/>
              <a:gd name="connsiteX68" fmla="*/ 6361470 w 10678681"/>
              <a:gd name="connsiteY68" fmla="*/ 1080572 h 1357700"/>
              <a:gd name="connsiteX69" fmla="*/ 6074811 w 10678681"/>
              <a:gd name="connsiteY69" fmla="*/ 1092701 h 1357700"/>
              <a:gd name="connsiteX70" fmla="*/ 6004655 w 10678681"/>
              <a:gd name="connsiteY70" fmla="*/ 1114946 h 1357700"/>
              <a:gd name="connsiteX71" fmla="*/ 5936643 w 10678681"/>
              <a:gd name="connsiteY71" fmla="*/ 1095428 h 1357700"/>
              <a:gd name="connsiteX72" fmla="*/ 5912484 w 10678681"/>
              <a:gd name="connsiteY72" fmla="*/ 1112624 h 1357700"/>
              <a:gd name="connsiteX73" fmla="*/ 5908387 w 10678681"/>
              <a:gd name="connsiteY73" fmla="*/ 1116018 h 1357700"/>
              <a:gd name="connsiteX74" fmla="*/ 5890495 w 10678681"/>
              <a:gd name="connsiteY74" fmla="*/ 1120268 h 1357700"/>
              <a:gd name="connsiteX75" fmla="*/ 5887318 w 10678681"/>
              <a:gd name="connsiteY75" fmla="*/ 1133134 h 1357700"/>
              <a:gd name="connsiteX76" fmla="*/ 5861726 w 10678681"/>
              <a:gd name="connsiteY76" fmla="*/ 1147891 h 1357700"/>
              <a:gd name="connsiteX77" fmla="*/ 5828273 w 10678681"/>
              <a:gd name="connsiteY77" fmla="*/ 1152456 h 1357700"/>
              <a:gd name="connsiteX78" fmla="*/ 5667391 w 10678681"/>
              <a:gd name="connsiteY78" fmla="*/ 1161093 h 1357700"/>
              <a:gd name="connsiteX79" fmla="*/ 5572219 w 10678681"/>
              <a:gd name="connsiteY79" fmla="*/ 1173708 h 1357700"/>
              <a:gd name="connsiteX80" fmla="*/ 5537768 w 10678681"/>
              <a:gd name="connsiteY80" fmla="*/ 1190202 h 1357700"/>
              <a:gd name="connsiteX81" fmla="*/ 5488513 w 10678681"/>
              <a:gd name="connsiteY81" fmla="*/ 1205367 h 1357700"/>
              <a:gd name="connsiteX82" fmla="*/ 5402905 w 10678681"/>
              <a:gd name="connsiteY82" fmla="*/ 1241191 h 1357700"/>
              <a:gd name="connsiteX83" fmla="*/ 5285593 w 10678681"/>
              <a:gd name="connsiteY83" fmla="*/ 1273569 h 1357700"/>
              <a:gd name="connsiteX84" fmla="*/ 5192893 w 10678681"/>
              <a:gd name="connsiteY84" fmla="*/ 1247188 h 1357700"/>
              <a:gd name="connsiteX85" fmla="*/ 5186475 w 10678681"/>
              <a:gd name="connsiteY85" fmla="*/ 1257028 h 1357700"/>
              <a:gd name="connsiteX86" fmla="*/ 5126038 w 10678681"/>
              <a:gd name="connsiteY86" fmla="*/ 1263189 h 1357700"/>
              <a:gd name="connsiteX87" fmla="*/ 4905913 w 10678681"/>
              <a:gd name="connsiteY87" fmla="*/ 1224477 h 1357700"/>
              <a:gd name="connsiteX88" fmla="*/ 4788036 w 10678681"/>
              <a:gd name="connsiteY88" fmla="*/ 1238182 h 1357700"/>
              <a:gd name="connsiteX89" fmla="*/ 4747555 w 10678681"/>
              <a:gd name="connsiteY89" fmla="*/ 1252768 h 1357700"/>
              <a:gd name="connsiteX90" fmla="*/ 4679644 w 10678681"/>
              <a:gd name="connsiteY90" fmla="*/ 1276603 h 1357700"/>
              <a:gd name="connsiteX91" fmla="*/ 4632222 w 10678681"/>
              <a:gd name="connsiteY91" fmla="*/ 1318360 h 1357700"/>
              <a:gd name="connsiteX92" fmla="*/ 4617358 w 10678681"/>
              <a:gd name="connsiteY92" fmla="*/ 1327690 h 1357700"/>
              <a:gd name="connsiteX93" fmla="*/ 4589102 w 10678681"/>
              <a:gd name="connsiteY93" fmla="*/ 1321223 h 1357700"/>
              <a:gd name="connsiteX94" fmla="*/ 4578184 w 10678681"/>
              <a:gd name="connsiteY94" fmla="*/ 1326745 h 1357700"/>
              <a:gd name="connsiteX95" fmla="*/ 4574270 w 10678681"/>
              <a:gd name="connsiteY95" fmla="*/ 1325878 h 1357700"/>
              <a:gd name="connsiteX96" fmla="*/ 4564919 w 10678681"/>
              <a:gd name="connsiteY96" fmla="*/ 1325507 h 1357700"/>
              <a:gd name="connsiteX97" fmla="*/ 4566586 w 10678681"/>
              <a:gd name="connsiteY97" fmla="*/ 1316963 h 1357700"/>
              <a:gd name="connsiteX98" fmla="*/ 4556303 w 10678681"/>
              <a:gd name="connsiteY98" fmla="*/ 1300262 h 1357700"/>
              <a:gd name="connsiteX99" fmla="*/ 4502358 w 10678681"/>
              <a:gd name="connsiteY99" fmla="*/ 1302558 h 1357700"/>
              <a:gd name="connsiteX100" fmla="*/ 4498919 w 10678681"/>
              <a:gd name="connsiteY100" fmla="*/ 1312115 h 1357700"/>
              <a:gd name="connsiteX101" fmla="*/ 4492075 w 10678681"/>
              <a:gd name="connsiteY101" fmla="*/ 1313357 h 1357700"/>
              <a:gd name="connsiteX102" fmla="*/ 4487466 w 10678681"/>
              <a:gd name="connsiteY102" fmla="*/ 1304102 h 1357700"/>
              <a:gd name="connsiteX103" fmla="*/ 4398292 w 10678681"/>
              <a:gd name="connsiteY103" fmla="*/ 1278410 h 1357700"/>
              <a:gd name="connsiteX104" fmla="*/ 4278026 w 10678681"/>
              <a:gd name="connsiteY104" fmla="*/ 1259803 h 1357700"/>
              <a:gd name="connsiteX105" fmla="*/ 4188995 w 10678681"/>
              <a:gd name="connsiteY105" fmla="*/ 1296718 h 1357700"/>
              <a:gd name="connsiteX106" fmla="*/ 4181483 w 10678681"/>
              <a:gd name="connsiteY106" fmla="*/ 1287686 h 1357700"/>
              <a:gd name="connsiteX107" fmla="*/ 4120739 w 10678681"/>
              <a:gd name="connsiteY107" fmla="*/ 1288549 h 1357700"/>
              <a:gd name="connsiteX108" fmla="*/ 3906561 w 10678681"/>
              <a:gd name="connsiteY108" fmla="*/ 1352435 h 1357700"/>
              <a:gd name="connsiteX109" fmla="*/ 3787890 w 10678681"/>
              <a:gd name="connsiteY109" fmla="*/ 1352442 h 1357700"/>
              <a:gd name="connsiteX110" fmla="*/ 3745993 w 10678681"/>
              <a:gd name="connsiteY110" fmla="*/ 1342630 h 1357700"/>
              <a:gd name="connsiteX111" fmla="*/ 3675785 w 10678681"/>
              <a:gd name="connsiteY111" fmla="*/ 1326802 h 1357700"/>
              <a:gd name="connsiteX112" fmla="*/ 3623856 w 10678681"/>
              <a:gd name="connsiteY112" fmla="*/ 1290804 h 1357700"/>
              <a:gd name="connsiteX113" fmla="*/ 3564933 w 10678681"/>
              <a:gd name="connsiteY113" fmla="*/ 1287147 h 1357700"/>
              <a:gd name="connsiteX114" fmla="*/ 3550537 w 10678681"/>
              <a:gd name="connsiteY114" fmla="*/ 1317552 h 1357700"/>
              <a:gd name="connsiteX115" fmla="*/ 3487736 w 10678681"/>
              <a:gd name="connsiteY115" fmla="*/ 1303493 h 1357700"/>
              <a:gd name="connsiteX116" fmla="*/ 3392548 w 10678681"/>
              <a:gd name="connsiteY116" fmla="*/ 1278741 h 1357700"/>
              <a:gd name="connsiteX117" fmla="*/ 3337466 w 10678681"/>
              <a:gd name="connsiteY117" fmla="*/ 1272537 h 1357700"/>
              <a:gd name="connsiteX118" fmla="*/ 3187206 w 10678681"/>
              <a:gd name="connsiteY118" fmla="*/ 1246821 h 1357700"/>
              <a:gd name="connsiteX119" fmla="*/ 3036856 w 10678681"/>
              <a:gd name="connsiteY119" fmla="*/ 1214383 h 1357700"/>
              <a:gd name="connsiteX120" fmla="*/ 2948654 w 10678681"/>
              <a:gd name="connsiteY120" fmla="*/ 1157455 h 1357700"/>
              <a:gd name="connsiteX121" fmla="*/ 2824973 w 10678681"/>
              <a:gd name="connsiteY121" fmla="*/ 1134864 h 1357700"/>
              <a:gd name="connsiteX122" fmla="*/ 2804398 w 10678681"/>
              <a:gd name="connsiteY122" fmla="*/ 1125556 h 1357700"/>
              <a:gd name="connsiteX123" fmla="*/ 2775396 w 10678681"/>
              <a:gd name="connsiteY123" fmla="*/ 1130148 h 1357700"/>
              <a:gd name="connsiteX124" fmla="*/ 2659096 w 10678681"/>
              <a:gd name="connsiteY124" fmla="*/ 1150294 h 1357700"/>
              <a:gd name="connsiteX125" fmla="*/ 2567088 w 10678681"/>
              <a:gd name="connsiteY125" fmla="*/ 1181781 h 1357700"/>
              <a:gd name="connsiteX126" fmla="*/ 2454501 w 10678681"/>
              <a:gd name="connsiteY126" fmla="*/ 1155455 h 1357700"/>
              <a:gd name="connsiteX127" fmla="*/ 2385161 w 10678681"/>
              <a:gd name="connsiteY127" fmla="*/ 1161312 h 1357700"/>
              <a:gd name="connsiteX128" fmla="*/ 2270528 w 10678681"/>
              <a:gd name="connsiteY128" fmla="*/ 1204338 h 1357700"/>
              <a:gd name="connsiteX129" fmla="*/ 2121820 w 10678681"/>
              <a:gd name="connsiteY129" fmla="*/ 1187078 h 1357700"/>
              <a:gd name="connsiteX130" fmla="*/ 2092716 w 10678681"/>
              <a:gd name="connsiteY130" fmla="*/ 1139224 h 1357700"/>
              <a:gd name="connsiteX131" fmla="*/ 2052449 w 10678681"/>
              <a:gd name="connsiteY131" fmla="*/ 1109687 h 1357700"/>
              <a:gd name="connsiteX132" fmla="*/ 2032607 w 10678681"/>
              <a:gd name="connsiteY132" fmla="*/ 1175477 h 1357700"/>
              <a:gd name="connsiteX133" fmla="*/ 1901837 w 10678681"/>
              <a:gd name="connsiteY133" fmla="*/ 1221762 h 1357700"/>
              <a:gd name="connsiteX134" fmla="*/ 1836762 w 10678681"/>
              <a:gd name="connsiteY134" fmla="*/ 1237387 h 1357700"/>
              <a:gd name="connsiteX135" fmla="*/ 1735877 w 10678681"/>
              <a:gd name="connsiteY135" fmla="*/ 1246527 h 1357700"/>
              <a:gd name="connsiteX136" fmla="*/ 1705069 w 10678681"/>
              <a:gd name="connsiteY136" fmla="*/ 1251989 h 1357700"/>
              <a:gd name="connsiteX137" fmla="*/ 1397689 w 10678681"/>
              <a:gd name="connsiteY137" fmla="*/ 1336144 h 1357700"/>
              <a:gd name="connsiteX138" fmla="*/ 1220734 w 10678681"/>
              <a:gd name="connsiteY138" fmla="*/ 1257811 h 1357700"/>
              <a:gd name="connsiteX139" fmla="*/ 1021737 w 10678681"/>
              <a:gd name="connsiteY139" fmla="*/ 1238739 h 1357700"/>
              <a:gd name="connsiteX140" fmla="*/ 959820 w 10678681"/>
              <a:gd name="connsiteY140" fmla="*/ 1275863 h 1357700"/>
              <a:gd name="connsiteX141" fmla="*/ 929137 w 10678681"/>
              <a:gd name="connsiteY141" fmla="*/ 1273957 h 1357700"/>
              <a:gd name="connsiteX142" fmla="*/ 878849 w 10678681"/>
              <a:gd name="connsiteY142" fmla="*/ 1266740 h 1357700"/>
              <a:gd name="connsiteX143" fmla="*/ 800667 w 10678681"/>
              <a:gd name="connsiteY143" fmla="*/ 1282041 h 1357700"/>
              <a:gd name="connsiteX144" fmla="*/ 644906 w 10678681"/>
              <a:gd name="connsiteY144" fmla="*/ 1273685 h 1357700"/>
              <a:gd name="connsiteX145" fmla="*/ 379869 w 10678681"/>
              <a:gd name="connsiteY145" fmla="*/ 1339165 h 1357700"/>
              <a:gd name="connsiteX146" fmla="*/ 137696 w 10678681"/>
              <a:gd name="connsiteY146" fmla="*/ 1319217 h 1357700"/>
              <a:gd name="connsiteX147" fmla="*/ 54250 w 10678681"/>
              <a:gd name="connsiteY147" fmla="*/ 1315838 h 1357700"/>
              <a:gd name="connsiteX148" fmla="*/ 28042 w 10678681"/>
              <a:gd name="connsiteY148" fmla="*/ 1297822 h 1357700"/>
              <a:gd name="connsiteX149" fmla="*/ 0 w 10678681"/>
              <a:gd name="connsiteY149" fmla="*/ 1294612 h 1357700"/>
              <a:gd name="connsiteX150" fmla="*/ 0 w 10678681"/>
              <a:gd name="connsiteY150" fmla="*/ 0 h 1357700"/>
              <a:gd name="connsiteX0" fmla="*/ 0 w 10678681"/>
              <a:gd name="connsiteY0" fmla="*/ 0 h 1357700"/>
              <a:gd name="connsiteX1" fmla="*/ 10678681 w 10678681"/>
              <a:gd name="connsiteY1" fmla="*/ 0 h 1357700"/>
              <a:gd name="connsiteX2" fmla="*/ 10666019 w 10678681"/>
              <a:gd name="connsiteY2" fmla="*/ 7876 h 1357700"/>
              <a:gd name="connsiteX3" fmla="*/ 10632825 w 10678681"/>
              <a:gd name="connsiteY3" fmla="*/ 32153 h 1357700"/>
              <a:gd name="connsiteX4" fmla="*/ 10510605 w 10678681"/>
              <a:gd name="connsiteY4" fmla="*/ 30449 h 1357700"/>
              <a:gd name="connsiteX5" fmla="*/ 10456989 w 10678681"/>
              <a:gd name="connsiteY5" fmla="*/ 979 h 1357700"/>
              <a:gd name="connsiteX6" fmla="*/ 10438642 w 10678681"/>
              <a:gd name="connsiteY6" fmla="*/ 1524 h 1357700"/>
              <a:gd name="connsiteX7" fmla="*/ 10407146 w 10678681"/>
              <a:gd name="connsiteY7" fmla="*/ 43659 h 1357700"/>
              <a:gd name="connsiteX8" fmla="*/ 10357996 w 10678681"/>
              <a:gd name="connsiteY8" fmla="*/ 50836 h 1357700"/>
              <a:gd name="connsiteX9" fmla="*/ 10306667 w 10678681"/>
              <a:gd name="connsiteY9" fmla="*/ 109739 h 1357700"/>
              <a:gd name="connsiteX10" fmla="*/ 10115334 w 10678681"/>
              <a:gd name="connsiteY10" fmla="*/ 155658 h 1357700"/>
              <a:gd name="connsiteX11" fmla="*/ 10068157 w 10678681"/>
              <a:gd name="connsiteY11" fmla="*/ 215673 h 1357700"/>
              <a:gd name="connsiteX12" fmla="*/ 10045431 w 10678681"/>
              <a:gd name="connsiteY12" fmla="*/ 229568 h 1357700"/>
              <a:gd name="connsiteX13" fmla="*/ 10013265 w 10678681"/>
              <a:gd name="connsiteY13" fmla="*/ 284757 h 1357700"/>
              <a:gd name="connsiteX14" fmla="*/ 9862496 w 10678681"/>
              <a:gd name="connsiteY14" fmla="*/ 223033 h 1357700"/>
              <a:gd name="connsiteX15" fmla="*/ 9679638 w 10678681"/>
              <a:gd name="connsiteY15" fmla="*/ 277462 h 1357700"/>
              <a:gd name="connsiteX16" fmla="*/ 9498347 w 10678681"/>
              <a:gd name="connsiteY16" fmla="*/ 244723 h 1357700"/>
              <a:gd name="connsiteX17" fmla="*/ 9399702 w 10678681"/>
              <a:gd name="connsiteY17" fmla="*/ 276316 h 1357700"/>
              <a:gd name="connsiteX18" fmla="*/ 9378439 w 10678681"/>
              <a:gd name="connsiteY18" fmla="*/ 326244 h 1357700"/>
              <a:gd name="connsiteX19" fmla="*/ 9121744 w 10678681"/>
              <a:gd name="connsiteY19" fmla="*/ 365177 h 1357700"/>
              <a:gd name="connsiteX20" fmla="*/ 9061654 w 10678681"/>
              <a:gd name="connsiteY20" fmla="*/ 393730 h 1357700"/>
              <a:gd name="connsiteX21" fmla="*/ 8997577 w 10678681"/>
              <a:gd name="connsiteY21" fmla="*/ 380865 h 1357700"/>
              <a:gd name="connsiteX22" fmla="*/ 8907968 w 10678681"/>
              <a:gd name="connsiteY22" fmla="*/ 447345 h 1357700"/>
              <a:gd name="connsiteX23" fmla="*/ 8764163 w 10678681"/>
              <a:gd name="connsiteY23" fmla="*/ 471000 h 1357700"/>
              <a:gd name="connsiteX24" fmla="*/ 8680155 w 10678681"/>
              <a:gd name="connsiteY24" fmla="*/ 492404 h 1357700"/>
              <a:gd name="connsiteX25" fmla="*/ 8651436 w 10678681"/>
              <a:gd name="connsiteY25" fmla="*/ 511923 h 1357700"/>
              <a:gd name="connsiteX26" fmla="*/ 8609185 w 10678681"/>
              <a:gd name="connsiteY26" fmla="*/ 531525 h 1357700"/>
              <a:gd name="connsiteX27" fmla="*/ 8537091 w 10678681"/>
              <a:gd name="connsiteY27" fmla="*/ 574933 h 1357700"/>
              <a:gd name="connsiteX28" fmla="*/ 8435931 w 10678681"/>
              <a:gd name="connsiteY28" fmla="*/ 617926 h 1357700"/>
              <a:gd name="connsiteX29" fmla="*/ 8348623 w 10678681"/>
              <a:gd name="connsiteY29" fmla="*/ 600607 h 1357700"/>
              <a:gd name="connsiteX30" fmla="*/ 8344233 w 10678681"/>
              <a:gd name="connsiteY30" fmla="*/ 610922 h 1357700"/>
              <a:gd name="connsiteX31" fmla="*/ 8290622 w 10678681"/>
              <a:gd name="connsiteY31" fmla="*/ 622687 h 1357700"/>
              <a:gd name="connsiteX32" fmla="*/ 8086698 w 10678681"/>
              <a:gd name="connsiteY32" fmla="*/ 605185 h 1357700"/>
              <a:gd name="connsiteX33" fmla="*/ 7982378 w 10678681"/>
              <a:gd name="connsiteY33" fmla="*/ 629799 h 1357700"/>
              <a:gd name="connsiteX34" fmla="*/ 7947952 w 10678681"/>
              <a:gd name="connsiteY34" fmla="*/ 648003 h 1357700"/>
              <a:gd name="connsiteX35" fmla="*/ 7890112 w 10678681"/>
              <a:gd name="connsiteY35" fmla="*/ 677915 h 1357700"/>
              <a:gd name="connsiteX36" fmla="*/ 7853284 w 10678681"/>
              <a:gd name="connsiteY36" fmla="*/ 723588 h 1357700"/>
              <a:gd name="connsiteX37" fmla="*/ 7802383 w 10678681"/>
              <a:gd name="connsiteY37" fmla="*/ 739359 h 1357700"/>
              <a:gd name="connsiteX38" fmla="*/ 7782280 w 10678681"/>
              <a:gd name="connsiteY38" fmla="*/ 712868 h 1357700"/>
              <a:gd name="connsiteX39" fmla="*/ 7730518 w 10678681"/>
              <a:gd name="connsiteY39" fmla="*/ 739526 h 1357700"/>
              <a:gd name="connsiteX40" fmla="*/ 7652907 w 10678681"/>
              <a:gd name="connsiteY40" fmla="*/ 783273 h 1357700"/>
              <a:gd name="connsiteX41" fmla="*/ 7606008 w 10678681"/>
              <a:gd name="connsiteY41" fmla="*/ 800717 h 1357700"/>
              <a:gd name="connsiteX42" fmla="*/ 7480223 w 10678681"/>
              <a:gd name="connsiteY42" fmla="*/ 856821 h 1357700"/>
              <a:gd name="connsiteX43" fmla="*/ 7356005 w 10678681"/>
              <a:gd name="connsiteY43" fmla="*/ 919462 h 1357700"/>
              <a:gd name="connsiteX44" fmla="*/ 7305396 w 10678681"/>
              <a:gd name="connsiteY44" fmla="*/ 986228 h 1357700"/>
              <a:gd name="connsiteX45" fmla="*/ 7298314 w 10678681"/>
              <a:gd name="connsiteY45" fmla="*/ 989899 h 1357700"/>
              <a:gd name="connsiteX46" fmla="*/ 7277477 w 10678681"/>
              <a:gd name="connsiteY46" fmla="*/ 990571 h 1357700"/>
              <a:gd name="connsiteX47" fmla="*/ 7269396 w 10678681"/>
              <a:gd name="connsiteY47" fmla="*/ 989282 h 1357700"/>
              <a:gd name="connsiteX48" fmla="*/ 7258094 w 10678681"/>
              <a:gd name="connsiteY48" fmla="*/ 990679 h 1357700"/>
              <a:gd name="connsiteX49" fmla="*/ 7257893 w 10678681"/>
              <a:gd name="connsiteY49" fmla="*/ 991204 h 1357700"/>
              <a:gd name="connsiteX50" fmla="*/ 7247153 w 10678681"/>
              <a:gd name="connsiteY50" fmla="*/ 991550 h 1357700"/>
              <a:gd name="connsiteX51" fmla="*/ 7193612 w 10678681"/>
              <a:gd name="connsiteY51" fmla="*/ 987042 h 1357700"/>
              <a:gd name="connsiteX52" fmla="*/ 7132632 w 10678681"/>
              <a:gd name="connsiteY52" fmla="*/ 1042036 h 1357700"/>
              <a:gd name="connsiteX53" fmla="*/ 7105610 w 10678681"/>
              <a:gd name="connsiteY53" fmla="*/ 1053537 h 1357700"/>
              <a:gd name="connsiteX54" fmla="*/ 7091599 w 10678681"/>
              <a:gd name="connsiteY54" fmla="*/ 1062302 h 1357700"/>
              <a:gd name="connsiteX55" fmla="*/ 7090998 w 10678681"/>
              <a:gd name="connsiteY55" fmla="*/ 1064540 h 1357700"/>
              <a:gd name="connsiteX56" fmla="*/ 7039634 w 10678681"/>
              <a:gd name="connsiteY56" fmla="*/ 1059971 h 1357700"/>
              <a:gd name="connsiteX57" fmla="*/ 7033445 w 10678681"/>
              <a:gd name="connsiteY57" fmla="*/ 1063314 h 1357700"/>
              <a:gd name="connsiteX58" fmla="*/ 6999157 w 10678681"/>
              <a:gd name="connsiteY58" fmla="*/ 1055282 h 1357700"/>
              <a:gd name="connsiteX59" fmla="*/ 6981874 w 10678681"/>
              <a:gd name="connsiteY59" fmla="*/ 1053827 h 1357700"/>
              <a:gd name="connsiteX60" fmla="*/ 6976102 w 10678681"/>
              <a:gd name="connsiteY60" fmla="*/ 1047854 h 1357700"/>
              <a:gd name="connsiteX61" fmla="*/ 6951040 w 10678681"/>
              <a:gd name="connsiteY61" fmla="*/ 1048531 h 1357700"/>
              <a:gd name="connsiteX62" fmla="*/ 6948497 w 10678681"/>
              <a:gd name="connsiteY62" fmla="*/ 1050706 h 1357700"/>
              <a:gd name="connsiteX63" fmla="*/ 6926582 w 10678681"/>
              <a:gd name="connsiteY63" fmla="*/ 1043462 h 1357700"/>
              <a:gd name="connsiteX64" fmla="*/ 6833743 w 10678681"/>
              <a:gd name="connsiteY64" fmla="*/ 1027960 h 1357700"/>
              <a:gd name="connsiteX65" fmla="*/ 6698313 w 10678681"/>
              <a:gd name="connsiteY65" fmla="*/ 1063249 h 1357700"/>
              <a:gd name="connsiteX66" fmla="*/ 6550218 w 10678681"/>
              <a:gd name="connsiteY66" fmla="*/ 1026825 h 1357700"/>
              <a:gd name="connsiteX67" fmla="*/ 6392549 w 10678681"/>
              <a:gd name="connsiteY67" fmla="*/ 1032948 h 1357700"/>
              <a:gd name="connsiteX68" fmla="*/ 6361470 w 10678681"/>
              <a:gd name="connsiteY68" fmla="*/ 1080572 h 1357700"/>
              <a:gd name="connsiteX69" fmla="*/ 6074811 w 10678681"/>
              <a:gd name="connsiteY69" fmla="*/ 1092701 h 1357700"/>
              <a:gd name="connsiteX70" fmla="*/ 6004655 w 10678681"/>
              <a:gd name="connsiteY70" fmla="*/ 1114946 h 1357700"/>
              <a:gd name="connsiteX71" fmla="*/ 5936643 w 10678681"/>
              <a:gd name="connsiteY71" fmla="*/ 1095428 h 1357700"/>
              <a:gd name="connsiteX72" fmla="*/ 5912484 w 10678681"/>
              <a:gd name="connsiteY72" fmla="*/ 1112624 h 1357700"/>
              <a:gd name="connsiteX73" fmla="*/ 5908387 w 10678681"/>
              <a:gd name="connsiteY73" fmla="*/ 1116018 h 1357700"/>
              <a:gd name="connsiteX74" fmla="*/ 5890495 w 10678681"/>
              <a:gd name="connsiteY74" fmla="*/ 1120268 h 1357700"/>
              <a:gd name="connsiteX75" fmla="*/ 5887318 w 10678681"/>
              <a:gd name="connsiteY75" fmla="*/ 1133134 h 1357700"/>
              <a:gd name="connsiteX76" fmla="*/ 5861726 w 10678681"/>
              <a:gd name="connsiteY76" fmla="*/ 1147891 h 1357700"/>
              <a:gd name="connsiteX77" fmla="*/ 5828273 w 10678681"/>
              <a:gd name="connsiteY77" fmla="*/ 1152456 h 1357700"/>
              <a:gd name="connsiteX78" fmla="*/ 5667391 w 10678681"/>
              <a:gd name="connsiteY78" fmla="*/ 1161093 h 1357700"/>
              <a:gd name="connsiteX79" fmla="*/ 5572219 w 10678681"/>
              <a:gd name="connsiteY79" fmla="*/ 1173708 h 1357700"/>
              <a:gd name="connsiteX80" fmla="*/ 5537768 w 10678681"/>
              <a:gd name="connsiteY80" fmla="*/ 1190202 h 1357700"/>
              <a:gd name="connsiteX81" fmla="*/ 5488513 w 10678681"/>
              <a:gd name="connsiteY81" fmla="*/ 1205367 h 1357700"/>
              <a:gd name="connsiteX82" fmla="*/ 5402905 w 10678681"/>
              <a:gd name="connsiteY82" fmla="*/ 1241191 h 1357700"/>
              <a:gd name="connsiteX83" fmla="*/ 5285593 w 10678681"/>
              <a:gd name="connsiteY83" fmla="*/ 1273569 h 1357700"/>
              <a:gd name="connsiteX84" fmla="*/ 5192893 w 10678681"/>
              <a:gd name="connsiteY84" fmla="*/ 1247188 h 1357700"/>
              <a:gd name="connsiteX85" fmla="*/ 5186475 w 10678681"/>
              <a:gd name="connsiteY85" fmla="*/ 1257028 h 1357700"/>
              <a:gd name="connsiteX86" fmla="*/ 5126038 w 10678681"/>
              <a:gd name="connsiteY86" fmla="*/ 1263189 h 1357700"/>
              <a:gd name="connsiteX87" fmla="*/ 4905913 w 10678681"/>
              <a:gd name="connsiteY87" fmla="*/ 1224477 h 1357700"/>
              <a:gd name="connsiteX88" fmla="*/ 4788036 w 10678681"/>
              <a:gd name="connsiteY88" fmla="*/ 1238182 h 1357700"/>
              <a:gd name="connsiteX89" fmla="*/ 4747555 w 10678681"/>
              <a:gd name="connsiteY89" fmla="*/ 1252768 h 1357700"/>
              <a:gd name="connsiteX90" fmla="*/ 4679644 w 10678681"/>
              <a:gd name="connsiteY90" fmla="*/ 1276603 h 1357700"/>
              <a:gd name="connsiteX91" fmla="*/ 4632222 w 10678681"/>
              <a:gd name="connsiteY91" fmla="*/ 1318360 h 1357700"/>
              <a:gd name="connsiteX92" fmla="*/ 4617358 w 10678681"/>
              <a:gd name="connsiteY92" fmla="*/ 1327690 h 1357700"/>
              <a:gd name="connsiteX93" fmla="*/ 4589102 w 10678681"/>
              <a:gd name="connsiteY93" fmla="*/ 1321223 h 1357700"/>
              <a:gd name="connsiteX94" fmla="*/ 4578184 w 10678681"/>
              <a:gd name="connsiteY94" fmla="*/ 1326745 h 1357700"/>
              <a:gd name="connsiteX95" fmla="*/ 4574270 w 10678681"/>
              <a:gd name="connsiteY95" fmla="*/ 1325878 h 1357700"/>
              <a:gd name="connsiteX96" fmla="*/ 4564919 w 10678681"/>
              <a:gd name="connsiteY96" fmla="*/ 1325507 h 1357700"/>
              <a:gd name="connsiteX97" fmla="*/ 4566586 w 10678681"/>
              <a:gd name="connsiteY97" fmla="*/ 1316963 h 1357700"/>
              <a:gd name="connsiteX98" fmla="*/ 4556303 w 10678681"/>
              <a:gd name="connsiteY98" fmla="*/ 1300262 h 1357700"/>
              <a:gd name="connsiteX99" fmla="*/ 4502358 w 10678681"/>
              <a:gd name="connsiteY99" fmla="*/ 1302558 h 1357700"/>
              <a:gd name="connsiteX100" fmla="*/ 4498919 w 10678681"/>
              <a:gd name="connsiteY100" fmla="*/ 1312115 h 1357700"/>
              <a:gd name="connsiteX101" fmla="*/ 4492075 w 10678681"/>
              <a:gd name="connsiteY101" fmla="*/ 1313357 h 1357700"/>
              <a:gd name="connsiteX102" fmla="*/ 4487466 w 10678681"/>
              <a:gd name="connsiteY102" fmla="*/ 1304102 h 1357700"/>
              <a:gd name="connsiteX103" fmla="*/ 4398292 w 10678681"/>
              <a:gd name="connsiteY103" fmla="*/ 1278410 h 1357700"/>
              <a:gd name="connsiteX104" fmla="*/ 4278026 w 10678681"/>
              <a:gd name="connsiteY104" fmla="*/ 1259803 h 1357700"/>
              <a:gd name="connsiteX105" fmla="*/ 4188995 w 10678681"/>
              <a:gd name="connsiteY105" fmla="*/ 1296718 h 1357700"/>
              <a:gd name="connsiteX106" fmla="*/ 4181483 w 10678681"/>
              <a:gd name="connsiteY106" fmla="*/ 1287686 h 1357700"/>
              <a:gd name="connsiteX107" fmla="*/ 4120739 w 10678681"/>
              <a:gd name="connsiteY107" fmla="*/ 1288549 h 1357700"/>
              <a:gd name="connsiteX108" fmla="*/ 3906561 w 10678681"/>
              <a:gd name="connsiteY108" fmla="*/ 1352435 h 1357700"/>
              <a:gd name="connsiteX109" fmla="*/ 3787890 w 10678681"/>
              <a:gd name="connsiteY109" fmla="*/ 1352442 h 1357700"/>
              <a:gd name="connsiteX110" fmla="*/ 3745993 w 10678681"/>
              <a:gd name="connsiteY110" fmla="*/ 1342630 h 1357700"/>
              <a:gd name="connsiteX111" fmla="*/ 3675785 w 10678681"/>
              <a:gd name="connsiteY111" fmla="*/ 1326802 h 1357700"/>
              <a:gd name="connsiteX112" fmla="*/ 3623856 w 10678681"/>
              <a:gd name="connsiteY112" fmla="*/ 1290804 h 1357700"/>
              <a:gd name="connsiteX113" fmla="*/ 3564933 w 10678681"/>
              <a:gd name="connsiteY113" fmla="*/ 1287147 h 1357700"/>
              <a:gd name="connsiteX114" fmla="*/ 3550537 w 10678681"/>
              <a:gd name="connsiteY114" fmla="*/ 1317552 h 1357700"/>
              <a:gd name="connsiteX115" fmla="*/ 3487736 w 10678681"/>
              <a:gd name="connsiteY115" fmla="*/ 1303493 h 1357700"/>
              <a:gd name="connsiteX116" fmla="*/ 3392548 w 10678681"/>
              <a:gd name="connsiteY116" fmla="*/ 1278741 h 1357700"/>
              <a:gd name="connsiteX117" fmla="*/ 3337466 w 10678681"/>
              <a:gd name="connsiteY117" fmla="*/ 1272537 h 1357700"/>
              <a:gd name="connsiteX118" fmla="*/ 3187206 w 10678681"/>
              <a:gd name="connsiteY118" fmla="*/ 1246821 h 1357700"/>
              <a:gd name="connsiteX119" fmla="*/ 3036856 w 10678681"/>
              <a:gd name="connsiteY119" fmla="*/ 1214383 h 1357700"/>
              <a:gd name="connsiteX120" fmla="*/ 2948654 w 10678681"/>
              <a:gd name="connsiteY120" fmla="*/ 1157455 h 1357700"/>
              <a:gd name="connsiteX121" fmla="*/ 2824973 w 10678681"/>
              <a:gd name="connsiteY121" fmla="*/ 1134864 h 1357700"/>
              <a:gd name="connsiteX122" fmla="*/ 2804398 w 10678681"/>
              <a:gd name="connsiteY122" fmla="*/ 1125556 h 1357700"/>
              <a:gd name="connsiteX123" fmla="*/ 2775396 w 10678681"/>
              <a:gd name="connsiteY123" fmla="*/ 1130148 h 1357700"/>
              <a:gd name="connsiteX124" fmla="*/ 2659096 w 10678681"/>
              <a:gd name="connsiteY124" fmla="*/ 1150294 h 1357700"/>
              <a:gd name="connsiteX125" fmla="*/ 2567088 w 10678681"/>
              <a:gd name="connsiteY125" fmla="*/ 1181781 h 1357700"/>
              <a:gd name="connsiteX126" fmla="*/ 2454501 w 10678681"/>
              <a:gd name="connsiteY126" fmla="*/ 1155455 h 1357700"/>
              <a:gd name="connsiteX127" fmla="*/ 2385161 w 10678681"/>
              <a:gd name="connsiteY127" fmla="*/ 1161312 h 1357700"/>
              <a:gd name="connsiteX128" fmla="*/ 2270528 w 10678681"/>
              <a:gd name="connsiteY128" fmla="*/ 1204338 h 1357700"/>
              <a:gd name="connsiteX129" fmla="*/ 2121820 w 10678681"/>
              <a:gd name="connsiteY129" fmla="*/ 1187078 h 1357700"/>
              <a:gd name="connsiteX130" fmla="*/ 2092716 w 10678681"/>
              <a:gd name="connsiteY130" fmla="*/ 1139224 h 1357700"/>
              <a:gd name="connsiteX131" fmla="*/ 2052449 w 10678681"/>
              <a:gd name="connsiteY131" fmla="*/ 1109687 h 1357700"/>
              <a:gd name="connsiteX132" fmla="*/ 2032607 w 10678681"/>
              <a:gd name="connsiteY132" fmla="*/ 1175477 h 1357700"/>
              <a:gd name="connsiteX133" fmla="*/ 1901837 w 10678681"/>
              <a:gd name="connsiteY133" fmla="*/ 1221762 h 1357700"/>
              <a:gd name="connsiteX134" fmla="*/ 1836762 w 10678681"/>
              <a:gd name="connsiteY134" fmla="*/ 1237387 h 1357700"/>
              <a:gd name="connsiteX135" fmla="*/ 1735877 w 10678681"/>
              <a:gd name="connsiteY135" fmla="*/ 1246527 h 1357700"/>
              <a:gd name="connsiteX136" fmla="*/ 1705069 w 10678681"/>
              <a:gd name="connsiteY136" fmla="*/ 1251989 h 1357700"/>
              <a:gd name="connsiteX137" fmla="*/ 1397689 w 10678681"/>
              <a:gd name="connsiteY137" fmla="*/ 1336144 h 1357700"/>
              <a:gd name="connsiteX138" fmla="*/ 1220734 w 10678681"/>
              <a:gd name="connsiteY138" fmla="*/ 1257811 h 1357700"/>
              <a:gd name="connsiteX139" fmla="*/ 1021737 w 10678681"/>
              <a:gd name="connsiteY139" fmla="*/ 1238739 h 1357700"/>
              <a:gd name="connsiteX140" fmla="*/ 959820 w 10678681"/>
              <a:gd name="connsiteY140" fmla="*/ 1275863 h 1357700"/>
              <a:gd name="connsiteX141" fmla="*/ 929137 w 10678681"/>
              <a:gd name="connsiteY141" fmla="*/ 1273957 h 1357700"/>
              <a:gd name="connsiteX142" fmla="*/ 878849 w 10678681"/>
              <a:gd name="connsiteY142" fmla="*/ 1266740 h 1357700"/>
              <a:gd name="connsiteX143" fmla="*/ 800667 w 10678681"/>
              <a:gd name="connsiteY143" fmla="*/ 1282041 h 1357700"/>
              <a:gd name="connsiteX144" fmla="*/ 644906 w 10678681"/>
              <a:gd name="connsiteY144" fmla="*/ 1273685 h 1357700"/>
              <a:gd name="connsiteX145" fmla="*/ 379869 w 10678681"/>
              <a:gd name="connsiteY145" fmla="*/ 1339165 h 1357700"/>
              <a:gd name="connsiteX146" fmla="*/ 137696 w 10678681"/>
              <a:gd name="connsiteY146" fmla="*/ 1319217 h 1357700"/>
              <a:gd name="connsiteX147" fmla="*/ 54250 w 10678681"/>
              <a:gd name="connsiteY147" fmla="*/ 1315838 h 1357700"/>
              <a:gd name="connsiteX148" fmla="*/ 28042 w 10678681"/>
              <a:gd name="connsiteY148" fmla="*/ 1297822 h 1357700"/>
              <a:gd name="connsiteX149" fmla="*/ 0 w 10678681"/>
              <a:gd name="connsiteY149" fmla="*/ 1294612 h 1357700"/>
              <a:gd name="connsiteX150" fmla="*/ 0 w 10678681"/>
              <a:gd name="connsiteY150" fmla="*/ 0 h 1357700"/>
              <a:gd name="connsiteX0" fmla="*/ 0 w 10678681"/>
              <a:gd name="connsiteY0" fmla="*/ 0 h 1357700"/>
              <a:gd name="connsiteX1" fmla="*/ 10678681 w 10678681"/>
              <a:gd name="connsiteY1" fmla="*/ 0 h 1357700"/>
              <a:gd name="connsiteX2" fmla="*/ 10666019 w 10678681"/>
              <a:gd name="connsiteY2" fmla="*/ 7876 h 1357700"/>
              <a:gd name="connsiteX3" fmla="*/ 10632825 w 10678681"/>
              <a:gd name="connsiteY3" fmla="*/ 32153 h 1357700"/>
              <a:gd name="connsiteX4" fmla="*/ 10510605 w 10678681"/>
              <a:gd name="connsiteY4" fmla="*/ 30449 h 1357700"/>
              <a:gd name="connsiteX5" fmla="*/ 10456989 w 10678681"/>
              <a:gd name="connsiteY5" fmla="*/ 979 h 1357700"/>
              <a:gd name="connsiteX6" fmla="*/ 10438642 w 10678681"/>
              <a:gd name="connsiteY6" fmla="*/ 1524 h 1357700"/>
              <a:gd name="connsiteX7" fmla="*/ 10407146 w 10678681"/>
              <a:gd name="connsiteY7" fmla="*/ 43659 h 1357700"/>
              <a:gd name="connsiteX8" fmla="*/ 10357996 w 10678681"/>
              <a:gd name="connsiteY8" fmla="*/ 50836 h 1357700"/>
              <a:gd name="connsiteX9" fmla="*/ 10306667 w 10678681"/>
              <a:gd name="connsiteY9" fmla="*/ 109739 h 1357700"/>
              <a:gd name="connsiteX10" fmla="*/ 10115334 w 10678681"/>
              <a:gd name="connsiteY10" fmla="*/ 155658 h 1357700"/>
              <a:gd name="connsiteX11" fmla="*/ 10068157 w 10678681"/>
              <a:gd name="connsiteY11" fmla="*/ 215673 h 1357700"/>
              <a:gd name="connsiteX12" fmla="*/ 10045431 w 10678681"/>
              <a:gd name="connsiteY12" fmla="*/ 229568 h 1357700"/>
              <a:gd name="connsiteX13" fmla="*/ 10013265 w 10678681"/>
              <a:gd name="connsiteY13" fmla="*/ 284757 h 1357700"/>
              <a:gd name="connsiteX14" fmla="*/ 9862496 w 10678681"/>
              <a:gd name="connsiteY14" fmla="*/ 223033 h 1357700"/>
              <a:gd name="connsiteX15" fmla="*/ 9679638 w 10678681"/>
              <a:gd name="connsiteY15" fmla="*/ 277462 h 1357700"/>
              <a:gd name="connsiteX16" fmla="*/ 9498347 w 10678681"/>
              <a:gd name="connsiteY16" fmla="*/ 244723 h 1357700"/>
              <a:gd name="connsiteX17" fmla="*/ 9399702 w 10678681"/>
              <a:gd name="connsiteY17" fmla="*/ 276316 h 1357700"/>
              <a:gd name="connsiteX18" fmla="*/ 9378439 w 10678681"/>
              <a:gd name="connsiteY18" fmla="*/ 326244 h 1357700"/>
              <a:gd name="connsiteX19" fmla="*/ 9121744 w 10678681"/>
              <a:gd name="connsiteY19" fmla="*/ 365177 h 1357700"/>
              <a:gd name="connsiteX20" fmla="*/ 9061654 w 10678681"/>
              <a:gd name="connsiteY20" fmla="*/ 393730 h 1357700"/>
              <a:gd name="connsiteX21" fmla="*/ 8997577 w 10678681"/>
              <a:gd name="connsiteY21" fmla="*/ 380865 h 1357700"/>
              <a:gd name="connsiteX22" fmla="*/ 8907968 w 10678681"/>
              <a:gd name="connsiteY22" fmla="*/ 447345 h 1357700"/>
              <a:gd name="connsiteX23" fmla="*/ 8764163 w 10678681"/>
              <a:gd name="connsiteY23" fmla="*/ 471000 h 1357700"/>
              <a:gd name="connsiteX24" fmla="*/ 8680155 w 10678681"/>
              <a:gd name="connsiteY24" fmla="*/ 492404 h 1357700"/>
              <a:gd name="connsiteX25" fmla="*/ 8651436 w 10678681"/>
              <a:gd name="connsiteY25" fmla="*/ 511923 h 1357700"/>
              <a:gd name="connsiteX26" fmla="*/ 8609185 w 10678681"/>
              <a:gd name="connsiteY26" fmla="*/ 531525 h 1357700"/>
              <a:gd name="connsiteX27" fmla="*/ 8537091 w 10678681"/>
              <a:gd name="connsiteY27" fmla="*/ 574933 h 1357700"/>
              <a:gd name="connsiteX28" fmla="*/ 8435931 w 10678681"/>
              <a:gd name="connsiteY28" fmla="*/ 617926 h 1357700"/>
              <a:gd name="connsiteX29" fmla="*/ 8348623 w 10678681"/>
              <a:gd name="connsiteY29" fmla="*/ 600607 h 1357700"/>
              <a:gd name="connsiteX30" fmla="*/ 8344233 w 10678681"/>
              <a:gd name="connsiteY30" fmla="*/ 610922 h 1357700"/>
              <a:gd name="connsiteX31" fmla="*/ 8290622 w 10678681"/>
              <a:gd name="connsiteY31" fmla="*/ 622687 h 1357700"/>
              <a:gd name="connsiteX32" fmla="*/ 8086698 w 10678681"/>
              <a:gd name="connsiteY32" fmla="*/ 605185 h 1357700"/>
              <a:gd name="connsiteX33" fmla="*/ 7982378 w 10678681"/>
              <a:gd name="connsiteY33" fmla="*/ 629799 h 1357700"/>
              <a:gd name="connsiteX34" fmla="*/ 7947952 w 10678681"/>
              <a:gd name="connsiteY34" fmla="*/ 648003 h 1357700"/>
              <a:gd name="connsiteX35" fmla="*/ 7890112 w 10678681"/>
              <a:gd name="connsiteY35" fmla="*/ 677915 h 1357700"/>
              <a:gd name="connsiteX36" fmla="*/ 7853284 w 10678681"/>
              <a:gd name="connsiteY36" fmla="*/ 723588 h 1357700"/>
              <a:gd name="connsiteX37" fmla="*/ 7802383 w 10678681"/>
              <a:gd name="connsiteY37" fmla="*/ 739359 h 1357700"/>
              <a:gd name="connsiteX38" fmla="*/ 7782280 w 10678681"/>
              <a:gd name="connsiteY38" fmla="*/ 712868 h 1357700"/>
              <a:gd name="connsiteX39" fmla="*/ 7730518 w 10678681"/>
              <a:gd name="connsiteY39" fmla="*/ 739526 h 1357700"/>
              <a:gd name="connsiteX40" fmla="*/ 7652907 w 10678681"/>
              <a:gd name="connsiteY40" fmla="*/ 783273 h 1357700"/>
              <a:gd name="connsiteX41" fmla="*/ 7606008 w 10678681"/>
              <a:gd name="connsiteY41" fmla="*/ 800717 h 1357700"/>
              <a:gd name="connsiteX42" fmla="*/ 7480223 w 10678681"/>
              <a:gd name="connsiteY42" fmla="*/ 856821 h 1357700"/>
              <a:gd name="connsiteX43" fmla="*/ 7356005 w 10678681"/>
              <a:gd name="connsiteY43" fmla="*/ 919462 h 1357700"/>
              <a:gd name="connsiteX44" fmla="*/ 7305396 w 10678681"/>
              <a:gd name="connsiteY44" fmla="*/ 986228 h 1357700"/>
              <a:gd name="connsiteX45" fmla="*/ 7298314 w 10678681"/>
              <a:gd name="connsiteY45" fmla="*/ 989899 h 1357700"/>
              <a:gd name="connsiteX46" fmla="*/ 7277477 w 10678681"/>
              <a:gd name="connsiteY46" fmla="*/ 990571 h 1357700"/>
              <a:gd name="connsiteX47" fmla="*/ 7269396 w 10678681"/>
              <a:gd name="connsiteY47" fmla="*/ 989282 h 1357700"/>
              <a:gd name="connsiteX48" fmla="*/ 7258094 w 10678681"/>
              <a:gd name="connsiteY48" fmla="*/ 990679 h 1357700"/>
              <a:gd name="connsiteX49" fmla="*/ 7257893 w 10678681"/>
              <a:gd name="connsiteY49" fmla="*/ 991204 h 1357700"/>
              <a:gd name="connsiteX50" fmla="*/ 7247153 w 10678681"/>
              <a:gd name="connsiteY50" fmla="*/ 991550 h 1357700"/>
              <a:gd name="connsiteX51" fmla="*/ 7193612 w 10678681"/>
              <a:gd name="connsiteY51" fmla="*/ 987042 h 1357700"/>
              <a:gd name="connsiteX52" fmla="*/ 7132632 w 10678681"/>
              <a:gd name="connsiteY52" fmla="*/ 1042036 h 1357700"/>
              <a:gd name="connsiteX53" fmla="*/ 7105610 w 10678681"/>
              <a:gd name="connsiteY53" fmla="*/ 1053537 h 1357700"/>
              <a:gd name="connsiteX54" fmla="*/ 7091599 w 10678681"/>
              <a:gd name="connsiteY54" fmla="*/ 1062302 h 1357700"/>
              <a:gd name="connsiteX55" fmla="*/ 7090998 w 10678681"/>
              <a:gd name="connsiteY55" fmla="*/ 1064540 h 1357700"/>
              <a:gd name="connsiteX56" fmla="*/ 7039634 w 10678681"/>
              <a:gd name="connsiteY56" fmla="*/ 1059971 h 1357700"/>
              <a:gd name="connsiteX57" fmla="*/ 7033445 w 10678681"/>
              <a:gd name="connsiteY57" fmla="*/ 1063314 h 1357700"/>
              <a:gd name="connsiteX58" fmla="*/ 6999157 w 10678681"/>
              <a:gd name="connsiteY58" fmla="*/ 1055282 h 1357700"/>
              <a:gd name="connsiteX59" fmla="*/ 6981874 w 10678681"/>
              <a:gd name="connsiteY59" fmla="*/ 1053827 h 1357700"/>
              <a:gd name="connsiteX60" fmla="*/ 6976102 w 10678681"/>
              <a:gd name="connsiteY60" fmla="*/ 1047854 h 1357700"/>
              <a:gd name="connsiteX61" fmla="*/ 6951040 w 10678681"/>
              <a:gd name="connsiteY61" fmla="*/ 1048531 h 1357700"/>
              <a:gd name="connsiteX62" fmla="*/ 6948497 w 10678681"/>
              <a:gd name="connsiteY62" fmla="*/ 1050706 h 1357700"/>
              <a:gd name="connsiteX63" fmla="*/ 6926582 w 10678681"/>
              <a:gd name="connsiteY63" fmla="*/ 1043462 h 1357700"/>
              <a:gd name="connsiteX64" fmla="*/ 6833743 w 10678681"/>
              <a:gd name="connsiteY64" fmla="*/ 1027960 h 1357700"/>
              <a:gd name="connsiteX65" fmla="*/ 6698313 w 10678681"/>
              <a:gd name="connsiteY65" fmla="*/ 1063249 h 1357700"/>
              <a:gd name="connsiteX66" fmla="*/ 6550218 w 10678681"/>
              <a:gd name="connsiteY66" fmla="*/ 1026825 h 1357700"/>
              <a:gd name="connsiteX67" fmla="*/ 6392549 w 10678681"/>
              <a:gd name="connsiteY67" fmla="*/ 1032948 h 1357700"/>
              <a:gd name="connsiteX68" fmla="*/ 6327795 w 10678681"/>
              <a:gd name="connsiteY68" fmla="*/ 1088142 h 1357700"/>
              <a:gd name="connsiteX69" fmla="*/ 6074811 w 10678681"/>
              <a:gd name="connsiteY69" fmla="*/ 1092701 h 1357700"/>
              <a:gd name="connsiteX70" fmla="*/ 6004655 w 10678681"/>
              <a:gd name="connsiteY70" fmla="*/ 1114946 h 1357700"/>
              <a:gd name="connsiteX71" fmla="*/ 5936643 w 10678681"/>
              <a:gd name="connsiteY71" fmla="*/ 1095428 h 1357700"/>
              <a:gd name="connsiteX72" fmla="*/ 5912484 w 10678681"/>
              <a:gd name="connsiteY72" fmla="*/ 1112624 h 1357700"/>
              <a:gd name="connsiteX73" fmla="*/ 5908387 w 10678681"/>
              <a:gd name="connsiteY73" fmla="*/ 1116018 h 1357700"/>
              <a:gd name="connsiteX74" fmla="*/ 5890495 w 10678681"/>
              <a:gd name="connsiteY74" fmla="*/ 1120268 h 1357700"/>
              <a:gd name="connsiteX75" fmla="*/ 5887318 w 10678681"/>
              <a:gd name="connsiteY75" fmla="*/ 1133134 h 1357700"/>
              <a:gd name="connsiteX76" fmla="*/ 5861726 w 10678681"/>
              <a:gd name="connsiteY76" fmla="*/ 1147891 h 1357700"/>
              <a:gd name="connsiteX77" fmla="*/ 5828273 w 10678681"/>
              <a:gd name="connsiteY77" fmla="*/ 1152456 h 1357700"/>
              <a:gd name="connsiteX78" fmla="*/ 5667391 w 10678681"/>
              <a:gd name="connsiteY78" fmla="*/ 1161093 h 1357700"/>
              <a:gd name="connsiteX79" fmla="*/ 5572219 w 10678681"/>
              <a:gd name="connsiteY79" fmla="*/ 1173708 h 1357700"/>
              <a:gd name="connsiteX80" fmla="*/ 5537768 w 10678681"/>
              <a:gd name="connsiteY80" fmla="*/ 1190202 h 1357700"/>
              <a:gd name="connsiteX81" fmla="*/ 5488513 w 10678681"/>
              <a:gd name="connsiteY81" fmla="*/ 1205367 h 1357700"/>
              <a:gd name="connsiteX82" fmla="*/ 5402905 w 10678681"/>
              <a:gd name="connsiteY82" fmla="*/ 1241191 h 1357700"/>
              <a:gd name="connsiteX83" fmla="*/ 5285593 w 10678681"/>
              <a:gd name="connsiteY83" fmla="*/ 1273569 h 1357700"/>
              <a:gd name="connsiteX84" fmla="*/ 5192893 w 10678681"/>
              <a:gd name="connsiteY84" fmla="*/ 1247188 h 1357700"/>
              <a:gd name="connsiteX85" fmla="*/ 5186475 w 10678681"/>
              <a:gd name="connsiteY85" fmla="*/ 1257028 h 1357700"/>
              <a:gd name="connsiteX86" fmla="*/ 5126038 w 10678681"/>
              <a:gd name="connsiteY86" fmla="*/ 1263189 h 1357700"/>
              <a:gd name="connsiteX87" fmla="*/ 4905913 w 10678681"/>
              <a:gd name="connsiteY87" fmla="*/ 1224477 h 1357700"/>
              <a:gd name="connsiteX88" fmla="*/ 4788036 w 10678681"/>
              <a:gd name="connsiteY88" fmla="*/ 1238182 h 1357700"/>
              <a:gd name="connsiteX89" fmla="*/ 4747555 w 10678681"/>
              <a:gd name="connsiteY89" fmla="*/ 1252768 h 1357700"/>
              <a:gd name="connsiteX90" fmla="*/ 4679644 w 10678681"/>
              <a:gd name="connsiteY90" fmla="*/ 1276603 h 1357700"/>
              <a:gd name="connsiteX91" fmla="*/ 4632222 w 10678681"/>
              <a:gd name="connsiteY91" fmla="*/ 1318360 h 1357700"/>
              <a:gd name="connsiteX92" fmla="*/ 4617358 w 10678681"/>
              <a:gd name="connsiteY92" fmla="*/ 1327690 h 1357700"/>
              <a:gd name="connsiteX93" fmla="*/ 4589102 w 10678681"/>
              <a:gd name="connsiteY93" fmla="*/ 1321223 h 1357700"/>
              <a:gd name="connsiteX94" fmla="*/ 4578184 w 10678681"/>
              <a:gd name="connsiteY94" fmla="*/ 1326745 h 1357700"/>
              <a:gd name="connsiteX95" fmla="*/ 4574270 w 10678681"/>
              <a:gd name="connsiteY95" fmla="*/ 1325878 h 1357700"/>
              <a:gd name="connsiteX96" fmla="*/ 4564919 w 10678681"/>
              <a:gd name="connsiteY96" fmla="*/ 1325507 h 1357700"/>
              <a:gd name="connsiteX97" fmla="*/ 4566586 w 10678681"/>
              <a:gd name="connsiteY97" fmla="*/ 1316963 h 1357700"/>
              <a:gd name="connsiteX98" fmla="*/ 4556303 w 10678681"/>
              <a:gd name="connsiteY98" fmla="*/ 1300262 h 1357700"/>
              <a:gd name="connsiteX99" fmla="*/ 4502358 w 10678681"/>
              <a:gd name="connsiteY99" fmla="*/ 1302558 h 1357700"/>
              <a:gd name="connsiteX100" fmla="*/ 4498919 w 10678681"/>
              <a:gd name="connsiteY100" fmla="*/ 1312115 h 1357700"/>
              <a:gd name="connsiteX101" fmla="*/ 4492075 w 10678681"/>
              <a:gd name="connsiteY101" fmla="*/ 1313357 h 1357700"/>
              <a:gd name="connsiteX102" fmla="*/ 4487466 w 10678681"/>
              <a:gd name="connsiteY102" fmla="*/ 1304102 h 1357700"/>
              <a:gd name="connsiteX103" fmla="*/ 4398292 w 10678681"/>
              <a:gd name="connsiteY103" fmla="*/ 1278410 h 1357700"/>
              <a:gd name="connsiteX104" fmla="*/ 4278026 w 10678681"/>
              <a:gd name="connsiteY104" fmla="*/ 1259803 h 1357700"/>
              <a:gd name="connsiteX105" fmla="*/ 4188995 w 10678681"/>
              <a:gd name="connsiteY105" fmla="*/ 1296718 h 1357700"/>
              <a:gd name="connsiteX106" fmla="*/ 4181483 w 10678681"/>
              <a:gd name="connsiteY106" fmla="*/ 1287686 h 1357700"/>
              <a:gd name="connsiteX107" fmla="*/ 4120739 w 10678681"/>
              <a:gd name="connsiteY107" fmla="*/ 1288549 h 1357700"/>
              <a:gd name="connsiteX108" fmla="*/ 3906561 w 10678681"/>
              <a:gd name="connsiteY108" fmla="*/ 1352435 h 1357700"/>
              <a:gd name="connsiteX109" fmla="*/ 3787890 w 10678681"/>
              <a:gd name="connsiteY109" fmla="*/ 1352442 h 1357700"/>
              <a:gd name="connsiteX110" fmla="*/ 3745993 w 10678681"/>
              <a:gd name="connsiteY110" fmla="*/ 1342630 h 1357700"/>
              <a:gd name="connsiteX111" fmla="*/ 3675785 w 10678681"/>
              <a:gd name="connsiteY111" fmla="*/ 1326802 h 1357700"/>
              <a:gd name="connsiteX112" fmla="*/ 3623856 w 10678681"/>
              <a:gd name="connsiteY112" fmla="*/ 1290804 h 1357700"/>
              <a:gd name="connsiteX113" fmla="*/ 3564933 w 10678681"/>
              <a:gd name="connsiteY113" fmla="*/ 1287147 h 1357700"/>
              <a:gd name="connsiteX114" fmla="*/ 3550537 w 10678681"/>
              <a:gd name="connsiteY114" fmla="*/ 1317552 h 1357700"/>
              <a:gd name="connsiteX115" fmla="*/ 3487736 w 10678681"/>
              <a:gd name="connsiteY115" fmla="*/ 1303493 h 1357700"/>
              <a:gd name="connsiteX116" fmla="*/ 3392548 w 10678681"/>
              <a:gd name="connsiteY116" fmla="*/ 1278741 h 1357700"/>
              <a:gd name="connsiteX117" fmla="*/ 3337466 w 10678681"/>
              <a:gd name="connsiteY117" fmla="*/ 1272537 h 1357700"/>
              <a:gd name="connsiteX118" fmla="*/ 3187206 w 10678681"/>
              <a:gd name="connsiteY118" fmla="*/ 1246821 h 1357700"/>
              <a:gd name="connsiteX119" fmla="*/ 3036856 w 10678681"/>
              <a:gd name="connsiteY119" fmla="*/ 1214383 h 1357700"/>
              <a:gd name="connsiteX120" fmla="*/ 2948654 w 10678681"/>
              <a:gd name="connsiteY120" fmla="*/ 1157455 h 1357700"/>
              <a:gd name="connsiteX121" fmla="*/ 2824973 w 10678681"/>
              <a:gd name="connsiteY121" fmla="*/ 1134864 h 1357700"/>
              <a:gd name="connsiteX122" fmla="*/ 2804398 w 10678681"/>
              <a:gd name="connsiteY122" fmla="*/ 1125556 h 1357700"/>
              <a:gd name="connsiteX123" fmla="*/ 2775396 w 10678681"/>
              <a:gd name="connsiteY123" fmla="*/ 1130148 h 1357700"/>
              <a:gd name="connsiteX124" fmla="*/ 2659096 w 10678681"/>
              <a:gd name="connsiteY124" fmla="*/ 1150294 h 1357700"/>
              <a:gd name="connsiteX125" fmla="*/ 2567088 w 10678681"/>
              <a:gd name="connsiteY125" fmla="*/ 1181781 h 1357700"/>
              <a:gd name="connsiteX126" fmla="*/ 2454501 w 10678681"/>
              <a:gd name="connsiteY126" fmla="*/ 1155455 h 1357700"/>
              <a:gd name="connsiteX127" fmla="*/ 2385161 w 10678681"/>
              <a:gd name="connsiteY127" fmla="*/ 1161312 h 1357700"/>
              <a:gd name="connsiteX128" fmla="*/ 2270528 w 10678681"/>
              <a:gd name="connsiteY128" fmla="*/ 1204338 h 1357700"/>
              <a:gd name="connsiteX129" fmla="*/ 2121820 w 10678681"/>
              <a:gd name="connsiteY129" fmla="*/ 1187078 h 1357700"/>
              <a:gd name="connsiteX130" fmla="*/ 2092716 w 10678681"/>
              <a:gd name="connsiteY130" fmla="*/ 1139224 h 1357700"/>
              <a:gd name="connsiteX131" fmla="*/ 2052449 w 10678681"/>
              <a:gd name="connsiteY131" fmla="*/ 1109687 h 1357700"/>
              <a:gd name="connsiteX132" fmla="*/ 2032607 w 10678681"/>
              <a:gd name="connsiteY132" fmla="*/ 1175477 h 1357700"/>
              <a:gd name="connsiteX133" fmla="*/ 1901837 w 10678681"/>
              <a:gd name="connsiteY133" fmla="*/ 1221762 h 1357700"/>
              <a:gd name="connsiteX134" fmla="*/ 1836762 w 10678681"/>
              <a:gd name="connsiteY134" fmla="*/ 1237387 h 1357700"/>
              <a:gd name="connsiteX135" fmla="*/ 1735877 w 10678681"/>
              <a:gd name="connsiteY135" fmla="*/ 1246527 h 1357700"/>
              <a:gd name="connsiteX136" fmla="*/ 1705069 w 10678681"/>
              <a:gd name="connsiteY136" fmla="*/ 1251989 h 1357700"/>
              <a:gd name="connsiteX137" fmla="*/ 1397689 w 10678681"/>
              <a:gd name="connsiteY137" fmla="*/ 1336144 h 1357700"/>
              <a:gd name="connsiteX138" fmla="*/ 1220734 w 10678681"/>
              <a:gd name="connsiteY138" fmla="*/ 1257811 h 1357700"/>
              <a:gd name="connsiteX139" fmla="*/ 1021737 w 10678681"/>
              <a:gd name="connsiteY139" fmla="*/ 1238739 h 1357700"/>
              <a:gd name="connsiteX140" fmla="*/ 959820 w 10678681"/>
              <a:gd name="connsiteY140" fmla="*/ 1275863 h 1357700"/>
              <a:gd name="connsiteX141" fmla="*/ 929137 w 10678681"/>
              <a:gd name="connsiteY141" fmla="*/ 1273957 h 1357700"/>
              <a:gd name="connsiteX142" fmla="*/ 878849 w 10678681"/>
              <a:gd name="connsiteY142" fmla="*/ 1266740 h 1357700"/>
              <a:gd name="connsiteX143" fmla="*/ 800667 w 10678681"/>
              <a:gd name="connsiteY143" fmla="*/ 1282041 h 1357700"/>
              <a:gd name="connsiteX144" fmla="*/ 644906 w 10678681"/>
              <a:gd name="connsiteY144" fmla="*/ 1273685 h 1357700"/>
              <a:gd name="connsiteX145" fmla="*/ 379869 w 10678681"/>
              <a:gd name="connsiteY145" fmla="*/ 1339165 h 1357700"/>
              <a:gd name="connsiteX146" fmla="*/ 137696 w 10678681"/>
              <a:gd name="connsiteY146" fmla="*/ 1319217 h 1357700"/>
              <a:gd name="connsiteX147" fmla="*/ 54250 w 10678681"/>
              <a:gd name="connsiteY147" fmla="*/ 1315838 h 1357700"/>
              <a:gd name="connsiteX148" fmla="*/ 28042 w 10678681"/>
              <a:gd name="connsiteY148" fmla="*/ 1297822 h 1357700"/>
              <a:gd name="connsiteX149" fmla="*/ 0 w 10678681"/>
              <a:gd name="connsiteY149" fmla="*/ 1294612 h 1357700"/>
              <a:gd name="connsiteX150" fmla="*/ 0 w 10678681"/>
              <a:gd name="connsiteY150" fmla="*/ 0 h 1357700"/>
              <a:gd name="connsiteX0" fmla="*/ 0 w 10678681"/>
              <a:gd name="connsiteY0" fmla="*/ 0 h 1357700"/>
              <a:gd name="connsiteX1" fmla="*/ 10678681 w 10678681"/>
              <a:gd name="connsiteY1" fmla="*/ 0 h 1357700"/>
              <a:gd name="connsiteX2" fmla="*/ 10666019 w 10678681"/>
              <a:gd name="connsiteY2" fmla="*/ 7876 h 1357700"/>
              <a:gd name="connsiteX3" fmla="*/ 10632825 w 10678681"/>
              <a:gd name="connsiteY3" fmla="*/ 32153 h 1357700"/>
              <a:gd name="connsiteX4" fmla="*/ 10510605 w 10678681"/>
              <a:gd name="connsiteY4" fmla="*/ 30449 h 1357700"/>
              <a:gd name="connsiteX5" fmla="*/ 10456989 w 10678681"/>
              <a:gd name="connsiteY5" fmla="*/ 979 h 1357700"/>
              <a:gd name="connsiteX6" fmla="*/ 10438642 w 10678681"/>
              <a:gd name="connsiteY6" fmla="*/ 1524 h 1357700"/>
              <a:gd name="connsiteX7" fmla="*/ 10407146 w 10678681"/>
              <a:gd name="connsiteY7" fmla="*/ 43659 h 1357700"/>
              <a:gd name="connsiteX8" fmla="*/ 10357996 w 10678681"/>
              <a:gd name="connsiteY8" fmla="*/ 50836 h 1357700"/>
              <a:gd name="connsiteX9" fmla="*/ 10306667 w 10678681"/>
              <a:gd name="connsiteY9" fmla="*/ 109739 h 1357700"/>
              <a:gd name="connsiteX10" fmla="*/ 10115334 w 10678681"/>
              <a:gd name="connsiteY10" fmla="*/ 155658 h 1357700"/>
              <a:gd name="connsiteX11" fmla="*/ 10068157 w 10678681"/>
              <a:gd name="connsiteY11" fmla="*/ 215673 h 1357700"/>
              <a:gd name="connsiteX12" fmla="*/ 10045431 w 10678681"/>
              <a:gd name="connsiteY12" fmla="*/ 229568 h 1357700"/>
              <a:gd name="connsiteX13" fmla="*/ 10013265 w 10678681"/>
              <a:gd name="connsiteY13" fmla="*/ 284757 h 1357700"/>
              <a:gd name="connsiteX14" fmla="*/ 9862496 w 10678681"/>
              <a:gd name="connsiteY14" fmla="*/ 223033 h 1357700"/>
              <a:gd name="connsiteX15" fmla="*/ 9679638 w 10678681"/>
              <a:gd name="connsiteY15" fmla="*/ 277462 h 1357700"/>
              <a:gd name="connsiteX16" fmla="*/ 9498347 w 10678681"/>
              <a:gd name="connsiteY16" fmla="*/ 244723 h 1357700"/>
              <a:gd name="connsiteX17" fmla="*/ 9399702 w 10678681"/>
              <a:gd name="connsiteY17" fmla="*/ 276316 h 1357700"/>
              <a:gd name="connsiteX18" fmla="*/ 9378439 w 10678681"/>
              <a:gd name="connsiteY18" fmla="*/ 326244 h 1357700"/>
              <a:gd name="connsiteX19" fmla="*/ 9121744 w 10678681"/>
              <a:gd name="connsiteY19" fmla="*/ 365177 h 1357700"/>
              <a:gd name="connsiteX20" fmla="*/ 9061654 w 10678681"/>
              <a:gd name="connsiteY20" fmla="*/ 393730 h 1357700"/>
              <a:gd name="connsiteX21" fmla="*/ 8997577 w 10678681"/>
              <a:gd name="connsiteY21" fmla="*/ 380865 h 1357700"/>
              <a:gd name="connsiteX22" fmla="*/ 8907968 w 10678681"/>
              <a:gd name="connsiteY22" fmla="*/ 447345 h 1357700"/>
              <a:gd name="connsiteX23" fmla="*/ 8764163 w 10678681"/>
              <a:gd name="connsiteY23" fmla="*/ 471000 h 1357700"/>
              <a:gd name="connsiteX24" fmla="*/ 8680155 w 10678681"/>
              <a:gd name="connsiteY24" fmla="*/ 492404 h 1357700"/>
              <a:gd name="connsiteX25" fmla="*/ 8651436 w 10678681"/>
              <a:gd name="connsiteY25" fmla="*/ 511923 h 1357700"/>
              <a:gd name="connsiteX26" fmla="*/ 8609185 w 10678681"/>
              <a:gd name="connsiteY26" fmla="*/ 531525 h 1357700"/>
              <a:gd name="connsiteX27" fmla="*/ 8537091 w 10678681"/>
              <a:gd name="connsiteY27" fmla="*/ 574933 h 1357700"/>
              <a:gd name="connsiteX28" fmla="*/ 8435931 w 10678681"/>
              <a:gd name="connsiteY28" fmla="*/ 617926 h 1357700"/>
              <a:gd name="connsiteX29" fmla="*/ 8348623 w 10678681"/>
              <a:gd name="connsiteY29" fmla="*/ 600607 h 1357700"/>
              <a:gd name="connsiteX30" fmla="*/ 8344233 w 10678681"/>
              <a:gd name="connsiteY30" fmla="*/ 610922 h 1357700"/>
              <a:gd name="connsiteX31" fmla="*/ 8290622 w 10678681"/>
              <a:gd name="connsiteY31" fmla="*/ 622687 h 1357700"/>
              <a:gd name="connsiteX32" fmla="*/ 8086698 w 10678681"/>
              <a:gd name="connsiteY32" fmla="*/ 605185 h 1357700"/>
              <a:gd name="connsiteX33" fmla="*/ 7982378 w 10678681"/>
              <a:gd name="connsiteY33" fmla="*/ 629799 h 1357700"/>
              <a:gd name="connsiteX34" fmla="*/ 7947952 w 10678681"/>
              <a:gd name="connsiteY34" fmla="*/ 648003 h 1357700"/>
              <a:gd name="connsiteX35" fmla="*/ 7890112 w 10678681"/>
              <a:gd name="connsiteY35" fmla="*/ 677915 h 1357700"/>
              <a:gd name="connsiteX36" fmla="*/ 7853284 w 10678681"/>
              <a:gd name="connsiteY36" fmla="*/ 723588 h 1357700"/>
              <a:gd name="connsiteX37" fmla="*/ 7802383 w 10678681"/>
              <a:gd name="connsiteY37" fmla="*/ 739359 h 1357700"/>
              <a:gd name="connsiteX38" fmla="*/ 7782280 w 10678681"/>
              <a:gd name="connsiteY38" fmla="*/ 712868 h 1357700"/>
              <a:gd name="connsiteX39" fmla="*/ 7730518 w 10678681"/>
              <a:gd name="connsiteY39" fmla="*/ 739526 h 1357700"/>
              <a:gd name="connsiteX40" fmla="*/ 7652907 w 10678681"/>
              <a:gd name="connsiteY40" fmla="*/ 783273 h 1357700"/>
              <a:gd name="connsiteX41" fmla="*/ 7606008 w 10678681"/>
              <a:gd name="connsiteY41" fmla="*/ 800717 h 1357700"/>
              <a:gd name="connsiteX42" fmla="*/ 7480223 w 10678681"/>
              <a:gd name="connsiteY42" fmla="*/ 856821 h 1357700"/>
              <a:gd name="connsiteX43" fmla="*/ 7356005 w 10678681"/>
              <a:gd name="connsiteY43" fmla="*/ 919462 h 1357700"/>
              <a:gd name="connsiteX44" fmla="*/ 7305396 w 10678681"/>
              <a:gd name="connsiteY44" fmla="*/ 986228 h 1357700"/>
              <a:gd name="connsiteX45" fmla="*/ 7298314 w 10678681"/>
              <a:gd name="connsiteY45" fmla="*/ 989899 h 1357700"/>
              <a:gd name="connsiteX46" fmla="*/ 7277477 w 10678681"/>
              <a:gd name="connsiteY46" fmla="*/ 990571 h 1357700"/>
              <a:gd name="connsiteX47" fmla="*/ 7269396 w 10678681"/>
              <a:gd name="connsiteY47" fmla="*/ 989282 h 1357700"/>
              <a:gd name="connsiteX48" fmla="*/ 7258094 w 10678681"/>
              <a:gd name="connsiteY48" fmla="*/ 990679 h 1357700"/>
              <a:gd name="connsiteX49" fmla="*/ 7257893 w 10678681"/>
              <a:gd name="connsiteY49" fmla="*/ 991204 h 1357700"/>
              <a:gd name="connsiteX50" fmla="*/ 7247153 w 10678681"/>
              <a:gd name="connsiteY50" fmla="*/ 991550 h 1357700"/>
              <a:gd name="connsiteX51" fmla="*/ 7193612 w 10678681"/>
              <a:gd name="connsiteY51" fmla="*/ 987042 h 1357700"/>
              <a:gd name="connsiteX52" fmla="*/ 7132632 w 10678681"/>
              <a:gd name="connsiteY52" fmla="*/ 1042036 h 1357700"/>
              <a:gd name="connsiteX53" fmla="*/ 7105610 w 10678681"/>
              <a:gd name="connsiteY53" fmla="*/ 1053537 h 1357700"/>
              <a:gd name="connsiteX54" fmla="*/ 7091599 w 10678681"/>
              <a:gd name="connsiteY54" fmla="*/ 1062302 h 1357700"/>
              <a:gd name="connsiteX55" fmla="*/ 7090998 w 10678681"/>
              <a:gd name="connsiteY55" fmla="*/ 1064540 h 1357700"/>
              <a:gd name="connsiteX56" fmla="*/ 7039634 w 10678681"/>
              <a:gd name="connsiteY56" fmla="*/ 1059971 h 1357700"/>
              <a:gd name="connsiteX57" fmla="*/ 7033445 w 10678681"/>
              <a:gd name="connsiteY57" fmla="*/ 1063314 h 1357700"/>
              <a:gd name="connsiteX58" fmla="*/ 6999157 w 10678681"/>
              <a:gd name="connsiteY58" fmla="*/ 1055282 h 1357700"/>
              <a:gd name="connsiteX59" fmla="*/ 6981874 w 10678681"/>
              <a:gd name="connsiteY59" fmla="*/ 1053827 h 1357700"/>
              <a:gd name="connsiteX60" fmla="*/ 6976102 w 10678681"/>
              <a:gd name="connsiteY60" fmla="*/ 1047854 h 1357700"/>
              <a:gd name="connsiteX61" fmla="*/ 6951040 w 10678681"/>
              <a:gd name="connsiteY61" fmla="*/ 1048531 h 1357700"/>
              <a:gd name="connsiteX62" fmla="*/ 6948497 w 10678681"/>
              <a:gd name="connsiteY62" fmla="*/ 1050706 h 1357700"/>
              <a:gd name="connsiteX63" fmla="*/ 6926582 w 10678681"/>
              <a:gd name="connsiteY63" fmla="*/ 1043462 h 1357700"/>
              <a:gd name="connsiteX64" fmla="*/ 6833743 w 10678681"/>
              <a:gd name="connsiteY64" fmla="*/ 1027960 h 1357700"/>
              <a:gd name="connsiteX65" fmla="*/ 6698313 w 10678681"/>
              <a:gd name="connsiteY65" fmla="*/ 1063249 h 1357700"/>
              <a:gd name="connsiteX66" fmla="*/ 6550218 w 10678681"/>
              <a:gd name="connsiteY66" fmla="*/ 1026825 h 1357700"/>
              <a:gd name="connsiteX67" fmla="*/ 6437450 w 10678681"/>
              <a:gd name="connsiteY67" fmla="*/ 1101075 h 1357700"/>
              <a:gd name="connsiteX68" fmla="*/ 6327795 w 10678681"/>
              <a:gd name="connsiteY68" fmla="*/ 1088142 h 1357700"/>
              <a:gd name="connsiteX69" fmla="*/ 6074811 w 10678681"/>
              <a:gd name="connsiteY69" fmla="*/ 1092701 h 1357700"/>
              <a:gd name="connsiteX70" fmla="*/ 6004655 w 10678681"/>
              <a:gd name="connsiteY70" fmla="*/ 1114946 h 1357700"/>
              <a:gd name="connsiteX71" fmla="*/ 5936643 w 10678681"/>
              <a:gd name="connsiteY71" fmla="*/ 1095428 h 1357700"/>
              <a:gd name="connsiteX72" fmla="*/ 5912484 w 10678681"/>
              <a:gd name="connsiteY72" fmla="*/ 1112624 h 1357700"/>
              <a:gd name="connsiteX73" fmla="*/ 5908387 w 10678681"/>
              <a:gd name="connsiteY73" fmla="*/ 1116018 h 1357700"/>
              <a:gd name="connsiteX74" fmla="*/ 5890495 w 10678681"/>
              <a:gd name="connsiteY74" fmla="*/ 1120268 h 1357700"/>
              <a:gd name="connsiteX75" fmla="*/ 5887318 w 10678681"/>
              <a:gd name="connsiteY75" fmla="*/ 1133134 h 1357700"/>
              <a:gd name="connsiteX76" fmla="*/ 5861726 w 10678681"/>
              <a:gd name="connsiteY76" fmla="*/ 1147891 h 1357700"/>
              <a:gd name="connsiteX77" fmla="*/ 5828273 w 10678681"/>
              <a:gd name="connsiteY77" fmla="*/ 1152456 h 1357700"/>
              <a:gd name="connsiteX78" fmla="*/ 5667391 w 10678681"/>
              <a:gd name="connsiteY78" fmla="*/ 1161093 h 1357700"/>
              <a:gd name="connsiteX79" fmla="*/ 5572219 w 10678681"/>
              <a:gd name="connsiteY79" fmla="*/ 1173708 h 1357700"/>
              <a:gd name="connsiteX80" fmla="*/ 5537768 w 10678681"/>
              <a:gd name="connsiteY80" fmla="*/ 1190202 h 1357700"/>
              <a:gd name="connsiteX81" fmla="*/ 5488513 w 10678681"/>
              <a:gd name="connsiteY81" fmla="*/ 1205367 h 1357700"/>
              <a:gd name="connsiteX82" fmla="*/ 5402905 w 10678681"/>
              <a:gd name="connsiteY82" fmla="*/ 1241191 h 1357700"/>
              <a:gd name="connsiteX83" fmla="*/ 5285593 w 10678681"/>
              <a:gd name="connsiteY83" fmla="*/ 1273569 h 1357700"/>
              <a:gd name="connsiteX84" fmla="*/ 5192893 w 10678681"/>
              <a:gd name="connsiteY84" fmla="*/ 1247188 h 1357700"/>
              <a:gd name="connsiteX85" fmla="*/ 5186475 w 10678681"/>
              <a:gd name="connsiteY85" fmla="*/ 1257028 h 1357700"/>
              <a:gd name="connsiteX86" fmla="*/ 5126038 w 10678681"/>
              <a:gd name="connsiteY86" fmla="*/ 1263189 h 1357700"/>
              <a:gd name="connsiteX87" fmla="*/ 4905913 w 10678681"/>
              <a:gd name="connsiteY87" fmla="*/ 1224477 h 1357700"/>
              <a:gd name="connsiteX88" fmla="*/ 4788036 w 10678681"/>
              <a:gd name="connsiteY88" fmla="*/ 1238182 h 1357700"/>
              <a:gd name="connsiteX89" fmla="*/ 4747555 w 10678681"/>
              <a:gd name="connsiteY89" fmla="*/ 1252768 h 1357700"/>
              <a:gd name="connsiteX90" fmla="*/ 4679644 w 10678681"/>
              <a:gd name="connsiteY90" fmla="*/ 1276603 h 1357700"/>
              <a:gd name="connsiteX91" fmla="*/ 4632222 w 10678681"/>
              <a:gd name="connsiteY91" fmla="*/ 1318360 h 1357700"/>
              <a:gd name="connsiteX92" fmla="*/ 4617358 w 10678681"/>
              <a:gd name="connsiteY92" fmla="*/ 1327690 h 1357700"/>
              <a:gd name="connsiteX93" fmla="*/ 4589102 w 10678681"/>
              <a:gd name="connsiteY93" fmla="*/ 1321223 h 1357700"/>
              <a:gd name="connsiteX94" fmla="*/ 4578184 w 10678681"/>
              <a:gd name="connsiteY94" fmla="*/ 1326745 h 1357700"/>
              <a:gd name="connsiteX95" fmla="*/ 4574270 w 10678681"/>
              <a:gd name="connsiteY95" fmla="*/ 1325878 h 1357700"/>
              <a:gd name="connsiteX96" fmla="*/ 4564919 w 10678681"/>
              <a:gd name="connsiteY96" fmla="*/ 1325507 h 1357700"/>
              <a:gd name="connsiteX97" fmla="*/ 4566586 w 10678681"/>
              <a:gd name="connsiteY97" fmla="*/ 1316963 h 1357700"/>
              <a:gd name="connsiteX98" fmla="*/ 4556303 w 10678681"/>
              <a:gd name="connsiteY98" fmla="*/ 1300262 h 1357700"/>
              <a:gd name="connsiteX99" fmla="*/ 4502358 w 10678681"/>
              <a:gd name="connsiteY99" fmla="*/ 1302558 h 1357700"/>
              <a:gd name="connsiteX100" fmla="*/ 4498919 w 10678681"/>
              <a:gd name="connsiteY100" fmla="*/ 1312115 h 1357700"/>
              <a:gd name="connsiteX101" fmla="*/ 4492075 w 10678681"/>
              <a:gd name="connsiteY101" fmla="*/ 1313357 h 1357700"/>
              <a:gd name="connsiteX102" fmla="*/ 4487466 w 10678681"/>
              <a:gd name="connsiteY102" fmla="*/ 1304102 h 1357700"/>
              <a:gd name="connsiteX103" fmla="*/ 4398292 w 10678681"/>
              <a:gd name="connsiteY103" fmla="*/ 1278410 h 1357700"/>
              <a:gd name="connsiteX104" fmla="*/ 4278026 w 10678681"/>
              <a:gd name="connsiteY104" fmla="*/ 1259803 h 1357700"/>
              <a:gd name="connsiteX105" fmla="*/ 4188995 w 10678681"/>
              <a:gd name="connsiteY105" fmla="*/ 1296718 h 1357700"/>
              <a:gd name="connsiteX106" fmla="*/ 4181483 w 10678681"/>
              <a:gd name="connsiteY106" fmla="*/ 1287686 h 1357700"/>
              <a:gd name="connsiteX107" fmla="*/ 4120739 w 10678681"/>
              <a:gd name="connsiteY107" fmla="*/ 1288549 h 1357700"/>
              <a:gd name="connsiteX108" fmla="*/ 3906561 w 10678681"/>
              <a:gd name="connsiteY108" fmla="*/ 1352435 h 1357700"/>
              <a:gd name="connsiteX109" fmla="*/ 3787890 w 10678681"/>
              <a:gd name="connsiteY109" fmla="*/ 1352442 h 1357700"/>
              <a:gd name="connsiteX110" fmla="*/ 3745993 w 10678681"/>
              <a:gd name="connsiteY110" fmla="*/ 1342630 h 1357700"/>
              <a:gd name="connsiteX111" fmla="*/ 3675785 w 10678681"/>
              <a:gd name="connsiteY111" fmla="*/ 1326802 h 1357700"/>
              <a:gd name="connsiteX112" fmla="*/ 3623856 w 10678681"/>
              <a:gd name="connsiteY112" fmla="*/ 1290804 h 1357700"/>
              <a:gd name="connsiteX113" fmla="*/ 3564933 w 10678681"/>
              <a:gd name="connsiteY113" fmla="*/ 1287147 h 1357700"/>
              <a:gd name="connsiteX114" fmla="*/ 3550537 w 10678681"/>
              <a:gd name="connsiteY114" fmla="*/ 1317552 h 1357700"/>
              <a:gd name="connsiteX115" fmla="*/ 3487736 w 10678681"/>
              <a:gd name="connsiteY115" fmla="*/ 1303493 h 1357700"/>
              <a:gd name="connsiteX116" fmla="*/ 3392548 w 10678681"/>
              <a:gd name="connsiteY116" fmla="*/ 1278741 h 1357700"/>
              <a:gd name="connsiteX117" fmla="*/ 3337466 w 10678681"/>
              <a:gd name="connsiteY117" fmla="*/ 1272537 h 1357700"/>
              <a:gd name="connsiteX118" fmla="*/ 3187206 w 10678681"/>
              <a:gd name="connsiteY118" fmla="*/ 1246821 h 1357700"/>
              <a:gd name="connsiteX119" fmla="*/ 3036856 w 10678681"/>
              <a:gd name="connsiteY119" fmla="*/ 1214383 h 1357700"/>
              <a:gd name="connsiteX120" fmla="*/ 2948654 w 10678681"/>
              <a:gd name="connsiteY120" fmla="*/ 1157455 h 1357700"/>
              <a:gd name="connsiteX121" fmla="*/ 2824973 w 10678681"/>
              <a:gd name="connsiteY121" fmla="*/ 1134864 h 1357700"/>
              <a:gd name="connsiteX122" fmla="*/ 2804398 w 10678681"/>
              <a:gd name="connsiteY122" fmla="*/ 1125556 h 1357700"/>
              <a:gd name="connsiteX123" fmla="*/ 2775396 w 10678681"/>
              <a:gd name="connsiteY123" fmla="*/ 1130148 h 1357700"/>
              <a:gd name="connsiteX124" fmla="*/ 2659096 w 10678681"/>
              <a:gd name="connsiteY124" fmla="*/ 1150294 h 1357700"/>
              <a:gd name="connsiteX125" fmla="*/ 2567088 w 10678681"/>
              <a:gd name="connsiteY125" fmla="*/ 1181781 h 1357700"/>
              <a:gd name="connsiteX126" fmla="*/ 2454501 w 10678681"/>
              <a:gd name="connsiteY126" fmla="*/ 1155455 h 1357700"/>
              <a:gd name="connsiteX127" fmla="*/ 2385161 w 10678681"/>
              <a:gd name="connsiteY127" fmla="*/ 1161312 h 1357700"/>
              <a:gd name="connsiteX128" fmla="*/ 2270528 w 10678681"/>
              <a:gd name="connsiteY128" fmla="*/ 1204338 h 1357700"/>
              <a:gd name="connsiteX129" fmla="*/ 2121820 w 10678681"/>
              <a:gd name="connsiteY129" fmla="*/ 1187078 h 1357700"/>
              <a:gd name="connsiteX130" fmla="*/ 2092716 w 10678681"/>
              <a:gd name="connsiteY130" fmla="*/ 1139224 h 1357700"/>
              <a:gd name="connsiteX131" fmla="*/ 2052449 w 10678681"/>
              <a:gd name="connsiteY131" fmla="*/ 1109687 h 1357700"/>
              <a:gd name="connsiteX132" fmla="*/ 2032607 w 10678681"/>
              <a:gd name="connsiteY132" fmla="*/ 1175477 h 1357700"/>
              <a:gd name="connsiteX133" fmla="*/ 1901837 w 10678681"/>
              <a:gd name="connsiteY133" fmla="*/ 1221762 h 1357700"/>
              <a:gd name="connsiteX134" fmla="*/ 1836762 w 10678681"/>
              <a:gd name="connsiteY134" fmla="*/ 1237387 h 1357700"/>
              <a:gd name="connsiteX135" fmla="*/ 1735877 w 10678681"/>
              <a:gd name="connsiteY135" fmla="*/ 1246527 h 1357700"/>
              <a:gd name="connsiteX136" fmla="*/ 1705069 w 10678681"/>
              <a:gd name="connsiteY136" fmla="*/ 1251989 h 1357700"/>
              <a:gd name="connsiteX137" fmla="*/ 1397689 w 10678681"/>
              <a:gd name="connsiteY137" fmla="*/ 1336144 h 1357700"/>
              <a:gd name="connsiteX138" fmla="*/ 1220734 w 10678681"/>
              <a:gd name="connsiteY138" fmla="*/ 1257811 h 1357700"/>
              <a:gd name="connsiteX139" fmla="*/ 1021737 w 10678681"/>
              <a:gd name="connsiteY139" fmla="*/ 1238739 h 1357700"/>
              <a:gd name="connsiteX140" fmla="*/ 959820 w 10678681"/>
              <a:gd name="connsiteY140" fmla="*/ 1275863 h 1357700"/>
              <a:gd name="connsiteX141" fmla="*/ 929137 w 10678681"/>
              <a:gd name="connsiteY141" fmla="*/ 1273957 h 1357700"/>
              <a:gd name="connsiteX142" fmla="*/ 878849 w 10678681"/>
              <a:gd name="connsiteY142" fmla="*/ 1266740 h 1357700"/>
              <a:gd name="connsiteX143" fmla="*/ 800667 w 10678681"/>
              <a:gd name="connsiteY143" fmla="*/ 1282041 h 1357700"/>
              <a:gd name="connsiteX144" fmla="*/ 644906 w 10678681"/>
              <a:gd name="connsiteY144" fmla="*/ 1273685 h 1357700"/>
              <a:gd name="connsiteX145" fmla="*/ 379869 w 10678681"/>
              <a:gd name="connsiteY145" fmla="*/ 1339165 h 1357700"/>
              <a:gd name="connsiteX146" fmla="*/ 137696 w 10678681"/>
              <a:gd name="connsiteY146" fmla="*/ 1319217 h 1357700"/>
              <a:gd name="connsiteX147" fmla="*/ 54250 w 10678681"/>
              <a:gd name="connsiteY147" fmla="*/ 1315838 h 1357700"/>
              <a:gd name="connsiteX148" fmla="*/ 28042 w 10678681"/>
              <a:gd name="connsiteY148" fmla="*/ 1297822 h 1357700"/>
              <a:gd name="connsiteX149" fmla="*/ 0 w 10678681"/>
              <a:gd name="connsiteY149" fmla="*/ 1294612 h 1357700"/>
              <a:gd name="connsiteX150" fmla="*/ 0 w 10678681"/>
              <a:gd name="connsiteY150" fmla="*/ 0 h 1357700"/>
              <a:gd name="connsiteX0" fmla="*/ 0 w 10678681"/>
              <a:gd name="connsiteY0" fmla="*/ 0 h 1357700"/>
              <a:gd name="connsiteX1" fmla="*/ 10678681 w 10678681"/>
              <a:gd name="connsiteY1" fmla="*/ 0 h 1357700"/>
              <a:gd name="connsiteX2" fmla="*/ 10666019 w 10678681"/>
              <a:gd name="connsiteY2" fmla="*/ 7876 h 1357700"/>
              <a:gd name="connsiteX3" fmla="*/ 10632825 w 10678681"/>
              <a:gd name="connsiteY3" fmla="*/ 32153 h 1357700"/>
              <a:gd name="connsiteX4" fmla="*/ 10510605 w 10678681"/>
              <a:gd name="connsiteY4" fmla="*/ 30449 h 1357700"/>
              <a:gd name="connsiteX5" fmla="*/ 10456989 w 10678681"/>
              <a:gd name="connsiteY5" fmla="*/ 979 h 1357700"/>
              <a:gd name="connsiteX6" fmla="*/ 10438642 w 10678681"/>
              <a:gd name="connsiteY6" fmla="*/ 1524 h 1357700"/>
              <a:gd name="connsiteX7" fmla="*/ 10407146 w 10678681"/>
              <a:gd name="connsiteY7" fmla="*/ 43659 h 1357700"/>
              <a:gd name="connsiteX8" fmla="*/ 10357996 w 10678681"/>
              <a:gd name="connsiteY8" fmla="*/ 50836 h 1357700"/>
              <a:gd name="connsiteX9" fmla="*/ 10306667 w 10678681"/>
              <a:gd name="connsiteY9" fmla="*/ 109739 h 1357700"/>
              <a:gd name="connsiteX10" fmla="*/ 10115334 w 10678681"/>
              <a:gd name="connsiteY10" fmla="*/ 155658 h 1357700"/>
              <a:gd name="connsiteX11" fmla="*/ 10068157 w 10678681"/>
              <a:gd name="connsiteY11" fmla="*/ 215673 h 1357700"/>
              <a:gd name="connsiteX12" fmla="*/ 10045431 w 10678681"/>
              <a:gd name="connsiteY12" fmla="*/ 229568 h 1357700"/>
              <a:gd name="connsiteX13" fmla="*/ 10013265 w 10678681"/>
              <a:gd name="connsiteY13" fmla="*/ 284757 h 1357700"/>
              <a:gd name="connsiteX14" fmla="*/ 9862496 w 10678681"/>
              <a:gd name="connsiteY14" fmla="*/ 223033 h 1357700"/>
              <a:gd name="connsiteX15" fmla="*/ 9679638 w 10678681"/>
              <a:gd name="connsiteY15" fmla="*/ 277462 h 1357700"/>
              <a:gd name="connsiteX16" fmla="*/ 9498347 w 10678681"/>
              <a:gd name="connsiteY16" fmla="*/ 244723 h 1357700"/>
              <a:gd name="connsiteX17" fmla="*/ 9399702 w 10678681"/>
              <a:gd name="connsiteY17" fmla="*/ 276316 h 1357700"/>
              <a:gd name="connsiteX18" fmla="*/ 9378439 w 10678681"/>
              <a:gd name="connsiteY18" fmla="*/ 326244 h 1357700"/>
              <a:gd name="connsiteX19" fmla="*/ 9121744 w 10678681"/>
              <a:gd name="connsiteY19" fmla="*/ 365177 h 1357700"/>
              <a:gd name="connsiteX20" fmla="*/ 9061654 w 10678681"/>
              <a:gd name="connsiteY20" fmla="*/ 393730 h 1357700"/>
              <a:gd name="connsiteX21" fmla="*/ 8997577 w 10678681"/>
              <a:gd name="connsiteY21" fmla="*/ 380865 h 1357700"/>
              <a:gd name="connsiteX22" fmla="*/ 8907968 w 10678681"/>
              <a:gd name="connsiteY22" fmla="*/ 447345 h 1357700"/>
              <a:gd name="connsiteX23" fmla="*/ 8764163 w 10678681"/>
              <a:gd name="connsiteY23" fmla="*/ 471000 h 1357700"/>
              <a:gd name="connsiteX24" fmla="*/ 8680155 w 10678681"/>
              <a:gd name="connsiteY24" fmla="*/ 492404 h 1357700"/>
              <a:gd name="connsiteX25" fmla="*/ 8651436 w 10678681"/>
              <a:gd name="connsiteY25" fmla="*/ 511923 h 1357700"/>
              <a:gd name="connsiteX26" fmla="*/ 8609185 w 10678681"/>
              <a:gd name="connsiteY26" fmla="*/ 531525 h 1357700"/>
              <a:gd name="connsiteX27" fmla="*/ 8537091 w 10678681"/>
              <a:gd name="connsiteY27" fmla="*/ 574933 h 1357700"/>
              <a:gd name="connsiteX28" fmla="*/ 8435931 w 10678681"/>
              <a:gd name="connsiteY28" fmla="*/ 617926 h 1357700"/>
              <a:gd name="connsiteX29" fmla="*/ 8348623 w 10678681"/>
              <a:gd name="connsiteY29" fmla="*/ 600607 h 1357700"/>
              <a:gd name="connsiteX30" fmla="*/ 8344233 w 10678681"/>
              <a:gd name="connsiteY30" fmla="*/ 610922 h 1357700"/>
              <a:gd name="connsiteX31" fmla="*/ 8290622 w 10678681"/>
              <a:gd name="connsiteY31" fmla="*/ 622687 h 1357700"/>
              <a:gd name="connsiteX32" fmla="*/ 8086698 w 10678681"/>
              <a:gd name="connsiteY32" fmla="*/ 605185 h 1357700"/>
              <a:gd name="connsiteX33" fmla="*/ 7982378 w 10678681"/>
              <a:gd name="connsiteY33" fmla="*/ 629799 h 1357700"/>
              <a:gd name="connsiteX34" fmla="*/ 7947952 w 10678681"/>
              <a:gd name="connsiteY34" fmla="*/ 648003 h 1357700"/>
              <a:gd name="connsiteX35" fmla="*/ 7890112 w 10678681"/>
              <a:gd name="connsiteY35" fmla="*/ 677915 h 1357700"/>
              <a:gd name="connsiteX36" fmla="*/ 7853284 w 10678681"/>
              <a:gd name="connsiteY36" fmla="*/ 723588 h 1357700"/>
              <a:gd name="connsiteX37" fmla="*/ 7802383 w 10678681"/>
              <a:gd name="connsiteY37" fmla="*/ 739359 h 1357700"/>
              <a:gd name="connsiteX38" fmla="*/ 7782280 w 10678681"/>
              <a:gd name="connsiteY38" fmla="*/ 712868 h 1357700"/>
              <a:gd name="connsiteX39" fmla="*/ 7730518 w 10678681"/>
              <a:gd name="connsiteY39" fmla="*/ 739526 h 1357700"/>
              <a:gd name="connsiteX40" fmla="*/ 7652907 w 10678681"/>
              <a:gd name="connsiteY40" fmla="*/ 783273 h 1357700"/>
              <a:gd name="connsiteX41" fmla="*/ 7606008 w 10678681"/>
              <a:gd name="connsiteY41" fmla="*/ 800717 h 1357700"/>
              <a:gd name="connsiteX42" fmla="*/ 7480223 w 10678681"/>
              <a:gd name="connsiteY42" fmla="*/ 856821 h 1357700"/>
              <a:gd name="connsiteX43" fmla="*/ 7356005 w 10678681"/>
              <a:gd name="connsiteY43" fmla="*/ 919462 h 1357700"/>
              <a:gd name="connsiteX44" fmla="*/ 7305396 w 10678681"/>
              <a:gd name="connsiteY44" fmla="*/ 986228 h 1357700"/>
              <a:gd name="connsiteX45" fmla="*/ 7298314 w 10678681"/>
              <a:gd name="connsiteY45" fmla="*/ 989899 h 1357700"/>
              <a:gd name="connsiteX46" fmla="*/ 7277477 w 10678681"/>
              <a:gd name="connsiteY46" fmla="*/ 990571 h 1357700"/>
              <a:gd name="connsiteX47" fmla="*/ 7269396 w 10678681"/>
              <a:gd name="connsiteY47" fmla="*/ 989282 h 1357700"/>
              <a:gd name="connsiteX48" fmla="*/ 7258094 w 10678681"/>
              <a:gd name="connsiteY48" fmla="*/ 990679 h 1357700"/>
              <a:gd name="connsiteX49" fmla="*/ 7257893 w 10678681"/>
              <a:gd name="connsiteY49" fmla="*/ 991204 h 1357700"/>
              <a:gd name="connsiteX50" fmla="*/ 7247153 w 10678681"/>
              <a:gd name="connsiteY50" fmla="*/ 991550 h 1357700"/>
              <a:gd name="connsiteX51" fmla="*/ 7193612 w 10678681"/>
              <a:gd name="connsiteY51" fmla="*/ 987042 h 1357700"/>
              <a:gd name="connsiteX52" fmla="*/ 7132632 w 10678681"/>
              <a:gd name="connsiteY52" fmla="*/ 1042036 h 1357700"/>
              <a:gd name="connsiteX53" fmla="*/ 7105610 w 10678681"/>
              <a:gd name="connsiteY53" fmla="*/ 1053537 h 1357700"/>
              <a:gd name="connsiteX54" fmla="*/ 7091599 w 10678681"/>
              <a:gd name="connsiteY54" fmla="*/ 1062302 h 1357700"/>
              <a:gd name="connsiteX55" fmla="*/ 7090998 w 10678681"/>
              <a:gd name="connsiteY55" fmla="*/ 1064540 h 1357700"/>
              <a:gd name="connsiteX56" fmla="*/ 7039634 w 10678681"/>
              <a:gd name="connsiteY56" fmla="*/ 1059971 h 1357700"/>
              <a:gd name="connsiteX57" fmla="*/ 7033445 w 10678681"/>
              <a:gd name="connsiteY57" fmla="*/ 1063314 h 1357700"/>
              <a:gd name="connsiteX58" fmla="*/ 6999157 w 10678681"/>
              <a:gd name="connsiteY58" fmla="*/ 1055282 h 1357700"/>
              <a:gd name="connsiteX59" fmla="*/ 6981874 w 10678681"/>
              <a:gd name="connsiteY59" fmla="*/ 1053827 h 1357700"/>
              <a:gd name="connsiteX60" fmla="*/ 6976102 w 10678681"/>
              <a:gd name="connsiteY60" fmla="*/ 1047854 h 1357700"/>
              <a:gd name="connsiteX61" fmla="*/ 6951040 w 10678681"/>
              <a:gd name="connsiteY61" fmla="*/ 1048531 h 1357700"/>
              <a:gd name="connsiteX62" fmla="*/ 6948497 w 10678681"/>
              <a:gd name="connsiteY62" fmla="*/ 1050706 h 1357700"/>
              <a:gd name="connsiteX63" fmla="*/ 6926582 w 10678681"/>
              <a:gd name="connsiteY63" fmla="*/ 1043462 h 1357700"/>
              <a:gd name="connsiteX64" fmla="*/ 6833743 w 10678681"/>
              <a:gd name="connsiteY64" fmla="*/ 1027960 h 1357700"/>
              <a:gd name="connsiteX65" fmla="*/ 6698313 w 10678681"/>
              <a:gd name="connsiteY65" fmla="*/ 1063249 h 1357700"/>
              <a:gd name="connsiteX66" fmla="*/ 6550218 w 10678681"/>
              <a:gd name="connsiteY66" fmla="*/ 1026825 h 1357700"/>
              <a:gd name="connsiteX67" fmla="*/ 6437450 w 10678681"/>
              <a:gd name="connsiteY67" fmla="*/ 1101075 h 1357700"/>
              <a:gd name="connsiteX68" fmla="*/ 6327795 w 10678681"/>
              <a:gd name="connsiteY68" fmla="*/ 1088142 h 1357700"/>
              <a:gd name="connsiteX69" fmla="*/ 6136549 w 10678681"/>
              <a:gd name="connsiteY69" fmla="*/ 1100268 h 1357700"/>
              <a:gd name="connsiteX70" fmla="*/ 6004655 w 10678681"/>
              <a:gd name="connsiteY70" fmla="*/ 1114946 h 1357700"/>
              <a:gd name="connsiteX71" fmla="*/ 5936643 w 10678681"/>
              <a:gd name="connsiteY71" fmla="*/ 1095428 h 1357700"/>
              <a:gd name="connsiteX72" fmla="*/ 5912484 w 10678681"/>
              <a:gd name="connsiteY72" fmla="*/ 1112624 h 1357700"/>
              <a:gd name="connsiteX73" fmla="*/ 5908387 w 10678681"/>
              <a:gd name="connsiteY73" fmla="*/ 1116018 h 1357700"/>
              <a:gd name="connsiteX74" fmla="*/ 5890495 w 10678681"/>
              <a:gd name="connsiteY74" fmla="*/ 1120268 h 1357700"/>
              <a:gd name="connsiteX75" fmla="*/ 5887318 w 10678681"/>
              <a:gd name="connsiteY75" fmla="*/ 1133134 h 1357700"/>
              <a:gd name="connsiteX76" fmla="*/ 5861726 w 10678681"/>
              <a:gd name="connsiteY76" fmla="*/ 1147891 h 1357700"/>
              <a:gd name="connsiteX77" fmla="*/ 5828273 w 10678681"/>
              <a:gd name="connsiteY77" fmla="*/ 1152456 h 1357700"/>
              <a:gd name="connsiteX78" fmla="*/ 5667391 w 10678681"/>
              <a:gd name="connsiteY78" fmla="*/ 1161093 h 1357700"/>
              <a:gd name="connsiteX79" fmla="*/ 5572219 w 10678681"/>
              <a:gd name="connsiteY79" fmla="*/ 1173708 h 1357700"/>
              <a:gd name="connsiteX80" fmla="*/ 5537768 w 10678681"/>
              <a:gd name="connsiteY80" fmla="*/ 1190202 h 1357700"/>
              <a:gd name="connsiteX81" fmla="*/ 5488513 w 10678681"/>
              <a:gd name="connsiteY81" fmla="*/ 1205367 h 1357700"/>
              <a:gd name="connsiteX82" fmla="*/ 5402905 w 10678681"/>
              <a:gd name="connsiteY82" fmla="*/ 1241191 h 1357700"/>
              <a:gd name="connsiteX83" fmla="*/ 5285593 w 10678681"/>
              <a:gd name="connsiteY83" fmla="*/ 1273569 h 1357700"/>
              <a:gd name="connsiteX84" fmla="*/ 5192893 w 10678681"/>
              <a:gd name="connsiteY84" fmla="*/ 1247188 h 1357700"/>
              <a:gd name="connsiteX85" fmla="*/ 5186475 w 10678681"/>
              <a:gd name="connsiteY85" fmla="*/ 1257028 h 1357700"/>
              <a:gd name="connsiteX86" fmla="*/ 5126038 w 10678681"/>
              <a:gd name="connsiteY86" fmla="*/ 1263189 h 1357700"/>
              <a:gd name="connsiteX87" fmla="*/ 4905913 w 10678681"/>
              <a:gd name="connsiteY87" fmla="*/ 1224477 h 1357700"/>
              <a:gd name="connsiteX88" fmla="*/ 4788036 w 10678681"/>
              <a:gd name="connsiteY88" fmla="*/ 1238182 h 1357700"/>
              <a:gd name="connsiteX89" fmla="*/ 4747555 w 10678681"/>
              <a:gd name="connsiteY89" fmla="*/ 1252768 h 1357700"/>
              <a:gd name="connsiteX90" fmla="*/ 4679644 w 10678681"/>
              <a:gd name="connsiteY90" fmla="*/ 1276603 h 1357700"/>
              <a:gd name="connsiteX91" fmla="*/ 4632222 w 10678681"/>
              <a:gd name="connsiteY91" fmla="*/ 1318360 h 1357700"/>
              <a:gd name="connsiteX92" fmla="*/ 4617358 w 10678681"/>
              <a:gd name="connsiteY92" fmla="*/ 1327690 h 1357700"/>
              <a:gd name="connsiteX93" fmla="*/ 4589102 w 10678681"/>
              <a:gd name="connsiteY93" fmla="*/ 1321223 h 1357700"/>
              <a:gd name="connsiteX94" fmla="*/ 4578184 w 10678681"/>
              <a:gd name="connsiteY94" fmla="*/ 1326745 h 1357700"/>
              <a:gd name="connsiteX95" fmla="*/ 4574270 w 10678681"/>
              <a:gd name="connsiteY95" fmla="*/ 1325878 h 1357700"/>
              <a:gd name="connsiteX96" fmla="*/ 4564919 w 10678681"/>
              <a:gd name="connsiteY96" fmla="*/ 1325507 h 1357700"/>
              <a:gd name="connsiteX97" fmla="*/ 4566586 w 10678681"/>
              <a:gd name="connsiteY97" fmla="*/ 1316963 h 1357700"/>
              <a:gd name="connsiteX98" fmla="*/ 4556303 w 10678681"/>
              <a:gd name="connsiteY98" fmla="*/ 1300262 h 1357700"/>
              <a:gd name="connsiteX99" fmla="*/ 4502358 w 10678681"/>
              <a:gd name="connsiteY99" fmla="*/ 1302558 h 1357700"/>
              <a:gd name="connsiteX100" fmla="*/ 4498919 w 10678681"/>
              <a:gd name="connsiteY100" fmla="*/ 1312115 h 1357700"/>
              <a:gd name="connsiteX101" fmla="*/ 4492075 w 10678681"/>
              <a:gd name="connsiteY101" fmla="*/ 1313357 h 1357700"/>
              <a:gd name="connsiteX102" fmla="*/ 4487466 w 10678681"/>
              <a:gd name="connsiteY102" fmla="*/ 1304102 h 1357700"/>
              <a:gd name="connsiteX103" fmla="*/ 4398292 w 10678681"/>
              <a:gd name="connsiteY103" fmla="*/ 1278410 h 1357700"/>
              <a:gd name="connsiteX104" fmla="*/ 4278026 w 10678681"/>
              <a:gd name="connsiteY104" fmla="*/ 1259803 h 1357700"/>
              <a:gd name="connsiteX105" fmla="*/ 4188995 w 10678681"/>
              <a:gd name="connsiteY105" fmla="*/ 1296718 h 1357700"/>
              <a:gd name="connsiteX106" fmla="*/ 4181483 w 10678681"/>
              <a:gd name="connsiteY106" fmla="*/ 1287686 h 1357700"/>
              <a:gd name="connsiteX107" fmla="*/ 4120739 w 10678681"/>
              <a:gd name="connsiteY107" fmla="*/ 1288549 h 1357700"/>
              <a:gd name="connsiteX108" fmla="*/ 3906561 w 10678681"/>
              <a:gd name="connsiteY108" fmla="*/ 1352435 h 1357700"/>
              <a:gd name="connsiteX109" fmla="*/ 3787890 w 10678681"/>
              <a:gd name="connsiteY109" fmla="*/ 1352442 h 1357700"/>
              <a:gd name="connsiteX110" fmla="*/ 3745993 w 10678681"/>
              <a:gd name="connsiteY110" fmla="*/ 1342630 h 1357700"/>
              <a:gd name="connsiteX111" fmla="*/ 3675785 w 10678681"/>
              <a:gd name="connsiteY111" fmla="*/ 1326802 h 1357700"/>
              <a:gd name="connsiteX112" fmla="*/ 3623856 w 10678681"/>
              <a:gd name="connsiteY112" fmla="*/ 1290804 h 1357700"/>
              <a:gd name="connsiteX113" fmla="*/ 3564933 w 10678681"/>
              <a:gd name="connsiteY113" fmla="*/ 1287147 h 1357700"/>
              <a:gd name="connsiteX114" fmla="*/ 3550537 w 10678681"/>
              <a:gd name="connsiteY114" fmla="*/ 1317552 h 1357700"/>
              <a:gd name="connsiteX115" fmla="*/ 3487736 w 10678681"/>
              <a:gd name="connsiteY115" fmla="*/ 1303493 h 1357700"/>
              <a:gd name="connsiteX116" fmla="*/ 3392548 w 10678681"/>
              <a:gd name="connsiteY116" fmla="*/ 1278741 h 1357700"/>
              <a:gd name="connsiteX117" fmla="*/ 3337466 w 10678681"/>
              <a:gd name="connsiteY117" fmla="*/ 1272537 h 1357700"/>
              <a:gd name="connsiteX118" fmla="*/ 3187206 w 10678681"/>
              <a:gd name="connsiteY118" fmla="*/ 1246821 h 1357700"/>
              <a:gd name="connsiteX119" fmla="*/ 3036856 w 10678681"/>
              <a:gd name="connsiteY119" fmla="*/ 1214383 h 1357700"/>
              <a:gd name="connsiteX120" fmla="*/ 2948654 w 10678681"/>
              <a:gd name="connsiteY120" fmla="*/ 1157455 h 1357700"/>
              <a:gd name="connsiteX121" fmla="*/ 2824973 w 10678681"/>
              <a:gd name="connsiteY121" fmla="*/ 1134864 h 1357700"/>
              <a:gd name="connsiteX122" fmla="*/ 2804398 w 10678681"/>
              <a:gd name="connsiteY122" fmla="*/ 1125556 h 1357700"/>
              <a:gd name="connsiteX123" fmla="*/ 2775396 w 10678681"/>
              <a:gd name="connsiteY123" fmla="*/ 1130148 h 1357700"/>
              <a:gd name="connsiteX124" fmla="*/ 2659096 w 10678681"/>
              <a:gd name="connsiteY124" fmla="*/ 1150294 h 1357700"/>
              <a:gd name="connsiteX125" fmla="*/ 2567088 w 10678681"/>
              <a:gd name="connsiteY125" fmla="*/ 1181781 h 1357700"/>
              <a:gd name="connsiteX126" fmla="*/ 2454501 w 10678681"/>
              <a:gd name="connsiteY126" fmla="*/ 1155455 h 1357700"/>
              <a:gd name="connsiteX127" fmla="*/ 2385161 w 10678681"/>
              <a:gd name="connsiteY127" fmla="*/ 1161312 h 1357700"/>
              <a:gd name="connsiteX128" fmla="*/ 2270528 w 10678681"/>
              <a:gd name="connsiteY128" fmla="*/ 1204338 h 1357700"/>
              <a:gd name="connsiteX129" fmla="*/ 2121820 w 10678681"/>
              <a:gd name="connsiteY129" fmla="*/ 1187078 h 1357700"/>
              <a:gd name="connsiteX130" fmla="*/ 2092716 w 10678681"/>
              <a:gd name="connsiteY130" fmla="*/ 1139224 h 1357700"/>
              <a:gd name="connsiteX131" fmla="*/ 2052449 w 10678681"/>
              <a:gd name="connsiteY131" fmla="*/ 1109687 h 1357700"/>
              <a:gd name="connsiteX132" fmla="*/ 2032607 w 10678681"/>
              <a:gd name="connsiteY132" fmla="*/ 1175477 h 1357700"/>
              <a:gd name="connsiteX133" fmla="*/ 1901837 w 10678681"/>
              <a:gd name="connsiteY133" fmla="*/ 1221762 h 1357700"/>
              <a:gd name="connsiteX134" fmla="*/ 1836762 w 10678681"/>
              <a:gd name="connsiteY134" fmla="*/ 1237387 h 1357700"/>
              <a:gd name="connsiteX135" fmla="*/ 1735877 w 10678681"/>
              <a:gd name="connsiteY135" fmla="*/ 1246527 h 1357700"/>
              <a:gd name="connsiteX136" fmla="*/ 1705069 w 10678681"/>
              <a:gd name="connsiteY136" fmla="*/ 1251989 h 1357700"/>
              <a:gd name="connsiteX137" fmla="*/ 1397689 w 10678681"/>
              <a:gd name="connsiteY137" fmla="*/ 1336144 h 1357700"/>
              <a:gd name="connsiteX138" fmla="*/ 1220734 w 10678681"/>
              <a:gd name="connsiteY138" fmla="*/ 1257811 h 1357700"/>
              <a:gd name="connsiteX139" fmla="*/ 1021737 w 10678681"/>
              <a:gd name="connsiteY139" fmla="*/ 1238739 h 1357700"/>
              <a:gd name="connsiteX140" fmla="*/ 959820 w 10678681"/>
              <a:gd name="connsiteY140" fmla="*/ 1275863 h 1357700"/>
              <a:gd name="connsiteX141" fmla="*/ 929137 w 10678681"/>
              <a:gd name="connsiteY141" fmla="*/ 1273957 h 1357700"/>
              <a:gd name="connsiteX142" fmla="*/ 878849 w 10678681"/>
              <a:gd name="connsiteY142" fmla="*/ 1266740 h 1357700"/>
              <a:gd name="connsiteX143" fmla="*/ 800667 w 10678681"/>
              <a:gd name="connsiteY143" fmla="*/ 1282041 h 1357700"/>
              <a:gd name="connsiteX144" fmla="*/ 644906 w 10678681"/>
              <a:gd name="connsiteY144" fmla="*/ 1273685 h 1357700"/>
              <a:gd name="connsiteX145" fmla="*/ 379869 w 10678681"/>
              <a:gd name="connsiteY145" fmla="*/ 1339165 h 1357700"/>
              <a:gd name="connsiteX146" fmla="*/ 137696 w 10678681"/>
              <a:gd name="connsiteY146" fmla="*/ 1319217 h 1357700"/>
              <a:gd name="connsiteX147" fmla="*/ 54250 w 10678681"/>
              <a:gd name="connsiteY147" fmla="*/ 1315838 h 1357700"/>
              <a:gd name="connsiteX148" fmla="*/ 28042 w 10678681"/>
              <a:gd name="connsiteY148" fmla="*/ 1297822 h 1357700"/>
              <a:gd name="connsiteX149" fmla="*/ 0 w 10678681"/>
              <a:gd name="connsiteY149" fmla="*/ 1294612 h 1357700"/>
              <a:gd name="connsiteX150" fmla="*/ 0 w 10678681"/>
              <a:gd name="connsiteY150" fmla="*/ 0 h 1357700"/>
              <a:gd name="connsiteX0" fmla="*/ 0 w 10678681"/>
              <a:gd name="connsiteY0" fmla="*/ 0 h 1357700"/>
              <a:gd name="connsiteX1" fmla="*/ 10678681 w 10678681"/>
              <a:gd name="connsiteY1" fmla="*/ 0 h 1357700"/>
              <a:gd name="connsiteX2" fmla="*/ 10666019 w 10678681"/>
              <a:gd name="connsiteY2" fmla="*/ 7876 h 1357700"/>
              <a:gd name="connsiteX3" fmla="*/ 10632825 w 10678681"/>
              <a:gd name="connsiteY3" fmla="*/ 32153 h 1357700"/>
              <a:gd name="connsiteX4" fmla="*/ 10510605 w 10678681"/>
              <a:gd name="connsiteY4" fmla="*/ 30449 h 1357700"/>
              <a:gd name="connsiteX5" fmla="*/ 10456989 w 10678681"/>
              <a:gd name="connsiteY5" fmla="*/ 979 h 1357700"/>
              <a:gd name="connsiteX6" fmla="*/ 10438642 w 10678681"/>
              <a:gd name="connsiteY6" fmla="*/ 1524 h 1357700"/>
              <a:gd name="connsiteX7" fmla="*/ 10407146 w 10678681"/>
              <a:gd name="connsiteY7" fmla="*/ 43659 h 1357700"/>
              <a:gd name="connsiteX8" fmla="*/ 10357996 w 10678681"/>
              <a:gd name="connsiteY8" fmla="*/ 50836 h 1357700"/>
              <a:gd name="connsiteX9" fmla="*/ 10306667 w 10678681"/>
              <a:gd name="connsiteY9" fmla="*/ 109739 h 1357700"/>
              <a:gd name="connsiteX10" fmla="*/ 10115334 w 10678681"/>
              <a:gd name="connsiteY10" fmla="*/ 155658 h 1357700"/>
              <a:gd name="connsiteX11" fmla="*/ 10068157 w 10678681"/>
              <a:gd name="connsiteY11" fmla="*/ 215673 h 1357700"/>
              <a:gd name="connsiteX12" fmla="*/ 10045431 w 10678681"/>
              <a:gd name="connsiteY12" fmla="*/ 229568 h 1357700"/>
              <a:gd name="connsiteX13" fmla="*/ 10013265 w 10678681"/>
              <a:gd name="connsiteY13" fmla="*/ 284757 h 1357700"/>
              <a:gd name="connsiteX14" fmla="*/ 9862496 w 10678681"/>
              <a:gd name="connsiteY14" fmla="*/ 223033 h 1357700"/>
              <a:gd name="connsiteX15" fmla="*/ 9679638 w 10678681"/>
              <a:gd name="connsiteY15" fmla="*/ 277462 h 1357700"/>
              <a:gd name="connsiteX16" fmla="*/ 9498347 w 10678681"/>
              <a:gd name="connsiteY16" fmla="*/ 244723 h 1357700"/>
              <a:gd name="connsiteX17" fmla="*/ 9399702 w 10678681"/>
              <a:gd name="connsiteY17" fmla="*/ 276316 h 1357700"/>
              <a:gd name="connsiteX18" fmla="*/ 9378439 w 10678681"/>
              <a:gd name="connsiteY18" fmla="*/ 326244 h 1357700"/>
              <a:gd name="connsiteX19" fmla="*/ 9121744 w 10678681"/>
              <a:gd name="connsiteY19" fmla="*/ 365177 h 1357700"/>
              <a:gd name="connsiteX20" fmla="*/ 9061654 w 10678681"/>
              <a:gd name="connsiteY20" fmla="*/ 393730 h 1357700"/>
              <a:gd name="connsiteX21" fmla="*/ 8997577 w 10678681"/>
              <a:gd name="connsiteY21" fmla="*/ 380865 h 1357700"/>
              <a:gd name="connsiteX22" fmla="*/ 8907968 w 10678681"/>
              <a:gd name="connsiteY22" fmla="*/ 447345 h 1357700"/>
              <a:gd name="connsiteX23" fmla="*/ 8764163 w 10678681"/>
              <a:gd name="connsiteY23" fmla="*/ 471000 h 1357700"/>
              <a:gd name="connsiteX24" fmla="*/ 8680155 w 10678681"/>
              <a:gd name="connsiteY24" fmla="*/ 492404 h 1357700"/>
              <a:gd name="connsiteX25" fmla="*/ 8651436 w 10678681"/>
              <a:gd name="connsiteY25" fmla="*/ 511923 h 1357700"/>
              <a:gd name="connsiteX26" fmla="*/ 8609185 w 10678681"/>
              <a:gd name="connsiteY26" fmla="*/ 531525 h 1357700"/>
              <a:gd name="connsiteX27" fmla="*/ 8537091 w 10678681"/>
              <a:gd name="connsiteY27" fmla="*/ 574933 h 1357700"/>
              <a:gd name="connsiteX28" fmla="*/ 8435931 w 10678681"/>
              <a:gd name="connsiteY28" fmla="*/ 617926 h 1357700"/>
              <a:gd name="connsiteX29" fmla="*/ 8348623 w 10678681"/>
              <a:gd name="connsiteY29" fmla="*/ 600607 h 1357700"/>
              <a:gd name="connsiteX30" fmla="*/ 8344233 w 10678681"/>
              <a:gd name="connsiteY30" fmla="*/ 610922 h 1357700"/>
              <a:gd name="connsiteX31" fmla="*/ 8290622 w 10678681"/>
              <a:gd name="connsiteY31" fmla="*/ 622687 h 1357700"/>
              <a:gd name="connsiteX32" fmla="*/ 8086698 w 10678681"/>
              <a:gd name="connsiteY32" fmla="*/ 605185 h 1357700"/>
              <a:gd name="connsiteX33" fmla="*/ 7982378 w 10678681"/>
              <a:gd name="connsiteY33" fmla="*/ 629799 h 1357700"/>
              <a:gd name="connsiteX34" fmla="*/ 7947952 w 10678681"/>
              <a:gd name="connsiteY34" fmla="*/ 648003 h 1357700"/>
              <a:gd name="connsiteX35" fmla="*/ 7890112 w 10678681"/>
              <a:gd name="connsiteY35" fmla="*/ 677915 h 1357700"/>
              <a:gd name="connsiteX36" fmla="*/ 7853284 w 10678681"/>
              <a:gd name="connsiteY36" fmla="*/ 723588 h 1357700"/>
              <a:gd name="connsiteX37" fmla="*/ 7802383 w 10678681"/>
              <a:gd name="connsiteY37" fmla="*/ 739359 h 1357700"/>
              <a:gd name="connsiteX38" fmla="*/ 7782280 w 10678681"/>
              <a:gd name="connsiteY38" fmla="*/ 712868 h 1357700"/>
              <a:gd name="connsiteX39" fmla="*/ 7730518 w 10678681"/>
              <a:gd name="connsiteY39" fmla="*/ 739526 h 1357700"/>
              <a:gd name="connsiteX40" fmla="*/ 7652907 w 10678681"/>
              <a:gd name="connsiteY40" fmla="*/ 783273 h 1357700"/>
              <a:gd name="connsiteX41" fmla="*/ 7606008 w 10678681"/>
              <a:gd name="connsiteY41" fmla="*/ 800717 h 1357700"/>
              <a:gd name="connsiteX42" fmla="*/ 7480223 w 10678681"/>
              <a:gd name="connsiteY42" fmla="*/ 856821 h 1357700"/>
              <a:gd name="connsiteX43" fmla="*/ 7356005 w 10678681"/>
              <a:gd name="connsiteY43" fmla="*/ 919462 h 1357700"/>
              <a:gd name="connsiteX44" fmla="*/ 7305396 w 10678681"/>
              <a:gd name="connsiteY44" fmla="*/ 986228 h 1357700"/>
              <a:gd name="connsiteX45" fmla="*/ 7298314 w 10678681"/>
              <a:gd name="connsiteY45" fmla="*/ 989899 h 1357700"/>
              <a:gd name="connsiteX46" fmla="*/ 7277477 w 10678681"/>
              <a:gd name="connsiteY46" fmla="*/ 990571 h 1357700"/>
              <a:gd name="connsiteX47" fmla="*/ 7269396 w 10678681"/>
              <a:gd name="connsiteY47" fmla="*/ 989282 h 1357700"/>
              <a:gd name="connsiteX48" fmla="*/ 7258094 w 10678681"/>
              <a:gd name="connsiteY48" fmla="*/ 990679 h 1357700"/>
              <a:gd name="connsiteX49" fmla="*/ 7257893 w 10678681"/>
              <a:gd name="connsiteY49" fmla="*/ 991204 h 1357700"/>
              <a:gd name="connsiteX50" fmla="*/ 7247153 w 10678681"/>
              <a:gd name="connsiteY50" fmla="*/ 991550 h 1357700"/>
              <a:gd name="connsiteX51" fmla="*/ 7193612 w 10678681"/>
              <a:gd name="connsiteY51" fmla="*/ 987042 h 1357700"/>
              <a:gd name="connsiteX52" fmla="*/ 7132632 w 10678681"/>
              <a:gd name="connsiteY52" fmla="*/ 1042036 h 1357700"/>
              <a:gd name="connsiteX53" fmla="*/ 7105610 w 10678681"/>
              <a:gd name="connsiteY53" fmla="*/ 1053537 h 1357700"/>
              <a:gd name="connsiteX54" fmla="*/ 7091599 w 10678681"/>
              <a:gd name="connsiteY54" fmla="*/ 1062302 h 1357700"/>
              <a:gd name="connsiteX55" fmla="*/ 7090998 w 10678681"/>
              <a:gd name="connsiteY55" fmla="*/ 1064540 h 1357700"/>
              <a:gd name="connsiteX56" fmla="*/ 7039634 w 10678681"/>
              <a:gd name="connsiteY56" fmla="*/ 1059971 h 1357700"/>
              <a:gd name="connsiteX57" fmla="*/ 7033445 w 10678681"/>
              <a:gd name="connsiteY57" fmla="*/ 1063314 h 1357700"/>
              <a:gd name="connsiteX58" fmla="*/ 6999157 w 10678681"/>
              <a:gd name="connsiteY58" fmla="*/ 1055282 h 1357700"/>
              <a:gd name="connsiteX59" fmla="*/ 6981874 w 10678681"/>
              <a:gd name="connsiteY59" fmla="*/ 1053827 h 1357700"/>
              <a:gd name="connsiteX60" fmla="*/ 6976102 w 10678681"/>
              <a:gd name="connsiteY60" fmla="*/ 1047854 h 1357700"/>
              <a:gd name="connsiteX61" fmla="*/ 6951040 w 10678681"/>
              <a:gd name="connsiteY61" fmla="*/ 1048531 h 1357700"/>
              <a:gd name="connsiteX62" fmla="*/ 6948497 w 10678681"/>
              <a:gd name="connsiteY62" fmla="*/ 1050706 h 1357700"/>
              <a:gd name="connsiteX63" fmla="*/ 6926582 w 10678681"/>
              <a:gd name="connsiteY63" fmla="*/ 1043462 h 1357700"/>
              <a:gd name="connsiteX64" fmla="*/ 6833743 w 10678681"/>
              <a:gd name="connsiteY64" fmla="*/ 1027960 h 1357700"/>
              <a:gd name="connsiteX65" fmla="*/ 6698313 w 10678681"/>
              <a:gd name="connsiteY65" fmla="*/ 1063249 h 1357700"/>
              <a:gd name="connsiteX66" fmla="*/ 6550218 w 10678681"/>
              <a:gd name="connsiteY66" fmla="*/ 1026825 h 1357700"/>
              <a:gd name="connsiteX67" fmla="*/ 6437450 w 10678681"/>
              <a:gd name="connsiteY67" fmla="*/ 1101075 h 1357700"/>
              <a:gd name="connsiteX68" fmla="*/ 6327795 w 10678681"/>
              <a:gd name="connsiteY68" fmla="*/ 1088142 h 1357700"/>
              <a:gd name="connsiteX69" fmla="*/ 6136549 w 10678681"/>
              <a:gd name="connsiteY69" fmla="*/ 1100268 h 1357700"/>
              <a:gd name="connsiteX70" fmla="*/ 6004655 w 10678681"/>
              <a:gd name="connsiteY70" fmla="*/ 1114946 h 1357700"/>
              <a:gd name="connsiteX71" fmla="*/ 5936643 w 10678681"/>
              <a:gd name="connsiteY71" fmla="*/ 1095428 h 1357700"/>
              <a:gd name="connsiteX72" fmla="*/ 5912484 w 10678681"/>
              <a:gd name="connsiteY72" fmla="*/ 1112624 h 1357700"/>
              <a:gd name="connsiteX73" fmla="*/ 5908387 w 10678681"/>
              <a:gd name="connsiteY73" fmla="*/ 1116018 h 1357700"/>
              <a:gd name="connsiteX74" fmla="*/ 5890495 w 10678681"/>
              <a:gd name="connsiteY74" fmla="*/ 1120268 h 1357700"/>
              <a:gd name="connsiteX75" fmla="*/ 5887318 w 10678681"/>
              <a:gd name="connsiteY75" fmla="*/ 1133134 h 1357700"/>
              <a:gd name="connsiteX76" fmla="*/ 5861726 w 10678681"/>
              <a:gd name="connsiteY76" fmla="*/ 1147891 h 1357700"/>
              <a:gd name="connsiteX77" fmla="*/ 5805823 w 10678681"/>
              <a:gd name="connsiteY77" fmla="*/ 1152457 h 1357700"/>
              <a:gd name="connsiteX78" fmla="*/ 5667391 w 10678681"/>
              <a:gd name="connsiteY78" fmla="*/ 1161093 h 1357700"/>
              <a:gd name="connsiteX79" fmla="*/ 5572219 w 10678681"/>
              <a:gd name="connsiteY79" fmla="*/ 1173708 h 1357700"/>
              <a:gd name="connsiteX80" fmla="*/ 5537768 w 10678681"/>
              <a:gd name="connsiteY80" fmla="*/ 1190202 h 1357700"/>
              <a:gd name="connsiteX81" fmla="*/ 5488513 w 10678681"/>
              <a:gd name="connsiteY81" fmla="*/ 1205367 h 1357700"/>
              <a:gd name="connsiteX82" fmla="*/ 5402905 w 10678681"/>
              <a:gd name="connsiteY82" fmla="*/ 1241191 h 1357700"/>
              <a:gd name="connsiteX83" fmla="*/ 5285593 w 10678681"/>
              <a:gd name="connsiteY83" fmla="*/ 1273569 h 1357700"/>
              <a:gd name="connsiteX84" fmla="*/ 5192893 w 10678681"/>
              <a:gd name="connsiteY84" fmla="*/ 1247188 h 1357700"/>
              <a:gd name="connsiteX85" fmla="*/ 5186475 w 10678681"/>
              <a:gd name="connsiteY85" fmla="*/ 1257028 h 1357700"/>
              <a:gd name="connsiteX86" fmla="*/ 5126038 w 10678681"/>
              <a:gd name="connsiteY86" fmla="*/ 1263189 h 1357700"/>
              <a:gd name="connsiteX87" fmla="*/ 4905913 w 10678681"/>
              <a:gd name="connsiteY87" fmla="*/ 1224477 h 1357700"/>
              <a:gd name="connsiteX88" fmla="*/ 4788036 w 10678681"/>
              <a:gd name="connsiteY88" fmla="*/ 1238182 h 1357700"/>
              <a:gd name="connsiteX89" fmla="*/ 4747555 w 10678681"/>
              <a:gd name="connsiteY89" fmla="*/ 1252768 h 1357700"/>
              <a:gd name="connsiteX90" fmla="*/ 4679644 w 10678681"/>
              <a:gd name="connsiteY90" fmla="*/ 1276603 h 1357700"/>
              <a:gd name="connsiteX91" fmla="*/ 4632222 w 10678681"/>
              <a:gd name="connsiteY91" fmla="*/ 1318360 h 1357700"/>
              <a:gd name="connsiteX92" fmla="*/ 4617358 w 10678681"/>
              <a:gd name="connsiteY92" fmla="*/ 1327690 h 1357700"/>
              <a:gd name="connsiteX93" fmla="*/ 4589102 w 10678681"/>
              <a:gd name="connsiteY93" fmla="*/ 1321223 h 1357700"/>
              <a:gd name="connsiteX94" fmla="*/ 4578184 w 10678681"/>
              <a:gd name="connsiteY94" fmla="*/ 1326745 h 1357700"/>
              <a:gd name="connsiteX95" fmla="*/ 4574270 w 10678681"/>
              <a:gd name="connsiteY95" fmla="*/ 1325878 h 1357700"/>
              <a:gd name="connsiteX96" fmla="*/ 4564919 w 10678681"/>
              <a:gd name="connsiteY96" fmla="*/ 1325507 h 1357700"/>
              <a:gd name="connsiteX97" fmla="*/ 4566586 w 10678681"/>
              <a:gd name="connsiteY97" fmla="*/ 1316963 h 1357700"/>
              <a:gd name="connsiteX98" fmla="*/ 4556303 w 10678681"/>
              <a:gd name="connsiteY98" fmla="*/ 1300262 h 1357700"/>
              <a:gd name="connsiteX99" fmla="*/ 4502358 w 10678681"/>
              <a:gd name="connsiteY99" fmla="*/ 1302558 h 1357700"/>
              <a:gd name="connsiteX100" fmla="*/ 4498919 w 10678681"/>
              <a:gd name="connsiteY100" fmla="*/ 1312115 h 1357700"/>
              <a:gd name="connsiteX101" fmla="*/ 4492075 w 10678681"/>
              <a:gd name="connsiteY101" fmla="*/ 1313357 h 1357700"/>
              <a:gd name="connsiteX102" fmla="*/ 4487466 w 10678681"/>
              <a:gd name="connsiteY102" fmla="*/ 1304102 h 1357700"/>
              <a:gd name="connsiteX103" fmla="*/ 4398292 w 10678681"/>
              <a:gd name="connsiteY103" fmla="*/ 1278410 h 1357700"/>
              <a:gd name="connsiteX104" fmla="*/ 4278026 w 10678681"/>
              <a:gd name="connsiteY104" fmla="*/ 1259803 h 1357700"/>
              <a:gd name="connsiteX105" fmla="*/ 4188995 w 10678681"/>
              <a:gd name="connsiteY105" fmla="*/ 1296718 h 1357700"/>
              <a:gd name="connsiteX106" fmla="*/ 4181483 w 10678681"/>
              <a:gd name="connsiteY106" fmla="*/ 1287686 h 1357700"/>
              <a:gd name="connsiteX107" fmla="*/ 4120739 w 10678681"/>
              <a:gd name="connsiteY107" fmla="*/ 1288549 h 1357700"/>
              <a:gd name="connsiteX108" fmla="*/ 3906561 w 10678681"/>
              <a:gd name="connsiteY108" fmla="*/ 1352435 h 1357700"/>
              <a:gd name="connsiteX109" fmla="*/ 3787890 w 10678681"/>
              <a:gd name="connsiteY109" fmla="*/ 1352442 h 1357700"/>
              <a:gd name="connsiteX110" fmla="*/ 3745993 w 10678681"/>
              <a:gd name="connsiteY110" fmla="*/ 1342630 h 1357700"/>
              <a:gd name="connsiteX111" fmla="*/ 3675785 w 10678681"/>
              <a:gd name="connsiteY111" fmla="*/ 1326802 h 1357700"/>
              <a:gd name="connsiteX112" fmla="*/ 3623856 w 10678681"/>
              <a:gd name="connsiteY112" fmla="*/ 1290804 h 1357700"/>
              <a:gd name="connsiteX113" fmla="*/ 3564933 w 10678681"/>
              <a:gd name="connsiteY113" fmla="*/ 1287147 h 1357700"/>
              <a:gd name="connsiteX114" fmla="*/ 3550537 w 10678681"/>
              <a:gd name="connsiteY114" fmla="*/ 1317552 h 1357700"/>
              <a:gd name="connsiteX115" fmla="*/ 3487736 w 10678681"/>
              <a:gd name="connsiteY115" fmla="*/ 1303493 h 1357700"/>
              <a:gd name="connsiteX116" fmla="*/ 3392548 w 10678681"/>
              <a:gd name="connsiteY116" fmla="*/ 1278741 h 1357700"/>
              <a:gd name="connsiteX117" fmla="*/ 3337466 w 10678681"/>
              <a:gd name="connsiteY117" fmla="*/ 1272537 h 1357700"/>
              <a:gd name="connsiteX118" fmla="*/ 3187206 w 10678681"/>
              <a:gd name="connsiteY118" fmla="*/ 1246821 h 1357700"/>
              <a:gd name="connsiteX119" fmla="*/ 3036856 w 10678681"/>
              <a:gd name="connsiteY119" fmla="*/ 1214383 h 1357700"/>
              <a:gd name="connsiteX120" fmla="*/ 2948654 w 10678681"/>
              <a:gd name="connsiteY120" fmla="*/ 1157455 h 1357700"/>
              <a:gd name="connsiteX121" fmla="*/ 2824973 w 10678681"/>
              <a:gd name="connsiteY121" fmla="*/ 1134864 h 1357700"/>
              <a:gd name="connsiteX122" fmla="*/ 2804398 w 10678681"/>
              <a:gd name="connsiteY122" fmla="*/ 1125556 h 1357700"/>
              <a:gd name="connsiteX123" fmla="*/ 2775396 w 10678681"/>
              <a:gd name="connsiteY123" fmla="*/ 1130148 h 1357700"/>
              <a:gd name="connsiteX124" fmla="*/ 2659096 w 10678681"/>
              <a:gd name="connsiteY124" fmla="*/ 1150294 h 1357700"/>
              <a:gd name="connsiteX125" fmla="*/ 2567088 w 10678681"/>
              <a:gd name="connsiteY125" fmla="*/ 1181781 h 1357700"/>
              <a:gd name="connsiteX126" fmla="*/ 2454501 w 10678681"/>
              <a:gd name="connsiteY126" fmla="*/ 1155455 h 1357700"/>
              <a:gd name="connsiteX127" fmla="*/ 2385161 w 10678681"/>
              <a:gd name="connsiteY127" fmla="*/ 1161312 h 1357700"/>
              <a:gd name="connsiteX128" fmla="*/ 2270528 w 10678681"/>
              <a:gd name="connsiteY128" fmla="*/ 1204338 h 1357700"/>
              <a:gd name="connsiteX129" fmla="*/ 2121820 w 10678681"/>
              <a:gd name="connsiteY129" fmla="*/ 1187078 h 1357700"/>
              <a:gd name="connsiteX130" fmla="*/ 2092716 w 10678681"/>
              <a:gd name="connsiteY130" fmla="*/ 1139224 h 1357700"/>
              <a:gd name="connsiteX131" fmla="*/ 2052449 w 10678681"/>
              <a:gd name="connsiteY131" fmla="*/ 1109687 h 1357700"/>
              <a:gd name="connsiteX132" fmla="*/ 2032607 w 10678681"/>
              <a:gd name="connsiteY132" fmla="*/ 1175477 h 1357700"/>
              <a:gd name="connsiteX133" fmla="*/ 1901837 w 10678681"/>
              <a:gd name="connsiteY133" fmla="*/ 1221762 h 1357700"/>
              <a:gd name="connsiteX134" fmla="*/ 1836762 w 10678681"/>
              <a:gd name="connsiteY134" fmla="*/ 1237387 h 1357700"/>
              <a:gd name="connsiteX135" fmla="*/ 1735877 w 10678681"/>
              <a:gd name="connsiteY135" fmla="*/ 1246527 h 1357700"/>
              <a:gd name="connsiteX136" fmla="*/ 1705069 w 10678681"/>
              <a:gd name="connsiteY136" fmla="*/ 1251989 h 1357700"/>
              <a:gd name="connsiteX137" fmla="*/ 1397689 w 10678681"/>
              <a:gd name="connsiteY137" fmla="*/ 1336144 h 1357700"/>
              <a:gd name="connsiteX138" fmla="*/ 1220734 w 10678681"/>
              <a:gd name="connsiteY138" fmla="*/ 1257811 h 1357700"/>
              <a:gd name="connsiteX139" fmla="*/ 1021737 w 10678681"/>
              <a:gd name="connsiteY139" fmla="*/ 1238739 h 1357700"/>
              <a:gd name="connsiteX140" fmla="*/ 959820 w 10678681"/>
              <a:gd name="connsiteY140" fmla="*/ 1275863 h 1357700"/>
              <a:gd name="connsiteX141" fmla="*/ 929137 w 10678681"/>
              <a:gd name="connsiteY141" fmla="*/ 1273957 h 1357700"/>
              <a:gd name="connsiteX142" fmla="*/ 878849 w 10678681"/>
              <a:gd name="connsiteY142" fmla="*/ 1266740 h 1357700"/>
              <a:gd name="connsiteX143" fmla="*/ 800667 w 10678681"/>
              <a:gd name="connsiteY143" fmla="*/ 1282041 h 1357700"/>
              <a:gd name="connsiteX144" fmla="*/ 644906 w 10678681"/>
              <a:gd name="connsiteY144" fmla="*/ 1273685 h 1357700"/>
              <a:gd name="connsiteX145" fmla="*/ 379869 w 10678681"/>
              <a:gd name="connsiteY145" fmla="*/ 1339165 h 1357700"/>
              <a:gd name="connsiteX146" fmla="*/ 137696 w 10678681"/>
              <a:gd name="connsiteY146" fmla="*/ 1319217 h 1357700"/>
              <a:gd name="connsiteX147" fmla="*/ 54250 w 10678681"/>
              <a:gd name="connsiteY147" fmla="*/ 1315838 h 1357700"/>
              <a:gd name="connsiteX148" fmla="*/ 28042 w 10678681"/>
              <a:gd name="connsiteY148" fmla="*/ 1297822 h 1357700"/>
              <a:gd name="connsiteX149" fmla="*/ 0 w 10678681"/>
              <a:gd name="connsiteY149" fmla="*/ 1294612 h 1357700"/>
              <a:gd name="connsiteX150" fmla="*/ 0 w 10678681"/>
              <a:gd name="connsiteY150" fmla="*/ 0 h 1357700"/>
              <a:gd name="connsiteX0" fmla="*/ 0 w 10678681"/>
              <a:gd name="connsiteY0" fmla="*/ 0 h 1357700"/>
              <a:gd name="connsiteX1" fmla="*/ 10678681 w 10678681"/>
              <a:gd name="connsiteY1" fmla="*/ 0 h 1357700"/>
              <a:gd name="connsiteX2" fmla="*/ 10666019 w 10678681"/>
              <a:gd name="connsiteY2" fmla="*/ 7876 h 1357700"/>
              <a:gd name="connsiteX3" fmla="*/ 10632825 w 10678681"/>
              <a:gd name="connsiteY3" fmla="*/ 32153 h 1357700"/>
              <a:gd name="connsiteX4" fmla="*/ 10510605 w 10678681"/>
              <a:gd name="connsiteY4" fmla="*/ 30449 h 1357700"/>
              <a:gd name="connsiteX5" fmla="*/ 10456989 w 10678681"/>
              <a:gd name="connsiteY5" fmla="*/ 979 h 1357700"/>
              <a:gd name="connsiteX6" fmla="*/ 10438642 w 10678681"/>
              <a:gd name="connsiteY6" fmla="*/ 1524 h 1357700"/>
              <a:gd name="connsiteX7" fmla="*/ 10407146 w 10678681"/>
              <a:gd name="connsiteY7" fmla="*/ 43659 h 1357700"/>
              <a:gd name="connsiteX8" fmla="*/ 10357996 w 10678681"/>
              <a:gd name="connsiteY8" fmla="*/ 50836 h 1357700"/>
              <a:gd name="connsiteX9" fmla="*/ 10306667 w 10678681"/>
              <a:gd name="connsiteY9" fmla="*/ 109739 h 1357700"/>
              <a:gd name="connsiteX10" fmla="*/ 10115334 w 10678681"/>
              <a:gd name="connsiteY10" fmla="*/ 155658 h 1357700"/>
              <a:gd name="connsiteX11" fmla="*/ 10068157 w 10678681"/>
              <a:gd name="connsiteY11" fmla="*/ 215673 h 1357700"/>
              <a:gd name="connsiteX12" fmla="*/ 10045431 w 10678681"/>
              <a:gd name="connsiteY12" fmla="*/ 229568 h 1357700"/>
              <a:gd name="connsiteX13" fmla="*/ 10013265 w 10678681"/>
              <a:gd name="connsiteY13" fmla="*/ 284757 h 1357700"/>
              <a:gd name="connsiteX14" fmla="*/ 9862496 w 10678681"/>
              <a:gd name="connsiteY14" fmla="*/ 223033 h 1357700"/>
              <a:gd name="connsiteX15" fmla="*/ 9679638 w 10678681"/>
              <a:gd name="connsiteY15" fmla="*/ 277462 h 1357700"/>
              <a:gd name="connsiteX16" fmla="*/ 9498347 w 10678681"/>
              <a:gd name="connsiteY16" fmla="*/ 244723 h 1357700"/>
              <a:gd name="connsiteX17" fmla="*/ 9399702 w 10678681"/>
              <a:gd name="connsiteY17" fmla="*/ 276316 h 1357700"/>
              <a:gd name="connsiteX18" fmla="*/ 9378439 w 10678681"/>
              <a:gd name="connsiteY18" fmla="*/ 326244 h 1357700"/>
              <a:gd name="connsiteX19" fmla="*/ 9121744 w 10678681"/>
              <a:gd name="connsiteY19" fmla="*/ 365177 h 1357700"/>
              <a:gd name="connsiteX20" fmla="*/ 9061654 w 10678681"/>
              <a:gd name="connsiteY20" fmla="*/ 393730 h 1357700"/>
              <a:gd name="connsiteX21" fmla="*/ 8997577 w 10678681"/>
              <a:gd name="connsiteY21" fmla="*/ 380865 h 1357700"/>
              <a:gd name="connsiteX22" fmla="*/ 8907968 w 10678681"/>
              <a:gd name="connsiteY22" fmla="*/ 447345 h 1357700"/>
              <a:gd name="connsiteX23" fmla="*/ 8764163 w 10678681"/>
              <a:gd name="connsiteY23" fmla="*/ 471000 h 1357700"/>
              <a:gd name="connsiteX24" fmla="*/ 8680155 w 10678681"/>
              <a:gd name="connsiteY24" fmla="*/ 492404 h 1357700"/>
              <a:gd name="connsiteX25" fmla="*/ 8651436 w 10678681"/>
              <a:gd name="connsiteY25" fmla="*/ 511923 h 1357700"/>
              <a:gd name="connsiteX26" fmla="*/ 8609185 w 10678681"/>
              <a:gd name="connsiteY26" fmla="*/ 531525 h 1357700"/>
              <a:gd name="connsiteX27" fmla="*/ 8537091 w 10678681"/>
              <a:gd name="connsiteY27" fmla="*/ 574933 h 1357700"/>
              <a:gd name="connsiteX28" fmla="*/ 8435931 w 10678681"/>
              <a:gd name="connsiteY28" fmla="*/ 617926 h 1357700"/>
              <a:gd name="connsiteX29" fmla="*/ 8348623 w 10678681"/>
              <a:gd name="connsiteY29" fmla="*/ 600607 h 1357700"/>
              <a:gd name="connsiteX30" fmla="*/ 8344233 w 10678681"/>
              <a:gd name="connsiteY30" fmla="*/ 610922 h 1357700"/>
              <a:gd name="connsiteX31" fmla="*/ 8290622 w 10678681"/>
              <a:gd name="connsiteY31" fmla="*/ 622687 h 1357700"/>
              <a:gd name="connsiteX32" fmla="*/ 8086698 w 10678681"/>
              <a:gd name="connsiteY32" fmla="*/ 605185 h 1357700"/>
              <a:gd name="connsiteX33" fmla="*/ 7982378 w 10678681"/>
              <a:gd name="connsiteY33" fmla="*/ 629799 h 1357700"/>
              <a:gd name="connsiteX34" fmla="*/ 7947952 w 10678681"/>
              <a:gd name="connsiteY34" fmla="*/ 648003 h 1357700"/>
              <a:gd name="connsiteX35" fmla="*/ 7890112 w 10678681"/>
              <a:gd name="connsiteY35" fmla="*/ 677915 h 1357700"/>
              <a:gd name="connsiteX36" fmla="*/ 7853284 w 10678681"/>
              <a:gd name="connsiteY36" fmla="*/ 723588 h 1357700"/>
              <a:gd name="connsiteX37" fmla="*/ 7802383 w 10678681"/>
              <a:gd name="connsiteY37" fmla="*/ 739359 h 1357700"/>
              <a:gd name="connsiteX38" fmla="*/ 7782280 w 10678681"/>
              <a:gd name="connsiteY38" fmla="*/ 712868 h 1357700"/>
              <a:gd name="connsiteX39" fmla="*/ 7730518 w 10678681"/>
              <a:gd name="connsiteY39" fmla="*/ 739526 h 1357700"/>
              <a:gd name="connsiteX40" fmla="*/ 7652907 w 10678681"/>
              <a:gd name="connsiteY40" fmla="*/ 783273 h 1357700"/>
              <a:gd name="connsiteX41" fmla="*/ 7606008 w 10678681"/>
              <a:gd name="connsiteY41" fmla="*/ 800717 h 1357700"/>
              <a:gd name="connsiteX42" fmla="*/ 7480223 w 10678681"/>
              <a:gd name="connsiteY42" fmla="*/ 856821 h 1357700"/>
              <a:gd name="connsiteX43" fmla="*/ 7356005 w 10678681"/>
              <a:gd name="connsiteY43" fmla="*/ 919462 h 1357700"/>
              <a:gd name="connsiteX44" fmla="*/ 7305396 w 10678681"/>
              <a:gd name="connsiteY44" fmla="*/ 986228 h 1357700"/>
              <a:gd name="connsiteX45" fmla="*/ 7298314 w 10678681"/>
              <a:gd name="connsiteY45" fmla="*/ 989899 h 1357700"/>
              <a:gd name="connsiteX46" fmla="*/ 7277477 w 10678681"/>
              <a:gd name="connsiteY46" fmla="*/ 990571 h 1357700"/>
              <a:gd name="connsiteX47" fmla="*/ 7269396 w 10678681"/>
              <a:gd name="connsiteY47" fmla="*/ 989282 h 1357700"/>
              <a:gd name="connsiteX48" fmla="*/ 7258094 w 10678681"/>
              <a:gd name="connsiteY48" fmla="*/ 990679 h 1357700"/>
              <a:gd name="connsiteX49" fmla="*/ 7257893 w 10678681"/>
              <a:gd name="connsiteY49" fmla="*/ 991204 h 1357700"/>
              <a:gd name="connsiteX50" fmla="*/ 7247153 w 10678681"/>
              <a:gd name="connsiteY50" fmla="*/ 991550 h 1357700"/>
              <a:gd name="connsiteX51" fmla="*/ 7193612 w 10678681"/>
              <a:gd name="connsiteY51" fmla="*/ 987042 h 1357700"/>
              <a:gd name="connsiteX52" fmla="*/ 7132632 w 10678681"/>
              <a:gd name="connsiteY52" fmla="*/ 1042036 h 1357700"/>
              <a:gd name="connsiteX53" fmla="*/ 7105610 w 10678681"/>
              <a:gd name="connsiteY53" fmla="*/ 1053537 h 1357700"/>
              <a:gd name="connsiteX54" fmla="*/ 7091599 w 10678681"/>
              <a:gd name="connsiteY54" fmla="*/ 1062302 h 1357700"/>
              <a:gd name="connsiteX55" fmla="*/ 7090998 w 10678681"/>
              <a:gd name="connsiteY55" fmla="*/ 1064540 h 1357700"/>
              <a:gd name="connsiteX56" fmla="*/ 7039634 w 10678681"/>
              <a:gd name="connsiteY56" fmla="*/ 1059971 h 1357700"/>
              <a:gd name="connsiteX57" fmla="*/ 7033445 w 10678681"/>
              <a:gd name="connsiteY57" fmla="*/ 1063314 h 1357700"/>
              <a:gd name="connsiteX58" fmla="*/ 6999157 w 10678681"/>
              <a:gd name="connsiteY58" fmla="*/ 1055282 h 1357700"/>
              <a:gd name="connsiteX59" fmla="*/ 6981874 w 10678681"/>
              <a:gd name="connsiteY59" fmla="*/ 1053827 h 1357700"/>
              <a:gd name="connsiteX60" fmla="*/ 6976102 w 10678681"/>
              <a:gd name="connsiteY60" fmla="*/ 1047854 h 1357700"/>
              <a:gd name="connsiteX61" fmla="*/ 6951040 w 10678681"/>
              <a:gd name="connsiteY61" fmla="*/ 1048531 h 1357700"/>
              <a:gd name="connsiteX62" fmla="*/ 6948497 w 10678681"/>
              <a:gd name="connsiteY62" fmla="*/ 1050706 h 1357700"/>
              <a:gd name="connsiteX63" fmla="*/ 6926582 w 10678681"/>
              <a:gd name="connsiteY63" fmla="*/ 1043462 h 1357700"/>
              <a:gd name="connsiteX64" fmla="*/ 6833743 w 10678681"/>
              <a:gd name="connsiteY64" fmla="*/ 1027960 h 1357700"/>
              <a:gd name="connsiteX65" fmla="*/ 6698313 w 10678681"/>
              <a:gd name="connsiteY65" fmla="*/ 1063249 h 1357700"/>
              <a:gd name="connsiteX66" fmla="*/ 6550218 w 10678681"/>
              <a:gd name="connsiteY66" fmla="*/ 1026825 h 1357700"/>
              <a:gd name="connsiteX67" fmla="*/ 6437450 w 10678681"/>
              <a:gd name="connsiteY67" fmla="*/ 1101075 h 1357700"/>
              <a:gd name="connsiteX68" fmla="*/ 6327795 w 10678681"/>
              <a:gd name="connsiteY68" fmla="*/ 1088142 h 1357700"/>
              <a:gd name="connsiteX69" fmla="*/ 6136549 w 10678681"/>
              <a:gd name="connsiteY69" fmla="*/ 1100268 h 1357700"/>
              <a:gd name="connsiteX70" fmla="*/ 6004655 w 10678681"/>
              <a:gd name="connsiteY70" fmla="*/ 1114946 h 1357700"/>
              <a:gd name="connsiteX71" fmla="*/ 5936643 w 10678681"/>
              <a:gd name="connsiteY71" fmla="*/ 1095428 h 1357700"/>
              <a:gd name="connsiteX72" fmla="*/ 5912484 w 10678681"/>
              <a:gd name="connsiteY72" fmla="*/ 1112624 h 1357700"/>
              <a:gd name="connsiteX73" fmla="*/ 5908387 w 10678681"/>
              <a:gd name="connsiteY73" fmla="*/ 1116018 h 1357700"/>
              <a:gd name="connsiteX74" fmla="*/ 5890495 w 10678681"/>
              <a:gd name="connsiteY74" fmla="*/ 1120268 h 1357700"/>
              <a:gd name="connsiteX75" fmla="*/ 5887318 w 10678681"/>
              <a:gd name="connsiteY75" fmla="*/ 1133134 h 1357700"/>
              <a:gd name="connsiteX76" fmla="*/ 5861726 w 10678681"/>
              <a:gd name="connsiteY76" fmla="*/ 1147891 h 1357700"/>
              <a:gd name="connsiteX77" fmla="*/ 5805823 w 10678681"/>
              <a:gd name="connsiteY77" fmla="*/ 1152457 h 1357700"/>
              <a:gd name="connsiteX78" fmla="*/ 5689841 w 10678681"/>
              <a:gd name="connsiteY78" fmla="*/ 1176232 h 1357700"/>
              <a:gd name="connsiteX79" fmla="*/ 5572219 w 10678681"/>
              <a:gd name="connsiteY79" fmla="*/ 1173708 h 1357700"/>
              <a:gd name="connsiteX80" fmla="*/ 5537768 w 10678681"/>
              <a:gd name="connsiteY80" fmla="*/ 1190202 h 1357700"/>
              <a:gd name="connsiteX81" fmla="*/ 5488513 w 10678681"/>
              <a:gd name="connsiteY81" fmla="*/ 1205367 h 1357700"/>
              <a:gd name="connsiteX82" fmla="*/ 5402905 w 10678681"/>
              <a:gd name="connsiteY82" fmla="*/ 1241191 h 1357700"/>
              <a:gd name="connsiteX83" fmla="*/ 5285593 w 10678681"/>
              <a:gd name="connsiteY83" fmla="*/ 1273569 h 1357700"/>
              <a:gd name="connsiteX84" fmla="*/ 5192893 w 10678681"/>
              <a:gd name="connsiteY84" fmla="*/ 1247188 h 1357700"/>
              <a:gd name="connsiteX85" fmla="*/ 5186475 w 10678681"/>
              <a:gd name="connsiteY85" fmla="*/ 1257028 h 1357700"/>
              <a:gd name="connsiteX86" fmla="*/ 5126038 w 10678681"/>
              <a:gd name="connsiteY86" fmla="*/ 1263189 h 1357700"/>
              <a:gd name="connsiteX87" fmla="*/ 4905913 w 10678681"/>
              <a:gd name="connsiteY87" fmla="*/ 1224477 h 1357700"/>
              <a:gd name="connsiteX88" fmla="*/ 4788036 w 10678681"/>
              <a:gd name="connsiteY88" fmla="*/ 1238182 h 1357700"/>
              <a:gd name="connsiteX89" fmla="*/ 4747555 w 10678681"/>
              <a:gd name="connsiteY89" fmla="*/ 1252768 h 1357700"/>
              <a:gd name="connsiteX90" fmla="*/ 4679644 w 10678681"/>
              <a:gd name="connsiteY90" fmla="*/ 1276603 h 1357700"/>
              <a:gd name="connsiteX91" fmla="*/ 4632222 w 10678681"/>
              <a:gd name="connsiteY91" fmla="*/ 1318360 h 1357700"/>
              <a:gd name="connsiteX92" fmla="*/ 4617358 w 10678681"/>
              <a:gd name="connsiteY92" fmla="*/ 1327690 h 1357700"/>
              <a:gd name="connsiteX93" fmla="*/ 4589102 w 10678681"/>
              <a:gd name="connsiteY93" fmla="*/ 1321223 h 1357700"/>
              <a:gd name="connsiteX94" fmla="*/ 4578184 w 10678681"/>
              <a:gd name="connsiteY94" fmla="*/ 1326745 h 1357700"/>
              <a:gd name="connsiteX95" fmla="*/ 4574270 w 10678681"/>
              <a:gd name="connsiteY95" fmla="*/ 1325878 h 1357700"/>
              <a:gd name="connsiteX96" fmla="*/ 4564919 w 10678681"/>
              <a:gd name="connsiteY96" fmla="*/ 1325507 h 1357700"/>
              <a:gd name="connsiteX97" fmla="*/ 4566586 w 10678681"/>
              <a:gd name="connsiteY97" fmla="*/ 1316963 h 1357700"/>
              <a:gd name="connsiteX98" fmla="*/ 4556303 w 10678681"/>
              <a:gd name="connsiteY98" fmla="*/ 1300262 h 1357700"/>
              <a:gd name="connsiteX99" fmla="*/ 4502358 w 10678681"/>
              <a:gd name="connsiteY99" fmla="*/ 1302558 h 1357700"/>
              <a:gd name="connsiteX100" fmla="*/ 4498919 w 10678681"/>
              <a:gd name="connsiteY100" fmla="*/ 1312115 h 1357700"/>
              <a:gd name="connsiteX101" fmla="*/ 4492075 w 10678681"/>
              <a:gd name="connsiteY101" fmla="*/ 1313357 h 1357700"/>
              <a:gd name="connsiteX102" fmla="*/ 4487466 w 10678681"/>
              <a:gd name="connsiteY102" fmla="*/ 1304102 h 1357700"/>
              <a:gd name="connsiteX103" fmla="*/ 4398292 w 10678681"/>
              <a:gd name="connsiteY103" fmla="*/ 1278410 h 1357700"/>
              <a:gd name="connsiteX104" fmla="*/ 4278026 w 10678681"/>
              <a:gd name="connsiteY104" fmla="*/ 1259803 h 1357700"/>
              <a:gd name="connsiteX105" fmla="*/ 4188995 w 10678681"/>
              <a:gd name="connsiteY105" fmla="*/ 1296718 h 1357700"/>
              <a:gd name="connsiteX106" fmla="*/ 4181483 w 10678681"/>
              <a:gd name="connsiteY106" fmla="*/ 1287686 h 1357700"/>
              <a:gd name="connsiteX107" fmla="*/ 4120739 w 10678681"/>
              <a:gd name="connsiteY107" fmla="*/ 1288549 h 1357700"/>
              <a:gd name="connsiteX108" fmla="*/ 3906561 w 10678681"/>
              <a:gd name="connsiteY108" fmla="*/ 1352435 h 1357700"/>
              <a:gd name="connsiteX109" fmla="*/ 3787890 w 10678681"/>
              <a:gd name="connsiteY109" fmla="*/ 1352442 h 1357700"/>
              <a:gd name="connsiteX110" fmla="*/ 3745993 w 10678681"/>
              <a:gd name="connsiteY110" fmla="*/ 1342630 h 1357700"/>
              <a:gd name="connsiteX111" fmla="*/ 3675785 w 10678681"/>
              <a:gd name="connsiteY111" fmla="*/ 1326802 h 1357700"/>
              <a:gd name="connsiteX112" fmla="*/ 3623856 w 10678681"/>
              <a:gd name="connsiteY112" fmla="*/ 1290804 h 1357700"/>
              <a:gd name="connsiteX113" fmla="*/ 3564933 w 10678681"/>
              <a:gd name="connsiteY113" fmla="*/ 1287147 h 1357700"/>
              <a:gd name="connsiteX114" fmla="*/ 3550537 w 10678681"/>
              <a:gd name="connsiteY114" fmla="*/ 1317552 h 1357700"/>
              <a:gd name="connsiteX115" fmla="*/ 3487736 w 10678681"/>
              <a:gd name="connsiteY115" fmla="*/ 1303493 h 1357700"/>
              <a:gd name="connsiteX116" fmla="*/ 3392548 w 10678681"/>
              <a:gd name="connsiteY116" fmla="*/ 1278741 h 1357700"/>
              <a:gd name="connsiteX117" fmla="*/ 3337466 w 10678681"/>
              <a:gd name="connsiteY117" fmla="*/ 1272537 h 1357700"/>
              <a:gd name="connsiteX118" fmla="*/ 3187206 w 10678681"/>
              <a:gd name="connsiteY118" fmla="*/ 1246821 h 1357700"/>
              <a:gd name="connsiteX119" fmla="*/ 3036856 w 10678681"/>
              <a:gd name="connsiteY119" fmla="*/ 1214383 h 1357700"/>
              <a:gd name="connsiteX120" fmla="*/ 2948654 w 10678681"/>
              <a:gd name="connsiteY120" fmla="*/ 1157455 h 1357700"/>
              <a:gd name="connsiteX121" fmla="*/ 2824973 w 10678681"/>
              <a:gd name="connsiteY121" fmla="*/ 1134864 h 1357700"/>
              <a:gd name="connsiteX122" fmla="*/ 2804398 w 10678681"/>
              <a:gd name="connsiteY122" fmla="*/ 1125556 h 1357700"/>
              <a:gd name="connsiteX123" fmla="*/ 2775396 w 10678681"/>
              <a:gd name="connsiteY123" fmla="*/ 1130148 h 1357700"/>
              <a:gd name="connsiteX124" fmla="*/ 2659096 w 10678681"/>
              <a:gd name="connsiteY124" fmla="*/ 1150294 h 1357700"/>
              <a:gd name="connsiteX125" fmla="*/ 2567088 w 10678681"/>
              <a:gd name="connsiteY125" fmla="*/ 1181781 h 1357700"/>
              <a:gd name="connsiteX126" fmla="*/ 2454501 w 10678681"/>
              <a:gd name="connsiteY126" fmla="*/ 1155455 h 1357700"/>
              <a:gd name="connsiteX127" fmla="*/ 2385161 w 10678681"/>
              <a:gd name="connsiteY127" fmla="*/ 1161312 h 1357700"/>
              <a:gd name="connsiteX128" fmla="*/ 2270528 w 10678681"/>
              <a:gd name="connsiteY128" fmla="*/ 1204338 h 1357700"/>
              <a:gd name="connsiteX129" fmla="*/ 2121820 w 10678681"/>
              <a:gd name="connsiteY129" fmla="*/ 1187078 h 1357700"/>
              <a:gd name="connsiteX130" fmla="*/ 2092716 w 10678681"/>
              <a:gd name="connsiteY130" fmla="*/ 1139224 h 1357700"/>
              <a:gd name="connsiteX131" fmla="*/ 2052449 w 10678681"/>
              <a:gd name="connsiteY131" fmla="*/ 1109687 h 1357700"/>
              <a:gd name="connsiteX132" fmla="*/ 2032607 w 10678681"/>
              <a:gd name="connsiteY132" fmla="*/ 1175477 h 1357700"/>
              <a:gd name="connsiteX133" fmla="*/ 1901837 w 10678681"/>
              <a:gd name="connsiteY133" fmla="*/ 1221762 h 1357700"/>
              <a:gd name="connsiteX134" fmla="*/ 1836762 w 10678681"/>
              <a:gd name="connsiteY134" fmla="*/ 1237387 h 1357700"/>
              <a:gd name="connsiteX135" fmla="*/ 1735877 w 10678681"/>
              <a:gd name="connsiteY135" fmla="*/ 1246527 h 1357700"/>
              <a:gd name="connsiteX136" fmla="*/ 1705069 w 10678681"/>
              <a:gd name="connsiteY136" fmla="*/ 1251989 h 1357700"/>
              <a:gd name="connsiteX137" fmla="*/ 1397689 w 10678681"/>
              <a:gd name="connsiteY137" fmla="*/ 1336144 h 1357700"/>
              <a:gd name="connsiteX138" fmla="*/ 1220734 w 10678681"/>
              <a:gd name="connsiteY138" fmla="*/ 1257811 h 1357700"/>
              <a:gd name="connsiteX139" fmla="*/ 1021737 w 10678681"/>
              <a:gd name="connsiteY139" fmla="*/ 1238739 h 1357700"/>
              <a:gd name="connsiteX140" fmla="*/ 959820 w 10678681"/>
              <a:gd name="connsiteY140" fmla="*/ 1275863 h 1357700"/>
              <a:gd name="connsiteX141" fmla="*/ 929137 w 10678681"/>
              <a:gd name="connsiteY141" fmla="*/ 1273957 h 1357700"/>
              <a:gd name="connsiteX142" fmla="*/ 878849 w 10678681"/>
              <a:gd name="connsiteY142" fmla="*/ 1266740 h 1357700"/>
              <a:gd name="connsiteX143" fmla="*/ 800667 w 10678681"/>
              <a:gd name="connsiteY143" fmla="*/ 1282041 h 1357700"/>
              <a:gd name="connsiteX144" fmla="*/ 644906 w 10678681"/>
              <a:gd name="connsiteY144" fmla="*/ 1273685 h 1357700"/>
              <a:gd name="connsiteX145" fmla="*/ 379869 w 10678681"/>
              <a:gd name="connsiteY145" fmla="*/ 1339165 h 1357700"/>
              <a:gd name="connsiteX146" fmla="*/ 137696 w 10678681"/>
              <a:gd name="connsiteY146" fmla="*/ 1319217 h 1357700"/>
              <a:gd name="connsiteX147" fmla="*/ 54250 w 10678681"/>
              <a:gd name="connsiteY147" fmla="*/ 1315838 h 1357700"/>
              <a:gd name="connsiteX148" fmla="*/ 28042 w 10678681"/>
              <a:gd name="connsiteY148" fmla="*/ 1297822 h 1357700"/>
              <a:gd name="connsiteX149" fmla="*/ 0 w 10678681"/>
              <a:gd name="connsiteY149" fmla="*/ 1294612 h 1357700"/>
              <a:gd name="connsiteX150" fmla="*/ 0 w 10678681"/>
              <a:gd name="connsiteY150" fmla="*/ 0 h 1357700"/>
              <a:gd name="connsiteX0" fmla="*/ 0 w 10678681"/>
              <a:gd name="connsiteY0" fmla="*/ 0 h 1357700"/>
              <a:gd name="connsiteX1" fmla="*/ 10678681 w 10678681"/>
              <a:gd name="connsiteY1" fmla="*/ 0 h 1357700"/>
              <a:gd name="connsiteX2" fmla="*/ 10666019 w 10678681"/>
              <a:gd name="connsiteY2" fmla="*/ 7876 h 1357700"/>
              <a:gd name="connsiteX3" fmla="*/ 10632825 w 10678681"/>
              <a:gd name="connsiteY3" fmla="*/ 32153 h 1357700"/>
              <a:gd name="connsiteX4" fmla="*/ 10510605 w 10678681"/>
              <a:gd name="connsiteY4" fmla="*/ 30449 h 1357700"/>
              <a:gd name="connsiteX5" fmla="*/ 10456989 w 10678681"/>
              <a:gd name="connsiteY5" fmla="*/ 979 h 1357700"/>
              <a:gd name="connsiteX6" fmla="*/ 10438642 w 10678681"/>
              <a:gd name="connsiteY6" fmla="*/ 1524 h 1357700"/>
              <a:gd name="connsiteX7" fmla="*/ 10407146 w 10678681"/>
              <a:gd name="connsiteY7" fmla="*/ 43659 h 1357700"/>
              <a:gd name="connsiteX8" fmla="*/ 10357996 w 10678681"/>
              <a:gd name="connsiteY8" fmla="*/ 50836 h 1357700"/>
              <a:gd name="connsiteX9" fmla="*/ 10306667 w 10678681"/>
              <a:gd name="connsiteY9" fmla="*/ 109739 h 1357700"/>
              <a:gd name="connsiteX10" fmla="*/ 10115334 w 10678681"/>
              <a:gd name="connsiteY10" fmla="*/ 155658 h 1357700"/>
              <a:gd name="connsiteX11" fmla="*/ 10068157 w 10678681"/>
              <a:gd name="connsiteY11" fmla="*/ 215673 h 1357700"/>
              <a:gd name="connsiteX12" fmla="*/ 10045431 w 10678681"/>
              <a:gd name="connsiteY12" fmla="*/ 229568 h 1357700"/>
              <a:gd name="connsiteX13" fmla="*/ 10013265 w 10678681"/>
              <a:gd name="connsiteY13" fmla="*/ 284757 h 1357700"/>
              <a:gd name="connsiteX14" fmla="*/ 9862496 w 10678681"/>
              <a:gd name="connsiteY14" fmla="*/ 223033 h 1357700"/>
              <a:gd name="connsiteX15" fmla="*/ 9679638 w 10678681"/>
              <a:gd name="connsiteY15" fmla="*/ 277462 h 1357700"/>
              <a:gd name="connsiteX16" fmla="*/ 9498347 w 10678681"/>
              <a:gd name="connsiteY16" fmla="*/ 244723 h 1357700"/>
              <a:gd name="connsiteX17" fmla="*/ 9399702 w 10678681"/>
              <a:gd name="connsiteY17" fmla="*/ 276316 h 1357700"/>
              <a:gd name="connsiteX18" fmla="*/ 9378439 w 10678681"/>
              <a:gd name="connsiteY18" fmla="*/ 326244 h 1357700"/>
              <a:gd name="connsiteX19" fmla="*/ 9121744 w 10678681"/>
              <a:gd name="connsiteY19" fmla="*/ 365177 h 1357700"/>
              <a:gd name="connsiteX20" fmla="*/ 9061654 w 10678681"/>
              <a:gd name="connsiteY20" fmla="*/ 393730 h 1357700"/>
              <a:gd name="connsiteX21" fmla="*/ 8997577 w 10678681"/>
              <a:gd name="connsiteY21" fmla="*/ 380865 h 1357700"/>
              <a:gd name="connsiteX22" fmla="*/ 8907968 w 10678681"/>
              <a:gd name="connsiteY22" fmla="*/ 447345 h 1357700"/>
              <a:gd name="connsiteX23" fmla="*/ 8764163 w 10678681"/>
              <a:gd name="connsiteY23" fmla="*/ 471000 h 1357700"/>
              <a:gd name="connsiteX24" fmla="*/ 8680155 w 10678681"/>
              <a:gd name="connsiteY24" fmla="*/ 492404 h 1357700"/>
              <a:gd name="connsiteX25" fmla="*/ 8651436 w 10678681"/>
              <a:gd name="connsiteY25" fmla="*/ 511923 h 1357700"/>
              <a:gd name="connsiteX26" fmla="*/ 8609185 w 10678681"/>
              <a:gd name="connsiteY26" fmla="*/ 531525 h 1357700"/>
              <a:gd name="connsiteX27" fmla="*/ 8537091 w 10678681"/>
              <a:gd name="connsiteY27" fmla="*/ 574933 h 1357700"/>
              <a:gd name="connsiteX28" fmla="*/ 8435931 w 10678681"/>
              <a:gd name="connsiteY28" fmla="*/ 617926 h 1357700"/>
              <a:gd name="connsiteX29" fmla="*/ 8348623 w 10678681"/>
              <a:gd name="connsiteY29" fmla="*/ 600607 h 1357700"/>
              <a:gd name="connsiteX30" fmla="*/ 8344233 w 10678681"/>
              <a:gd name="connsiteY30" fmla="*/ 610922 h 1357700"/>
              <a:gd name="connsiteX31" fmla="*/ 8290622 w 10678681"/>
              <a:gd name="connsiteY31" fmla="*/ 622687 h 1357700"/>
              <a:gd name="connsiteX32" fmla="*/ 8086698 w 10678681"/>
              <a:gd name="connsiteY32" fmla="*/ 605185 h 1357700"/>
              <a:gd name="connsiteX33" fmla="*/ 7982378 w 10678681"/>
              <a:gd name="connsiteY33" fmla="*/ 629799 h 1357700"/>
              <a:gd name="connsiteX34" fmla="*/ 7947952 w 10678681"/>
              <a:gd name="connsiteY34" fmla="*/ 648003 h 1357700"/>
              <a:gd name="connsiteX35" fmla="*/ 7890112 w 10678681"/>
              <a:gd name="connsiteY35" fmla="*/ 677915 h 1357700"/>
              <a:gd name="connsiteX36" fmla="*/ 7853284 w 10678681"/>
              <a:gd name="connsiteY36" fmla="*/ 723588 h 1357700"/>
              <a:gd name="connsiteX37" fmla="*/ 7802383 w 10678681"/>
              <a:gd name="connsiteY37" fmla="*/ 739359 h 1357700"/>
              <a:gd name="connsiteX38" fmla="*/ 7782280 w 10678681"/>
              <a:gd name="connsiteY38" fmla="*/ 712868 h 1357700"/>
              <a:gd name="connsiteX39" fmla="*/ 7730518 w 10678681"/>
              <a:gd name="connsiteY39" fmla="*/ 739526 h 1357700"/>
              <a:gd name="connsiteX40" fmla="*/ 7652907 w 10678681"/>
              <a:gd name="connsiteY40" fmla="*/ 783273 h 1357700"/>
              <a:gd name="connsiteX41" fmla="*/ 7606008 w 10678681"/>
              <a:gd name="connsiteY41" fmla="*/ 800717 h 1357700"/>
              <a:gd name="connsiteX42" fmla="*/ 7480223 w 10678681"/>
              <a:gd name="connsiteY42" fmla="*/ 856821 h 1357700"/>
              <a:gd name="connsiteX43" fmla="*/ 7356005 w 10678681"/>
              <a:gd name="connsiteY43" fmla="*/ 919462 h 1357700"/>
              <a:gd name="connsiteX44" fmla="*/ 7305396 w 10678681"/>
              <a:gd name="connsiteY44" fmla="*/ 986228 h 1357700"/>
              <a:gd name="connsiteX45" fmla="*/ 7298314 w 10678681"/>
              <a:gd name="connsiteY45" fmla="*/ 989899 h 1357700"/>
              <a:gd name="connsiteX46" fmla="*/ 7277477 w 10678681"/>
              <a:gd name="connsiteY46" fmla="*/ 990571 h 1357700"/>
              <a:gd name="connsiteX47" fmla="*/ 7269396 w 10678681"/>
              <a:gd name="connsiteY47" fmla="*/ 989282 h 1357700"/>
              <a:gd name="connsiteX48" fmla="*/ 7258094 w 10678681"/>
              <a:gd name="connsiteY48" fmla="*/ 990679 h 1357700"/>
              <a:gd name="connsiteX49" fmla="*/ 7257893 w 10678681"/>
              <a:gd name="connsiteY49" fmla="*/ 991204 h 1357700"/>
              <a:gd name="connsiteX50" fmla="*/ 7247153 w 10678681"/>
              <a:gd name="connsiteY50" fmla="*/ 991550 h 1357700"/>
              <a:gd name="connsiteX51" fmla="*/ 7193612 w 10678681"/>
              <a:gd name="connsiteY51" fmla="*/ 987042 h 1357700"/>
              <a:gd name="connsiteX52" fmla="*/ 7132632 w 10678681"/>
              <a:gd name="connsiteY52" fmla="*/ 1042036 h 1357700"/>
              <a:gd name="connsiteX53" fmla="*/ 7105610 w 10678681"/>
              <a:gd name="connsiteY53" fmla="*/ 1053537 h 1357700"/>
              <a:gd name="connsiteX54" fmla="*/ 7091599 w 10678681"/>
              <a:gd name="connsiteY54" fmla="*/ 1062302 h 1357700"/>
              <a:gd name="connsiteX55" fmla="*/ 7090998 w 10678681"/>
              <a:gd name="connsiteY55" fmla="*/ 1064540 h 1357700"/>
              <a:gd name="connsiteX56" fmla="*/ 7039634 w 10678681"/>
              <a:gd name="connsiteY56" fmla="*/ 1059971 h 1357700"/>
              <a:gd name="connsiteX57" fmla="*/ 7033445 w 10678681"/>
              <a:gd name="connsiteY57" fmla="*/ 1063314 h 1357700"/>
              <a:gd name="connsiteX58" fmla="*/ 6999157 w 10678681"/>
              <a:gd name="connsiteY58" fmla="*/ 1055282 h 1357700"/>
              <a:gd name="connsiteX59" fmla="*/ 6981874 w 10678681"/>
              <a:gd name="connsiteY59" fmla="*/ 1053827 h 1357700"/>
              <a:gd name="connsiteX60" fmla="*/ 6976102 w 10678681"/>
              <a:gd name="connsiteY60" fmla="*/ 1047854 h 1357700"/>
              <a:gd name="connsiteX61" fmla="*/ 6951040 w 10678681"/>
              <a:gd name="connsiteY61" fmla="*/ 1048531 h 1357700"/>
              <a:gd name="connsiteX62" fmla="*/ 6948497 w 10678681"/>
              <a:gd name="connsiteY62" fmla="*/ 1050706 h 1357700"/>
              <a:gd name="connsiteX63" fmla="*/ 6926582 w 10678681"/>
              <a:gd name="connsiteY63" fmla="*/ 1043462 h 1357700"/>
              <a:gd name="connsiteX64" fmla="*/ 6833743 w 10678681"/>
              <a:gd name="connsiteY64" fmla="*/ 1027960 h 1357700"/>
              <a:gd name="connsiteX65" fmla="*/ 6698313 w 10678681"/>
              <a:gd name="connsiteY65" fmla="*/ 1063249 h 1357700"/>
              <a:gd name="connsiteX66" fmla="*/ 6550218 w 10678681"/>
              <a:gd name="connsiteY66" fmla="*/ 1026825 h 1357700"/>
              <a:gd name="connsiteX67" fmla="*/ 6437450 w 10678681"/>
              <a:gd name="connsiteY67" fmla="*/ 1101075 h 1357700"/>
              <a:gd name="connsiteX68" fmla="*/ 6327795 w 10678681"/>
              <a:gd name="connsiteY68" fmla="*/ 1088142 h 1357700"/>
              <a:gd name="connsiteX69" fmla="*/ 6136549 w 10678681"/>
              <a:gd name="connsiteY69" fmla="*/ 1100268 h 1357700"/>
              <a:gd name="connsiteX70" fmla="*/ 6004655 w 10678681"/>
              <a:gd name="connsiteY70" fmla="*/ 1114946 h 1357700"/>
              <a:gd name="connsiteX71" fmla="*/ 5936643 w 10678681"/>
              <a:gd name="connsiteY71" fmla="*/ 1095428 h 1357700"/>
              <a:gd name="connsiteX72" fmla="*/ 5912484 w 10678681"/>
              <a:gd name="connsiteY72" fmla="*/ 1112624 h 1357700"/>
              <a:gd name="connsiteX73" fmla="*/ 5908387 w 10678681"/>
              <a:gd name="connsiteY73" fmla="*/ 1116018 h 1357700"/>
              <a:gd name="connsiteX74" fmla="*/ 5890495 w 10678681"/>
              <a:gd name="connsiteY74" fmla="*/ 1120268 h 1357700"/>
              <a:gd name="connsiteX75" fmla="*/ 5887318 w 10678681"/>
              <a:gd name="connsiteY75" fmla="*/ 1133134 h 1357700"/>
              <a:gd name="connsiteX76" fmla="*/ 5861726 w 10678681"/>
              <a:gd name="connsiteY76" fmla="*/ 1147891 h 1357700"/>
              <a:gd name="connsiteX77" fmla="*/ 5805823 w 10678681"/>
              <a:gd name="connsiteY77" fmla="*/ 1152457 h 1357700"/>
              <a:gd name="connsiteX78" fmla="*/ 5689841 w 10678681"/>
              <a:gd name="connsiteY78" fmla="*/ 1176232 h 1357700"/>
              <a:gd name="connsiteX79" fmla="*/ 5537768 w 10678681"/>
              <a:gd name="connsiteY79" fmla="*/ 1190202 h 1357700"/>
              <a:gd name="connsiteX80" fmla="*/ 5488513 w 10678681"/>
              <a:gd name="connsiteY80" fmla="*/ 1205367 h 1357700"/>
              <a:gd name="connsiteX81" fmla="*/ 5402905 w 10678681"/>
              <a:gd name="connsiteY81" fmla="*/ 1241191 h 1357700"/>
              <a:gd name="connsiteX82" fmla="*/ 5285593 w 10678681"/>
              <a:gd name="connsiteY82" fmla="*/ 1273569 h 1357700"/>
              <a:gd name="connsiteX83" fmla="*/ 5192893 w 10678681"/>
              <a:gd name="connsiteY83" fmla="*/ 1247188 h 1357700"/>
              <a:gd name="connsiteX84" fmla="*/ 5186475 w 10678681"/>
              <a:gd name="connsiteY84" fmla="*/ 1257028 h 1357700"/>
              <a:gd name="connsiteX85" fmla="*/ 5126038 w 10678681"/>
              <a:gd name="connsiteY85" fmla="*/ 1263189 h 1357700"/>
              <a:gd name="connsiteX86" fmla="*/ 4905913 w 10678681"/>
              <a:gd name="connsiteY86" fmla="*/ 1224477 h 1357700"/>
              <a:gd name="connsiteX87" fmla="*/ 4788036 w 10678681"/>
              <a:gd name="connsiteY87" fmla="*/ 1238182 h 1357700"/>
              <a:gd name="connsiteX88" fmla="*/ 4747555 w 10678681"/>
              <a:gd name="connsiteY88" fmla="*/ 1252768 h 1357700"/>
              <a:gd name="connsiteX89" fmla="*/ 4679644 w 10678681"/>
              <a:gd name="connsiteY89" fmla="*/ 1276603 h 1357700"/>
              <a:gd name="connsiteX90" fmla="*/ 4632222 w 10678681"/>
              <a:gd name="connsiteY90" fmla="*/ 1318360 h 1357700"/>
              <a:gd name="connsiteX91" fmla="*/ 4617358 w 10678681"/>
              <a:gd name="connsiteY91" fmla="*/ 1327690 h 1357700"/>
              <a:gd name="connsiteX92" fmla="*/ 4589102 w 10678681"/>
              <a:gd name="connsiteY92" fmla="*/ 1321223 h 1357700"/>
              <a:gd name="connsiteX93" fmla="*/ 4578184 w 10678681"/>
              <a:gd name="connsiteY93" fmla="*/ 1326745 h 1357700"/>
              <a:gd name="connsiteX94" fmla="*/ 4574270 w 10678681"/>
              <a:gd name="connsiteY94" fmla="*/ 1325878 h 1357700"/>
              <a:gd name="connsiteX95" fmla="*/ 4564919 w 10678681"/>
              <a:gd name="connsiteY95" fmla="*/ 1325507 h 1357700"/>
              <a:gd name="connsiteX96" fmla="*/ 4566586 w 10678681"/>
              <a:gd name="connsiteY96" fmla="*/ 1316963 h 1357700"/>
              <a:gd name="connsiteX97" fmla="*/ 4556303 w 10678681"/>
              <a:gd name="connsiteY97" fmla="*/ 1300262 h 1357700"/>
              <a:gd name="connsiteX98" fmla="*/ 4502358 w 10678681"/>
              <a:gd name="connsiteY98" fmla="*/ 1302558 h 1357700"/>
              <a:gd name="connsiteX99" fmla="*/ 4498919 w 10678681"/>
              <a:gd name="connsiteY99" fmla="*/ 1312115 h 1357700"/>
              <a:gd name="connsiteX100" fmla="*/ 4492075 w 10678681"/>
              <a:gd name="connsiteY100" fmla="*/ 1313357 h 1357700"/>
              <a:gd name="connsiteX101" fmla="*/ 4487466 w 10678681"/>
              <a:gd name="connsiteY101" fmla="*/ 1304102 h 1357700"/>
              <a:gd name="connsiteX102" fmla="*/ 4398292 w 10678681"/>
              <a:gd name="connsiteY102" fmla="*/ 1278410 h 1357700"/>
              <a:gd name="connsiteX103" fmla="*/ 4278026 w 10678681"/>
              <a:gd name="connsiteY103" fmla="*/ 1259803 h 1357700"/>
              <a:gd name="connsiteX104" fmla="*/ 4188995 w 10678681"/>
              <a:gd name="connsiteY104" fmla="*/ 1296718 h 1357700"/>
              <a:gd name="connsiteX105" fmla="*/ 4181483 w 10678681"/>
              <a:gd name="connsiteY105" fmla="*/ 1287686 h 1357700"/>
              <a:gd name="connsiteX106" fmla="*/ 4120739 w 10678681"/>
              <a:gd name="connsiteY106" fmla="*/ 1288549 h 1357700"/>
              <a:gd name="connsiteX107" fmla="*/ 3906561 w 10678681"/>
              <a:gd name="connsiteY107" fmla="*/ 1352435 h 1357700"/>
              <a:gd name="connsiteX108" fmla="*/ 3787890 w 10678681"/>
              <a:gd name="connsiteY108" fmla="*/ 1352442 h 1357700"/>
              <a:gd name="connsiteX109" fmla="*/ 3745993 w 10678681"/>
              <a:gd name="connsiteY109" fmla="*/ 1342630 h 1357700"/>
              <a:gd name="connsiteX110" fmla="*/ 3675785 w 10678681"/>
              <a:gd name="connsiteY110" fmla="*/ 1326802 h 1357700"/>
              <a:gd name="connsiteX111" fmla="*/ 3623856 w 10678681"/>
              <a:gd name="connsiteY111" fmla="*/ 1290804 h 1357700"/>
              <a:gd name="connsiteX112" fmla="*/ 3564933 w 10678681"/>
              <a:gd name="connsiteY112" fmla="*/ 1287147 h 1357700"/>
              <a:gd name="connsiteX113" fmla="*/ 3550537 w 10678681"/>
              <a:gd name="connsiteY113" fmla="*/ 1317552 h 1357700"/>
              <a:gd name="connsiteX114" fmla="*/ 3487736 w 10678681"/>
              <a:gd name="connsiteY114" fmla="*/ 1303493 h 1357700"/>
              <a:gd name="connsiteX115" fmla="*/ 3392548 w 10678681"/>
              <a:gd name="connsiteY115" fmla="*/ 1278741 h 1357700"/>
              <a:gd name="connsiteX116" fmla="*/ 3337466 w 10678681"/>
              <a:gd name="connsiteY116" fmla="*/ 1272537 h 1357700"/>
              <a:gd name="connsiteX117" fmla="*/ 3187206 w 10678681"/>
              <a:gd name="connsiteY117" fmla="*/ 1246821 h 1357700"/>
              <a:gd name="connsiteX118" fmla="*/ 3036856 w 10678681"/>
              <a:gd name="connsiteY118" fmla="*/ 1214383 h 1357700"/>
              <a:gd name="connsiteX119" fmla="*/ 2948654 w 10678681"/>
              <a:gd name="connsiteY119" fmla="*/ 1157455 h 1357700"/>
              <a:gd name="connsiteX120" fmla="*/ 2824973 w 10678681"/>
              <a:gd name="connsiteY120" fmla="*/ 1134864 h 1357700"/>
              <a:gd name="connsiteX121" fmla="*/ 2804398 w 10678681"/>
              <a:gd name="connsiteY121" fmla="*/ 1125556 h 1357700"/>
              <a:gd name="connsiteX122" fmla="*/ 2775396 w 10678681"/>
              <a:gd name="connsiteY122" fmla="*/ 1130148 h 1357700"/>
              <a:gd name="connsiteX123" fmla="*/ 2659096 w 10678681"/>
              <a:gd name="connsiteY123" fmla="*/ 1150294 h 1357700"/>
              <a:gd name="connsiteX124" fmla="*/ 2567088 w 10678681"/>
              <a:gd name="connsiteY124" fmla="*/ 1181781 h 1357700"/>
              <a:gd name="connsiteX125" fmla="*/ 2454501 w 10678681"/>
              <a:gd name="connsiteY125" fmla="*/ 1155455 h 1357700"/>
              <a:gd name="connsiteX126" fmla="*/ 2385161 w 10678681"/>
              <a:gd name="connsiteY126" fmla="*/ 1161312 h 1357700"/>
              <a:gd name="connsiteX127" fmla="*/ 2270528 w 10678681"/>
              <a:gd name="connsiteY127" fmla="*/ 1204338 h 1357700"/>
              <a:gd name="connsiteX128" fmla="*/ 2121820 w 10678681"/>
              <a:gd name="connsiteY128" fmla="*/ 1187078 h 1357700"/>
              <a:gd name="connsiteX129" fmla="*/ 2092716 w 10678681"/>
              <a:gd name="connsiteY129" fmla="*/ 1139224 h 1357700"/>
              <a:gd name="connsiteX130" fmla="*/ 2052449 w 10678681"/>
              <a:gd name="connsiteY130" fmla="*/ 1109687 h 1357700"/>
              <a:gd name="connsiteX131" fmla="*/ 2032607 w 10678681"/>
              <a:gd name="connsiteY131" fmla="*/ 1175477 h 1357700"/>
              <a:gd name="connsiteX132" fmla="*/ 1901837 w 10678681"/>
              <a:gd name="connsiteY132" fmla="*/ 1221762 h 1357700"/>
              <a:gd name="connsiteX133" fmla="*/ 1836762 w 10678681"/>
              <a:gd name="connsiteY133" fmla="*/ 1237387 h 1357700"/>
              <a:gd name="connsiteX134" fmla="*/ 1735877 w 10678681"/>
              <a:gd name="connsiteY134" fmla="*/ 1246527 h 1357700"/>
              <a:gd name="connsiteX135" fmla="*/ 1705069 w 10678681"/>
              <a:gd name="connsiteY135" fmla="*/ 1251989 h 1357700"/>
              <a:gd name="connsiteX136" fmla="*/ 1397689 w 10678681"/>
              <a:gd name="connsiteY136" fmla="*/ 1336144 h 1357700"/>
              <a:gd name="connsiteX137" fmla="*/ 1220734 w 10678681"/>
              <a:gd name="connsiteY137" fmla="*/ 1257811 h 1357700"/>
              <a:gd name="connsiteX138" fmla="*/ 1021737 w 10678681"/>
              <a:gd name="connsiteY138" fmla="*/ 1238739 h 1357700"/>
              <a:gd name="connsiteX139" fmla="*/ 959820 w 10678681"/>
              <a:gd name="connsiteY139" fmla="*/ 1275863 h 1357700"/>
              <a:gd name="connsiteX140" fmla="*/ 929137 w 10678681"/>
              <a:gd name="connsiteY140" fmla="*/ 1273957 h 1357700"/>
              <a:gd name="connsiteX141" fmla="*/ 878849 w 10678681"/>
              <a:gd name="connsiteY141" fmla="*/ 1266740 h 1357700"/>
              <a:gd name="connsiteX142" fmla="*/ 800667 w 10678681"/>
              <a:gd name="connsiteY142" fmla="*/ 1282041 h 1357700"/>
              <a:gd name="connsiteX143" fmla="*/ 644906 w 10678681"/>
              <a:gd name="connsiteY143" fmla="*/ 1273685 h 1357700"/>
              <a:gd name="connsiteX144" fmla="*/ 379869 w 10678681"/>
              <a:gd name="connsiteY144" fmla="*/ 1339165 h 1357700"/>
              <a:gd name="connsiteX145" fmla="*/ 137696 w 10678681"/>
              <a:gd name="connsiteY145" fmla="*/ 1319217 h 1357700"/>
              <a:gd name="connsiteX146" fmla="*/ 54250 w 10678681"/>
              <a:gd name="connsiteY146" fmla="*/ 1315838 h 1357700"/>
              <a:gd name="connsiteX147" fmla="*/ 28042 w 10678681"/>
              <a:gd name="connsiteY147" fmla="*/ 1297822 h 1357700"/>
              <a:gd name="connsiteX148" fmla="*/ 0 w 10678681"/>
              <a:gd name="connsiteY148" fmla="*/ 1294612 h 1357700"/>
              <a:gd name="connsiteX149" fmla="*/ 0 w 10678681"/>
              <a:gd name="connsiteY149" fmla="*/ 0 h 1357700"/>
              <a:gd name="connsiteX0" fmla="*/ 0 w 10678681"/>
              <a:gd name="connsiteY0" fmla="*/ 0 h 1357700"/>
              <a:gd name="connsiteX1" fmla="*/ 10678681 w 10678681"/>
              <a:gd name="connsiteY1" fmla="*/ 0 h 1357700"/>
              <a:gd name="connsiteX2" fmla="*/ 10666019 w 10678681"/>
              <a:gd name="connsiteY2" fmla="*/ 7876 h 1357700"/>
              <a:gd name="connsiteX3" fmla="*/ 10632825 w 10678681"/>
              <a:gd name="connsiteY3" fmla="*/ 32153 h 1357700"/>
              <a:gd name="connsiteX4" fmla="*/ 10510605 w 10678681"/>
              <a:gd name="connsiteY4" fmla="*/ 30449 h 1357700"/>
              <a:gd name="connsiteX5" fmla="*/ 10456989 w 10678681"/>
              <a:gd name="connsiteY5" fmla="*/ 979 h 1357700"/>
              <a:gd name="connsiteX6" fmla="*/ 10438642 w 10678681"/>
              <a:gd name="connsiteY6" fmla="*/ 1524 h 1357700"/>
              <a:gd name="connsiteX7" fmla="*/ 10407146 w 10678681"/>
              <a:gd name="connsiteY7" fmla="*/ 43659 h 1357700"/>
              <a:gd name="connsiteX8" fmla="*/ 10357996 w 10678681"/>
              <a:gd name="connsiteY8" fmla="*/ 50836 h 1357700"/>
              <a:gd name="connsiteX9" fmla="*/ 10306667 w 10678681"/>
              <a:gd name="connsiteY9" fmla="*/ 109739 h 1357700"/>
              <a:gd name="connsiteX10" fmla="*/ 10115334 w 10678681"/>
              <a:gd name="connsiteY10" fmla="*/ 155658 h 1357700"/>
              <a:gd name="connsiteX11" fmla="*/ 10068157 w 10678681"/>
              <a:gd name="connsiteY11" fmla="*/ 215673 h 1357700"/>
              <a:gd name="connsiteX12" fmla="*/ 10045431 w 10678681"/>
              <a:gd name="connsiteY12" fmla="*/ 229568 h 1357700"/>
              <a:gd name="connsiteX13" fmla="*/ 10013265 w 10678681"/>
              <a:gd name="connsiteY13" fmla="*/ 284757 h 1357700"/>
              <a:gd name="connsiteX14" fmla="*/ 9862496 w 10678681"/>
              <a:gd name="connsiteY14" fmla="*/ 223033 h 1357700"/>
              <a:gd name="connsiteX15" fmla="*/ 9679638 w 10678681"/>
              <a:gd name="connsiteY15" fmla="*/ 277462 h 1357700"/>
              <a:gd name="connsiteX16" fmla="*/ 9498347 w 10678681"/>
              <a:gd name="connsiteY16" fmla="*/ 244723 h 1357700"/>
              <a:gd name="connsiteX17" fmla="*/ 9399702 w 10678681"/>
              <a:gd name="connsiteY17" fmla="*/ 276316 h 1357700"/>
              <a:gd name="connsiteX18" fmla="*/ 9378439 w 10678681"/>
              <a:gd name="connsiteY18" fmla="*/ 326244 h 1357700"/>
              <a:gd name="connsiteX19" fmla="*/ 9121744 w 10678681"/>
              <a:gd name="connsiteY19" fmla="*/ 365177 h 1357700"/>
              <a:gd name="connsiteX20" fmla="*/ 9061654 w 10678681"/>
              <a:gd name="connsiteY20" fmla="*/ 393730 h 1357700"/>
              <a:gd name="connsiteX21" fmla="*/ 8997577 w 10678681"/>
              <a:gd name="connsiteY21" fmla="*/ 380865 h 1357700"/>
              <a:gd name="connsiteX22" fmla="*/ 8907968 w 10678681"/>
              <a:gd name="connsiteY22" fmla="*/ 447345 h 1357700"/>
              <a:gd name="connsiteX23" fmla="*/ 8764163 w 10678681"/>
              <a:gd name="connsiteY23" fmla="*/ 471000 h 1357700"/>
              <a:gd name="connsiteX24" fmla="*/ 8680155 w 10678681"/>
              <a:gd name="connsiteY24" fmla="*/ 492404 h 1357700"/>
              <a:gd name="connsiteX25" fmla="*/ 8651436 w 10678681"/>
              <a:gd name="connsiteY25" fmla="*/ 511923 h 1357700"/>
              <a:gd name="connsiteX26" fmla="*/ 8609185 w 10678681"/>
              <a:gd name="connsiteY26" fmla="*/ 531525 h 1357700"/>
              <a:gd name="connsiteX27" fmla="*/ 8537091 w 10678681"/>
              <a:gd name="connsiteY27" fmla="*/ 574933 h 1357700"/>
              <a:gd name="connsiteX28" fmla="*/ 8435931 w 10678681"/>
              <a:gd name="connsiteY28" fmla="*/ 617926 h 1357700"/>
              <a:gd name="connsiteX29" fmla="*/ 8348623 w 10678681"/>
              <a:gd name="connsiteY29" fmla="*/ 600607 h 1357700"/>
              <a:gd name="connsiteX30" fmla="*/ 8344233 w 10678681"/>
              <a:gd name="connsiteY30" fmla="*/ 610922 h 1357700"/>
              <a:gd name="connsiteX31" fmla="*/ 8290622 w 10678681"/>
              <a:gd name="connsiteY31" fmla="*/ 622687 h 1357700"/>
              <a:gd name="connsiteX32" fmla="*/ 8086698 w 10678681"/>
              <a:gd name="connsiteY32" fmla="*/ 605185 h 1357700"/>
              <a:gd name="connsiteX33" fmla="*/ 7982378 w 10678681"/>
              <a:gd name="connsiteY33" fmla="*/ 629799 h 1357700"/>
              <a:gd name="connsiteX34" fmla="*/ 7947952 w 10678681"/>
              <a:gd name="connsiteY34" fmla="*/ 648003 h 1357700"/>
              <a:gd name="connsiteX35" fmla="*/ 7890112 w 10678681"/>
              <a:gd name="connsiteY35" fmla="*/ 677915 h 1357700"/>
              <a:gd name="connsiteX36" fmla="*/ 7853284 w 10678681"/>
              <a:gd name="connsiteY36" fmla="*/ 723588 h 1357700"/>
              <a:gd name="connsiteX37" fmla="*/ 7802383 w 10678681"/>
              <a:gd name="connsiteY37" fmla="*/ 739359 h 1357700"/>
              <a:gd name="connsiteX38" fmla="*/ 7782280 w 10678681"/>
              <a:gd name="connsiteY38" fmla="*/ 712868 h 1357700"/>
              <a:gd name="connsiteX39" fmla="*/ 7730518 w 10678681"/>
              <a:gd name="connsiteY39" fmla="*/ 739526 h 1357700"/>
              <a:gd name="connsiteX40" fmla="*/ 7652907 w 10678681"/>
              <a:gd name="connsiteY40" fmla="*/ 783273 h 1357700"/>
              <a:gd name="connsiteX41" fmla="*/ 7606008 w 10678681"/>
              <a:gd name="connsiteY41" fmla="*/ 800717 h 1357700"/>
              <a:gd name="connsiteX42" fmla="*/ 7480223 w 10678681"/>
              <a:gd name="connsiteY42" fmla="*/ 856821 h 1357700"/>
              <a:gd name="connsiteX43" fmla="*/ 7356005 w 10678681"/>
              <a:gd name="connsiteY43" fmla="*/ 919462 h 1357700"/>
              <a:gd name="connsiteX44" fmla="*/ 7305396 w 10678681"/>
              <a:gd name="connsiteY44" fmla="*/ 986228 h 1357700"/>
              <a:gd name="connsiteX45" fmla="*/ 7298314 w 10678681"/>
              <a:gd name="connsiteY45" fmla="*/ 989899 h 1357700"/>
              <a:gd name="connsiteX46" fmla="*/ 7277477 w 10678681"/>
              <a:gd name="connsiteY46" fmla="*/ 990571 h 1357700"/>
              <a:gd name="connsiteX47" fmla="*/ 7269396 w 10678681"/>
              <a:gd name="connsiteY47" fmla="*/ 989282 h 1357700"/>
              <a:gd name="connsiteX48" fmla="*/ 7258094 w 10678681"/>
              <a:gd name="connsiteY48" fmla="*/ 990679 h 1357700"/>
              <a:gd name="connsiteX49" fmla="*/ 7257893 w 10678681"/>
              <a:gd name="connsiteY49" fmla="*/ 991204 h 1357700"/>
              <a:gd name="connsiteX50" fmla="*/ 7247153 w 10678681"/>
              <a:gd name="connsiteY50" fmla="*/ 991550 h 1357700"/>
              <a:gd name="connsiteX51" fmla="*/ 7193612 w 10678681"/>
              <a:gd name="connsiteY51" fmla="*/ 987042 h 1357700"/>
              <a:gd name="connsiteX52" fmla="*/ 7132632 w 10678681"/>
              <a:gd name="connsiteY52" fmla="*/ 1042036 h 1357700"/>
              <a:gd name="connsiteX53" fmla="*/ 7105610 w 10678681"/>
              <a:gd name="connsiteY53" fmla="*/ 1053537 h 1357700"/>
              <a:gd name="connsiteX54" fmla="*/ 7091599 w 10678681"/>
              <a:gd name="connsiteY54" fmla="*/ 1062302 h 1357700"/>
              <a:gd name="connsiteX55" fmla="*/ 7090998 w 10678681"/>
              <a:gd name="connsiteY55" fmla="*/ 1064540 h 1357700"/>
              <a:gd name="connsiteX56" fmla="*/ 7039634 w 10678681"/>
              <a:gd name="connsiteY56" fmla="*/ 1059971 h 1357700"/>
              <a:gd name="connsiteX57" fmla="*/ 7033445 w 10678681"/>
              <a:gd name="connsiteY57" fmla="*/ 1063314 h 1357700"/>
              <a:gd name="connsiteX58" fmla="*/ 6999157 w 10678681"/>
              <a:gd name="connsiteY58" fmla="*/ 1055282 h 1357700"/>
              <a:gd name="connsiteX59" fmla="*/ 6981874 w 10678681"/>
              <a:gd name="connsiteY59" fmla="*/ 1053827 h 1357700"/>
              <a:gd name="connsiteX60" fmla="*/ 6976102 w 10678681"/>
              <a:gd name="connsiteY60" fmla="*/ 1047854 h 1357700"/>
              <a:gd name="connsiteX61" fmla="*/ 6951040 w 10678681"/>
              <a:gd name="connsiteY61" fmla="*/ 1048531 h 1357700"/>
              <a:gd name="connsiteX62" fmla="*/ 6948497 w 10678681"/>
              <a:gd name="connsiteY62" fmla="*/ 1050706 h 1357700"/>
              <a:gd name="connsiteX63" fmla="*/ 6926582 w 10678681"/>
              <a:gd name="connsiteY63" fmla="*/ 1043462 h 1357700"/>
              <a:gd name="connsiteX64" fmla="*/ 6833743 w 10678681"/>
              <a:gd name="connsiteY64" fmla="*/ 1027960 h 1357700"/>
              <a:gd name="connsiteX65" fmla="*/ 6698313 w 10678681"/>
              <a:gd name="connsiteY65" fmla="*/ 1063249 h 1357700"/>
              <a:gd name="connsiteX66" fmla="*/ 6550218 w 10678681"/>
              <a:gd name="connsiteY66" fmla="*/ 1026825 h 1357700"/>
              <a:gd name="connsiteX67" fmla="*/ 6437450 w 10678681"/>
              <a:gd name="connsiteY67" fmla="*/ 1101075 h 1357700"/>
              <a:gd name="connsiteX68" fmla="*/ 6327795 w 10678681"/>
              <a:gd name="connsiteY68" fmla="*/ 1088142 h 1357700"/>
              <a:gd name="connsiteX69" fmla="*/ 6136549 w 10678681"/>
              <a:gd name="connsiteY69" fmla="*/ 1100268 h 1357700"/>
              <a:gd name="connsiteX70" fmla="*/ 6004655 w 10678681"/>
              <a:gd name="connsiteY70" fmla="*/ 1114946 h 1357700"/>
              <a:gd name="connsiteX71" fmla="*/ 5936643 w 10678681"/>
              <a:gd name="connsiteY71" fmla="*/ 1095428 h 1357700"/>
              <a:gd name="connsiteX72" fmla="*/ 5912484 w 10678681"/>
              <a:gd name="connsiteY72" fmla="*/ 1112624 h 1357700"/>
              <a:gd name="connsiteX73" fmla="*/ 5908387 w 10678681"/>
              <a:gd name="connsiteY73" fmla="*/ 1116018 h 1357700"/>
              <a:gd name="connsiteX74" fmla="*/ 5890495 w 10678681"/>
              <a:gd name="connsiteY74" fmla="*/ 1120268 h 1357700"/>
              <a:gd name="connsiteX75" fmla="*/ 5887318 w 10678681"/>
              <a:gd name="connsiteY75" fmla="*/ 1133134 h 1357700"/>
              <a:gd name="connsiteX76" fmla="*/ 5861726 w 10678681"/>
              <a:gd name="connsiteY76" fmla="*/ 1147891 h 1357700"/>
              <a:gd name="connsiteX77" fmla="*/ 5805823 w 10678681"/>
              <a:gd name="connsiteY77" fmla="*/ 1152457 h 1357700"/>
              <a:gd name="connsiteX78" fmla="*/ 5689841 w 10678681"/>
              <a:gd name="connsiteY78" fmla="*/ 1176232 h 1357700"/>
              <a:gd name="connsiteX79" fmla="*/ 5605119 w 10678681"/>
              <a:gd name="connsiteY79" fmla="*/ 1190202 h 1357700"/>
              <a:gd name="connsiteX80" fmla="*/ 5488513 w 10678681"/>
              <a:gd name="connsiteY80" fmla="*/ 1205367 h 1357700"/>
              <a:gd name="connsiteX81" fmla="*/ 5402905 w 10678681"/>
              <a:gd name="connsiteY81" fmla="*/ 1241191 h 1357700"/>
              <a:gd name="connsiteX82" fmla="*/ 5285593 w 10678681"/>
              <a:gd name="connsiteY82" fmla="*/ 1273569 h 1357700"/>
              <a:gd name="connsiteX83" fmla="*/ 5192893 w 10678681"/>
              <a:gd name="connsiteY83" fmla="*/ 1247188 h 1357700"/>
              <a:gd name="connsiteX84" fmla="*/ 5186475 w 10678681"/>
              <a:gd name="connsiteY84" fmla="*/ 1257028 h 1357700"/>
              <a:gd name="connsiteX85" fmla="*/ 5126038 w 10678681"/>
              <a:gd name="connsiteY85" fmla="*/ 1263189 h 1357700"/>
              <a:gd name="connsiteX86" fmla="*/ 4905913 w 10678681"/>
              <a:gd name="connsiteY86" fmla="*/ 1224477 h 1357700"/>
              <a:gd name="connsiteX87" fmla="*/ 4788036 w 10678681"/>
              <a:gd name="connsiteY87" fmla="*/ 1238182 h 1357700"/>
              <a:gd name="connsiteX88" fmla="*/ 4747555 w 10678681"/>
              <a:gd name="connsiteY88" fmla="*/ 1252768 h 1357700"/>
              <a:gd name="connsiteX89" fmla="*/ 4679644 w 10678681"/>
              <a:gd name="connsiteY89" fmla="*/ 1276603 h 1357700"/>
              <a:gd name="connsiteX90" fmla="*/ 4632222 w 10678681"/>
              <a:gd name="connsiteY90" fmla="*/ 1318360 h 1357700"/>
              <a:gd name="connsiteX91" fmla="*/ 4617358 w 10678681"/>
              <a:gd name="connsiteY91" fmla="*/ 1327690 h 1357700"/>
              <a:gd name="connsiteX92" fmla="*/ 4589102 w 10678681"/>
              <a:gd name="connsiteY92" fmla="*/ 1321223 h 1357700"/>
              <a:gd name="connsiteX93" fmla="*/ 4578184 w 10678681"/>
              <a:gd name="connsiteY93" fmla="*/ 1326745 h 1357700"/>
              <a:gd name="connsiteX94" fmla="*/ 4574270 w 10678681"/>
              <a:gd name="connsiteY94" fmla="*/ 1325878 h 1357700"/>
              <a:gd name="connsiteX95" fmla="*/ 4564919 w 10678681"/>
              <a:gd name="connsiteY95" fmla="*/ 1325507 h 1357700"/>
              <a:gd name="connsiteX96" fmla="*/ 4566586 w 10678681"/>
              <a:gd name="connsiteY96" fmla="*/ 1316963 h 1357700"/>
              <a:gd name="connsiteX97" fmla="*/ 4556303 w 10678681"/>
              <a:gd name="connsiteY97" fmla="*/ 1300262 h 1357700"/>
              <a:gd name="connsiteX98" fmla="*/ 4502358 w 10678681"/>
              <a:gd name="connsiteY98" fmla="*/ 1302558 h 1357700"/>
              <a:gd name="connsiteX99" fmla="*/ 4498919 w 10678681"/>
              <a:gd name="connsiteY99" fmla="*/ 1312115 h 1357700"/>
              <a:gd name="connsiteX100" fmla="*/ 4492075 w 10678681"/>
              <a:gd name="connsiteY100" fmla="*/ 1313357 h 1357700"/>
              <a:gd name="connsiteX101" fmla="*/ 4487466 w 10678681"/>
              <a:gd name="connsiteY101" fmla="*/ 1304102 h 1357700"/>
              <a:gd name="connsiteX102" fmla="*/ 4398292 w 10678681"/>
              <a:gd name="connsiteY102" fmla="*/ 1278410 h 1357700"/>
              <a:gd name="connsiteX103" fmla="*/ 4278026 w 10678681"/>
              <a:gd name="connsiteY103" fmla="*/ 1259803 h 1357700"/>
              <a:gd name="connsiteX104" fmla="*/ 4188995 w 10678681"/>
              <a:gd name="connsiteY104" fmla="*/ 1296718 h 1357700"/>
              <a:gd name="connsiteX105" fmla="*/ 4181483 w 10678681"/>
              <a:gd name="connsiteY105" fmla="*/ 1287686 h 1357700"/>
              <a:gd name="connsiteX106" fmla="*/ 4120739 w 10678681"/>
              <a:gd name="connsiteY106" fmla="*/ 1288549 h 1357700"/>
              <a:gd name="connsiteX107" fmla="*/ 3906561 w 10678681"/>
              <a:gd name="connsiteY107" fmla="*/ 1352435 h 1357700"/>
              <a:gd name="connsiteX108" fmla="*/ 3787890 w 10678681"/>
              <a:gd name="connsiteY108" fmla="*/ 1352442 h 1357700"/>
              <a:gd name="connsiteX109" fmla="*/ 3745993 w 10678681"/>
              <a:gd name="connsiteY109" fmla="*/ 1342630 h 1357700"/>
              <a:gd name="connsiteX110" fmla="*/ 3675785 w 10678681"/>
              <a:gd name="connsiteY110" fmla="*/ 1326802 h 1357700"/>
              <a:gd name="connsiteX111" fmla="*/ 3623856 w 10678681"/>
              <a:gd name="connsiteY111" fmla="*/ 1290804 h 1357700"/>
              <a:gd name="connsiteX112" fmla="*/ 3564933 w 10678681"/>
              <a:gd name="connsiteY112" fmla="*/ 1287147 h 1357700"/>
              <a:gd name="connsiteX113" fmla="*/ 3550537 w 10678681"/>
              <a:gd name="connsiteY113" fmla="*/ 1317552 h 1357700"/>
              <a:gd name="connsiteX114" fmla="*/ 3487736 w 10678681"/>
              <a:gd name="connsiteY114" fmla="*/ 1303493 h 1357700"/>
              <a:gd name="connsiteX115" fmla="*/ 3392548 w 10678681"/>
              <a:gd name="connsiteY115" fmla="*/ 1278741 h 1357700"/>
              <a:gd name="connsiteX116" fmla="*/ 3337466 w 10678681"/>
              <a:gd name="connsiteY116" fmla="*/ 1272537 h 1357700"/>
              <a:gd name="connsiteX117" fmla="*/ 3187206 w 10678681"/>
              <a:gd name="connsiteY117" fmla="*/ 1246821 h 1357700"/>
              <a:gd name="connsiteX118" fmla="*/ 3036856 w 10678681"/>
              <a:gd name="connsiteY118" fmla="*/ 1214383 h 1357700"/>
              <a:gd name="connsiteX119" fmla="*/ 2948654 w 10678681"/>
              <a:gd name="connsiteY119" fmla="*/ 1157455 h 1357700"/>
              <a:gd name="connsiteX120" fmla="*/ 2824973 w 10678681"/>
              <a:gd name="connsiteY120" fmla="*/ 1134864 h 1357700"/>
              <a:gd name="connsiteX121" fmla="*/ 2804398 w 10678681"/>
              <a:gd name="connsiteY121" fmla="*/ 1125556 h 1357700"/>
              <a:gd name="connsiteX122" fmla="*/ 2775396 w 10678681"/>
              <a:gd name="connsiteY122" fmla="*/ 1130148 h 1357700"/>
              <a:gd name="connsiteX123" fmla="*/ 2659096 w 10678681"/>
              <a:gd name="connsiteY123" fmla="*/ 1150294 h 1357700"/>
              <a:gd name="connsiteX124" fmla="*/ 2567088 w 10678681"/>
              <a:gd name="connsiteY124" fmla="*/ 1181781 h 1357700"/>
              <a:gd name="connsiteX125" fmla="*/ 2454501 w 10678681"/>
              <a:gd name="connsiteY125" fmla="*/ 1155455 h 1357700"/>
              <a:gd name="connsiteX126" fmla="*/ 2385161 w 10678681"/>
              <a:gd name="connsiteY126" fmla="*/ 1161312 h 1357700"/>
              <a:gd name="connsiteX127" fmla="*/ 2270528 w 10678681"/>
              <a:gd name="connsiteY127" fmla="*/ 1204338 h 1357700"/>
              <a:gd name="connsiteX128" fmla="*/ 2121820 w 10678681"/>
              <a:gd name="connsiteY128" fmla="*/ 1187078 h 1357700"/>
              <a:gd name="connsiteX129" fmla="*/ 2092716 w 10678681"/>
              <a:gd name="connsiteY129" fmla="*/ 1139224 h 1357700"/>
              <a:gd name="connsiteX130" fmla="*/ 2052449 w 10678681"/>
              <a:gd name="connsiteY130" fmla="*/ 1109687 h 1357700"/>
              <a:gd name="connsiteX131" fmla="*/ 2032607 w 10678681"/>
              <a:gd name="connsiteY131" fmla="*/ 1175477 h 1357700"/>
              <a:gd name="connsiteX132" fmla="*/ 1901837 w 10678681"/>
              <a:gd name="connsiteY132" fmla="*/ 1221762 h 1357700"/>
              <a:gd name="connsiteX133" fmla="*/ 1836762 w 10678681"/>
              <a:gd name="connsiteY133" fmla="*/ 1237387 h 1357700"/>
              <a:gd name="connsiteX134" fmla="*/ 1735877 w 10678681"/>
              <a:gd name="connsiteY134" fmla="*/ 1246527 h 1357700"/>
              <a:gd name="connsiteX135" fmla="*/ 1705069 w 10678681"/>
              <a:gd name="connsiteY135" fmla="*/ 1251989 h 1357700"/>
              <a:gd name="connsiteX136" fmla="*/ 1397689 w 10678681"/>
              <a:gd name="connsiteY136" fmla="*/ 1336144 h 1357700"/>
              <a:gd name="connsiteX137" fmla="*/ 1220734 w 10678681"/>
              <a:gd name="connsiteY137" fmla="*/ 1257811 h 1357700"/>
              <a:gd name="connsiteX138" fmla="*/ 1021737 w 10678681"/>
              <a:gd name="connsiteY138" fmla="*/ 1238739 h 1357700"/>
              <a:gd name="connsiteX139" fmla="*/ 959820 w 10678681"/>
              <a:gd name="connsiteY139" fmla="*/ 1275863 h 1357700"/>
              <a:gd name="connsiteX140" fmla="*/ 929137 w 10678681"/>
              <a:gd name="connsiteY140" fmla="*/ 1273957 h 1357700"/>
              <a:gd name="connsiteX141" fmla="*/ 878849 w 10678681"/>
              <a:gd name="connsiteY141" fmla="*/ 1266740 h 1357700"/>
              <a:gd name="connsiteX142" fmla="*/ 800667 w 10678681"/>
              <a:gd name="connsiteY142" fmla="*/ 1282041 h 1357700"/>
              <a:gd name="connsiteX143" fmla="*/ 644906 w 10678681"/>
              <a:gd name="connsiteY143" fmla="*/ 1273685 h 1357700"/>
              <a:gd name="connsiteX144" fmla="*/ 379869 w 10678681"/>
              <a:gd name="connsiteY144" fmla="*/ 1339165 h 1357700"/>
              <a:gd name="connsiteX145" fmla="*/ 137696 w 10678681"/>
              <a:gd name="connsiteY145" fmla="*/ 1319217 h 1357700"/>
              <a:gd name="connsiteX146" fmla="*/ 54250 w 10678681"/>
              <a:gd name="connsiteY146" fmla="*/ 1315838 h 1357700"/>
              <a:gd name="connsiteX147" fmla="*/ 28042 w 10678681"/>
              <a:gd name="connsiteY147" fmla="*/ 1297822 h 1357700"/>
              <a:gd name="connsiteX148" fmla="*/ 0 w 10678681"/>
              <a:gd name="connsiteY148" fmla="*/ 1294612 h 1357700"/>
              <a:gd name="connsiteX149" fmla="*/ 0 w 10678681"/>
              <a:gd name="connsiteY149" fmla="*/ 0 h 1357700"/>
              <a:gd name="connsiteX0" fmla="*/ 0 w 10678681"/>
              <a:gd name="connsiteY0" fmla="*/ 0 h 1357700"/>
              <a:gd name="connsiteX1" fmla="*/ 10678681 w 10678681"/>
              <a:gd name="connsiteY1" fmla="*/ 0 h 1357700"/>
              <a:gd name="connsiteX2" fmla="*/ 10666019 w 10678681"/>
              <a:gd name="connsiteY2" fmla="*/ 7876 h 1357700"/>
              <a:gd name="connsiteX3" fmla="*/ 10632825 w 10678681"/>
              <a:gd name="connsiteY3" fmla="*/ 32153 h 1357700"/>
              <a:gd name="connsiteX4" fmla="*/ 10510605 w 10678681"/>
              <a:gd name="connsiteY4" fmla="*/ 30449 h 1357700"/>
              <a:gd name="connsiteX5" fmla="*/ 10456989 w 10678681"/>
              <a:gd name="connsiteY5" fmla="*/ 979 h 1357700"/>
              <a:gd name="connsiteX6" fmla="*/ 10438642 w 10678681"/>
              <a:gd name="connsiteY6" fmla="*/ 1524 h 1357700"/>
              <a:gd name="connsiteX7" fmla="*/ 10407146 w 10678681"/>
              <a:gd name="connsiteY7" fmla="*/ 43659 h 1357700"/>
              <a:gd name="connsiteX8" fmla="*/ 10357996 w 10678681"/>
              <a:gd name="connsiteY8" fmla="*/ 50836 h 1357700"/>
              <a:gd name="connsiteX9" fmla="*/ 10306667 w 10678681"/>
              <a:gd name="connsiteY9" fmla="*/ 109739 h 1357700"/>
              <a:gd name="connsiteX10" fmla="*/ 10115334 w 10678681"/>
              <a:gd name="connsiteY10" fmla="*/ 155658 h 1357700"/>
              <a:gd name="connsiteX11" fmla="*/ 10068157 w 10678681"/>
              <a:gd name="connsiteY11" fmla="*/ 215673 h 1357700"/>
              <a:gd name="connsiteX12" fmla="*/ 10045431 w 10678681"/>
              <a:gd name="connsiteY12" fmla="*/ 229568 h 1357700"/>
              <a:gd name="connsiteX13" fmla="*/ 10013265 w 10678681"/>
              <a:gd name="connsiteY13" fmla="*/ 284757 h 1357700"/>
              <a:gd name="connsiteX14" fmla="*/ 9862496 w 10678681"/>
              <a:gd name="connsiteY14" fmla="*/ 223033 h 1357700"/>
              <a:gd name="connsiteX15" fmla="*/ 9679638 w 10678681"/>
              <a:gd name="connsiteY15" fmla="*/ 277462 h 1357700"/>
              <a:gd name="connsiteX16" fmla="*/ 9498347 w 10678681"/>
              <a:gd name="connsiteY16" fmla="*/ 244723 h 1357700"/>
              <a:gd name="connsiteX17" fmla="*/ 9399702 w 10678681"/>
              <a:gd name="connsiteY17" fmla="*/ 276316 h 1357700"/>
              <a:gd name="connsiteX18" fmla="*/ 9378439 w 10678681"/>
              <a:gd name="connsiteY18" fmla="*/ 326244 h 1357700"/>
              <a:gd name="connsiteX19" fmla="*/ 9121744 w 10678681"/>
              <a:gd name="connsiteY19" fmla="*/ 365177 h 1357700"/>
              <a:gd name="connsiteX20" fmla="*/ 9061654 w 10678681"/>
              <a:gd name="connsiteY20" fmla="*/ 393730 h 1357700"/>
              <a:gd name="connsiteX21" fmla="*/ 8997577 w 10678681"/>
              <a:gd name="connsiteY21" fmla="*/ 380865 h 1357700"/>
              <a:gd name="connsiteX22" fmla="*/ 8907968 w 10678681"/>
              <a:gd name="connsiteY22" fmla="*/ 447345 h 1357700"/>
              <a:gd name="connsiteX23" fmla="*/ 8764163 w 10678681"/>
              <a:gd name="connsiteY23" fmla="*/ 471000 h 1357700"/>
              <a:gd name="connsiteX24" fmla="*/ 8680155 w 10678681"/>
              <a:gd name="connsiteY24" fmla="*/ 492404 h 1357700"/>
              <a:gd name="connsiteX25" fmla="*/ 8651436 w 10678681"/>
              <a:gd name="connsiteY25" fmla="*/ 511923 h 1357700"/>
              <a:gd name="connsiteX26" fmla="*/ 8609185 w 10678681"/>
              <a:gd name="connsiteY26" fmla="*/ 531525 h 1357700"/>
              <a:gd name="connsiteX27" fmla="*/ 8537091 w 10678681"/>
              <a:gd name="connsiteY27" fmla="*/ 574933 h 1357700"/>
              <a:gd name="connsiteX28" fmla="*/ 8435931 w 10678681"/>
              <a:gd name="connsiteY28" fmla="*/ 617926 h 1357700"/>
              <a:gd name="connsiteX29" fmla="*/ 8348623 w 10678681"/>
              <a:gd name="connsiteY29" fmla="*/ 600607 h 1357700"/>
              <a:gd name="connsiteX30" fmla="*/ 8344233 w 10678681"/>
              <a:gd name="connsiteY30" fmla="*/ 610922 h 1357700"/>
              <a:gd name="connsiteX31" fmla="*/ 8290622 w 10678681"/>
              <a:gd name="connsiteY31" fmla="*/ 622687 h 1357700"/>
              <a:gd name="connsiteX32" fmla="*/ 8086698 w 10678681"/>
              <a:gd name="connsiteY32" fmla="*/ 605185 h 1357700"/>
              <a:gd name="connsiteX33" fmla="*/ 7982378 w 10678681"/>
              <a:gd name="connsiteY33" fmla="*/ 629799 h 1357700"/>
              <a:gd name="connsiteX34" fmla="*/ 7947952 w 10678681"/>
              <a:gd name="connsiteY34" fmla="*/ 648003 h 1357700"/>
              <a:gd name="connsiteX35" fmla="*/ 7890112 w 10678681"/>
              <a:gd name="connsiteY35" fmla="*/ 677915 h 1357700"/>
              <a:gd name="connsiteX36" fmla="*/ 7853284 w 10678681"/>
              <a:gd name="connsiteY36" fmla="*/ 723588 h 1357700"/>
              <a:gd name="connsiteX37" fmla="*/ 7802383 w 10678681"/>
              <a:gd name="connsiteY37" fmla="*/ 739359 h 1357700"/>
              <a:gd name="connsiteX38" fmla="*/ 7782280 w 10678681"/>
              <a:gd name="connsiteY38" fmla="*/ 712868 h 1357700"/>
              <a:gd name="connsiteX39" fmla="*/ 7730518 w 10678681"/>
              <a:gd name="connsiteY39" fmla="*/ 739526 h 1357700"/>
              <a:gd name="connsiteX40" fmla="*/ 7652907 w 10678681"/>
              <a:gd name="connsiteY40" fmla="*/ 783273 h 1357700"/>
              <a:gd name="connsiteX41" fmla="*/ 7606008 w 10678681"/>
              <a:gd name="connsiteY41" fmla="*/ 800717 h 1357700"/>
              <a:gd name="connsiteX42" fmla="*/ 7480223 w 10678681"/>
              <a:gd name="connsiteY42" fmla="*/ 856821 h 1357700"/>
              <a:gd name="connsiteX43" fmla="*/ 7356005 w 10678681"/>
              <a:gd name="connsiteY43" fmla="*/ 919462 h 1357700"/>
              <a:gd name="connsiteX44" fmla="*/ 7305396 w 10678681"/>
              <a:gd name="connsiteY44" fmla="*/ 986228 h 1357700"/>
              <a:gd name="connsiteX45" fmla="*/ 7298314 w 10678681"/>
              <a:gd name="connsiteY45" fmla="*/ 989899 h 1357700"/>
              <a:gd name="connsiteX46" fmla="*/ 7277477 w 10678681"/>
              <a:gd name="connsiteY46" fmla="*/ 990571 h 1357700"/>
              <a:gd name="connsiteX47" fmla="*/ 7269396 w 10678681"/>
              <a:gd name="connsiteY47" fmla="*/ 989282 h 1357700"/>
              <a:gd name="connsiteX48" fmla="*/ 7258094 w 10678681"/>
              <a:gd name="connsiteY48" fmla="*/ 990679 h 1357700"/>
              <a:gd name="connsiteX49" fmla="*/ 7257893 w 10678681"/>
              <a:gd name="connsiteY49" fmla="*/ 991204 h 1357700"/>
              <a:gd name="connsiteX50" fmla="*/ 7247153 w 10678681"/>
              <a:gd name="connsiteY50" fmla="*/ 991550 h 1357700"/>
              <a:gd name="connsiteX51" fmla="*/ 7193612 w 10678681"/>
              <a:gd name="connsiteY51" fmla="*/ 987042 h 1357700"/>
              <a:gd name="connsiteX52" fmla="*/ 7132632 w 10678681"/>
              <a:gd name="connsiteY52" fmla="*/ 1042036 h 1357700"/>
              <a:gd name="connsiteX53" fmla="*/ 7105610 w 10678681"/>
              <a:gd name="connsiteY53" fmla="*/ 1053537 h 1357700"/>
              <a:gd name="connsiteX54" fmla="*/ 7091599 w 10678681"/>
              <a:gd name="connsiteY54" fmla="*/ 1062302 h 1357700"/>
              <a:gd name="connsiteX55" fmla="*/ 7090998 w 10678681"/>
              <a:gd name="connsiteY55" fmla="*/ 1064540 h 1357700"/>
              <a:gd name="connsiteX56" fmla="*/ 7039634 w 10678681"/>
              <a:gd name="connsiteY56" fmla="*/ 1059971 h 1357700"/>
              <a:gd name="connsiteX57" fmla="*/ 7033445 w 10678681"/>
              <a:gd name="connsiteY57" fmla="*/ 1063314 h 1357700"/>
              <a:gd name="connsiteX58" fmla="*/ 6999157 w 10678681"/>
              <a:gd name="connsiteY58" fmla="*/ 1055282 h 1357700"/>
              <a:gd name="connsiteX59" fmla="*/ 6981874 w 10678681"/>
              <a:gd name="connsiteY59" fmla="*/ 1053827 h 1357700"/>
              <a:gd name="connsiteX60" fmla="*/ 6976102 w 10678681"/>
              <a:gd name="connsiteY60" fmla="*/ 1047854 h 1357700"/>
              <a:gd name="connsiteX61" fmla="*/ 6951040 w 10678681"/>
              <a:gd name="connsiteY61" fmla="*/ 1048531 h 1357700"/>
              <a:gd name="connsiteX62" fmla="*/ 6948497 w 10678681"/>
              <a:gd name="connsiteY62" fmla="*/ 1050706 h 1357700"/>
              <a:gd name="connsiteX63" fmla="*/ 6926582 w 10678681"/>
              <a:gd name="connsiteY63" fmla="*/ 1043462 h 1357700"/>
              <a:gd name="connsiteX64" fmla="*/ 6833743 w 10678681"/>
              <a:gd name="connsiteY64" fmla="*/ 1027960 h 1357700"/>
              <a:gd name="connsiteX65" fmla="*/ 6698313 w 10678681"/>
              <a:gd name="connsiteY65" fmla="*/ 1063249 h 1357700"/>
              <a:gd name="connsiteX66" fmla="*/ 6550218 w 10678681"/>
              <a:gd name="connsiteY66" fmla="*/ 1026825 h 1357700"/>
              <a:gd name="connsiteX67" fmla="*/ 6437450 w 10678681"/>
              <a:gd name="connsiteY67" fmla="*/ 1101075 h 1357700"/>
              <a:gd name="connsiteX68" fmla="*/ 6327795 w 10678681"/>
              <a:gd name="connsiteY68" fmla="*/ 1088142 h 1357700"/>
              <a:gd name="connsiteX69" fmla="*/ 6136549 w 10678681"/>
              <a:gd name="connsiteY69" fmla="*/ 1100268 h 1357700"/>
              <a:gd name="connsiteX70" fmla="*/ 6004655 w 10678681"/>
              <a:gd name="connsiteY70" fmla="*/ 1114946 h 1357700"/>
              <a:gd name="connsiteX71" fmla="*/ 5936643 w 10678681"/>
              <a:gd name="connsiteY71" fmla="*/ 1095428 h 1357700"/>
              <a:gd name="connsiteX72" fmla="*/ 5912484 w 10678681"/>
              <a:gd name="connsiteY72" fmla="*/ 1112624 h 1357700"/>
              <a:gd name="connsiteX73" fmla="*/ 5908387 w 10678681"/>
              <a:gd name="connsiteY73" fmla="*/ 1116018 h 1357700"/>
              <a:gd name="connsiteX74" fmla="*/ 5890495 w 10678681"/>
              <a:gd name="connsiteY74" fmla="*/ 1120268 h 1357700"/>
              <a:gd name="connsiteX75" fmla="*/ 5887318 w 10678681"/>
              <a:gd name="connsiteY75" fmla="*/ 1133134 h 1357700"/>
              <a:gd name="connsiteX76" fmla="*/ 5861726 w 10678681"/>
              <a:gd name="connsiteY76" fmla="*/ 1147891 h 1357700"/>
              <a:gd name="connsiteX77" fmla="*/ 5805823 w 10678681"/>
              <a:gd name="connsiteY77" fmla="*/ 1152457 h 1357700"/>
              <a:gd name="connsiteX78" fmla="*/ 5689841 w 10678681"/>
              <a:gd name="connsiteY78" fmla="*/ 1176232 h 1357700"/>
              <a:gd name="connsiteX79" fmla="*/ 5605119 w 10678681"/>
              <a:gd name="connsiteY79" fmla="*/ 1190202 h 1357700"/>
              <a:gd name="connsiteX80" fmla="*/ 5488513 w 10678681"/>
              <a:gd name="connsiteY80" fmla="*/ 1205367 h 1357700"/>
              <a:gd name="connsiteX81" fmla="*/ 5402905 w 10678681"/>
              <a:gd name="connsiteY81" fmla="*/ 1241191 h 1357700"/>
              <a:gd name="connsiteX82" fmla="*/ 5285593 w 10678681"/>
              <a:gd name="connsiteY82" fmla="*/ 1273569 h 1357700"/>
              <a:gd name="connsiteX83" fmla="*/ 5192893 w 10678681"/>
              <a:gd name="connsiteY83" fmla="*/ 1247188 h 1357700"/>
              <a:gd name="connsiteX84" fmla="*/ 5186475 w 10678681"/>
              <a:gd name="connsiteY84" fmla="*/ 1257028 h 1357700"/>
              <a:gd name="connsiteX85" fmla="*/ 5126038 w 10678681"/>
              <a:gd name="connsiteY85" fmla="*/ 1263189 h 1357700"/>
              <a:gd name="connsiteX86" fmla="*/ 4894688 w 10678681"/>
              <a:gd name="connsiteY86" fmla="*/ 1247184 h 1357700"/>
              <a:gd name="connsiteX87" fmla="*/ 4788036 w 10678681"/>
              <a:gd name="connsiteY87" fmla="*/ 1238182 h 1357700"/>
              <a:gd name="connsiteX88" fmla="*/ 4747555 w 10678681"/>
              <a:gd name="connsiteY88" fmla="*/ 1252768 h 1357700"/>
              <a:gd name="connsiteX89" fmla="*/ 4679644 w 10678681"/>
              <a:gd name="connsiteY89" fmla="*/ 1276603 h 1357700"/>
              <a:gd name="connsiteX90" fmla="*/ 4632222 w 10678681"/>
              <a:gd name="connsiteY90" fmla="*/ 1318360 h 1357700"/>
              <a:gd name="connsiteX91" fmla="*/ 4617358 w 10678681"/>
              <a:gd name="connsiteY91" fmla="*/ 1327690 h 1357700"/>
              <a:gd name="connsiteX92" fmla="*/ 4589102 w 10678681"/>
              <a:gd name="connsiteY92" fmla="*/ 1321223 h 1357700"/>
              <a:gd name="connsiteX93" fmla="*/ 4578184 w 10678681"/>
              <a:gd name="connsiteY93" fmla="*/ 1326745 h 1357700"/>
              <a:gd name="connsiteX94" fmla="*/ 4574270 w 10678681"/>
              <a:gd name="connsiteY94" fmla="*/ 1325878 h 1357700"/>
              <a:gd name="connsiteX95" fmla="*/ 4564919 w 10678681"/>
              <a:gd name="connsiteY95" fmla="*/ 1325507 h 1357700"/>
              <a:gd name="connsiteX96" fmla="*/ 4566586 w 10678681"/>
              <a:gd name="connsiteY96" fmla="*/ 1316963 h 1357700"/>
              <a:gd name="connsiteX97" fmla="*/ 4556303 w 10678681"/>
              <a:gd name="connsiteY97" fmla="*/ 1300262 h 1357700"/>
              <a:gd name="connsiteX98" fmla="*/ 4502358 w 10678681"/>
              <a:gd name="connsiteY98" fmla="*/ 1302558 h 1357700"/>
              <a:gd name="connsiteX99" fmla="*/ 4498919 w 10678681"/>
              <a:gd name="connsiteY99" fmla="*/ 1312115 h 1357700"/>
              <a:gd name="connsiteX100" fmla="*/ 4492075 w 10678681"/>
              <a:gd name="connsiteY100" fmla="*/ 1313357 h 1357700"/>
              <a:gd name="connsiteX101" fmla="*/ 4487466 w 10678681"/>
              <a:gd name="connsiteY101" fmla="*/ 1304102 h 1357700"/>
              <a:gd name="connsiteX102" fmla="*/ 4398292 w 10678681"/>
              <a:gd name="connsiteY102" fmla="*/ 1278410 h 1357700"/>
              <a:gd name="connsiteX103" fmla="*/ 4278026 w 10678681"/>
              <a:gd name="connsiteY103" fmla="*/ 1259803 h 1357700"/>
              <a:gd name="connsiteX104" fmla="*/ 4188995 w 10678681"/>
              <a:gd name="connsiteY104" fmla="*/ 1296718 h 1357700"/>
              <a:gd name="connsiteX105" fmla="*/ 4181483 w 10678681"/>
              <a:gd name="connsiteY105" fmla="*/ 1287686 h 1357700"/>
              <a:gd name="connsiteX106" fmla="*/ 4120739 w 10678681"/>
              <a:gd name="connsiteY106" fmla="*/ 1288549 h 1357700"/>
              <a:gd name="connsiteX107" fmla="*/ 3906561 w 10678681"/>
              <a:gd name="connsiteY107" fmla="*/ 1352435 h 1357700"/>
              <a:gd name="connsiteX108" fmla="*/ 3787890 w 10678681"/>
              <a:gd name="connsiteY108" fmla="*/ 1352442 h 1357700"/>
              <a:gd name="connsiteX109" fmla="*/ 3745993 w 10678681"/>
              <a:gd name="connsiteY109" fmla="*/ 1342630 h 1357700"/>
              <a:gd name="connsiteX110" fmla="*/ 3675785 w 10678681"/>
              <a:gd name="connsiteY110" fmla="*/ 1326802 h 1357700"/>
              <a:gd name="connsiteX111" fmla="*/ 3623856 w 10678681"/>
              <a:gd name="connsiteY111" fmla="*/ 1290804 h 1357700"/>
              <a:gd name="connsiteX112" fmla="*/ 3564933 w 10678681"/>
              <a:gd name="connsiteY112" fmla="*/ 1287147 h 1357700"/>
              <a:gd name="connsiteX113" fmla="*/ 3550537 w 10678681"/>
              <a:gd name="connsiteY113" fmla="*/ 1317552 h 1357700"/>
              <a:gd name="connsiteX114" fmla="*/ 3487736 w 10678681"/>
              <a:gd name="connsiteY114" fmla="*/ 1303493 h 1357700"/>
              <a:gd name="connsiteX115" fmla="*/ 3392548 w 10678681"/>
              <a:gd name="connsiteY115" fmla="*/ 1278741 h 1357700"/>
              <a:gd name="connsiteX116" fmla="*/ 3337466 w 10678681"/>
              <a:gd name="connsiteY116" fmla="*/ 1272537 h 1357700"/>
              <a:gd name="connsiteX117" fmla="*/ 3187206 w 10678681"/>
              <a:gd name="connsiteY117" fmla="*/ 1246821 h 1357700"/>
              <a:gd name="connsiteX118" fmla="*/ 3036856 w 10678681"/>
              <a:gd name="connsiteY118" fmla="*/ 1214383 h 1357700"/>
              <a:gd name="connsiteX119" fmla="*/ 2948654 w 10678681"/>
              <a:gd name="connsiteY119" fmla="*/ 1157455 h 1357700"/>
              <a:gd name="connsiteX120" fmla="*/ 2824973 w 10678681"/>
              <a:gd name="connsiteY120" fmla="*/ 1134864 h 1357700"/>
              <a:gd name="connsiteX121" fmla="*/ 2804398 w 10678681"/>
              <a:gd name="connsiteY121" fmla="*/ 1125556 h 1357700"/>
              <a:gd name="connsiteX122" fmla="*/ 2775396 w 10678681"/>
              <a:gd name="connsiteY122" fmla="*/ 1130148 h 1357700"/>
              <a:gd name="connsiteX123" fmla="*/ 2659096 w 10678681"/>
              <a:gd name="connsiteY123" fmla="*/ 1150294 h 1357700"/>
              <a:gd name="connsiteX124" fmla="*/ 2567088 w 10678681"/>
              <a:gd name="connsiteY124" fmla="*/ 1181781 h 1357700"/>
              <a:gd name="connsiteX125" fmla="*/ 2454501 w 10678681"/>
              <a:gd name="connsiteY125" fmla="*/ 1155455 h 1357700"/>
              <a:gd name="connsiteX126" fmla="*/ 2385161 w 10678681"/>
              <a:gd name="connsiteY126" fmla="*/ 1161312 h 1357700"/>
              <a:gd name="connsiteX127" fmla="*/ 2270528 w 10678681"/>
              <a:gd name="connsiteY127" fmla="*/ 1204338 h 1357700"/>
              <a:gd name="connsiteX128" fmla="*/ 2121820 w 10678681"/>
              <a:gd name="connsiteY128" fmla="*/ 1187078 h 1357700"/>
              <a:gd name="connsiteX129" fmla="*/ 2092716 w 10678681"/>
              <a:gd name="connsiteY129" fmla="*/ 1139224 h 1357700"/>
              <a:gd name="connsiteX130" fmla="*/ 2052449 w 10678681"/>
              <a:gd name="connsiteY130" fmla="*/ 1109687 h 1357700"/>
              <a:gd name="connsiteX131" fmla="*/ 2032607 w 10678681"/>
              <a:gd name="connsiteY131" fmla="*/ 1175477 h 1357700"/>
              <a:gd name="connsiteX132" fmla="*/ 1901837 w 10678681"/>
              <a:gd name="connsiteY132" fmla="*/ 1221762 h 1357700"/>
              <a:gd name="connsiteX133" fmla="*/ 1836762 w 10678681"/>
              <a:gd name="connsiteY133" fmla="*/ 1237387 h 1357700"/>
              <a:gd name="connsiteX134" fmla="*/ 1735877 w 10678681"/>
              <a:gd name="connsiteY134" fmla="*/ 1246527 h 1357700"/>
              <a:gd name="connsiteX135" fmla="*/ 1705069 w 10678681"/>
              <a:gd name="connsiteY135" fmla="*/ 1251989 h 1357700"/>
              <a:gd name="connsiteX136" fmla="*/ 1397689 w 10678681"/>
              <a:gd name="connsiteY136" fmla="*/ 1336144 h 1357700"/>
              <a:gd name="connsiteX137" fmla="*/ 1220734 w 10678681"/>
              <a:gd name="connsiteY137" fmla="*/ 1257811 h 1357700"/>
              <a:gd name="connsiteX138" fmla="*/ 1021737 w 10678681"/>
              <a:gd name="connsiteY138" fmla="*/ 1238739 h 1357700"/>
              <a:gd name="connsiteX139" fmla="*/ 959820 w 10678681"/>
              <a:gd name="connsiteY139" fmla="*/ 1275863 h 1357700"/>
              <a:gd name="connsiteX140" fmla="*/ 929137 w 10678681"/>
              <a:gd name="connsiteY140" fmla="*/ 1273957 h 1357700"/>
              <a:gd name="connsiteX141" fmla="*/ 878849 w 10678681"/>
              <a:gd name="connsiteY141" fmla="*/ 1266740 h 1357700"/>
              <a:gd name="connsiteX142" fmla="*/ 800667 w 10678681"/>
              <a:gd name="connsiteY142" fmla="*/ 1282041 h 1357700"/>
              <a:gd name="connsiteX143" fmla="*/ 644906 w 10678681"/>
              <a:gd name="connsiteY143" fmla="*/ 1273685 h 1357700"/>
              <a:gd name="connsiteX144" fmla="*/ 379869 w 10678681"/>
              <a:gd name="connsiteY144" fmla="*/ 1339165 h 1357700"/>
              <a:gd name="connsiteX145" fmla="*/ 137696 w 10678681"/>
              <a:gd name="connsiteY145" fmla="*/ 1319217 h 1357700"/>
              <a:gd name="connsiteX146" fmla="*/ 54250 w 10678681"/>
              <a:gd name="connsiteY146" fmla="*/ 1315838 h 1357700"/>
              <a:gd name="connsiteX147" fmla="*/ 28042 w 10678681"/>
              <a:gd name="connsiteY147" fmla="*/ 1297822 h 1357700"/>
              <a:gd name="connsiteX148" fmla="*/ 0 w 10678681"/>
              <a:gd name="connsiteY148" fmla="*/ 1294612 h 1357700"/>
              <a:gd name="connsiteX149" fmla="*/ 0 w 10678681"/>
              <a:gd name="connsiteY149" fmla="*/ 0 h 1357700"/>
              <a:gd name="connsiteX0" fmla="*/ 0 w 10678681"/>
              <a:gd name="connsiteY0" fmla="*/ 0 h 1357700"/>
              <a:gd name="connsiteX1" fmla="*/ 10678681 w 10678681"/>
              <a:gd name="connsiteY1" fmla="*/ 0 h 1357700"/>
              <a:gd name="connsiteX2" fmla="*/ 10666019 w 10678681"/>
              <a:gd name="connsiteY2" fmla="*/ 7876 h 1357700"/>
              <a:gd name="connsiteX3" fmla="*/ 10632825 w 10678681"/>
              <a:gd name="connsiteY3" fmla="*/ 32153 h 1357700"/>
              <a:gd name="connsiteX4" fmla="*/ 10510605 w 10678681"/>
              <a:gd name="connsiteY4" fmla="*/ 30449 h 1357700"/>
              <a:gd name="connsiteX5" fmla="*/ 10456989 w 10678681"/>
              <a:gd name="connsiteY5" fmla="*/ 979 h 1357700"/>
              <a:gd name="connsiteX6" fmla="*/ 10438642 w 10678681"/>
              <a:gd name="connsiteY6" fmla="*/ 1524 h 1357700"/>
              <a:gd name="connsiteX7" fmla="*/ 10407146 w 10678681"/>
              <a:gd name="connsiteY7" fmla="*/ 43659 h 1357700"/>
              <a:gd name="connsiteX8" fmla="*/ 10357996 w 10678681"/>
              <a:gd name="connsiteY8" fmla="*/ 50836 h 1357700"/>
              <a:gd name="connsiteX9" fmla="*/ 10306667 w 10678681"/>
              <a:gd name="connsiteY9" fmla="*/ 109739 h 1357700"/>
              <a:gd name="connsiteX10" fmla="*/ 10115334 w 10678681"/>
              <a:gd name="connsiteY10" fmla="*/ 155658 h 1357700"/>
              <a:gd name="connsiteX11" fmla="*/ 10068157 w 10678681"/>
              <a:gd name="connsiteY11" fmla="*/ 215673 h 1357700"/>
              <a:gd name="connsiteX12" fmla="*/ 10045431 w 10678681"/>
              <a:gd name="connsiteY12" fmla="*/ 229568 h 1357700"/>
              <a:gd name="connsiteX13" fmla="*/ 10013265 w 10678681"/>
              <a:gd name="connsiteY13" fmla="*/ 284757 h 1357700"/>
              <a:gd name="connsiteX14" fmla="*/ 9862496 w 10678681"/>
              <a:gd name="connsiteY14" fmla="*/ 223033 h 1357700"/>
              <a:gd name="connsiteX15" fmla="*/ 9679638 w 10678681"/>
              <a:gd name="connsiteY15" fmla="*/ 277462 h 1357700"/>
              <a:gd name="connsiteX16" fmla="*/ 9498347 w 10678681"/>
              <a:gd name="connsiteY16" fmla="*/ 244723 h 1357700"/>
              <a:gd name="connsiteX17" fmla="*/ 9399702 w 10678681"/>
              <a:gd name="connsiteY17" fmla="*/ 276316 h 1357700"/>
              <a:gd name="connsiteX18" fmla="*/ 9378439 w 10678681"/>
              <a:gd name="connsiteY18" fmla="*/ 326244 h 1357700"/>
              <a:gd name="connsiteX19" fmla="*/ 9121744 w 10678681"/>
              <a:gd name="connsiteY19" fmla="*/ 365177 h 1357700"/>
              <a:gd name="connsiteX20" fmla="*/ 9061654 w 10678681"/>
              <a:gd name="connsiteY20" fmla="*/ 393730 h 1357700"/>
              <a:gd name="connsiteX21" fmla="*/ 8997577 w 10678681"/>
              <a:gd name="connsiteY21" fmla="*/ 380865 h 1357700"/>
              <a:gd name="connsiteX22" fmla="*/ 8907968 w 10678681"/>
              <a:gd name="connsiteY22" fmla="*/ 447345 h 1357700"/>
              <a:gd name="connsiteX23" fmla="*/ 8764163 w 10678681"/>
              <a:gd name="connsiteY23" fmla="*/ 471000 h 1357700"/>
              <a:gd name="connsiteX24" fmla="*/ 8680155 w 10678681"/>
              <a:gd name="connsiteY24" fmla="*/ 492404 h 1357700"/>
              <a:gd name="connsiteX25" fmla="*/ 8651436 w 10678681"/>
              <a:gd name="connsiteY25" fmla="*/ 511923 h 1357700"/>
              <a:gd name="connsiteX26" fmla="*/ 8609185 w 10678681"/>
              <a:gd name="connsiteY26" fmla="*/ 531525 h 1357700"/>
              <a:gd name="connsiteX27" fmla="*/ 8537091 w 10678681"/>
              <a:gd name="connsiteY27" fmla="*/ 574933 h 1357700"/>
              <a:gd name="connsiteX28" fmla="*/ 8435931 w 10678681"/>
              <a:gd name="connsiteY28" fmla="*/ 617926 h 1357700"/>
              <a:gd name="connsiteX29" fmla="*/ 8348623 w 10678681"/>
              <a:gd name="connsiteY29" fmla="*/ 600607 h 1357700"/>
              <a:gd name="connsiteX30" fmla="*/ 8344233 w 10678681"/>
              <a:gd name="connsiteY30" fmla="*/ 610922 h 1357700"/>
              <a:gd name="connsiteX31" fmla="*/ 8290622 w 10678681"/>
              <a:gd name="connsiteY31" fmla="*/ 622687 h 1357700"/>
              <a:gd name="connsiteX32" fmla="*/ 8086698 w 10678681"/>
              <a:gd name="connsiteY32" fmla="*/ 605185 h 1357700"/>
              <a:gd name="connsiteX33" fmla="*/ 7982378 w 10678681"/>
              <a:gd name="connsiteY33" fmla="*/ 629799 h 1357700"/>
              <a:gd name="connsiteX34" fmla="*/ 7947952 w 10678681"/>
              <a:gd name="connsiteY34" fmla="*/ 648003 h 1357700"/>
              <a:gd name="connsiteX35" fmla="*/ 7890112 w 10678681"/>
              <a:gd name="connsiteY35" fmla="*/ 677915 h 1357700"/>
              <a:gd name="connsiteX36" fmla="*/ 7853284 w 10678681"/>
              <a:gd name="connsiteY36" fmla="*/ 723588 h 1357700"/>
              <a:gd name="connsiteX37" fmla="*/ 7802383 w 10678681"/>
              <a:gd name="connsiteY37" fmla="*/ 739359 h 1357700"/>
              <a:gd name="connsiteX38" fmla="*/ 7782280 w 10678681"/>
              <a:gd name="connsiteY38" fmla="*/ 712868 h 1357700"/>
              <a:gd name="connsiteX39" fmla="*/ 7730518 w 10678681"/>
              <a:gd name="connsiteY39" fmla="*/ 739526 h 1357700"/>
              <a:gd name="connsiteX40" fmla="*/ 7652907 w 10678681"/>
              <a:gd name="connsiteY40" fmla="*/ 783273 h 1357700"/>
              <a:gd name="connsiteX41" fmla="*/ 7606008 w 10678681"/>
              <a:gd name="connsiteY41" fmla="*/ 800717 h 1357700"/>
              <a:gd name="connsiteX42" fmla="*/ 7480223 w 10678681"/>
              <a:gd name="connsiteY42" fmla="*/ 856821 h 1357700"/>
              <a:gd name="connsiteX43" fmla="*/ 7356005 w 10678681"/>
              <a:gd name="connsiteY43" fmla="*/ 919462 h 1357700"/>
              <a:gd name="connsiteX44" fmla="*/ 7305396 w 10678681"/>
              <a:gd name="connsiteY44" fmla="*/ 986228 h 1357700"/>
              <a:gd name="connsiteX45" fmla="*/ 7298314 w 10678681"/>
              <a:gd name="connsiteY45" fmla="*/ 989899 h 1357700"/>
              <a:gd name="connsiteX46" fmla="*/ 7277477 w 10678681"/>
              <a:gd name="connsiteY46" fmla="*/ 990571 h 1357700"/>
              <a:gd name="connsiteX47" fmla="*/ 7269396 w 10678681"/>
              <a:gd name="connsiteY47" fmla="*/ 989282 h 1357700"/>
              <a:gd name="connsiteX48" fmla="*/ 7258094 w 10678681"/>
              <a:gd name="connsiteY48" fmla="*/ 990679 h 1357700"/>
              <a:gd name="connsiteX49" fmla="*/ 7257893 w 10678681"/>
              <a:gd name="connsiteY49" fmla="*/ 991204 h 1357700"/>
              <a:gd name="connsiteX50" fmla="*/ 7247153 w 10678681"/>
              <a:gd name="connsiteY50" fmla="*/ 991550 h 1357700"/>
              <a:gd name="connsiteX51" fmla="*/ 7193612 w 10678681"/>
              <a:gd name="connsiteY51" fmla="*/ 987042 h 1357700"/>
              <a:gd name="connsiteX52" fmla="*/ 7132632 w 10678681"/>
              <a:gd name="connsiteY52" fmla="*/ 1042036 h 1357700"/>
              <a:gd name="connsiteX53" fmla="*/ 7105610 w 10678681"/>
              <a:gd name="connsiteY53" fmla="*/ 1053537 h 1357700"/>
              <a:gd name="connsiteX54" fmla="*/ 7091599 w 10678681"/>
              <a:gd name="connsiteY54" fmla="*/ 1062302 h 1357700"/>
              <a:gd name="connsiteX55" fmla="*/ 7090998 w 10678681"/>
              <a:gd name="connsiteY55" fmla="*/ 1064540 h 1357700"/>
              <a:gd name="connsiteX56" fmla="*/ 7039634 w 10678681"/>
              <a:gd name="connsiteY56" fmla="*/ 1059971 h 1357700"/>
              <a:gd name="connsiteX57" fmla="*/ 7033445 w 10678681"/>
              <a:gd name="connsiteY57" fmla="*/ 1063314 h 1357700"/>
              <a:gd name="connsiteX58" fmla="*/ 6999157 w 10678681"/>
              <a:gd name="connsiteY58" fmla="*/ 1055282 h 1357700"/>
              <a:gd name="connsiteX59" fmla="*/ 6981874 w 10678681"/>
              <a:gd name="connsiteY59" fmla="*/ 1053827 h 1357700"/>
              <a:gd name="connsiteX60" fmla="*/ 6976102 w 10678681"/>
              <a:gd name="connsiteY60" fmla="*/ 1047854 h 1357700"/>
              <a:gd name="connsiteX61" fmla="*/ 6951040 w 10678681"/>
              <a:gd name="connsiteY61" fmla="*/ 1048531 h 1357700"/>
              <a:gd name="connsiteX62" fmla="*/ 6948497 w 10678681"/>
              <a:gd name="connsiteY62" fmla="*/ 1050706 h 1357700"/>
              <a:gd name="connsiteX63" fmla="*/ 6926582 w 10678681"/>
              <a:gd name="connsiteY63" fmla="*/ 1043462 h 1357700"/>
              <a:gd name="connsiteX64" fmla="*/ 6833743 w 10678681"/>
              <a:gd name="connsiteY64" fmla="*/ 1027960 h 1357700"/>
              <a:gd name="connsiteX65" fmla="*/ 6698313 w 10678681"/>
              <a:gd name="connsiteY65" fmla="*/ 1063249 h 1357700"/>
              <a:gd name="connsiteX66" fmla="*/ 6550218 w 10678681"/>
              <a:gd name="connsiteY66" fmla="*/ 1026825 h 1357700"/>
              <a:gd name="connsiteX67" fmla="*/ 6437450 w 10678681"/>
              <a:gd name="connsiteY67" fmla="*/ 1101075 h 1357700"/>
              <a:gd name="connsiteX68" fmla="*/ 6327795 w 10678681"/>
              <a:gd name="connsiteY68" fmla="*/ 1088142 h 1357700"/>
              <a:gd name="connsiteX69" fmla="*/ 6136549 w 10678681"/>
              <a:gd name="connsiteY69" fmla="*/ 1100268 h 1357700"/>
              <a:gd name="connsiteX70" fmla="*/ 6004655 w 10678681"/>
              <a:gd name="connsiteY70" fmla="*/ 1114946 h 1357700"/>
              <a:gd name="connsiteX71" fmla="*/ 5936643 w 10678681"/>
              <a:gd name="connsiteY71" fmla="*/ 1095428 h 1357700"/>
              <a:gd name="connsiteX72" fmla="*/ 5912484 w 10678681"/>
              <a:gd name="connsiteY72" fmla="*/ 1112624 h 1357700"/>
              <a:gd name="connsiteX73" fmla="*/ 5908387 w 10678681"/>
              <a:gd name="connsiteY73" fmla="*/ 1116018 h 1357700"/>
              <a:gd name="connsiteX74" fmla="*/ 5890495 w 10678681"/>
              <a:gd name="connsiteY74" fmla="*/ 1120268 h 1357700"/>
              <a:gd name="connsiteX75" fmla="*/ 5887318 w 10678681"/>
              <a:gd name="connsiteY75" fmla="*/ 1133134 h 1357700"/>
              <a:gd name="connsiteX76" fmla="*/ 5861726 w 10678681"/>
              <a:gd name="connsiteY76" fmla="*/ 1147891 h 1357700"/>
              <a:gd name="connsiteX77" fmla="*/ 5805823 w 10678681"/>
              <a:gd name="connsiteY77" fmla="*/ 1152457 h 1357700"/>
              <a:gd name="connsiteX78" fmla="*/ 5689841 w 10678681"/>
              <a:gd name="connsiteY78" fmla="*/ 1176232 h 1357700"/>
              <a:gd name="connsiteX79" fmla="*/ 5605119 w 10678681"/>
              <a:gd name="connsiteY79" fmla="*/ 1190202 h 1357700"/>
              <a:gd name="connsiteX80" fmla="*/ 5488513 w 10678681"/>
              <a:gd name="connsiteY80" fmla="*/ 1205367 h 1357700"/>
              <a:gd name="connsiteX81" fmla="*/ 5402905 w 10678681"/>
              <a:gd name="connsiteY81" fmla="*/ 1241191 h 1357700"/>
              <a:gd name="connsiteX82" fmla="*/ 5285593 w 10678681"/>
              <a:gd name="connsiteY82" fmla="*/ 1273569 h 1357700"/>
              <a:gd name="connsiteX83" fmla="*/ 5192893 w 10678681"/>
              <a:gd name="connsiteY83" fmla="*/ 1247188 h 1357700"/>
              <a:gd name="connsiteX84" fmla="*/ 5186475 w 10678681"/>
              <a:gd name="connsiteY84" fmla="*/ 1257028 h 1357700"/>
              <a:gd name="connsiteX85" fmla="*/ 5126038 w 10678681"/>
              <a:gd name="connsiteY85" fmla="*/ 1263189 h 1357700"/>
              <a:gd name="connsiteX86" fmla="*/ 4894688 w 10678681"/>
              <a:gd name="connsiteY86" fmla="*/ 1247184 h 1357700"/>
              <a:gd name="connsiteX87" fmla="*/ 4788036 w 10678681"/>
              <a:gd name="connsiteY87" fmla="*/ 1238182 h 1357700"/>
              <a:gd name="connsiteX88" fmla="*/ 4747555 w 10678681"/>
              <a:gd name="connsiteY88" fmla="*/ 1252768 h 1357700"/>
              <a:gd name="connsiteX89" fmla="*/ 4679644 w 10678681"/>
              <a:gd name="connsiteY89" fmla="*/ 1276603 h 1357700"/>
              <a:gd name="connsiteX90" fmla="*/ 4632222 w 10678681"/>
              <a:gd name="connsiteY90" fmla="*/ 1318360 h 1357700"/>
              <a:gd name="connsiteX91" fmla="*/ 4617358 w 10678681"/>
              <a:gd name="connsiteY91" fmla="*/ 1327690 h 1357700"/>
              <a:gd name="connsiteX92" fmla="*/ 4589102 w 10678681"/>
              <a:gd name="connsiteY92" fmla="*/ 1321223 h 1357700"/>
              <a:gd name="connsiteX93" fmla="*/ 4578184 w 10678681"/>
              <a:gd name="connsiteY93" fmla="*/ 1326745 h 1357700"/>
              <a:gd name="connsiteX94" fmla="*/ 4574270 w 10678681"/>
              <a:gd name="connsiteY94" fmla="*/ 1325878 h 1357700"/>
              <a:gd name="connsiteX95" fmla="*/ 4564919 w 10678681"/>
              <a:gd name="connsiteY95" fmla="*/ 1325507 h 1357700"/>
              <a:gd name="connsiteX96" fmla="*/ 4566586 w 10678681"/>
              <a:gd name="connsiteY96" fmla="*/ 1316963 h 1357700"/>
              <a:gd name="connsiteX97" fmla="*/ 4556303 w 10678681"/>
              <a:gd name="connsiteY97" fmla="*/ 1300262 h 1357700"/>
              <a:gd name="connsiteX98" fmla="*/ 4502358 w 10678681"/>
              <a:gd name="connsiteY98" fmla="*/ 1302558 h 1357700"/>
              <a:gd name="connsiteX99" fmla="*/ 4498919 w 10678681"/>
              <a:gd name="connsiteY99" fmla="*/ 1312115 h 1357700"/>
              <a:gd name="connsiteX100" fmla="*/ 4492075 w 10678681"/>
              <a:gd name="connsiteY100" fmla="*/ 1313357 h 1357700"/>
              <a:gd name="connsiteX101" fmla="*/ 4487466 w 10678681"/>
              <a:gd name="connsiteY101" fmla="*/ 1304102 h 1357700"/>
              <a:gd name="connsiteX102" fmla="*/ 4398292 w 10678681"/>
              <a:gd name="connsiteY102" fmla="*/ 1278410 h 1357700"/>
              <a:gd name="connsiteX103" fmla="*/ 4306088 w 10678681"/>
              <a:gd name="connsiteY103" fmla="*/ 1282512 h 1357700"/>
              <a:gd name="connsiteX104" fmla="*/ 4188995 w 10678681"/>
              <a:gd name="connsiteY104" fmla="*/ 1296718 h 1357700"/>
              <a:gd name="connsiteX105" fmla="*/ 4181483 w 10678681"/>
              <a:gd name="connsiteY105" fmla="*/ 1287686 h 1357700"/>
              <a:gd name="connsiteX106" fmla="*/ 4120739 w 10678681"/>
              <a:gd name="connsiteY106" fmla="*/ 1288549 h 1357700"/>
              <a:gd name="connsiteX107" fmla="*/ 3906561 w 10678681"/>
              <a:gd name="connsiteY107" fmla="*/ 1352435 h 1357700"/>
              <a:gd name="connsiteX108" fmla="*/ 3787890 w 10678681"/>
              <a:gd name="connsiteY108" fmla="*/ 1352442 h 1357700"/>
              <a:gd name="connsiteX109" fmla="*/ 3745993 w 10678681"/>
              <a:gd name="connsiteY109" fmla="*/ 1342630 h 1357700"/>
              <a:gd name="connsiteX110" fmla="*/ 3675785 w 10678681"/>
              <a:gd name="connsiteY110" fmla="*/ 1326802 h 1357700"/>
              <a:gd name="connsiteX111" fmla="*/ 3623856 w 10678681"/>
              <a:gd name="connsiteY111" fmla="*/ 1290804 h 1357700"/>
              <a:gd name="connsiteX112" fmla="*/ 3564933 w 10678681"/>
              <a:gd name="connsiteY112" fmla="*/ 1287147 h 1357700"/>
              <a:gd name="connsiteX113" fmla="*/ 3550537 w 10678681"/>
              <a:gd name="connsiteY113" fmla="*/ 1317552 h 1357700"/>
              <a:gd name="connsiteX114" fmla="*/ 3487736 w 10678681"/>
              <a:gd name="connsiteY114" fmla="*/ 1303493 h 1357700"/>
              <a:gd name="connsiteX115" fmla="*/ 3392548 w 10678681"/>
              <a:gd name="connsiteY115" fmla="*/ 1278741 h 1357700"/>
              <a:gd name="connsiteX116" fmla="*/ 3337466 w 10678681"/>
              <a:gd name="connsiteY116" fmla="*/ 1272537 h 1357700"/>
              <a:gd name="connsiteX117" fmla="*/ 3187206 w 10678681"/>
              <a:gd name="connsiteY117" fmla="*/ 1246821 h 1357700"/>
              <a:gd name="connsiteX118" fmla="*/ 3036856 w 10678681"/>
              <a:gd name="connsiteY118" fmla="*/ 1214383 h 1357700"/>
              <a:gd name="connsiteX119" fmla="*/ 2948654 w 10678681"/>
              <a:gd name="connsiteY119" fmla="*/ 1157455 h 1357700"/>
              <a:gd name="connsiteX120" fmla="*/ 2824973 w 10678681"/>
              <a:gd name="connsiteY120" fmla="*/ 1134864 h 1357700"/>
              <a:gd name="connsiteX121" fmla="*/ 2804398 w 10678681"/>
              <a:gd name="connsiteY121" fmla="*/ 1125556 h 1357700"/>
              <a:gd name="connsiteX122" fmla="*/ 2775396 w 10678681"/>
              <a:gd name="connsiteY122" fmla="*/ 1130148 h 1357700"/>
              <a:gd name="connsiteX123" fmla="*/ 2659096 w 10678681"/>
              <a:gd name="connsiteY123" fmla="*/ 1150294 h 1357700"/>
              <a:gd name="connsiteX124" fmla="*/ 2567088 w 10678681"/>
              <a:gd name="connsiteY124" fmla="*/ 1181781 h 1357700"/>
              <a:gd name="connsiteX125" fmla="*/ 2454501 w 10678681"/>
              <a:gd name="connsiteY125" fmla="*/ 1155455 h 1357700"/>
              <a:gd name="connsiteX126" fmla="*/ 2385161 w 10678681"/>
              <a:gd name="connsiteY126" fmla="*/ 1161312 h 1357700"/>
              <a:gd name="connsiteX127" fmla="*/ 2270528 w 10678681"/>
              <a:gd name="connsiteY127" fmla="*/ 1204338 h 1357700"/>
              <a:gd name="connsiteX128" fmla="*/ 2121820 w 10678681"/>
              <a:gd name="connsiteY128" fmla="*/ 1187078 h 1357700"/>
              <a:gd name="connsiteX129" fmla="*/ 2092716 w 10678681"/>
              <a:gd name="connsiteY129" fmla="*/ 1139224 h 1357700"/>
              <a:gd name="connsiteX130" fmla="*/ 2052449 w 10678681"/>
              <a:gd name="connsiteY130" fmla="*/ 1109687 h 1357700"/>
              <a:gd name="connsiteX131" fmla="*/ 2032607 w 10678681"/>
              <a:gd name="connsiteY131" fmla="*/ 1175477 h 1357700"/>
              <a:gd name="connsiteX132" fmla="*/ 1901837 w 10678681"/>
              <a:gd name="connsiteY132" fmla="*/ 1221762 h 1357700"/>
              <a:gd name="connsiteX133" fmla="*/ 1836762 w 10678681"/>
              <a:gd name="connsiteY133" fmla="*/ 1237387 h 1357700"/>
              <a:gd name="connsiteX134" fmla="*/ 1735877 w 10678681"/>
              <a:gd name="connsiteY134" fmla="*/ 1246527 h 1357700"/>
              <a:gd name="connsiteX135" fmla="*/ 1705069 w 10678681"/>
              <a:gd name="connsiteY135" fmla="*/ 1251989 h 1357700"/>
              <a:gd name="connsiteX136" fmla="*/ 1397689 w 10678681"/>
              <a:gd name="connsiteY136" fmla="*/ 1336144 h 1357700"/>
              <a:gd name="connsiteX137" fmla="*/ 1220734 w 10678681"/>
              <a:gd name="connsiteY137" fmla="*/ 1257811 h 1357700"/>
              <a:gd name="connsiteX138" fmla="*/ 1021737 w 10678681"/>
              <a:gd name="connsiteY138" fmla="*/ 1238739 h 1357700"/>
              <a:gd name="connsiteX139" fmla="*/ 959820 w 10678681"/>
              <a:gd name="connsiteY139" fmla="*/ 1275863 h 1357700"/>
              <a:gd name="connsiteX140" fmla="*/ 929137 w 10678681"/>
              <a:gd name="connsiteY140" fmla="*/ 1273957 h 1357700"/>
              <a:gd name="connsiteX141" fmla="*/ 878849 w 10678681"/>
              <a:gd name="connsiteY141" fmla="*/ 1266740 h 1357700"/>
              <a:gd name="connsiteX142" fmla="*/ 800667 w 10678681"/>
              <a:gd name="connsiteY142" fmla="*/ 1282041 h 1357700"/>
              <a:gd name="connsiteX143" fmla="*/ 644906 w 10678681"/>
              <a:gd name="connsiteY143" fmla="*/ 1273685 h 1357700"/>
              <a:gd name="connsiteX144" fmla="*/ 379869 w 10678681"/>
              <a:gd name="connsiteY144" fmla="*/ 1339165 h 1357700"/>
              <a:gd name="connsiteX145" fmla="*/ 137696 w 10678681"/>
              <a:gd name="connsiteY145" fmla="*/ 1319217 h 1357700"/>
              <a:gd name="connsiteX146" fmla="*/ 54250 w 10678681"/>
              <a:gd name="connsiteY146" fmla="*/ 1315838 h 1357700"/>
              <a:gd name="connsiteX147" fmla="*/ 28042 w 10678681"/>
              <a:gd name="connsiteY147" fmla="*/ 1297822 h 1357700"/>
              <a:gd name="connsiteX148" fmla="*/ 0 w 10678681"/>
              <a:gd name="connsiteY148" fmla="*/ 1294612 h 1357700"/>
              <a:gd name="connsiteX149" fmla="*/ 0 w 10678681"/>
              <a:gd name="connsiteY149" fmla="*/ 0 h 1357700"/>
              <a:gd name="connsiteX0" fmla="*/ 0 w 10678681"/>
              <a:gd name="connsiteY0" fmla="*/ 0 h 1357700"/>
              <a:gd name="connsiteX1" fmla="*/ 10678681 w 10678681"/>
              <a:gd name="connsiteY1" fmla="*/ 0 h 1357700"/>
              <a:gd name="connsiteX2" fmla="*/ 10666019 w 10678681"/>
              <a:gd name="connsiteY2" fmla="*/ 7876 h 1357700"/>
              <a:gd name="connsiteX3" fmla="*/ 10632825 w 10678681"/>
              <a:gd name="connsiteY3" fmla="*/ 32153 h 1357700"/>
              <a:gd name="connsiteX4" fmla="*/ 10510605 w 10678681"/>
              <a:gd name="connsiteY4" fmla="*/ 30449 h 1357700"/>
              <a:gd name="connsiteX5" fmla="*/ 10456989 w 10678681"/>
              <a:gd name="connsiteY5" fmla="*/ 979 h 1357700"/>
              <a:gd name="connsiteX6" fmla="*/ 10438642 w 10678681"/>
              <a:gd name="connsiteY6" fmla="*/ 1524 h 1357700"/>
              <a:gd name="connsiteX7" fmla="*/ 10407146 w 10678681"/>
              <a:gd name="connsiteY7" fmla="*/ 43659 h 1357700"/>
              <a:gd name="connsiteX8" fmla="*/ 10357996 w 10678681"/>
              <a:gd name="connsiteY8" fmla="*/ 50836 h 1357700"/>
              <a:gd name="connsiteX9" fmla="*/ 10306667 w 10678681"/>
              <a:gd name="connsiteY9" fmla="*/ 109739 h 1357700"/>
              <a:gd name="connsiteX10" fmla="*/ 10115334 w 10678681"/>
              <a:gd name="connsiteY10" fmla="*/ 155658 h 1357700"/>
              <a:gd name="connsiteX11" fmla="*/ 10068157 w 10678681"/>
              <a:gd name="connsiteY11" fmla="*/ 215673 h 1357700"/>
              <a:gd name="connsiteX12" fmla="*/ 10045431 w 10678681"/>
              <a:gd name="connsiteY12" fmla="*/ 229568 h 1357700"/>
              <a:gd name="connsiteX13" fmla="*/ 10013265 w 10678681"/>
              <a:gd name="connsiteY13" fmla="*/ 284757 h 1357700"/>
              <a:gd name="connsiteX14" fmla="*/ 9862496 w 10678681"/>
              <a:gd name="connsiteY14" fmla="*/ 223033 h 1357700"/>
              <a:gd name="connsiteX15" fmla="*/ 9679638 w 10678681"/>
              <a:gd name="connsiteY15" fmla="*/ 277462 h 1357700"/>
              <a:gd name="connsiteX16" fmla="*/ 9498347 w 10678681"/>
              <a:gd name="connsiteY16" fmla="*/ 244723 h 1357700"/>
              <a:gd name="connsiteX17" fmla="*/ 9399702 w 10678681"/>
              <a:gd name="connsiteY17" fmla="*/ 276316 h 1357700"/>
              <a:gd name="connsiteX18" fmla="*/ 9378439 w 10678681"/>
              <a:gd name="connsiteY18" fmla="*/ 326244 h 1357700"/>
              <a:gd name="connsiteX19" fmla="*/ 9121744 w 10678681"/>
              <a:gd name="connsiteY19" fmla="*/ 365177 h 1357700"/>
              <a:gd name="connsiteX20" fmla="*/ 9061654 w 10678681"/>
              <a:gd name="connsiteY20" fmla="*/ 393730 h 1357700"/>
              <a:gd name="connsiteX21" fmla="*/ 8997577 w 10678681"/>
              <a:gd name="connsiteY21" fmla="*/ 380865 h 1357700"/>
              <a:gd name="connsiteX22" fmla="*/ 8907968 w 10678681"/>
              <a:gd name="connsiteY22" fmla="*/ 447345 h 1357700"/>
              <a:gd name="connsiteX23" fmla="*/ 8764163 w 10678681"/>
              <a:gd name="connsiteY23" fmla="*/ 471000 h 1357700"/>
              <a:gd name="connsiteX24" fmla="*/ 8680155 w 10678681"/>
              <a:gd name="connsiteY24" fmla="*/ 492404 h 1357700"/>
              <a:gd name="connsiteX25" fmla="*/ 8651436 w 10678681"/>
              <a:gd name="connsiteY25" fmla="*/ 511923 h 1357700"/>
              <a:gd name="connsiteX26" fmla="*/ 8609185 w 10678681"/>
              <a:gd name="connsiteY26" fmla="*/ 531525 h 1357700"/>
              <a:gd name="connsiteX27" fmla="*/ 8537091 w 10678681"/>
              <a:gd name="connsiteY27" fmla="*/ 574933 h 1357700"/>
              <a:gd name="connsiteX28" fmla="*/ 8435931 w 10678681"/>
              <a:gd name="connsiteY28" fmla="*/ 617926 h 1357700"/>
              <a:gd name="connsiteX29" fmla="*/ 8348623 w 10678681"/>
              <a:gd name="connsiteY29" fmla="*/ 600607 h 1357700"/>
              <a:gd name="connsiteX30" fmla="*/ 8344233 w 10678681"/>
              <a:gd name="connsiteY30" fmla="*/ 610922 h 1357700"/>
              <a:gd name="connsiteX31" fmla="*/ 8290622 w 10678681"/>
              <a:gd name="connsiteY31" fmla="*/ 622687 h 1357700"/>
              <a:gd name="connsiteX32" fmla="*/ 8086698 w 10678681"/>
              <a:gd name="connsiteY32" fmla="*/ 605185 h 1357700"/>
              <a:gd name="connsiteX33" fmla="*/ 7982378 w 10678681"/>
              <a:gd name="connsiteY33" fmla="*/ 629799 h 1357700"/>
              <a:gd name="connsiteX34" fmla="*/ 7947952 w 10678681"/>
              <a:gd name="connsiteY34" fmla="*/ 648003 h 1357700"/>
              <a:gd name="connsiteX35" fmla="*/ 7890112 w 10678681"/>
              <a:gd name="connsiteY35" fmla="*/ 677915 h 1357700"/>
              <a:gd name="connsiteX36" fmla="*/ 7853284 w 10678681"/>
              <a:gd name="connsiteY36" fmla="*/ 723588 h 1357700"/>
              <a:gd name="connsiteX37" fmla="*/ 7802383 w 10678681"/>
              <a:gd name="connsiteY37" fmla="*/ 739359 h 1357700"/>
              <a:gd name="connsiteX38" fmla="*/ 7782280 w 10678681"/>
              <a:gd name="connsiteY38" fmla="*/ 712868 h 1357700"/>
              <a:gd name="connsiteX39" fmla="*/ 7730518 w 10678681"/>
              <a:gd name="connsiteY39" fmla="*/ 739526 h 1357700"/>
              <a:gd name="connsiteX40" fmla="*/ 7652907 w 10678681"/>
              <a:gd name="connsiteY40" fmla="*/ 783273 h 1357700"/>
              <a:gd name="connsiteX41" fmla="*/ 7606008 w 10678681"/>
              <a:gd name="connsiteY41" fmla="*/ 800717 h 1357700"/>
              <a:gd name="connsiteX42" fmla="*/ 7480223 w 10678681"/>
              <a:gd name="connsiteY42" fmla="*/ 856821 h 1357700"/>
              <a:gd name="connsiteX43" fmla="*/ 7356005 w 10678681"/>
              <a:gd name="connsiteY43" fmla="*/ 919462 h 1357700"/>
              <a:gd name="connsiteX44" fmla="*/ 7305396 w 10678681"/>
              <a:gd name="connsiteY44" fmla="*/ 986228 h 1357700"/>
              <a:gd name="connsiteX45" fmla="*/ 7298314 w 10678681"/>
              <a:gd name="connsiteY45" fmla="*/ 989899 h 1357700"/>
              <a:gd name="connsiteX46" fmla="*/ 7277477 w 10678681"/>
              <a:gd name="connsiteY46" fmla="*/ 990571 h 1357700"/>
              <a:gd name="connsiteX47" fmla="*/ 7269396 w 10678681"/>
              <a:gd name="connsiteY47" fmla="*/ 989282 h 1357700"/>
              <a:gd name="connsiteX48" fmla="*/ 7258094 w 10678681"/>
              <a:gd name="connsiteY48" fmla="*/ 990679 h 1357700"/>
              <a:gd name="connsiteX49" fmla="*/ 7257893 w 10678681"/>
              <a:gd name="connsiteY49" fmla="*/ 991204 h 1357700"/>
              <a:gd name="connsiteX50" fmla="*/ 7247153 w 10678681"/>
              <a:gd name="connsiteY50" fmla="*/ 991550 h 1357700"/>
              <a:gd name="connsiteX51" fmla="*/ 7193612 w 10678681"/>
              <a:gd name="connsiteY51" fmla="*/ 987042 h 1357700"/>
              <a:gd name="connsiteX52" fmla="*/ 7132632 w 10678681"/>
              <a:gd name="connsiteY52" fmla="*/ 1042036 h 1357700"/>
              <a:gd name="connsiteX53" fmla="*/ 7105610 w 10678681"/>
              <a:gd name="connsiteY53" fmla="*/ 1053537 h 1357700"/>
              <a:gd name="connsiteX54" fmla="*/ 7091599 w 10678681"/>
              <a:gd name="connsiteY54" fmla="*/ 1062302 h 1357700"/>
              <a:gd name="connsiteX55" fmla="*/ 7090998 w 10678681"/>
              <a:gd name="connsiteY55" fmla="*/ 1064540 h 1357700"/>
              <a:gd name="connsiteX56" fmla="*/ 7039634 w 10678681"/>
              <a:gd name="connsiteY56" fmla="*/ 1059971 h 1357700"/>
              <a:gd name="connsiteX57" fmla="*/ 7033445 w 10678681"/>
              <a:gd name="connsiteY57" fmla="*/ 1063314 h 1357700"/>
              <a:gd name="connsiteX58" fmla="*/ 6999157 w 10678681"/>
              <a:gd name="connsiteY58" fmla="*/ 1055282 h 1357700"/>
              <a:gd name="connsiteX59" fmla="*/ 6981874 w 10678681"/>
              <a:gd name="connsiteY59" fmla="*/ 1053827 h 1357700"/>
              <a:gd name="connsiteX60" fmla="*/ 6976102 w 10678681"/>
              <a:gd name="connsiteY60" fmla="*/ 1047854 h 1357700"/>
              <a:gd name="connsiteX61" fmla="*/ 6951040 w 10678681"/>
              <a:gd name="connsiteY61" fmla="*/ 1048531 h 1357700"/>
              <a:gd name="connsiteX62" fmla="*/ 6948497 w 10678681"/>
              <a:gd name="connsiteY62" fmla="*/ 1050706 h 1357700"/>
              <a:gd name="connsiteX63" fmla="*/ 6926582 w 10678681"/>
              <a:gd name="connsiteY63" fmla="*/ 1043462 h 1357700"/>
              <a:gd name="connsiteX64" fmla="*/ 6833743 w 10678681"/>
              <a:gd name="connsiteY64" fmla="*/ 1027960 h 1357700"/>
              <a:gd name="connsiteX65" fmla="*/ 6698313 w 10678681"/>
              <a:gd name="connsiteY65" fmla="*/ 1063249 h 1357700"/>
              <a:gd name="connsiteX66" fmla="*/ 6550218 w 10678681"/>
              <a:gd name="connsiteY66" fmla="*/ 1026825 h 1357700"/>
              <a:gd name="connsiteX67" fmla="*/ 6437450 w 10678681"/>
              <a:gd name="connsiteY67" fmla="*/ 1101075 h 1357700"/>
              <a:gd name="connsiteX68" fmla="*/ 6327795 w 10678681"/>
              <a:gd name="connsiteY68" fmla="*/ 1088142 h 1357700"/>
              <a:gd name="connsiteX69" fmla="*/ 6136549 w 10678681"/>
              <a:gd name="connsiteY69" fmla="*/ 1100268 h 1357700"/>
              <a:gd name="connsiteX70" fmla="*/ 6004655 w 10678681"/>
              <a:gd name="connsiteY70" fmla="*/ 1114946 h 1357700"/>
              <a:gd name="connsiteX71" fmla="*/ 5936643 w 10678681"/>
              <a:gd name="connsiteY71" fmla="*/ 1095428 h 1357700"/>
              <a:gd name="connsiteX72" fmla="*/ 5912484 w 10678681"/>
              <a:gd name="connsiteY72" fmla="*/ 1112624 h 1357700"/>
              <a:gd name="connsiteX73" fmla="*/ 5908387 w 10678681"/>
              <a:gd name="connsiteY73" fmla="*/ 1116018 h 1357700"/>
              <a:gd name="connsiteX74" fmla="*/ 5890495 w 10678681"/>
              <a:gd name="connsiteY74" fmla="*/ 1120268 h 1357700"/>
              <a:gd name="connsiteX75" fmla="*/ 5887318 w 10678681"/>
              <a:gd name="connsiteY75" fmla="*/ 1133134 h 1357700"/>
              <a:gd name="connsiteX76" fmla="*/ 5861726 w 10678681"/>
              <a:gd name="connsiteY76" fmla="*/ 1147891 h 1357700"/>
              <a:gd name="connsiteX77" fmla="*/ 5805823 w 10678681"/>
              <a:gd name="connsiteY77" fmla="*/ 1152457 h 1357700"/>
              <a:gd name="connsiteX78" fmla="*/ 5689841 w 10678681"/>
              <a:gd name="connsiteY78" fmla="*/ 1176232 h 1357700"/>
              <a:gd name="connsiteX79" fmla="*/ 5605119 w 10678681"/>
              <a:gd name="connsiteY79" fmla="*/ 1190202 h 1357700"/>
              <a:gd name="connsiteX80" fmla="*/ 5488513 w 10678681"/>
              <a:gd name="connsiteY80" fmla="*/ 1205367 h 1357700"/>
              <a:gd name="connsiteX81" fmla="*/ 5402905 w 10678681"/>
              <a:gd name="connsiteY81" fmla="*/ 1241191 h 1357700"/>
              <a:gd name="connsiteX82" fmla="*/ 5285593 w 10678681"/>
              <a:gd name="connsiteY82" fmla="*/ 1273569 h 1357700"/>
              <a:gd name="connsiteX83" fmla="*/ 5192893 w 10678681"/>
              <a:gd name="connsiteY83" fmla="*/ 1247188 h 1357700"/>
              <a:gd name="connsiteX84" fmla="*/ 5186475 w 10678681"/>
              <a:gd name="connsiteY84" fmla="*/ 1257028 h 1357700"/>
              <a:gd name="connsiteX85" fmla="*/ 5126038 w 10678681"/>
              <a:gd name="connsiteY85" fmla="*/ 1263189 h 1357700"/>
              <a:gd name="connsiteX86" fmla="*/ 4894688 w 10678681"/>
              <a:gd name="connsiteY86" fmla="*/ 1247184 h 1357700"/>
              <a:gd name="connsiteX87" fmla="*/ 4788036 w 10678681"/>
              <a:gd name="connsiteY87" fmla="*/ 1238182 h 1357700"/>
              <a:gd name="connsiteX88" fmla="*/ 4747555 w 10678681"/>
              <a:gd name="connsiteY88" fmla="*/ 1252768 h 1357700"/>
              <a:gd name="connsiteX89" fmla="*/ 4679644 w 10678681"/>
              <a:gd name="connsiteY89" fmla="*/ 1276603 h 1357700"/>
              <a:gd name="connsiteX90" fmla="*/ 4632222 w 10678681"/>
              <a:gd name="connsiteY90" fmla="*/ 1318360 h 1357700"/>
              <a:gd name="connsiteX91" fmla="*/ 4617358 w 10678681"/>
              <a:gd name="connsiteY91" fmla="*/ 1327690 h 1357700"/>
              <a:gd name="connsiteX92" fmla="*/ 4589102 w 10678681"/>
              <a:gd name="connsiteY92" fmla="*/ 1321223 h 1357700"/>
              <a:gd name="connsiteX93" fmla="*/ 4578184 w 10678681"/>
              <a:gd name="connsiteY93" fmla="*/ 1326745 h 1357700"/>
              <a:gd name="connsiteX94" fmla="*/ 4574270 w 10678681"/>
              <a:gd name="connsiteY94" fmla="*/ 1325878 h 1357700"/>
              <a:gd name="connsiteX95" fmla="*/ 4564919 w 10678681"/>
              <a:gd name="connsiteY95" fmla="*/ 1325507 h 1357700"/>
              <a:gd name="connsiteX96" fmla="*/ 4566586 w 10678681"/>
              <a:gd name="connsiteY96" fmla="*/ 1316963 h 1357700"/>
              <a:gd name="connsiteX97" fmla="*/ 4556303 w 10678681"/>
              <a:gd name="connsiteY97" fmla="*/ 1300262 h 1357700"/>
              <a:gd name="connsiteX98" fmla="*/ 4502358 w 10678681"/>
              <a:gd name="connsiteY98" fmla="*/ 1302558 h 1357700"/>
              <a:gd name="connsiteX99" fmla="*/ 4498919 w 10678681"/>
              <a:gd name="connsiteY99" fmla="*/ 1312115 h 1357700"/>
              <a:gd name="connsiteX100" fmla="*/ 4492075 w 10678681"/>
              <a:gd name="connsiteY100" fmla="*/ 1313357 h 1357700"/>
              <a:gd name="connsiteX101" fmla="*/ 4487466 w 10678681"/>
              <a:gd name="connsiteY101" fmla="*/ 1304102 h 1357700"/>
              <a:gd name="connsiteX102" fmla="*/ 4398292 w 10678681"/>
              <a:gd name="connsiteY102" fmla="*/ 1278410 h 1357700"/>
              <a:gd name="connsiteX103" fmla="*/ 4306088 w 10678681"/>
              <a:gd name="connsiteY103" fmla="*/ 1282512 h 1357700"/>
              <a:gd name="connsiteX104" fmla="*/ 4188995 w 10678681"/>
              <a:gd name="connsiteY104" fmla="*/ 1296718 h 1357700"/>
              <a:gd name="connsiteX105" fmla="*/ 4181483 w 10678681"/>
              <a:gd name="connsiteY105" fmla="*/ 1287686 h 1357700"/>
              <a:gd name="connsiteX106" fmla="*/ 4064614 w 10678681"/>
              <a:gd name="connsiteY106" fmla="*/ 1296118 h 1357700"/>
              <a:gd name="connsiteX107" fmla="*/ 3906561 w 10678681"/>
              <a:gd name="connsiteY107" fmla="*/ 1352435 h 1357700"/>
              <a:gd name="connsiteX108" fmla="*/ 3787890 w 10678681"/>
              <a:gd name="connsiteY108" fmla="*/ 1352442 h 1357700"/>
              <a:gd name="connsiteX109" fmla="*/ 3745993 w 10678681"/>
              <a:gd name="connsiteY109" fmla="*/ 1342630 h 1357700"/>
              <a:gd name="connsiteX110" fmla="*/ 3675785 w 10678681"/>
              <a:gd name="connsiteY110" fmla="*/ 1326802 h 1357700"/>
              <a:gd name="connsiteX111" fmla="*/ 3623856 w 10678681"/>
              <a:gd name="connsiteY111" fmla="*/ 1290804 h 1357700"/>
              <a:gd name="connsiteX112" fmla="*/ 3564933 w 10678681"/>
              <a:gd name="connsiteY112" fmla="*/ 1287147 h 1357700"/>
              <a:gd name="connsiteX113" fmla="*/ 3550537 w 10678681"/>
              <a:gd name="connsiteY113" fmla="*/ 1317552 h 1357700"/>
              <a:gd name="connsiteX114" fmla="*/ 3487736 w 10678681"/>
              <a:gd name="connsiteY114" fmla="*/ 1303493 h 1357700"/>
              <a:gd name="connsiteX115" fmla="*/ 3392548 w 10678681"/>
              <a:gd name="connsiteY115" fmla="*/ 1278741 h 1357700"/>
              <a:gd name="connsiteX116" fmla="*/ 3337466 w 10678681"/>
              <a:gd name="connsiteY116" fmla="*/ 1272537 h 1357700"/>
              <a:gd name="connsiteX117" fmla="*/ 3187206 w 10678681"/>
              <a:gd name="connsiteY117" fmla="*/ 1246821 h 1357700"/>
              <a:gd name="connsiteX118" fmla="*/ 3036856 w 10678681"/>
              <a:gd name="connsiteY118" fmla="*/ 1214383 h 1357700"/>
              <a:gd name="connsiteX119" fmla="*/ 2948654 w 10678681"/>
              <a:gd name="connsiteY119" fmla="*/ 1157455 h 1357700"/>
              <a:gd name="connsiteX120" fmla="*/ 2824973 w 10678681"/>
              <a:gd name="connsiteY120" fmla="*/ 1134864 h 1357700"/>
              <a:gd name="connsiteX121" fmla="*/ 2804398 w 10678681"/>
              <a:gd name="connsiteY121" fmla="*/ 1125556 h 1357700"/>
              <a:gd name="connsiteX122" fmla="*/ 2775396 w 10678681"/>
              <a:gd name="connsiteY122" fmla="*/ 1130148 h 1357700"/>
              <a:gd name="connsiteX123" fmla="*/ 2659096 w 10678681"/>
              <a:gd name="connsiteY123" fmla="*/ 1150294 h 1357700"/>
              <a:gd name="connsiteX124" fmla="*/ 2567088 w 10678681"/>
              <a:gd name="connsiteY124" fmla="*/ 1181781 h 1357700"/>
              <a:gd name="connsiteX125" fmla="*/ 2454501 w 10678681"/>
              <a:gd name="connsiteY125" fmla="*/ 1155455 h 1357700"/>
              <a:gd name="connsiteX126" fmla="*/ 2385161 w 10678681"/>
              <a:gd name="connsiteY126" fmla="*/ 1161312 h 1357700"/>
              <a:gd name="connsiteX127" fmla="*/ 2270528 w 10678681"/>
              <a:gd name="connsiteY127" fmla="*/ 1204338 h 1357700"/>
              <a:gd name="connsiteX128" fmla="*/ 2121820 w 10678681"/>
              <a:gd name="connsiteY128" fmla="*/ 1187078 h 1357700"/>
              <a:gd name="connsiteX129" fmla="*/ 2092716 w 10678681"/>
              <a:gd name="connsiteY129" fmla="*/ 1139224 h 1357700"/>
              <a:gd name="connsiteX130" fmla="*/ 2052449 w 10678681"/>
              <a:gd name="connsiteY130" fmla="*/ 1109687 h 1357700"/>
              <a:gd name="connsiteX131" fmla="*/ 2032607 w 10678681"/>
              <a:gd name="connsiteY131" fmla="*/ 1175477 h 1357700"/>
              <a:gd name="connsiteX132" fmla="*/ 1901837 w 10678681"/>
              <a:gd name="connsiteY132" fmla="*/ 1221762 h 1357700"/>
              <a:gd name="connsiteX133" fmla="*/ 1836762 w 10678681"/>
              <a:gd name="connsiteY133" fmla="*/ 1237387 h 1357700"/>
              <a:gd name="connsiteX134" fmla="*/ 1735877 w 10678681"/>
              <a:gd name="connsiteY134" fmla="*/ 1246527 h 1357700"/>
              <a:gd name="connsiteX135" fmla="*/ 1705069 w 10678681"/>
              <a:gd name="connsiteY135" fmla="*/ 1251989 h 1357700"/>
              <a:gd name="connsiteX136" fmla="*/ 1397689 w 10678681"/>
              <a:gd name="connsiteY136" fmla="*/ 1336144 h 1357700"/>
              <a:gd name="connsiteX137" fmla="*/ 1220734 w 10678681"/>
              <a:gd name="connsiteY137" fmla="*/ 1257811 h 1357700"/>
              <a:gd name="connsiteX138" fmla="*/ 1021737 w 10678681"/>
              <a:gd name="connsiteY138" fmla="*/ 1238739 h 1357700"/>
              <a:gd name="connsiteX139" fmla="*/ 959820 w 10678681"/>
              <a:gd name="connsiteY139" fmla="*/ 1275863 h 1357700"/>
              <a:gd name="connsiteX140" fmla="*/ 929137 w 10678681"/>
              <a:gd name="connsiteY140" fmla="*/ 1273957 h 1357700"/>
              <a:gd name="connsiteX141" fmla="*/ 878849 w 10678681"/>
              <a:gd name="connsiteY141" fmla="*/ 1266740 h 1357700"/>
              <a:gd name="connsiteX142" fmla="*/ 800667 w 10678681"/>
              <a:gd name="connsiteY142" fmla="*/ 1282041 h 1357700"/>
              <a:gd name="connsiteX143" fmla="*/ 644906 w 10678681"/>
              <a:gd name="connsiteY143" fmla="*/ 1273685 h 1357700"/>
              <a:gd name="connsiteX144" fmla="*/ 379869 w 10678681"/>
              <a:gd name="connsiteY144" fmla="*/ 1339165 h 1357700"/>
              <a:gd name="connsiteX145" fmla="*/ 137696 w 10678681"/>
              <a:gd name="connsiteY145" fmla="*/ 1319217 h 1357700"/>
              <a:gd name="connsiteX146" fmla="*/ 54250 w 10678681"/>
              <a:gd name="connsiteY146" fmla="*/ 1315838 h 1357700"/>
              <a:gd name="connsiteX147" fmla="*/ 28042 w 10678681"/>
              <a:gd name="connsiteY147" fmla="*/ 1297822 h 1357700"/>
              <a:gd name="connsiteX148" fmla="*/ 0 w 10678681"/>
              <a:gd name="connsiteY148" fmla="*/ 1294612 h 1357700"/>
              <a:gd name="connsiteX149" fmla="*/ 0 w 10678681"/>
              <a:gd name="connsiteY149" fmla="*/ 0 h 1357700"/>
              <a:gd name="connsiteX0" fmla="*/ 0 w 10678681"/>
              <a:gd name="connsiteY0" fmla="*/ 0 h 1357700"/>
              <a:gd name="connsiteX1" fmla="*/ 10678681 w 10678681"/>
              <a:gd name="connsiteY1" fmla="*/ 0 h 1357700"/>
              <a:gd name="connsiteX2" fmla="*/ 10666019 w 10678681"/>
              <a:gd name="connsiteY2" fmla="*/ 7876 h 1357700"/>
              <a:gd name="connsiteX3" fmla="*/ 10632825 w 10678681"/>
              <a:gd name="connsiteY3" fmla="*/ 32153 h 1357700"/>
              <a:gd name="connsiteX4" fmla="*/ 10510605 w 10678681"/>
              <a:gd name="connsiteY4" fmla="*/ 30449 h 1357700"/>
              <a:gd name="connsiteX5" fmla="*/ 10456989 w 10678681"/>
              <a:gd name="connsiteY5" fmla="*/ 979 h 1357700"/>
              <a:gd name="connsiteX6" fmla="*/ 10438642 w 10678681"/>
              <a:gd name="connsiteY6" fmla="*/ 1524 h 1357700"/>
              <a:gd name="connsiteX7" fmla="*/ 10407146 w 10678681"/>
              <a:gd name="connsiteY7" fmla="*/ 43659 h 1357700"/>
              <a:gd name="connsiteX8" fmla="*/ 10357996 w 10678681"/>
              <a:gd name="connsiteY8" fmla="*/ 50836 h 1357700"/>
              <a:gd name="connsiteX9" fmla="*/ 10306667 w 10678681"/>
              <a:gd name="connsiteY9" fmla="*/ 109739 h 1357700"/>
              <a:gd name="connsiteX10" fmla="*/ 10115334 w 10678681"/>
              <a:gd name="connsiteY10" fmla="*/ 155658 h 1357700"/>
              <a:gd name="connsiteX11" fmla="*/ 10068157 w 10678681"/>
              <a:gd name="connsiteY11" fmla="*/ 215673 h 1357700"/>
              <a:gd name="connsiteX12" fmla="*/ 10045431 w 10678681"/>
              <a:gd name="connsiteY12" fmla="*/ 229568 h 1357700"/>
              <a:gd name="connsiteX13" fmla="*/ 10013265 w 10678681"/>
              <a:gd name="connsiteY13" fmla="*/ 284757 h 1357700"/>
              <a:gd name="connsiteX14" fmla="*/ 9862496 w 10678681"/>
              <a:gd name="connsiteY14" fmla="*/ 223033 h 1357700"/>
              <a:gd name="connsiteX15" fmla="*/ 9679638 w 10678681"/>
              <a:gd name="connsiteY15" fmla="*/ 277462 h 1357700"/>
              <a:gd name="connsiteX16" fmla="*/ 9498347 w 10678681"/>
              <a:gd name="connsiteY16" fmla="*/ 244723 h 1357700"/>
              <a:gd name="connsiteX17" fmla="*/ 9399702 w 10678681"/>
              <a:gd name="connsiteY17" fmla="*/ 276316 h 1357700"/>
              <a:gd name="connsiteX18" fmla="*/ 9378439 w 10678681"/>
              <a:gd name="connsiteY18" fmla="*/ 326244 h 1357700"/>
              <a:gd name="connsiteX19" fmla="*/ 9121744 w 10678681"/>
              <a:gd name="connsiteY19" fmla="*/ 365177 h 1357700"/>
              <a:gd name="connsiteX20" fmla="*/ 9061654 w 10678681"/>
              <a:gd name="connsiteY20" fmla="*/ 393730 h 1357700"/>
              <a:gd name="connsiteX21" fmla="*/ 8997577 w 10678681"/>
              <a:gd name="connsiteY21" fmla="*/ 380865 h 1357700"/>
              <a:gd name="connsiteX22" fmla="*/ 8907968 w 10678681"/>
              <a:gd name="connsiteY22" fmla="*/ 447345 h 1357700"/>
              <a:gd name="connsiteX23" fmla="*/ 8764163 w 10678681"/>
              <a:gd name="connsiteY23" fmla="*/ 471000 h 1357700"/>
              <a:gd name="connsiteX24" fmla="*/ 8680155 w 10678681"/>
              <a:gd name="connsiteY24" fmla="*/ 492404 h 1357700"/>
              <a:gd name="connsiteX25" fmla="*/ 8651436 w 10678681"/>
              <a:gd name="connsiteY25" fmla="*/ 511923 h 1357700"/>
              <a:gd name="connsiteX26" fmla="*/ 8609185 w 10678681"/>
              <a:gd name="connsiteY26" fmla="*/ 531525 h 1357700"/>
              <a:gd name="connsiteX27" fmla="*/ 8537091 w 10678681"/>
              <a:gd name="connsiteY27" fmla="*/ 574933 h 1357700"/>
              <a:gd name="connsiteX28" fmla="*/ 8435931 w 10678681"/>
              <a:gd name="connsiteY28" fmla="*/ 617926 h 1357700"/>
              <a:gd name="connsiteX29" fmla="*/ 8348623 w 10678681"/>
              <a:gd name="connsiteY29" fmla="*/ 600607 h 1357700"/>
              <a:gd name="connsiteX30" fmla="*/ 8344233 w 10678681"/>
              <a:gd name="connsiteY30" fmla="*/ 610922 h 1357700"/>
              <a:gd name="connsiteX31" fmla="*/ 8290622 w 10678681"/>
              <a:gd name="connsiteY31" fmla="*/ 622687 h 1357700"/>
              <a:gd name="connsiteX32" fmla="*/ 8086698 w 10678681"/>
              <a:gd name="connsiteY32" fmla="*/ 605185 h 1357700"/>
              <a:gd name="connsiteX33" fmla="*/ 7982378 w 10678681"/>
              <a:gd name="connsiteY33" fmla="*/ 629799 h 1357700"/>
              <a:gd name="connsiteX34" fmla="*/ 7947952 w 10678681"/>
              <a:gd name="connsiteY34" fmla="*/ 648003 h 1357700"/>
              <a:gd name="connsiteX35" fmla="*/ 7890112 w 10678681"/>
              <a:gd name="connsiteY35" fmla="*/ 677915 h 1357700"/>
              <a:gd name="connsiteX36" fmla="*/ 7853284 w 10678681"/>
              <a:gd name="connsiteY36" fmla="*/ 723588 h 1357700"/>
              <a:gd name="connsiteX37" fmla="*/ 7802383 w 10678681"/>
              <a:gd name="connsiteY37" fmla="*/ 739359 h 1357700"/>
              <a:gd name="connsiteX38" fmla="*/ 7782280 w 10678681"/>
              <a:gd name="connsiteY38" fmla="*/ 712868 h 1357700"/>
              <a:gd name="connsiteX39" fmla="*/ 7730518 w 10678681"/>
              <a:gd name="connsiteY39" fmla="*/ 739526 h 1357700"/>
              <a:gd name="connsiteX40" fmla="*/ 7652907 w 10678681"/>
              <a:gd name="connsiteY40" fmla="*/ 783273 h 1357700"/>
              <a:gd name="connsiteX41" fmla="*/ 7606008 w 10678681"/>
              <a:gd name="connsiteY41" fmla="*/ 800717 h 1357700"/>
              <a:gd name="connsiteX42" fmla="*/ 7480223 w 10678681"/>
              <a:gd name="connsiteY42" fmla="*/ 856821 h 1357700"/>
              <a:gd name="connsiteX43" fmla="*/ 7356005 w 10678681"/>
              <a:gd name="connsiteY43" fmla="*/ 919462 h 1357700"/>
              <a:gd name="connsiteX44" fmla="*/ 7305396 w 10678681"/>
              <a:gd name="connsiteY44" fmla="*/ 986228 h 1357700"/>
              <a:gd name="connsiteX45" fmla="*/ 7298314 w 10678681"/>
              <a:gd name="connsiteY45" fmla="*/ 989899 h 1357700"/>
              <a:gd name="connsiteX46" fmla="*/ 7277477 w 10678681"/>
              <a:gd name="connsiteY46" fmla="*/ 990571 h 1357700"/>
              <a:gd name="connsiteX47" fmla="*/ 7269396 w 10678681"/>
              <a:gd name="connsiteY47" fmla="*/ 989282 h 1357700"/>
              <a:gd name="connsiteX48" fmla="*/ 7258094 w 10678681"/>
              <a:gd name="connsiteY48" fmla="*/ 990679 h 1357700"/>
              <a:gd name="connsiteX49" fmla="*/ 7257893 w 10678681"/>
              <a:gd name="connsiteY49" fmla="*/ 991204 h 1357700"/>
              <a:gd name="connsiteX50" fmla="*/ 7247153 w 10678681"/>
              <a:gd name="connsiteY50" fmla="*/ 991550 h 1357700"/>
              <a:gd name="connsiteX51" fmla="*/ 7193612 w 10678681"/>
              <a:gd name="connsiteY51" fmla="*/ 987042 h 1357700"/>
              <a:gd name="connsiteX52" fmla="*/ 7132632 w 10678681"/>
              <a:gd name="connsiteY52" fmla="*/ 1042036 h 1357700"/>
              <a:gd name="connsiteX53" fmla="*/ 7105610 w 10678681"/>
              <a:gd name="connsiteY53" fmla="*/ 1053537 h 1357700"/>
              <a:gd name="connsiteX54" fmla="*/ 7091599 w 10678681"/>
              <a:gd name="connsiteY54" fmla="*/ 1062302 h 1357700"/>
              <a:gd name="connsiteX55" fmla="*/ 7090998 w 10678681"/>
              <a:gd name="connsiteY55" fmla="*/ 1064540 h 1357700"/>
              <a:gd name="connsiteX56" fmla="*/ 7039634 w 10678681"/>
              <a:gd name="connsiteY56" fmla="*/ 1059971 h 1357700"/>
              <a:gd name="connsiteX57" fmla="*/ 7033445 w 10678681"/>
              <a:gd name="connsiteY57" fmla="*/ 1063314 h 1357700"/>
              <a:gd name="connsiteX58" fmla="*/ 6999157 w 10678681"/>
              <a:gd name="connsiteY58" fmla="*/ 1055282 h 1357700"/>
              <a:gd name="connsiteX59" fmla="*/ 6981874 w 10678681"/>
              <a:gd name="connsiteY59" fmla="*/ 1053827 h 1357700"/>
              <a:gd name="connsiteX60" fmla="*/ 6976102 w 10678681"/>
              <a:gd name="connsiteY60" fmla="*/ 1047854 h 1357700"/>
              <a:gd name="connsiteX61" fmla="*/ 6951040 w 10678681"/>
              <a:gd name="connsiteY61" fmla="*/ 1048531 h 1357700"/>
              <a:gd name="connsiteX62" fmla="*/ 6948497 w 10678681"/>
              <a:gd name="connsiteY62" fmla="*/ 1050706 h 1357700"/>
              <a:gd name="connsiteX63" fmla="*/ 6926582 w 10678681"/>
              <a:gd name="connsiteY63" fmla="*/ 1043462 h 1357700"/>
              <a:gd name="connsiteX64" fmla="*/ 6833743 w 10678681"/>
              <a:gd name="connsiteY64" fmla="*/ 1027960 h 1357700"/>
              <a:gd name="connsiteX65" fmla="*/ 6698313 w 10678681"/>
              <a:gd name="connsiteY65" fmla="*/ 1063249 h 1357700"/>
              <a:gd name="connsiteX66" fmla="*/ 6550218 w 10678681"/>
              <a:gd name="connsiteY66" fmla="*/ 1026825 h 1357700"/>
              <a:gd name="connsiteX67" fmla="*/ 6437450 w 10678681"/>
              <a:gd name="connsiteY67" fmla="*/ 1101075 h 1357700"/>
              <a:gd name="connsiteX68" fmla="*/ 6327795 w 10678681"/>
              <a:gd name="connsiteY68" fmla="*/ 1088142 h 1357700"/>
              <a:gd name="connsiteX69" fmla="*/ 6136549 w 10678681"/>
              <a:gd name="connsiteY69" fmla="*/ 1100268 h 1357700"/>
              <a:gd name="connsiteX70" fmla="*/ 6004655 w 10678681"/>
              <a:gd name="connsiteY70" fmla="*/ 1114946 h 1357700"/>
              <a:gd name="connsiteX71" fmla="*/ 5936643 w 10678681"/>
              <a:gd name="connsiteY71" fmla="*/ 1095428 h 1357700"/>
              <a:gd name="connsiteX72" fmla="*/ 5912484 w 10678681"/>
              <a:gd name="connsiteY72" fmla="*/ 1112624 h 1357700"/>
              <a:gd name="connsiteX73" fmla="*/ 5908387 w 10678681"/>
              <a:gd name="connsiteY73" fmla="*/ 1116018 h 1357700"/>
              <a:gd name="connsiteX74" fmla="*/ 5890495 w 10678681"/>
              <a:gd name="connsiteY74" fmla="*/ 1120268 h 1357700"/>
              <a:gd name="connsiteX75" fmla="*/ 5887318 w 10678681"/>
              <a:gd name="connsiteY75" fmla="*/ 1133134 h 1357700"/>
              <a:gd name="connsiteX76" fmla="*/ 5861726 w 10678681"/>
              <a:gd name="connsiteY76" fmla="*/ 1147891 h 1357700"/>
              <a:gd name="connsiteX77" fmla="*/ 5805823 w 10678681"/>
              <a:gd name="connsiteY77" fmla="*/ 1152457 h 1357700"/>
              <a:gd name="connsiteX78" fmla="*/ 5689841 w 10678681"/>
              <a:gd name="connsiteY78" fmla="*/ 1176232 h 1357700"/>
              <a:gd name="connsiteX79" fmla="*/ 5605119 w 10678681"/>
              <a:gd name="connsiteY79" fmla="*/ 1190202 h 1357700"/>
              <a:gd name="connsiteX80" fmla="*/ 5488513 w 10678681"/>
              <a:gd name="connsiteY80" fmla="*/ 1205367 h 1357700"/>
              <a:gd name="connsiteX81" fmla="*/ 5402905 w 10678681"/>
              <a:gd name="connsiteY81" fmla="*/ 1241191 h 1357700"/>
              <a:gd name="connsiteX82" fmla="*/ 5285593 w 10678681"/>
              <a:gd name="connsiteY82" fmla="*/ 1273569 h 1357700"/>
              <a:gd name="connsiteX83" fmla="*/ 5192893 w 10678681"/>
              <a:gd name="connsiteY83" fmla="*/ 1247188 h 1357700"/>
              <a:gd name="connsiteX84" fmla="*/ 5186475 w 10678681"/>
              <a:gd name="connsiteY84" fmla="*/ 1257028 h 1357700"/>
              <a:gd name="connsiteX85" fmla="*/ 5126038 w 10678681"/>
              <a:gd name="connsiteY85" fmla="*/ 1263189 h 1357700"/>
              <a:gd name="connsiteX86" fmla="*/ 4894688 w 10678681"/>
              <a:gd name="connsiteY86" fmla="*/ 1247184 h 1357700"/>
              <a:gd name="connsiteX87" fmla="*/ 4788036 w 10678681"/>
              <a:gd name="connsiteY87" fmla="*/ 1238182 h 1357700"/>
              <a:gd name="connsiteX88" fmla="*/ 4747555 w 10678681"/>
              <a:gd name="connsiteY88" fmla="*/ 1252768 h 1357700"/>
              <a:gd name="connsiteX89" fmla="*/ 4679644 w 10678681"/>
              <a:gd name="connsiteY89" fmla="*/ 1276603 h 1357700"/>
              <a:gd name="connsiteX90" fmla="*/ 4632222 w 10678681"/>
              <a:gd name="connsiteY90" fmla="*/ 1318360 h 1357700"/>
              <a:gd name="connsiteX91" fmla="*/ 4617358 w 10678681"/>
              <a:gd name="connsiteY91" fmla="*/ 1327690 h 1357700"/>
              <a:gd name="connsiteX92" fmla="*/ 4589102 w 10678681"/>
              <a:gd name="connsiteY92" fmla="*/ 1321223 h 1357700"/>
              <a:gd name="connsiteX93" fmla="*/ 4578184 w 10678681"/>
              <a:gd name="connsiteY93" fmla="*/ 1326745 h 1357700"/>
              <a:gd name="connsiteX94" fmla="*/ 4574270 w 10678681"/>
              <a:gd name="connsiteY94" fmla="*/ 1325878 h 1357700"/>
              <a:gd name="connsiteX95" fmla="*/ 4564919 w 10678681"/>
              <a:gd name="connsiteY95" fmla="*/ 1325507 h 1357700"/>
              <a:gd name="connsiteX96" fmla="*/ 4566586 w 10678681"/>
              <a:gd name="connsiteY96" fmla="*/ 1316963 h 1357700"/>
              <a:gd name="connsiteX97" fmla="*/ 4556303 w 10678681"/>
              <a:gd name="connsiteY97" fmla="*/ 1300262 h 1357700"/>
              <a:gd name="connsiteX98" fmla="*/ 4502358 w 10678681"/>
              <a:gd name="connsiteY98" fmla="*/ 1302558 h 1357700"/>
              <a:gd name="connsiteX99" fmla="*/ 4498919 w 10678681"/>
              <a:gd name="connsiteY99" fmla="*/ 1312115 h 1357700"/>
              <a:gd name="connsiteX100" fmla="*/ 4492075 w 10678681"/>
              <a:gd name="connsiteY100" fmla="*/ 1313357 h 1357700"/>
              <a:gd name="connsiteX101" fmla="*/ 4487466 w 10678681"/>
              <a:gd name="connsiteY101" fmla="*/ 1304102 h 1357700"/>
              <a:gd name="connsiteX102" fmla="*/ 4398292 w 10678681"/>
              <a:gd name="connsiteY102" fmla="*/ 1278410 h 1357700"/>
              <a:gd name="connsiteX103" fmla="*/ 4306088 w 10678681"/>
              <a:gd name="connsiteY103" fmla="*/ 1282512 h 1357700"/>
              <a:gd name="connsiteX104" fmla="*/ 4188995 w 10678681"/>
              <a:gd name="connsiteY104" fmla="*/ 1296718 h 1357700"/>
              <a:gd name="connsiteX105" fmla="*/ 4136582 w 10678681"/>
              <a:gd name="connsiteY105" fmla="*/ 1287687 h 1357700"/>
              <a:gd name="connsiteX106" fmla="*/ 4064614 w 10678681"/>
              <a:gd name="connsiteY106" fmla="*/ 1296118 h 1357700"/>
              <a:gd name="connsiteX107" fmla="*/ 3906561 w 10678681"/>
              <a:gd name="connsiteY107" fmla="*/ 1352435 h 1357700"/>
              <a:gd name="connsiteX108" fmla="*/ 3787890 w 10678681"/>
              <a:gd name="connsiteY108" fmla="*/ 1352442 h 1357700"/>
              <a:gd name="connsiteX109" fmla="*/ 3745993 w 10678681"/>
              <a:gd name="connsiteY109" fmla="*/ 1342630 h 1357700"/>
              <a:gd name="connsiteX110" fmla="*/ 3675785 w 10678681"/>
              <a:gd name="connsiteY110" fmla="*/ 1326802 h 1357700"/>
              <a:gd name="connsiteX111" fmla="*/ 3623856 w 10678681"/>
              <a:gd name="connsiteY111" fmla="*/ 1290804 h 1357700"/>
              <a:gd name="connsiteX112" fmla="*/ 3564933 w 10678681"/>
              <a:gd name="connsiteY112" fmla="*/ 1287147 h 1357700"/>
              <a:gd name="connsiteX113" fmla="*/ 3550537 w 10678681"/>
              <a:gd name="connsiteY113" fmla="*/ 1317552 h 1357700"/>
              <a:gd name="connsiteX114" fmla="*/ 3487736 w 10678681"/>
              <a:gd name="connsiteY114" fmla="*/ 1303493 h 1357700"/>
              <a:gd name="connsiteX115" fmla="*/ 3392548 w 10678681"/>
              <a:gd name="connsiteY115" fmla="*/ 1278741 h 1357700"/>
              <a:gd name="connsiteX116" fmla="*/ 3337466 w 10678681"/>
              <a:gd name="connsiteY116" fmla="*/ 1272537 h 1357700"/>
              <a:gd name="connsiteX117" fmla="*/ 3187206 w 10678681"/>
              <a:gd name="connsiteY117" fmla="*/ 1246821 h 1357700"/>
              <a:gd name="connsiteX118" fmla="*/ 3036856 w 10678681"/>
              <a:gd name="connsiteY118" fmla="*/ 1214383 h 1357700"/>
              <a:gd name="connsiteX119" fmla="*/ 2948654 w 10678681"/>
              <a:gd name="connsiteY119" fmla="*/ 1157455 h 1357700"/>
              <a:gd name="connsiteX120" fmla="*/ 2824973 w 10678681"/>
              <a:gd name="connsiteY120" fmla="*/ 1134864 h 1357700"/>
              <a:gd name="connsiteX121" fmla="*/ 2804398 w 10678681"/>
              <a:gd name="connsiteY121" fmla="*/ 1125556 h 1357700"/>
              <a:gd name="connsiteX122" fmla="*/ 2775396 w 10678681"/>
              <a:gd name="connsiteY122" fmla="*/ 1130148 h 1357700"/>
              <a:gd name="connsiteX123" fmla="*/ 2659096 w 10678681"/>
              <a:gd name="connsiteY123" fmla="*/ 1150294 h 1357700"/>
              <a:gd name="connsiteX124" fmla="*/ 2567088 w 10678681"/>
              <a:gd name="connsiteY124" fmla="*/ 1181781 h 1357700"/>
              <a:gd name="connsiteX125" fmla="*/ 2454501 w 10678681"/>
              <a:gd name="connsiteY125" fmla="*/ 1155455 h 1357700"/>
              <a:gd name="connsiteX126" fmla="*/ 2385161 w 10678681"/>
              <a:gd name="connsiteY126" fmla="*/ 1161312 h 1357700"/>
              <a:gd name="connsiteX127" fmla="*/ 2270528 w 10678681"/>
              <a:gd name="connsiteY127" fmla="*/ 1204338 h 1357700"/>
              <a:gd name="connsiteX128" fmla="*/ 2121820 w 10678681"/>
              <a:gd name="connsiteY128" fmla="*/ 1187078 h 1357700"/>
              <a:gd name="connsiteX129" fmla="*/ 2092716 w 10678681"/>
              <a:gd name="connsiteY129" fmla="*/ 1139224 h 1357700"/>
              <a:gd name="connsiteX130" fmla="*/ 2052449 w 10678681"/>
              <a:gd name="connsiteY130" fmla="*/ 1109687 h 1357700"/>
              <a:gd name="connsiteX131" fmla="*/ 2032607 w 10678681"/>
              <a:gd name="connsiteY131" fmla="*/ 1175477 h 1357700"/>
              <a:gd name="connsiteX132" fmla="*/ 1901837 w 10678681"/>
              <a:gd name="connsiteY132" fmla="*/ 1221762 h 1357700"/>
              <a:gd name="connsiteX133" fmla="*/ 1836762 w 10678681"/>
              <a:gd name="connsiteY133" fmla="*/ 1237387 h 1357700"/>
              <a:gd name="connsiteX134" fmla="*/ 1735877 w 10678681"/>
              <a:gd name="connsiteY134" fmla="*/ 1246527 h 1357700"/>
              <a:gd name="connsiteX135" fmla="*/ 1705069 w 10678681"/>
              <a:gd name="connsiteY135" fmla="*/ 1251989 h 1357700"/>
              <a:gd name="connsiteX136" fmla="*/ 1397689 w 10678681"/>
              <a:gd name="connsiteY136" fmla="*/ 1336144 h 1357700"/>
              <a:gd name="connsiteX137" fmla="*/ 1220734 w 10678681"/>
              <a:gd name="connsiteY137" fmla="*/ 1257811 h 1357700"/>
              <a:gd name="connsiteX138" fmla="*/ 1021737 w 10678681"/>
              <a:gd name="connsiteY138" fmla="*/ 1238739 h 1357700"/>
              <a:gd name="connsiteX139" fmla="*/ 959820 w 10678681"/>
              <a:gd name="connsiteY139" fmla="*/ 1275863 h 1357700"/>
              <a:gd name="connsiteX140" fmla="*/ 929137 w 10678681"/>
              <a:gd name="connsiteY140" fmla="*/ 1273957 h 1357700"/>
              <a:gd name="connsiteX141" fmla="*/ 878849 w 10678681"/>
              <a:gd name="connsiteY141" fmla="*/ 1266740 h 1357700"/>
              <a:gd name="connsiteX142" fmla="*/ 800667 w 10678681"/>
              <a:gd name="connsiteY142" fmla="*/ 1282041 h 1357700"/>
              <a:gd name="connsiteX143" fmla="*/ 644906 w 10678681"/>
              <a:gd name="connsiteY143" fmla="*/ 1273685 h 1357700"/>
              <a:gd name="connsiteX144" fmla="*/ 379869 w 10678681"/>
              <a:gd name="connsiteY144" fmla="*/ 1339165 h 1357700"/>
              <a:gd name="connsiteX145" fmla="*/ 137696 w 10678681"/>
              <a:gd name="connsiteY145" fmla="*/ 1319217 h 1357700"/>
              <a:gd name="connsiteX146" fmla="*/ 54250 w 10678681"/>
              <a:gd name="connsiteY146" fmla="*/ 1315838 h 1357700"/>
              <a:gd name="connsiteX147" fmla="*/ 28042 w 10678681"/>
              <a:gd name="connsiteY147" fmla="*/ 1297822 h 1357700"/>
              <a:gd name="connsiteX148" fmla="*/ 0 w 10678681"/>
              <a:gd name="connsiteY148" fmla="*/ 1294612 h 1357700"/>
              <a:gd name="connsiteX149" fmla="*/ 0 w 10678681"/>
              <a:gd name="connsiteY149" fmla="*/ 0 h 1357700"/>
              <a:gd name="connsiteX0" fmla="*/ 0 w 10678681"/>
              <a:gd name="connsiteY0" fmla="*/ 0 h 1357700"/>
              <a:gd name="connsiteX1" fmla="*/ 10678681 w 10678681"/>
              <a:gd name="connsiteY1" fmla="*/ 0 h 1357700"/>
              <a:gd name="connsiteX2" fmla="*/ 10666019 w 10678681"/>
              <a:gd name="connsiteY2" fmla="*/ 7876 h 1357700"/>
              <a:gd name="connsiteX3" fmla="*/ 10632825 w 10678681"/>
              <a:gd name="connsiteY3" fmla="*/ 32153 h 1357700"/>
              <a:gd name="connsiteX4" fmla="*/ 10510605 w 10678681"/>
              <a:gd name="connsiteY4" fmla="*/ 30449 h 1357700"/>
              <a:gd name="connsiteX5" fmla="*/ 10456989 w 10678681"/>
              <a:gd name="connsiteY5" fmla="*/ 979 h 1357700"/>
              <a:gd name="connsiteX6" fmla="*/ 10438642 w 10678681"/>
              <a:gd name="connsiteY6" fmla="*/ 1524 h 1357700"/>
              <a:gd name="connsiteX7" fmla="*/ 10407146 w 10678681"/>
              <a:gd name="connsiteY7" fmla="*/ 43659 h 1357700"/>
              <a:gd name="connsiteX8" fmla="*/ 10357996 w 10678681"/>
              <a:gd name="connsiteY8" fmla="*/ 50836 h 1357700"/>
              <a:gd name="connsiteX9" fmla="*/ 10306667 w 10678681"/>
              <a:gd name="connsiteY9" fmla="*/ 109739 h 1357700"/>
              <a:gd name="connsiteX10" fmla="*/ 10115334 w 10678681"/>
              <a:gd name="connsiteY10" fmla="*/ 155658 h 1357700"/>
              <a:gd name="connsiteX11" fmla="*/ 10068157 w 10678681"/>
              <a:gd name="connsiteY11" fmla="*/ 215673 h 1357700"/>
              <a:gd name="connsiteX12" fmla="*/ 10045431 w 10678681"/>
              <a:gd name="connsiteY12" fmla="*/ 229568 h 1357700"/>
              <a:gd name="connsiteX13" fmla="*/ 10013265 w 10678681"/>
              <a:gd name="connsiteY13" fmla="*/ 284757 h 1357700"/>
              <a:gd name="connsiteX14" fmla="*/ 9862496 w 10678681"/>
              <a:gd name="connsiteY14" fmla="*/ 223033 h 1357700"/>
              <a:gd name="connsiteX15" fmla="*/ 9679638 w 10678681"/>
              <a:gd name="connsiteY15" fmla="*/ 277462 h 1357700"/>
              <a:gd name="connsiteX16" fmla="*/ 9498347 w 10678681"/>
              <a:gd name="connsiteY16" fmla="*/ 244723 h 1357700"/>
              <a:gd name="connsiteX17" fmla="*/ 9399702 w 10678681"/>
              <a:gd name="connsiteY17" fmla="*/ 276316 h 1357700"/>
              <a:gd name="connsiteX18" fmla="*/ 9378439 w 10678681"/>
              <a:gd name="connsiteY18" fmla="*/ 326244 h 1357700"/>
              <a:gd name="connsiteX19" fmla="*/ 9121744 w 10678681"/>
              <a:gd name="connsiteY19" fmla="*/ 365177 h 1357700"/>
              <a:gd name="connsiteX20" fmla="*/ 9061654 w 10678681"/>
              <a:gd name="connsiteY20" fmla="*/ 393730 h 1357700"/>
              <a:gd name="connsiteX21" fmla="*/ 8997577 w 10678681"/>
              <a:gd name="connsiteY21" fmla="*/ 380865 h 1357700"/>
              <a:gd name="connsiteX22" fmla="*/ 8907968 w 10678681"/>
              <a:gd name="connsiteY22" fmla="*/ 447345 h 1357700"/>
              <a:gd name="connsiteX23" fmla="*/ 8764163 w 10678681"/>
              <a:gd name="connsiteY23" fmla="*/ 471000 h 1357700"/>
              <a:gd name="connsiteX24" fmla="*/ 8680155 w 10678681"/>
              <a:gd name="connsiteY24" fmla="*/ 492404 h 1357700"/>
              <a:gd name="connsiteX25" fmla="*/ 8651436 w 10678681"/>
              <a:gd name="connsiteY25" fmla="*/ 511923 h 1357700"/>
              <a:gd name="connsiteX26" fmla="*/ 8609185 w 10678681"/>
              <a:gd name="connsiteY26" fmla="*/ 531525 h 1357700"/>
              <a:gd name="connsiteX27" fmla="*/ 8537091 w 10678681"/>
              <a:gd name="connsiteY27" fmla="*/ 574933 h 1357700"/>
              <a:gd name="connsiteX28" fmla="*/ 8435931 w 10678681"/>
              <a:gd name="connsiteY28" fmla="*/ 617926 h 1357700"/>
              <a:gd name="connsiteX29" fmla="*/ 8348623 w 10678681"/>
              <a:gd name="connsiteY29" fmla="*/ 600607 h 1357700"/>
              <a:gd name="connsiteX30" fmla="*/ 8344233 w 10678681"/>
              <a:gd name="connsiteY30" fmla="*/ 610922 h 1357700"/>
              <a:gd name="connsiteX31" fmla="*/ 8290622 w 10678681"/>
              <a:gd name="connsiteY31" fmla="*/ 622687 h 1357700"/>
              <a:gd name="connsiteX32" fmla="*/ 8086698 w 10678681"/>
              <a:gd name="connsiteY32" fmla="*/ 605185 h 1357700"/>
              <a:gd name="connsiteX33" fmla="*/ 7982378 w 10678681"/>
              <a:gd name="connsiteY33" fmla="*/ 629799 h 1357700"/>
              <a:gd name="connsiteX34" fmla="*/ 7947952 w 10678681"/>
              <a:gd name="connsiteY34" fmla="*/ 648003 h 1357700"/>
              <a:gd name="connsiteX35" fmla="*/ 7890112 w 10678681"/>
              <a:gd name="connsiteY35" fmla="*/ 677915 h 1357700"/>
              <a:gd name="connsiteX36" fmla="*/ 7853284 w 10678681"/>
              <a:gd name="connsiteY36" fmla="*/ 723588 h 1357700"/>
              <a:gd name="connsiteX37" fmla="*/ 7802383 w 10678681"/>
              <a:gd name="connsiteY37" fmla="*/ 739359 h 1357700"/>
              <a:gd name="connsiteX38" fmla="*/ 7782280 w 10678681"/>
              <a:gd name="connsiteY38" fmla="*/ 712868 h 1357700"/>
              <a:gd name="connsiteX39" fmla="*/ 7730518 w 10678681"/>
              <a:gd name="connsiteY39" fmla="*/ 739526 h 1357700"/>
              <a:gd name="connsiteX40" fmla="*/ 7652907 w 10678681"/>
              <a:gd name="connsiteY40" fmla="*/ 783273 h 1357700"/>
              <a:gd name="connsiteX41" fmla="*/ 7606008 w 10678681"/>
              <a:gd name="connsiteY41" fmla="*/ 800717 h 1357700"/>
              <a:gd name="connsiteX42" fmla="*/ 7480223 w 10678681"/>
              <a:gd name="connsiteY42" fmla="*/ 856821 h 1357700"/>
              <a:gd name="connsiteX43" fmla="*/ 7356005 w 10678681"/>
              <a:gd name="connsiteY43" fmla="*/ 919462 h 1357700"/>
              <a:gd name="connsiteX44" fmla="*/ 7305396 w 10678681"/>
              <a:gd name="connsiteY44" fmla="*/ 986228 h 1357700"/>
              <a:gd name="connsiteX45" fmla="*/ 7298314 w 10678681"/>
              <a:gd name="connsiteY45" fmla="*/ 989899 h 1357700"/>
              <a:gd name="connsiteX46" fmla="*/ 7277477 w 10678681"/>
              <a:gd name="connsiteY46" fmla="*/ 990571 h 1357700"/>
              <a:gd name="connsiteX47" fmla="*/ 7269396 w 10678681"/>
              <a:gd name="connsiteY47" fmla="*/ 989282 h 1357700"/>
              <a:gd name="connsiteX48" fmla="*/ 7258094 w 10678681"/>
              <a:gd name="connsiteY48" fmla="*/ 990679 h 1357700"/>
              <a:gd name="connsiteX49" fmla="*/ 7257893 w 10678681"/>
              <a:gd name="connsiteY49" fmla="*/ 991204 h 1357700"/>
              <a:gd name="connsiteX50" fmla="*/ 7247153 w 10678681"/>
              <a:gd name="connsiteY50" fmla="*/ 991550 h 1357700"/>
              <a:gd name="connsiteX51" fmla="*/ 7193612 w 10678681"/>
              <a:gd name="connsiteY51" fmla="*/ 987042 h 1357700"/>
              <a:gd name="connsiteX52" fmla="*/ 7132632 w 10678681"/>
              <a:gd name="connsiteY52" fmla="*/ 1042036 h 1357700"/>
              <a:gd name="connsiteX53" fmla="*/ 7105610 w 10678681"/>
              <a:gd name="connsiteY53" fmla="*/ 1053537 h 1357700"/>
              <a:gd name="connsiteX54" fmla="*/ 7091599 w 10678681"/>
              <a:gd name="connsiteY54" fmla="*/ 1062302 h 1357700"/>
              <a:gd name="connsiteX55" fmla="*/ 7090998 w 10678681"/>
              <a:gd name="connsiteY55" fmla="*/ 1064540 h 1357700"/>
              <a:gd name="connsiteX56" fmla="*/ 7039634 w 10678681"/>
              <a:gd name="connsiteY56" fmla="*/ 1059971 h 1357700"/>
              <a:gd name="connsiteX57" fmla="*/ 7033445 w 10678681"/>
              <a:gd name="connsiteY57" fmla="*/ 1063314 h 1357700"/>
              <a:gd name="connsiteX58" fmla="*/ 6999157 w 10678681"/>
              <a:gd name="connsiteY58" fmla="*/ 1055282 h 1357700"/>
              <a:gd name="connsiteX59" fmla="*/ 6981874 w 10678681"/>
              <a:gd name="connsiteY59" fmla="*/ 1053827 h 1357700"/>
              <a:gd name="connsiteX60" fmla="*/ 6976102 w 10678681"/>
              <a:gd name="connsiteY60" fmla="*/ 1047854 h 1357700"/>
              <a:gd name="connsiteX61" fmla="*/ 6951040 w 10678681"/>
              <a:gd name="connsiteY61" fmla="*/ 1048531 h 1357700"/>
              <a:gd name="connsiteX62" fmla="*/ 6948497 w 10678681"/>
              <a:gd name="connsiteY62" fmla="*/ 1050706 h 1357700"/>
              <a:gd name="connsiteX63" fmla="*/ 6926582 w 10678681"/>
              <a:gd name="connsiteY63" fmla="*/ 1043462 h 1357700"/>
              <a:gd name="connsiteX64" fmla="*/ 6833743 w 10678681"/>
              <a:gd name="connsiteY64" fmla="*/ 1027960 h 1357700"/>
              <a:gd name="connsiteX65" fmla="*/ 6698313 w 10678681"/>
              <a:gd name="connsiteY65" fmla="*/ 1063249 h 1357700"/>
              <a:gd name="connsiteX66" fmla="*/ 6437450 w 10678681"/>
              <a:gd name="connsiteY66" fmla="*/ 1101075 h 1357700"/>
              <a:gd name="connsiteX67" fmla="*/ 6327795 w 10678681"/>
              <a:gd name="connsiteY67" fmla="*/ 1088142 h 1357700"/>
              <a:gd name="connsiteX68" fmla="*/ 6136549 w 10678681"/>
              <a:gd name="connsiteY68" fmla="*/ 1100268 h 1357700"/>
              <a:gd name="connsiteX69" fmla="*/ 6004655 w 10678681"/>
              <a:gd name="connsiteY69" fmla="*/ 1114946 h 1357700"/>
              <a:gd name="connsiteX70" fmla="*/ 5936643 w 10678681"/>
              <a:gd name="connsiteY70" fmla="*/ 1095428 h 1357700"/>
              <a:gd name="connsiteX71" fmla="*/ 5912484 w 10678681"/>
              <a:gd name="connsiteY71" fmla="*/ 1112624 h 1357700"/>
              <a:gd name="connsiteX72" fmla="*/ 5908387 w 10678681"/>
              <a:gd name="connsiteY72" fmla="*/ 1116018 h 1357700"/>
              <a:gd name="connsiteX73" fmla="*/ 5890495 w 10678681"/>
              <a:gd name="connsiteY73" fmla="*/ 1120268 h 1357700"/>
              <a:gd name="connsiteX74" fmla="*/ 5887318 w 10678681"/>
              <a:gd name="connsiteY74" fmla="*/ 1133134 h 1357700"/>
              <a:gd name="connsiteX75" fmla="*/ 5861726 w 10678681"/>
              <a:gd name="connsiteY75" fmla="*/ 1147891 h 1357700"/>
              <a:gd name="connsiteX76" fmla="*/ 5805823 w 10678681"/>
              <a:gd name="connsiteY76" fmla="*/ 1152457 h 1357700"/>
              <a:gd name="connsiteX77" fmla="*/ 5689841 w 10678681"/>
              <a:gd name="connsiteY77" fmla="*/ 1176232 h 1357700"/>
              <a:gd name="connsiteX78" fmla="*/ 5605119 w 10678681"/>
              <a:gd name="connsiteY78" fmla="*/ 1190202 h 1357700"/>
              <a:gd name="connsiteX79" fmla="*/ 5488513 w 10678681"/>
              <a:gd name="connsiteY79" fmla="*/ 1205367 h 1357700"/>
              <a:gd name="connsiteX80" fmla="*/ 5402905 w 10678681"/>
              <a:gd name="connsiteY80" fmla="*/ 1241191 h 1357700"/>
              <a:gd name="connsiteX81" fmla="*/ 5285593 w 10678681"/>
              <a:gd name="connsiteY81" fmla="*/ 1273569 h 1357700"/>
              <a:gd name="connsiteX82" fmla="*/ 5192893 w 10678681"/>
              <a:gd name="connsiteY82" fmla="*/ 1247188 h 1357700"/>
              <a:gd name="connsiteX83" fmla="*/ 5186475 w 10678681"/>
              <a:gd name="connsiteY83" fmla="*/ 1257028 h 1357700"/>
              <a:gd name="connsiteX84" fmla="*/ 5126038 w 10678681"/>
              <a:gd name="connsiteY84" fmla="*/ 1263189 h 1357700"/>
              <a:gd name="connsiteX85" fmla="*/ 4894688 w 10678681"/>
              <a:gd name="connsiteY85" fmla="*/ 1247184 h 1357700"/>
              <a:gd name="connsiteX86" fmla="*/ 4788036 w 10678681"/>
              <a:gd name="connsiteY86" fmla="*/ 1238182 h 1357700"/>
              <a:gd name="connsiteX87" fmla="*/ 4747555 w 10678681"/>
              <a:gd name="connsiteY87" fmla="*/ 1252768 h 1357700"/>
              <a:gd name="connsiteX88" fmla="*/ 4679644 w 10678681"/>
              <a:gd name="connsiteY88" fmla="*/ 1276603 h 1357700"/>
              <a:gd name="connsiteX89" fmla="*/ 4632222 w 10678681"/>
              <a:gd name="connsiteY89" fmla="*/ 1318360 h 1357700"/>
              <a:gd name="connsiteX90" fmla="*/ 4617358 w 10678681"/>
              <a:gd name="connsiteY90" fmla="*/ 1327690 h 1357700"/>
              <a:gd name="connsiteX91" fmla="*/ 4589102 w 10678681"/>
              <a:gd name="connsiteY91" fmla="*/ 1321223 h 1357700"/>
              <a:gd name="connsiteX92" fmla="*/ 4578184 w 10678681"/>
              <a:gd name="connsiteY92" fmla="*/ 1326745 h 1357700"/>
              <a:gd name="connsiteX93" fmla="*/ 4574270 w 10678681"/>
              <a:gd name="connsiteY93" fmla="*/ 1325878 h 1357700"/>
              <a:gd name="connsiteX94" fmla="*/ 4564919 w 10678681"/>
              <a:gd name="connsiteY94" fmla="*/ 1325507 h 1357700"/>
              <a:gd name="connsiteX95" fmla="*/ 4566586 w 10678681"/>
              <a:gd name="connsiteY95" fmla="*/ 1316963 h 1357700"/>
              <a:gd name="connsiteX96" fmla="*/ 4556303 w 10678681"/>
              <a:gd name="connsiteY96" fmla="*/ 1300262 h 1357700"/>
              <a:gd name="connsiteX97" fmla="*/ 4502358 w 10678681"/>
              <a:gd name="connsiteY97" fmla="*/ 1302558 h 1357700"/>
              <a:gd name="connsiteX98" fmla="*/ 4498919 w 10678681"/>
              <a:gd name="connsiteY98" fmla="*/ 1312115 h 1357700"/>
              <a:gd name="connsiteX99" fmla="*/ 4492075 w 10678681"/>
              <a:gd name="connsiteY99" fmla="*/ 1313357 h 1357700"/>
              <a:gd name="connsiteX100" fmla="*/ 4487466 w 10678681"/>
              <a:gd name="connsiteY100" fmla="*/ 1304102 h 1357700"/>
              <a:gd name="connsiteX101" fmla="*/ 4398292 w 10678681"/>
              <a:gd name="connsiteY101" fmla="*/ 1278410 h 1357700"/>
              <a:gd name="connsiteX102" fmla="*/ 4306088 w 10678681"/>
              <a:gd name="connsiteY102" fmla="*/ 1282512 h 1357700"/>
              <a:gd name="connsiteX103" fmla="*/ 4188995 w 10678681"/>
              <a:gd name="connsiteY103" fmla="*/ 1296718 h 1357700"/>
              <a:gd name="connsiteX104" fmla="*/ 4136582 w 10678681"/>
              <a:gd name="connsiteY104" fmla="*/ 1287687 h 1357700"/>
              <a:gd name="connsiteX105" fmla="*/ 4064614 w 10678681"/>
              <a:gd name="connsiteY105" fmla="*/ 1296118 h 1357700"/>
              <a:gd name="connsiteX106" fmla="*/ 3906561 w 10678681"/>
              <a:gd name="connsiteY106" fmla="*/ 1352435 h 1357700"/>
              <a:gd name="connsiteX107" fmla="*/ 3787890 w 10678681"/>
              <a:gd name="connsiteY107" fmla="*/ 1352442 h 1357700"/>
              <a:gd name="connsiteX108" fmla="*/ 3745993 w 10678681"/>
              <a:gd name="connsiteY108" fmla="*/ 1342630 h 1357700"/>
              <a:gd name="connsiteX109" fmla="*/ 3675785 w 10678681"/>
              <a:gd name="connsiteY109" fmla="*/ 1326802 h 1357700"/>
              <a:gd name="connsiteX110" fmla="*/ 3623856 w 10678681"/>
              <a:gd name="connsiteY110" fmla="*/ 1290804 h 1357700"/>
              <a:gd name="connsiteX111" fmla="*/ 3564933 w 10678681"/>
              <a:gd name="connsiteY111" fmla="*/ 1287147 h 1357700"/>
              <a:gd name="connsiteX112" fmla="*/ 3550537 w 10678681"/>
              <a:gd name="connsiteY112" fmla="*/ 1317552 h 1357700"/>
              <a:gd name="connsiteX113" fmla="*/ 3487736 w 10678681"/>
              <a:gd name="connsiteY113" fmla="*/ 1303493 h 1357700"/>
              <a:gd name="connsiteX114" fmla="*/ 3392548 w 10678681"/>
              <a:gd name="connsiteY114" fmla="*/ 1278741 h 1357700"/>
              <a:gd name="connsiteX115" fmla="*/ 3337466 w 10678681"/>
              <a:gd name="connsiteY115" fmla="*/ 1272537 h 1357700"/>
              <a:gd name="connsiteX116" fmla="*/ 3187206 w 10678681"/>
              <a:gd name="connsiteY116" fmla="*/ 1246821 h 1357700"/>
              <a:gd name="connsiteX117" fmla="*/ 3036856 w 10678681"/>
              <a:gd name="connsiteY117" fmla="*/ 1214383 h 1357700"/>
              <a:gd name="connsiteX118" fmla="*/ 2948654 w 10678681"/>
              <a:gd name="connsiteY118" fmla="*/ 1157455 h 1357700"/>
              <a:gd name="connsiteX119" fmla="*/ 2824973 w 10678681"/>
              <a:gd name="connsiteY119" fmla="*/ 1134864 h 1357700"/>
              <a:gd name="connsiteX120" fmla="*/ 2804398 w 10678681"/>
              <a:gd name="connsiteY120" fmla="*/ 1125556 h 1357700"/>
              <a:gd name="connsiteX121" fmla="*/ 2775396 w 10678681"/>
              <a:gd name="connsiteY121" fmla="*/ 1130148 h 1357700"/>
              <a:gd name="connsiteX122" fmla="*/ 2659096 w 10678681"/>
              <a:gd name="connsiteY122" fmla="*/ 1150294 h 1357700"/>
              <a:gd name="connsiteX123" fmla="*/ 2567088 w 10678681"/>
              <a:gd name="connsiteY123" fmla="*/ 1181781 h 1357700"/>
              <a:gd name="connsiteX124" fmla="*/ 2454501 w 10678681"/>
              <a:gd name="connsiteY124" fmla="*/ 1155455 h 1357700"/>
              <a:gd name="connsiteX125" fmla="*/ 2385161 w 10678681"/>
              <a:gd name="connsiteY125" fmla="*/ 1161312 h 1357700"/>
              <a:gd name="connsiteX126" fmla="*/ 2270528 w 10678681"/>
              <a:gd name="connsiteY126" fmla="*/ 1204338 h 1357700"/>
              <a:gd name="connsiteX127" fmla="*/ 2121820 w 10678681"/>
              <a:gd name="connsiteY127" fmla="*/ 1187078 h 1357700"/>
              <a:gd name="connsiteX128" fmla="*/ 2092716 w 10678681"/>
              <a:gd name="connsiteY128" fmla="*/ 1139224 h 1357700"/>
              <a:gd name="connsiteX129" fmla="*/ 2052449 w 10678681"/>
              <a:gd name="connsiteY129" fmla="*/ 1109687 h 1357700"/>
              <a:gd name="connsiteX130" fmla="*/ 2032607 w 10678681"/>
              <a:gd name="connsiteY130" fmla="*/ 1175477 h 1357700"/>
              <a:gd name="connsiteX131" fmla="*/ 1901837 w 10678681"/>
              <a:gd name="connsiteY131" fmla="*/ 1221762 h 1357700"/>
              <a:gd name="connsiteX132" fmla="*/ 1836762 w 10678681"/>
              <a:gd name="connsiteY132" fmla="*/ 1237387 h 1357700"/>
              <a:gd name="connsiteX133" fmla="*/ 1735877 w 10678681"/>
              <a:gd name="connsiteY133" fmla="*/ 1246527 h 1357700"/>
              <a:gd name="connsiteX134" fmla="*/ 1705069 w 10678681"/>
              <a:gd name="connsiteY134" fmla="*/ 1251989 h 1357700"/>
              <a:gd name="connsiteX135" fmla="*/ 1397689 w 10678681"/>
              <a:gd name="connsiteY135" fmla="*/ 1336144 h 1357700"/>
              <a:gd name="connsiteX136" fmla="*/ 1220734 w 10678681"/>
              <a:gd name="connsiteY136" fmla="*/ 1257811 h 1357700"/>
              <a:gd name="connsiteX137" fmla="*/ 1021737 w 10678681"/>
              <a:gd name="connsiteY137" fmla="*/ 1238739 h 1357700"/>
              <a:gd name="connsiteX138" fmla="*/ 959820 w 10678681"/>
              <a:gd name="connsiteY138" fmla="*/ 1275863 h 1357700"/>
              <a:gd name="connsiteX139" fmla="*/ 929137 w 10678681"/>
              <a:gd name="connsiteY139" fmla="*/ 1273957 h 1357700"/>
              <a:gd name="connsiteX140" fmla="*/ 878849 w 10678681"/>
              <a:gd name="connsiteY140" fmla="*/ 1266740 h 1357700"/>
              <a:gd name="connsiteX141" fmla="*/ 800667 w 10678681"/>
              <a:gd name="connsiteY141" fmla="*/ 1282041 h 1357700"/>
              <a:gd name="connsiteX142" fmla="*/ 644906 w 10678681"/>
              <a:gd name="connsiteY142" fmla="*/ 1273685 h 1357700"/>
              <a:gd name="connsiteX143" fmla="*/ 379869 w 10678681"/>
              <a:gd name="connsiteY143" fmla="*/ 1339165 h 1357700"/>
              <a:gd name="connsiteX144" fmla="*/ 137696 w 10678681"/>
              <a:gd name="connsiteY144" fmla="*/ 1319217 h 1357700"/>
              <a:gd name="connsiteX145" fmla="*/ 54250 w 10678681"/>
              <a:gd name="connsiteY145" fmla="*/ 1315838 h 1357700"/>
              <a:gd name="connsiteX146" fmla="*/ 28042 w 10678681"/>
              <a:gd name="connsiteY146" fmla="*/ 1297822 h 1357700"/>
              <a:gd name="connsiteX147" fmla="*/ 0 w 10678681"/>
              <a:gd name="connsiteY147" fmla="*/ 1294612 h 1357700"/>
              <a:gd name="connsiteX148" fmla="*/ 0 w 10678681"/>
              <a:gd name="connsiteY148" fmla="*/ 0 h 1357700"/>
              <a:gd name="connsiteX0" fmla="*/ 0 w 10678681"/>
              <a:gd name="connsiteY0" fmla="*/ 0 h 1357700"/>
              <a:gd name="connsiteX1" fmla="*/ 10678681 w 10678681"/>
              <a:gd name="connsiteY1" fmla="*/ 0 h 1357700"/>
              <a:gd name="connsiteX2" fmla="*/ 10666019 w 10678681"/>
              <a:gd name="connsiteY2" fmla="*/ 7876 h 1357700"/>
              <a:gd name="connsiteX3" fmla="*/ 10632825 w 10678681"/>
              <a:gd name="connsiteY3" fmla="*/ 32153 h 1357700"/>
              <a:gd name="connsiteX4" fmla="*/ 10510605 w 10678681"/>
              <a:gd name="connsiteY4" fmla="*/ 30449 h 1357700"/>
              <a:gd name="connsiteX5" fmla="*/ 10456989 w 10678681"/>
              <a:gd name="connsiteY5" fmla="*/ 979 h 1357700"/>
              <a:gd name="connsiteX6" fmla="*/ 10438642 w 10678681"/>
              <a:gd name="connsiteY6" fmla="*/ 1524 h 1357700"/>
              <a:gd name="connsiteX7" fmla="*/ 10407146 w 10678681"/>
              <a:gd name="connsiteY7" fmla="*/ 43659 h 1357700"/>
              <a:gd name="connsiteX8" fmla="*/ 10357996 w 10678681"/>
              <a:gd name="connsiteY8" fmla="*/ 50836 h 1357700"/>
              <a:gd name="connsiteX9" fmla="*/ 10306667 w 10678681"/>
              <a:gd name="connsiteY9" fmla="*/ 109739 h 1357700"/>
              <a:gd name="connsiteX10" fmla="*/ 10115334 w 10678681"/>
              <a:gd name="connsiteY10" fmla="*/ 155658 h 1357700"/>
              <a:gd name="connsiteX11" fmla="*/ 10068157 w 10678681"/>
              <a:gd name="connsiteY11" fmla="*/ 215673 h 1357700"/>
              <a:gd name="connsiteX12" fmla="*/ 10045431 w 10678681"/>
              <a:gd name="connsiteY12" fmla="*/ 229568 h 1357700"/>
              <a:gd name="connsiteX13" fmla="*/ 10013265 w 10678681"/>
              <a:gd name="connsiteY13" fmla="*/ 284757 h 1357700"/>
              <a:gd name="connsiteX14" fmla="*/ 9862496 w 10678681"/>
              <a:gd name="connsiteY14" fmla="*/ 223033 h 1357700"/>
              <a:gd name="connsiteX15" fmla="*/ 9679638 w 10678681"/>
              <a:gd name="connsiteY15" fmla="*/ 277462 h 1357700"/>
              <a:gd name="connsiteX16" fmla="*/ 9498347 w 10678681"/>
              <a:gd name="connsiteY16" fmla="*/ 244723 h 1357700"/>
              <a:gd name="connsiteX17" fmla="*/ 9399702 w 10678681"/>
              <a:gd name="connsiteY17" fmla="*/ 276316 h 1357700"/>
              <a:gd name="connsiteX18" fmla="*/ 9378439 w 10678681"/>
              <a:gd name="connsiteY18" fmla="*/ 326244 h 1357700"/>
              <a:gd name="connsiteX19" fmla="*/ 9121744 w 10678681"/>
              <a:gd name="connsiteY19" fmla="*/ 365177 h 1357700"/>
              <a:gd name="connsiteX20" fmla="*/ 9061654 w 10678681"/>
              <a:gd name="connsiteY20" fmla="*/ 393730 h 1357700"/>
              <a:gd name="connsiteX21" fmla="*/ 8997577 w 10678681"/>
              <a:gd name="connsiteY21" fmla="*/ 380865 h 1357700"/>
              <a:gd name="connsiteX22" fmla="*/ 8907968 w 10678681"/>
              <a:gd name="connsiteY22" fmla="*/ 447345 h 1357700"/>
              <a:gd name="connsiteX23" fmla="*/ 8764163 w 10678681"/>
              <a:gd name="connsiteY23" fmla="*/ 471000 h 1357700"/>
              <a:gd name="connsiteX24" fmla="*/ 8680155 w 10678681"/>
              <a:gd name="connsiteY24" fmla="*/ 492404 h 1357700"/>
              <a:gd name="connsiteX25" fmla="*/ 8651436 w 10678681"/>
              <a:gd name="connsiteY25" fmla="*/ 511923 h 1357700"/>
              <a:gd name="connsiteX26" fmla="*/ 8609185 w 10678681"/>
              <a:gd name="connsiteY26" fmla="*/ 531525 h 1357700"/>
              <a:gd name="connsiteX27" fmla="*/ 8537091 w 10678681"/>
              <a:gd name="connsiteY27" fmla="*/ 574933 h 1357700"/>
              <a:gd name="connsiteX28" fmla="*/ 8435931 w 10678681"/>
              <a:gd name="connsiteY28" fmla="*/ 617926 h 1357700"/>
              <a:gd name="connsiteX29" fmla="*/ 8348623 w 10678681"/>
              <a:gd name="connsiteY29" fmla="*/ 600607 h 1357700"/>
              <a:gd name="connsiteX30" fmla="*/ 8344233 w 10678681"/>
              <a:gd name="connsiteY30" fmla="*/ 610922 h 1357700"/>
              <a:gd name="connsiteX31" fmla="*/ 8290622 w 10678681"/>
              <a:gd name="connsiteY31" fmla="*/ 622687 h 1357700"/>
              <a:gd name="connsiteX32" fmla="*/ 8086698 w 10678681"/>
              <a:gd name="connsiteY32" fmla="*/ 605185 h 1357700"/>
              <a:gd name="connsiteX33" fmla="*/ 7982378 w 10678681"/>
              <a:gd name="connsiteY33" fmla="*/ 629799 h 1357700"/>
              <a:gd name="connsiteX34" fmla="*/ 7947952 w 10678681"/>
              <a:gd name="connsiteY34" fmla="*/ 648003 h 1357700"/>
              <a:gd name="connsiteX35" fmla="*/ 7890112 w 10678681"/>
              <a:gd name="connsiteY35" fmla="*/ 677915 h 1357700"/>
              <a:gd name="connsiteX36" fmla="*/ 7853284 w 10678681"/>
              <a:gd name="connsiteY36" fmla="*/ 723588 h 1357700"/>
              <a:gd name="connsiteX37" fmla="*/ 7802383 w 10678681"/>
              <a:gd name="connsiteY37" fmla="*/ 739359 h 1357700"/>
              <a:gd name="connsiteX38" fmla="*/ 7782280 w 10678681"/>
              <a:gd name="connsiteY38" fmla="*/ 712868 h 1357700"/>
              <a:gd name="connsiteX39" fmla="*/ 7730518 w 10678681"/>
              <a:gd name="connsiteY39" fmla="*/ 739526 h 1357700"/>
              <a:gd name="connsiteX40" fmla="*/ 7652907 w 10678681"/>
              <a:gd name="connsiteY40" fmla="*/ 783273 h 1357700"/>
              <a:gd name="connsiteX41" fmla="*/ 7606008 w 10678681"/>
              <a:gd name="connsiteY41" fmla="*/ 800717 h 1357700"/>
              <a:gd name="connsiteX42" fmla="*/ 7480223 w 10678681"/>
              <a:gd name="connsiteY42" fmla="*/ 856821 h 1357700"/>
              <a:gd name="connsiteX43" fmla="*/ 7356005 w 10678681"/>
              <a:gd name="connsiteY43" fmla="*/ 919462 h 1357700"/>
              <a:gd name="connsiteX44" fmla="*/ 7305396 w 10678681"/>
              <a:gd name="connsiteY44" fmla="*/ 986228 h 1357700"/>
              <a:gd name="connsiteX45" fmla="*/ 7298314 w 10678681"/>
              <a:gd name="connsiteY45" fmla="*/ 989899 h 1357700"/>
              <a:gd name="connsiteX46" fmla="*/ 7277477 w 10678681"/>
              <a:gd name="connsiteY46" fmla="*/ 990571 h 1357700"/>
              <a:gd name="connsiteX47" fmla="*/ 7269396 w 10678681"/>
              <a:gd name="connsiteY47" fmla="*/ 989282 h 1357700"/>
              <a:gd name="connsiteX48" fmla="*/ 7258094 w 10678681"/>
              <a:gd name="connsiteY48" fmla="*/ 990679 h 1357700"/>
              <a:gd name="connsiteX49" fmla="*/ 7257893 w 10678681"/>
              <a:gd name="connsiteY49" fmla="*/ 991204 h 1357700"/>
              <a:gd name="connsiteX50" fmla="*/ 7247153 w 10678681"/>
              <a:gd name="connsiteY50" fmla="*/ 991550 h 1357700"/>
              <a:gd name="connsiteX51" fmla="*/ 7193612 w 10678681"/>
              <a:gd name="connsiteY51" fmla="*/ 987042 h 1357700"/>
              <a:gd name="connsiteX52" fmla="*/ 7132632 w 10678681"/>
              <a:gd name="connsiteY52" fmla="*/ 1042036 h 1357700"/>
              <a:gd name="connsiteX53" fmla="*/ 7105610 w 10678681"/>
              <a:gd name="connsiteY53" fmla="*/ 1053537 h 1357700"/>
              <a:gd name="connsiteX54" fmla="*/ 7091599 w 10678681"/>
              <a:gd name="connsiteY54" fmla="*/ 1062302 h 1357700"/>
              <a:gd name="connsiteX55" fmla="*/ 7090998 w 10678681"/>
              <a:gd name="connsiteY55" fmla="*/ 1064540 h 1357700"/>
              <a:gd name="connsiteX56" fmla="*/ 7039634 w 10678681"/>
              <a:gd name="connsiteY56" fmla="*/ 1059971 h 1357700"/>
              <a:gd name="connsiteX57" fmla="*/ 7033445 w 10678681"/>
              <a:gd name="connsiteY57" fmla="*/ 1063314 h 1357700"/>
              <a:gd name="connsiteX58" fmla="*/ 6999157 w 10678681"/>
              <a:gd name="connsiteY58" fmla="*/ 1055282 h 1357700"/>
              <a:gd name="connsiteX59" fmla="*/ 6981874 w 10678681"/>
              <a:gd name="connsiteY59" fmla="*/ 1053827 h 1357700"/>
              <a:gd name="connsiteX60" fmla="*/ 6976102 w 10678681"/>
              <a:gd name="connsiteY60" fmla="*/ 1047854 h 1357700"/>
              <a:gd name="connsiteX61" fmla="*/ 6951040 w 10678681"/>
              <a:gd name="connsiteY61" fmla="*/ 1048531 h 1357700"/>
              <a:gd name="connsiteX62" fmla="*/ 6948497 w 10678681"/>
              <a:gd name="connsiteY62" fmla="*/ 1050706 h 1357700"/>
              <a:gd name="connsiteX63" fmla="*/ 6926582 w 10678681"/>
              <a:gd name="connsiteY63" fmla="*/ 1043462 h 1357700"/>
              <a:gd name="connsiteX64" fmla="*/ 6833743 w 10678681"/>
              <a:gd name="connsiteY64" fmla="*/ 1027960 h 1357700"/>
              <a:gd name="connsiteX65" fmla="*/ 6664639 w 10678681"/>
              <a:gd name="connsiteY65" fmla="*/ 1017831 h 1357700"/>
              <a:gd name="connsiteX66" fmla="*/ 6437450 w 10678681"/>
              <a:gd name="connsiteY66" fmla="*/ 1101075 h 1357700"/>
              <a:gd name="connsiteX67" fmla="*/ 6327795 w 10678681"/>
              <a:gd name="connsiteY67" fmla="*/ 1088142 h 1357700"/>
              <a:gd name="connsiteX68" fmla="*/ 6136549 w 10678681"/>
              <a:gd name="connsiteY68" fmla="*/ 1100268 h 1357700"/>
              <a:gd name="connsiteX69" fmla="*/ 6004655 w 10678681"/>
              <a:gd name="connsiteY69" fmla="*/ 1114946 h 1357700"/>
              <a:gd name="connsiteX70" fmla="*/ 5936643 w 10678681"/>
              <a:gd name="connsiteY70" fmla="*/ 1095428 h 1357700"/>
              <a:gd name="connsiteX71" fmla="*/ 5912484 w 10678681"/>
              <a:gd name="connsiteY71" fmla="*/ 1112624 h 1357700"/>
              <a:gd name="connsiteX72" fmla="*/ 5908387 w 10678681"/>
              <a:gd name="connsiteY72" fmla="*/ 1116018 h 1357700"/>
              <a:gd name="connsiteX73" fmla="*/ 5890495 w 10678681"/>
              <a:gd name="connsiteY73" fmla="*/ 1120268 h 1357700"/>
              <a:gd name="connsiteX74" fmla="*/ 5887318 w 10678681"/>
              <a:gd name="connsiteY74" fmla="*/ 1133134 h 1357700"/>
              <a:gd name="connsiteX75" fmla="*/ 5861726 w 10678681"/>
              <a:gd name="connsiteY75" fmla="*/ 1147891 h 1357700"/>
              <a:gd name="connsiteX76" fmla="*/ 5805823 w 10678681"/>
              <a:gd name="connsiteY76" fmla="*/ 1152457 h 1357700"/>
              <a:gd name="connsiteX77" fmla="*/ 5689841 w 10678681"/>
              <a:gd name="connsiteY77" fmla="*/ 1176232 h 1357700"/>
              <a:gd name="connsiteX78" fmla="*/ 5605119 w 10678681"/>
              <a:gd name="connsiteY78" fmla="*/ 1190202 h 1357700"/>
              <a:gd name="connsiteX79" fmla="*/ 5488513 w 10678681"/>
              <a:gd name="connsiteY79" fmla="*/ 1205367 h 1357700"/>
              <a:gd name="connsiteX80" fmla="*/ 5402905 w 10678681"/>
              <a:gd name="connsiteY80" fmla="*/ 1241191 h 1357700"/>
              <a:gd name="connsiteX81" fmla="*/ 5285593 w 10678681"/>
              <a:gd name="connsiteY81" fmla="*/ 1273569 h 1357700"/>
              <a:gd name="connsiteX82" fmla="*/ 5192893 w 10678681"/>
              <a:gd name="connsiteY82" fmla="*/ 1247188 h 1357700"/>
              <a:gd name="connsiteX83" fmla="*/ 5186475 w 10678681"/>
              <a:gd name="connsiteY83" fmla="*/ 1257028 h 1357700"/>
              <a:gd name="connsiteX84" fmla="*/ 5126038 w 10678681"/>
              <a:gd name="connsiteY84" fmla="*/ 1263189 h 1357700"/>
              <a:gd name="connsiteX85" fmla="*/ 4894688 w 10678681"/>
              <a:gd name="connsiteY85" fmla="*/ 1247184 h 1357700"/>
              <a:gd name="connsiteX86" fmla="*/ 4788036 w 10678681"/>
              <a:gd name="connsiteY86" fmla="*/ 1238182 h 1357700"/>
              <a:gd name="connsiteX87" fmla="*/ 4747555 w 10678681"/>
              <a:gd name="connsiteY87" fmla="*/ 1252768 h 1357700"/>
              <a:gd name="connsiteX88" fmla="*/ 4679644 w 10678681"/>
              <a:gd name="connsiteY88" fmla="*/ 1276603 h 1357700"/>
              <a:gd name="connsiteX89" fmla="*/ 4632222 w 10678681"/>
              <a:gd name="connsiteY89" fmla="*/ 1318360 h 1357700"/>
              <a:gd name="connsiteX90" fmla="*/ 4617358 w 10678681"/>
              <a:gd name="connsiteY90" fmla="*/ 1327690 h 1357700"/>
              <a:gd name="connsiteX91" fmla="*/ 4589102 w 10678681"/>
              <a:gd name="connsiteY91" fmla="*/ 1321223 h 1357700"/>
              <a:gd name="connsiteX92" fmla="*/ 4578184 w 10678681"/>
              <a:gd name="connsiteY92" fmla="*/ 1326745 h 1357700"/>
              <a:gd name="connsiteX93" fmla="*/ 4574270 w 10678681"/>
              <a:gd name="connsiteY93" fmla="*/ 1325878 h 1357700"/>
              <a:gd name="connsiteX94" fmla="*/ 4564919 w 10678681"/>
              <a:gd name="connsiteY94" fmla="*/ 1325507 h 1357700"/>
              <a:gd name="connsiteX95" fmla="*/ 4566586 w 10678681"/>
              <a:gd name="connsiteY95" fmla="*/ 1316963 h 1357700"/>
              <a:gd name="connsiteX96" fmla="*/ 4556303 w 10678681"/>
              <a:gd name="connsiteY96" fmla="*/ 1300262 h 1357700"/>
              <a:gd name="connsiteX97" fmla="*/ 4502358 w 10678681"/>
              <a:gd name="connsiteY97" fmla="*/ 1302558 h 1357700"/>
              <a:gd name="connsiteX98" fmla="*/ 4498919 w 10678681"/>
              <a:gd name="connsiteY98" fmla="*/ 1312115 h 1357700"/>
              <a:gd name="connsiteX99" fmla="*/ 4492075 w 10678681"/>
              <a:gd name="connsiteY99" fmla="*/ 1313357 h 1357700"/>
              <a:gd name="connsiteX100" fmla="*/ 4487466 w 10678681"/>
              <a:gd name="connsiteY100" fmla="*/ 1304102 h 1357700"/>
              <a:gd name="connsiteX101" fmla="*/ 4398292 w 10678681"/>
              <a:gd name="connsiteY101" fmla="*/ 1278410 h 1357700"/>
              <a:gd name="connsiteX102" fmla="*/ 4306088 w 10678681"/>
              <a:gd name="connsiteY102" fmla="*/ 1282512 h 1357700"/>
              <a:gd name="connsiteX103" fmla="*/ 4188995 w 10678681"/>
              <a:gd name="connsiteY103" fmla="*/ 1296718 h 1357700"/>
              <a:gd name="connsiteX104" fmla="*/ 4136582 w 10678681"/>
              <a:gd name="connsiteY104" fmla="*/ 1287687 h 1357700"/>
              <a:gd name="connsiteX105" fmla="*/ 4064614 w 10678681"/>
              <a:gd name="connsiteY105" fmla="*/ 1296118 h 1357700"/>
              <a:gd name="connsiteX106" fmla="*/ 3906561 w 10678681"/>
              <a:gd name="connsiteY106" fmla="*/ 1352435 h 1357700"/>
              <a:gd name="connsiteX107" fmla="*/ 3787890 w 10678681"/>
              <a:gd name="connsiteY107" fmla="*/ 1352442 h 1357700"/>
              <a:gd name="connsiteX108" fmla="*/ 3745993 w 10678681"/>
              <a:gd name="connsiteY108" fmla="*/ 1342630 h 1357700"/>
              <a:gd name="connsiteX109" fmla="*/ 3675785 w 10678681"/>
              <a:gd name="connsiteY109" fmla="*/ 1326802 h 1357700"/>
              <a:gd name="connsiteX110" fmla="*/ 3623856 w 10678681"/>
              <a:gd name="connsiteY110" fmla="*/ 1290804 h 1357700"/>
              <a:gd name="connsiteX111" fmla="*/ 3564933 w 10678681"/>
              <a:gd name="connsiteY111" fmla="*/ 1287147 h 1357700"/>
              <a:gd name="connsiteX112" fmla="*/ 3550537 w 10678681"/>
              <a:gd name="connsiteY112" fmla="*/ 1317552 h 1357700"/>
              <a:gd name="connsiteX113" fmla="*/ 3487736 w 10678681"/>
              <a:gd name="connsiteY113" fmla="*/ 1303493 h 1357700"/>
              <a:gd name="connsiteX114" fmla="*/ 3392548 w 10678681"/>
              <a:gd name="connsiteY114" fmla="*/ 1278741 h 1357700"/>
              <a:gd name="connsiteX115" fmla="*/ 3337466 w 10678681"/>
              <a:gd name="connsiteY115" fmla="*/ 1272537 h 1357700"/>
              <a:gd name="connsiteX116" fmla="*/ 3187206 w 10678681"/>
              <a:gd name="connsiteY116" fmla="*/ 1246821 h 1357700"/>
              <a:gd name="connsiteX117" fmla="*/ 3036856 w 10678681"/>
              <a:gd name="connsiteY117" fmla="*/ 1214383 h 1357700"/>
              <a:gd name="connsiteX118" fmla="*/ 2948654 w 10678681"/>
              <a:gd name="connsiteY118" fmla="*/ 1157455 h 1357700"/>
              <a:gd name="connsiteX119" fmla="*/ 2824973 w 10678681"/>
              <a:gd name="connsiteY119" fmla="*/ 1134864 h 1357700"/>
              <a:gd name="connsiteX120" fmla="*/ 2804398 w 10678681"/>
              <a:gd name="connsiteY120" fmla="*/ 1125556 h 1357700"/>
              <a:gd name="connsiteX121" fmla="*/ 2775396 w 10678681"/>
              <a:gd name="connsiteY121" fmla="*/ 1130148 h 1357700"/>
              <a:gd name="connsiteX122" fmla="*/ 2659096 w 10678681"/>
              <a:gd name="connsiteY122" fmla="*/ 1150294 h 1357700"/>
              <a:gd name="connsiteX123" fmla="*/ 2567088 w 10678681"/>
              <a:gd name="connsiteY123" fmla="*/ 1181781 h 1357700"/>
              <a:gd name="connsiteX124" fmla="*/ 2454501 w 10678681"/>
              <a:gd name="connsiteY124" fmla="*/ 1155455 h 1357700"/>
              <a:gd name="connsiteX125" fmla="*/ 2385161 w 10678681"/>
              <a:gd name="connsiteY125" fmla="*/ 1161312 h 1357700"/>
              <a:gd name="connsiteX126" fmla="*/ 2270528 w 10678681"/>
              <a:gd name="connsiteY126" fmla="*/ 1204338 h 1357700"/>
              <a:gd name="connsiteX127" fmla="*/ 2121820 w 10678681"/>
              <a:gd name="connsiteY127" fmla="*/ 1187078 h 1357700"/>
              <a:gd name="connsiteX128" fmla="*/ 2092716 w 10678681"/>
              <a:gd name="connsiteY128" fmla="*/ 1139224 h 1357700"/>
              <a:gd name="connsiteX129" fmla="*/ 2052449 w 10678681"/>
              <a:gd name="connsiteY129" fmla="*/ 1109687 h 1357700"/>
              <a:gd name="connsiteX130" fmla="*/ 2032607 w 10678681"/>
              <a:gd name="connsiteY130" fmla="*/ 1175477 h 1357700"/>
              <a:gd name="connsiteX131" fmla="*/ 1901837 w 10678681"/>
              <a:gd name="connsiteY131" fmla="*/ 1221762 h 1357700"/>
              <a:gd name="connsiteX132" fmla="*/ 1836762 w 10678681"/>
              <a:gd name="connsiteY132" fmla="*/ 1237387 h 1357700"/>
              <a:gd name="connsiteX133" fmla="*/ 1735877 w 10678681"/>
              <a:gd name="connsiteY133" fmla="*/ 1246527 h 1357700"/>
              <a:gd name="connsiteX134" fmla="*/ 1705069 w 10678681"/>
              <a:gd name="connsiteY134" fmla="*/ 1251989 h 1357700"/>
              <a:gd name="connsiteX135" fmla="*/ 1397689 w 10678681"/>
              <a:gd name="connsiteY135" fmla="*/ 1336144 h 1357700"/>
              <a:gd name="connsiteX136" fmla="*/ 1220734 w 10678681"/>
              <a:gd name="connsiteY136" fmla="*/ 1257811 h 1357700"/>
              <a:gd name="connsiteX137" fmla="*/ 1021737 w 10678681"/>
              <a:gd name="connsiteY137" fmla="*/ 1238739 h 1357700"/>
              <a:gd name="connsiteX138" fmla="*/ 959820 w 10678681"/>
              <a:gd name="connsiteY138" fmla="*/ 1275863 h 1357700"/>
              <a:gd name="connsiteX139" fmla="*/ 929137 w 10678681"/>
              <a:gd name="connsiteY139" fmla="*/ 1273957 h 1357700"/>
              <a:gd name="connsiteX140" fmla="*/ 878849 w 10678681"/>
              <a:gd name="connsiteY140" fmla="*/ 1266740 h 1357700"/>
              <a:gd name="connsiteX141" fmla="*/ 800667 w 10678681"/>
              <a:gd name="connsiteY141" fmla="*/ 1282041 h 1357700"/>
              <a:gd name="connsiteX142" fmla="*/ 644906 w 10678681"/>
              <a:gd name="connsiteY142" fmla="*/ 1273685 h 1357700"/>
              <a:gd name="connsiteX143" fmla="*/ 379869 w 10678681"/>
              <a:gd name="connsiteY143" fmla="*/ 1339165 h 1357700"/>
              <a:gd name="connsiteX144" fmla="*/ 137696 w 10678681"/>
              <a:gd name="connsiteY144" fmla="*/ 1319217 h 1357700"/>
              <a:gd name="connsiteX145" fmla="*/ 54250 w 10678681"/>
              <a:gd name="connsiteY145" fmla="*/ 1315838 h 1357700"/>
              <a:gd name="connsiteX146" fmla="*/ 28042 w 10678681"/>
              <a:gd name="connsiteY146" fmla="*/ 1297822 h 1357700"/>
              <a:gd name="connsiteX147" fmla="*/ 0 w 10678681"/>
              <a:gd name="connsiteY147" fmla="*/ 1294612 h 1357700"/>
              <a:gd name="connsiteX148" fmla="*/ 0 w 10678681"/>
              <a:gd name="connsiteY148" fmla="*/ 0 h 1357700"/>
              <a:gd name="connsiteX0" fmla="*/ 0 w 10678681"/>
              <a:gd name="connsiteY0" fmla="*/ 0 h 1357700"/>
              <a:gd name="connsiteX1" fmla="*/ 10678681 w 10678681"/>
              <a:gd name="connsiteY1" fmla="*/ 0 h 1357700"/>
              <a:gd name="connsiteX2" fmla="*/ 10666019 w 10678681"/>
              <a:gd name="connsiteY2" fmla="*/ 7876 h 1357700"/>
              <a:gd name="connsiteX3" fmla="*/ 10632825 w 10678681"/>
              <a:gd name="connsiteY3" fmla="*/ 32153 h 1357700"/>
              <a:gd name="connsiteX4" fmla="*/ 10510605 w 10678681"/>
              <a:gd name="connsiteY4" fmla="*/ 30449 h 1357700"/>
              <a:gd name="connsiteX5" fmla="*/ 10456989 w 10678681"/>
              <a:gd name="connsiteY5" fmla="*/ 979 h 1357700"/>
              <a:gd name="connsiteX6" fmla="*/ 10438642 w 10678681"/>
              <a:gd name="connsiteY6" fmla="*/ 1524 h 1357700"/>
              <a:gd name="connsiteX7" fmla="*/ 10407146 w 10678681"/>
              <a:gd name="connsiteY7" fmla="*/ 43659 h 1357700"/>
              <a:gd name="connsiteX8" fmla="*/ 10357996 w 10678681"/>
              <a:gd name="connsiteY8" fmla="*/ 50836 h 1357700"/>
              <a:gd name="connsiteX9" fmla="*/ 10306667 w 10678681"/>
              <a:gd name="connsiteY9" fmla="*/ 109739 h 1357700"/>
              <a:gd name="connsiteX10" fmla="*/ 10115334 w 10678681"/>
              <a:gd name="connsiteY10" fmla="*/ 155658 h 1357700"/>
              <a:gd name="connsiteX11" fmla="*/ 10068157 w 10678681"/>
              <a:gd name="connsiteY11" fmla="*/ 215673 h 1357700"/>
              <a:gd name="connsiteX12" fmla="*/ 10045431 w 10678681"/>
              <a:gd name="connsiteY12" fmla="*/ 229568 h 1357700"/>
              <a:gd name="connsiteX13" fmla="*/ 10013265 w 10678681"/>
              <a:gd name="connsiteY13" fmla="*/ 284757 h 1357700"/>
              <a:gd name="connsiteX14" fmla="*/ 9862496 w 10678681"/>
              <a:gd name="connsiteY14" fmla="*/ 223033 h 1357700"/>
              <a:gd name="connsiteX15" fmla="*/ 9679638 w 10678681"/>
              <a:gd name="connsiteY15" fmla="*/ 277462 h 1357700"/>
              <a:gd name="connsiteX16" fmla="*/ 9498347 w 10678681"/>
              <a:gd name="connsiteY16" fmla="*/ 244723 h 1357700"/>
              <a:gd name="connsiteX17" fmla="*/ 9399702 w 10678681"/>
              <a:gd name="connsiteY17" fmla="*/ 276316 h 1357700"/>
              <a:gd name="connsiteX18" fmla="*/ 9378439 w 10678681"/>
              <a:gd name="connsiteY18" fmla="*/ 326244 h 1357700"/>
              <a:gd name="connsiteX19" fmla="*/ 9121744 w 10678681"/>
              <a:gd name="connsiteY19" fmla="*/ 365177 h 1357700"/>
              <a:gd name="connsiteX20" fmla="*/ 9061654 w 10678681"/>
              <a:gd name="connsiteY20" fmla="*/ 393730 h 1357700"/>
              <a:gd name="connsiteX21" fmla="*/ 8997577 w 10678681"/>
              <a:gd name="connsiteY21" fmla="*/ 380865 h 1357700"/>
              <a:gd name="connsiteX22" fmla="*/ 8907968 w 10678681"/>
              <a:gd name="connsiteY22" fmla="*/ 447345 h 1357700"/>
              <a:gd name="connsiteX23" fmla="*/ 8764163 w 10678681"/>
              <a:gd name="connsiteY23" fmla="*/ 471000 h 1357700"/>
              <a:gd name="connsiteX24" fmla="*/ 8680155 w 10678681"/>
              <a:gd name="connsiteY24" fmla="*/ 492404 h 1357700"/>
              <a:gd name="connsiteX25" fmla="*/ 8651436 w 10678681"/>
              <a:gd name="connsiteY25" fmla="*/ 511923 h 1357700"/>
              <a:gd name="connsiteX26" fmla="*/ 8609185 w 10678681"/>
              <a:gd name="connsiteY26" fmla="*/ 531525 h 1357700"/>
              <a:gd name="connsiteX27" fmla="*/ 8537091 w 10678681"/>
              <a:gd name="connsiteY27" fmla="*/ 574933 h 1357700"/>
              <a:gd name="connsiteX28" fmla="*/ 8435931 w 10678681"/>
              <a:gd name="connsiteY28" fmla="*/ 617926 h 1357700"/>
              <a:gd name="connsiteX29" fmla="*/ 8348623 w 10678681"/>
              <a:gd name="connsiteY29" fmla="*/ 600607 h 1357700"/>
              <a:gd name="connsiteX30" fmla="*/ 8344233 w 10678681"/>
              <a:gd name="connsiteY30" fmla="*/ 610922 h 1357700"/>
              <a:gd name="connsiteX31" fmla="*/ 8290622 w 10678681"/>
              <a:gd name="connsiteY31" fmla="*/ 622687 h 1357700"/>
              <a:gd name="connsiteX32" fmla="*/ 8086698 w 10678681"/>
              <a:gd name="connsiteY32" fmla="*/ 605185 h 1357700"/>
              <a:gd name="connsiteX33" fmla="*/ 7982378 w 10678681"/>
              <a:gd name="connsiteY33" fmla="*/ 629799 h 1357700"/>
              <a:gd name="connsiteX34" fmla="*/ 7947952 w 10678681"/>
              <a:gd name="connsiteY34" fmla="*/ 648003 h 1357700"/>
              <a:gd name="connsiteX35" fmla="*/ 7890112 w 10678681"/>
              <a:gd name="connsiteY35" fmla="*/ 677915 h 1357700"/>
              <a:gd name="connsiteX36" fmla="*/ 7853284 w 10678681"/>
              <a:gd name="connsiteY36" fmla="*/ 723588 h 1357700"/>
              <a:gd name="connsiteX37" fmla="*/ 7802383 w 10678681"/>
              <a:gd name="connsiteY37" fmla="*/ 739359 h 1357700"/>
              <a:gd name="connsiteX38" fmla="*/ 7782280 w 10678681"/>
              <a:gd name="connsiteY38" fmla="*/ 712868 h 1357700"/>
              <a:gd name="connsiteX39" fmla="*/ 7730518 w 10678681"/>
              <a:gd name="connsiteY39" fmla="*/ 739526 h 1357700"/>
              <a:gd name="connsiteX40" fmla="*/ 7652907 w 10678681"/>
              <a:gd name="connsiteY40" fmla="*/ 783273 h 1357700"/>
              <a:gd name="connsiteX41" fmla="*/ 7606008 w 10678681"/>
              <a:gd name="connsiteY41" fmla="*/ 800717 h 1357700"/>
              <a:gd name="connsiteX42" fmla="*/ 7480223 w 10678681"/>
              <a:gd name="connsiteY42" fmla="*/ 856821 h 1357700"/>
              <a:gd name="connsiteX43" fmla="*/ 7356005 w 10678681"/>
              <a:gd name="connsiteY43" fmla="*/ 919462 h 1357700"/>
              <a:gd name="connsiteX44" fmla="*/ 7305396 w 10678681"/>
              <a:gd name="connsiteY44" fmla="*/ 986228 h 1357700"/>
              <a:gd name="connsiteX45" fmla="*/ 7298314 w 10678681"/>
              <a:gd name="connsiteY45" fmla="*/ 989899 h 1357700"/>
              <a:gd name="connsiteX46" fmla="*/ 7277477 w 10678681"/>
              <a:gd name="connsiteY46" fmla="*/ 990571 h 1357700"/>
              <a:gd name="connsiteX47" fmla="*/ 7269396 w 10678681"/>
              <a:gd name="connsiteY47" fmla="*/ 989282 h 1357700"/>
              <a:gd name="connsiteX48" fmla="*/ 7258094 w 10678681"/>
              <a:gd name="connsiteY48" fmla="*/ 990679 h 1357700"/>
              <a:gd name="connsiteX49" fmla="*/ 7257893 w 10678681"/>
              <a:gd name="connsiteY49" fmla="*/ 991204 h 1357700"/>
              <a:gd name="connsiteX50" fmla="*/ 7247153 w 10678681"/>
              <a:gd name="connsiteY50" fmla="*/ 991550 h 1357700"/>
              <a:gd name="connsiteX51" fmla="*/ 7193612 w 10678681"/>
              <a:gd name="connsiteY51" fmla="*/ 987042 h 1357700"/>
              <a:gd name="connsiteX52" fmla="*/ 7132632 w 10678681"/>
              <a:gd name="connsiteY52" fmla="*/ 1042036 h 1357700"/>
              <a:gd name="connsiteX53" fmla="*/ 7105610 w 10678681"/>
              <a:gd name="connsiteY53" fmla="*/ 1053537 h 1357700"/>
              <a:gd name="connsiteX54" fmla="*/ 7091599 w 10678681"/>
              <a:gd name="connsiteY54" fmla="*/ 1062302 h 1357700"/>
              <a:gd name="connsiteX55" fmla="*/ 7090998 w 10678681"/>
              <a:gd name="connsiteY55" fmla="*/ 1064540 h 1357700"/>
              <a:gd name="connsiteX56" fmla="*/ 7039634 w 10678681"/>
              <a:gd name="connsiteY56" fmla="*/ 1059971 h 1357700"/>
              <a:gd name="connsiteX57" fmla="*/ 7033445 w 10678681"/>
              <a:gd name="connsiteY57" fmla="*/ 1063314 h 1357700"/>
              <a:gd name="connsiteX58" fmla="*/ 6999157 w 10678681"/>
              <a:gd name="connsiteY58" fmla="*/ 1055282 h 1357700"/>
              <a:gd name="connsiteX59" fmla="*/ 6981874 w 10678681"/>
              <a:gd name="connsiteY59" fmla="*/ 1053827 h 1357700"/>
              <a:gd name="connsiteX60" fmla="*/ 6976102 w 10678681"/>
              <a:gd name="connsiteY60" fmla="*/ 1047854 h 1357700"/>
              <a:gd name="connsiteX61" fmla="*/ 6951040 w 10678681"/>
              <a:gd name="connsiteY61" fmla="*/ 1048531 h 1357700"/>
              <a:gd name="connsiteX62" fmla="*/ 6948497 w 10678681"/>
              <a:gd name="connsiteY62" fmla="*/ 1050706 h 1357700"/>
              <a:gd name="connsiteX63" fmla="*/ 6926582 w 10678681"/>
              <a:gd name="connsiteY63" fmla="*/ 1043462 h 1357700"/>
              <a:gd name="connsiteX64" fmla="*/ 6833743 w 10678681"/>
              <a:gd name="connsiteY64" fmla="*/ 1027960 h 1357700"/>
              <a:gd name="connsiteX65" fmla="*/ 6664639 w 10678681"/>
              <a:gd name="connsiteY65" fmla="*/ 1017831 h 1357700"/>
              <a:gd name="connsiteX66" fmla="*/ 6437450 w 10678681"/>
              <a:gd name="connsiteY66" fmla="*/ 1101075 h 1357700"/>
              <a:gd name="connsiteX67" fmla="*/ 6327795 w 10678681"/>
              <a:gd name="connsiteY67" fmla="*/ 1088142 h 1357700"/>
              <a:gd name="connsiteX68" fmla="*/ 6136549 w 10678681"/>
              <a:gd name="connsiteY68" fmla="*/ 1100268 h 1357700"/>
              <a:gd name="connsiteX69" fmla="*/ 6004655 w 10678681"/>
              <a:gd name="connsiteY69" fmla="*/ 1114946 h 1357700"/>
              <a:gd name="connsiteX70" fmla="*/ 5936643 w 10678681"/>
              <a:gd name="connsiteY70" fmla="*/ 1095428 h 1357700"/>
              <a:gd name="connsiteX71" fmla="*/ 5912484 w 10678681"/>
              <a:gd name="connsiteY71" fmla="*/ 1112624 h 1357700"/>
              <a:gd name="connsiteX72" fmla="*/ 5908387 w 10678681"/>
              <a:gd name="connsiteY72" fmla="*/ 1116018 h 1357700"/>
              <a:gd name="connsiteX73" fmla="*/ 5890495 w 10678681"/>
              <a:gd name="connsiteY73" fmla="*/ 1120268 h 1357700"/>
              <a:gd name="connsiteX74" fmla="*/ 5887318 w 10678681"/>
              <a:gd name="connsiteY74" fmla="*/ 1133134 h 1357700"/>
              <a:gd name="connsiteX75" fmla="*/ 5861726 w 10678681"/>
              <a:gd name="connsiteY75" fmla="*/ 1147891 h 1357700"/>
              <a:gd name="connsiteX76" fmla="*/ 5805823 w 10678681"/>
              <a:gd name="connsiteY76" fmla="*/ 1152457 h 1357700"/>
              <a:gd name="connsiteX77" fmla="*/ 5689841 w 10678681"/>
              <a:gd name="connsiteY77" fmla="*/ 1176232 h 1357700"/>
              <a:gd name="connsiteX78" fmla="*/ 5605119 w 10678681"/>
              <a:gd name="connsiteY78" fmla="*/ 1190202 h 1357700"/>
              <a:gd name="connsiteX79" fmla="*/ 5488513 w 10678681"/>
              <a:gd name="connsiteY79" fmla="*/ 1205367 h 1357700"/>
              <a:gd name="connsiteX80" fmla="*/ 5402905 w 10678681"/>
              <a:gd name="connsiteY80" fmla="*/ 1241191 h 1357700"/>
              <a:gd name="connsiteX81" fmla="*/ 5285593 w 10678681"/>
              <a:gd name="connsiteY81" fmla="*/ 1273569 h 1357700"/>
              <a:gd name="connsiteX82" fmla="*/ 5192893 w 10678681"/>
              <a:gd name="connsiteY82" fmla="*/ 1247188 h 1357700"/>
              <a:gd name="connsiteX83" fmla="*/ 5186475 w 10678681"/>
              <a:gd name="connsiteY83" fmla="*/ 1257028 h 1357700"/>
              <a:gd name="connsiteX84" fmla="*/ 5126038 w 10678681"/>
              <a:gd name="connsiteY84" fmla="*/ 1263189 h 1357700"/>
              <a:gd name="connsiteX85" fmla="*/ 4894688 w 10678681"/>
              <a:gd name="connsiteY85" fmla="*/ 1247184 h 1357700"/>
              <a:gd name="connsiteX86" fmla="*/ 4788036 w 10678681"/>
              <a:gd name="connsiteY86" fmla="*/ 1238182 h 1357700"/>
              <a:gd name="connsiteX87" fmla="*/ 4747555 w 10678681"/>
              <a:gd name="connsiteY87" fmla="*/ 1252768 h 1357700"/>
              <a:gd name="connsiteX88" fmla="*/ 4679644 w 10678681"/>
              <a:gd name="connsiteY88" fmla="*/ 1276603 h 1357700"/>
              <a:gd name="connsiteX89" fmla="*/ 4632222 w 10678681"/>
              <a:gd name="connsiteY89" fmla="*/ 1318360 h 1357700"/>
              <a:gd name="connsiteX90" fmla="*/ 4617358 w 10678681"/>
              <a:gd name="connsiteY90" fmla="*/ 1327690 h 1357700"/>
              <a:gd name="connsiteX91" fmla="*/ 4589102 w 10678681"/>
              <a:gd name="connsiteY91" fmla="*/ 1321223 h 1357700"/>
              <a:gd name="connsiteX92" fmla="*/ 4578184 w 10678681"/>
              <a:gd name="connsiteY92" fmla="*/ 1326745 h 1357700"/>
              <a:gd name="connsiteX93" fmla="*/ 4574270 w 10678681"/>
              <a:gd name="connsiteY93" fmla="*/ 1325878 h 1357700"/>
              <a:gd name="connsiteX94" fmla="*/ 4564919 w 10678681"/>
              <a:gd name="connsiteY94" fmla="*/ 1325507 h 1357700"/>
              <a:gd name="connsiteX95" fmla="*/ 4566586 w 10678681"/>
              <a:gd name="connsiteY95" fmla="*/ 1316963 h 1357700"/>
              <a:gd name="connsiteX96" fmla="*/ 4556303 w 10678681"/>
              <a:gd name="connsiteY96" fmla="*/ 1300262 h 1357700"/>
              <a:gd name="connsiteX97" fmla="*/ 4502358 w 10678681"/>
              <a:gd name="connsiteY97" fmla="*/ 1302558 h 1357700"/>
              <a:gd name="connsiteX98" fmla="*/ 4498919 w 10678681"/>
              <a:gd name="connsiteY98" fmla="*/ 1312115 h 1357700"/>
              <a:gd name="connsiteX99" fmla="*/ 4492075 w 10678681"/>
              <a:gd name="connsiteY99" fmla="*/ 1313357 h 1357700"/>
              <a:gd name="connsiteX100" fmla="*/ 4487466 w 10678681"/>
              <a:gd name="connsiteY100" fmla="*/ 1304102 h 1357700"/>
              <a:gd name="connsiteX101" fmla="*/ 4398292 w 10678681"/>
              <a:gd name="connsiteY101" fmla="*/ 1278410 h 1357700"/>
              <a:gd name="connsiteX102" fmla="*/ 4306088 w 10678681"/>
              <a:gd name="connsiteY102" fmla="*/ 1282512 h 1357700"/>
              <a:gd name="connsiteX103" fmla="*/ 4188995 w 10678681"/>
              <a:gd name="connsiteY103" fmla="*/ 1296718 h 1357700"/>
              <a:gd name="connsiteX104" fmla="*/ 4136582 w 10678681"/>
              <a:gd name="connsiteY104" fmla="*/ 1287687 h 1357700"/>
              <a:gd name="connsiteX105" fmla="*/ 4064614 w 10678681"/>
              <a:gd name="connsiteY105" fmla="*/ 1296118 h 1357700"/>
              <a:gd name="connsiteX106" fmla="*/ 3906561 w 10678681"/>
              <a:gd name="connsiteY106" fmla="*/ 1352435 h 1357700"/>
              <a:gd name="connsiteX107" fmla="*/ 3787890 w 10678681"/>
              <a:gd name="connsiteY107" fmla="*/ 1352442 h 1357700"/>
              <a:gd name="connsiteX108" fmla="*/ 3745993 w 10678681"/>
              <a:gd name="connsiteY108" fmla="*/ 1342630 h 1357700"/>
              <a:gd name="connsiteX109" fmla="*/ 3675785 w 10678681"/>
              <a:gd name="connsiteY109" fmla="*/ 1326802 h 1357700"/>
              <a:gd name="connsiteX110" fmla="*/ 3623856 w 10678681"/>
              <a:gd name="connsiteY110" fmla="*/ 1290804 h 1357700"/>
              <a:gd name="connsiteX111" fmla="*/ 3564933 w 10678681"/>
              <a:gd name="connsiteY111" fmla="*/ 1287147 h 1357700"/>
              <a:gd name="connsiteX112" fmla="*/ 3550537 w 10678681"/>
              <a:gd name="connsiteY112" fmla="*/ 1317552 h 1357700"/>
              <a:gd name="connsiteX113" fmla="*/ 3487736 w 10678681"/>
              <a:gd name="connsiteY113" fmla="*/ 1303493 h 1357700"/>
              <a:gd name="connsiteX114" fmla="*/ 3392548 w 10678681"/>
              <a:gd name="connsiteY114" fmla="*/ 1278741 h 1357700"/>
              <a:gd name="connsiteX115" fmla="*/ 3337466 w 10678681"/>
              <a:gd name="connsiteY115" fmla="*/ 1272537 h 1357700"/>
              <a:gd name="connsiteX116" fmla="*/ 3187206 w 10678681"/>
              <a:gd name="connsiteY116" fmla="*/ 1246821 h 1357700"/>
              <a:gd name="connsiteX117" fmla="*/ 3036856 w 10678681"/>
              <a:gd name="connsiteY117" fmla="*/ 1214383 h 1357700"/>
              <a:gd name="connsiteX118" fmla="*/ 2948654 w 10678681"/>
              <a:gd name="connsiteY118" fmla="*/ 1157455 h 1357700"/>
              <a:gd name="connsiteX119" fmla="*/ 2824973 w 10678681"/>
              <a:gd name="connsiteY119" fmla="*/ 1134864 h 1357700"/>
              <a:gd name="connsiteX120" fmla="*/ 2804398 w 10678681"/>
              <a:gd name="connsiteY120" fmla="*/ 1125556 h 1357700"/>
              <a:gd name="connsiteX121" fmla="*/ 2775396 w 10678681"/>
              <a:gd name="connsiteY121" fmla="*/ 1130148 h 1357700"/>
              <a:gd name="connsiteX122" fmla="*/ 2659096 w 10678681"/>
              <a:gd name="connsiteY122" fmla="*/ 1150294 h 1357700"/>
              <a:gd name="connsiteX123" fmla="*/ 2567088 w 10678681"/>
              <a:gd name="connsiteY123" fmla="*/ 1181781 h 1357700"/>
              <a:gd name="connsiteX124" fmla="*/ 2454501 w 10678681"/>
              <a:gd name="connsiteY124" fmla="*/ 1155455 h 1357700"/>
              <a:gd name="connsiteX125" fmla="*/ 2385161 w 10678681"/>
              <a:gd name="connsiteY125" fmla="*/ 1161312 h 1357700"/>
              <a:gd name="connsiteX126" fmla="*/ 2270528 w 10678681"/>
              <a:gd name="connsiteY126" fmla="*/ 1204338 h 1357700"/>
              <a:gd name="connsiteX127" fmla="*/ 2121820 w 10678681"/>
              <a:gd name="connsiteY127" fmla="*/ 1187078 h 1357700"/>
              <a:gd name="connsiteX128" fmla="*/ 2092716 w 10678681"/>
              <a:gd name="connsiteY128" fmla="*/ 1139224 h 1357700"/>
              <a:gd name="connsiteX129" fmla="*/ 2052449 w 10678681"/>
              <a:gd name="connsiteY129" fmla="*/ 1109687 h 1357700"/>
              <a:gd name="connsiteX130" fmla="*/ 2032607 w 10678681"/>
              <a:gd name="connsiteY130" fmla="*/ 1175477 h 1357700"/>
              <a:gd name="connsiteX131" fmla="*/ 1901837 w 10678681"/>
              <a:gd name="connsiteY131" fmla="*/ 1221762 h 1357700"/>
              <a:gd name="connsiteX132" fmla="*/ 1836762 w 10678681"/>
              <a:gd name="connsiteY132" fmla="*/ 1237387 h 1357700"/>
              <a:gd name="connsiteX133" fmla="*/ 1735877 w 10678681"/>
              <a:gd name="connsiteY133" fmla="*/ 1246527 h 1357700"/>
              <a:gd name="connsiteX134" fmla="*/ 1705069 w 10678681"/>
              <a:gd name="connsiteY134" fmla="*/ 1251989 h 1357700"/>
              <a:gd name="connsiteX135" fmla="*/ 1397689 w 10678681"/>
              <a:gd name="connsiteY135" fmla="*/ 1336144 h 1357700"/>
              <a:gd name="connsiteX136" fmla="*/ 1220734 w 10678681"/>
              <a:gd name="connsiteY136" fmla="*/ 1257811 h 1357700"/>
              <a:gd name="connsiteX137" fmla="*/ 1021737 w 10678681"/>
              <a:gd name="connsiteY137" fmla="*/ 1238739 h 1357700"/>
              <a:gd name="connsiteX138" fmla="*/ 959820 w 10678681"/>
              <a:gd name="connsiteY138" fmla="*/ 1275863 h 1357700"/>
              <a:gd name="connsiteX139" fmla="*/ 929137 w 10678681"/>
              <a:gd name="connsiteY139" fmla="*/ 1273957 h 1357700"/>
              <a:gd name="connsiteX140" fmla="*/ 878849 w 10678681"/>
              <a:gd name="connsiteY140" fmla="*/ 1266740 h 1357700"/>
              <a:gd name="connsiteX141" fmla="*/ 800667 w 10678681"/>
              <a:gd name="connsiteY141" fmla="*/ 1282041 h 1357700"/>
              <a:gd name="connsiteX142" fmla="*/ 644906 w 10678681"/>
              <a:gd name="connsiteY142" fmla="*/ 1273685 h 1357700"/>
              <a:gd name="connsiteX143" fmla="*/ 379869 w 10678681"/>
              <a:gd name="connsiteY143" fmla="*/ 1339165 h 1357700"/>
              <a:gd name="connsiteX144" fmla="*/ 137696 w 10678681"/>
              <a:gd name="connsiteY144" fmla="*/ 1319217 h 1357700"/>
              <a:gd name="connsiteX145" fmla="*/ 54250 w 10678681"/>
              <a:gd name="connsiteY145" fmla="*/ 1315838 h 1357700"/>
              <a:gd name="connsiteX146" fmla="*/ 28042 w 10678681"/>
              <a:gd name="connsiteY146" fmla="*/ 1297822 h 1357700"/>
              <a:gd name="connsiteX147" fmla="*/ 0 w 10678681"/>
              <a:gd name="connsiteY147" fmla="*/ 1294612 h 1357700"/>
              <a:gd name="connsiteX148" fmla="*/ 0 w 10678681"/>
              <a:gd name="connsiteY148" fmla="*/ 0 h 1357700"/>
              <a:gd name="connsiteX0" fmla="*/ 0 w 10678681"/>
              <a:gd name="connsiteY0" fmla="*/ 0 h 1357700"/>
              <a:gd name="connsiteX1" fmla="*/ 10678681 w 10678681"/>
              <a:gd name="connsiteY1" fmla="*/ 0 h 1357700"/>
              <a:gd name="connsiteX2" fmla="*/ 10666019 w 10678681"/>
              <a:gd name="connsiteY2" fmla="*/ 7876 h 1357700"/>
              <a:gd name="connsiteX3" fmla="*/ 10632825 w 10678681"/>
              <a:gd name="connsiteY3" fmla="*/ 32153 h 1357700"/>
              <a:gd name="connsiteX4" fmla="*/ 10510605 w 10678681"/>
              <a:gd name="connsiteY4" fmla="*/ 30449 h 1357700"/>
              <a:gd name="connsiteX5" fmla="*/ 10456989 w 10678681"/>
              <a:gd name="connsiteY5" fmla="*/ 979 h 1357700"/>
              <a:gd name="connsiteX6" fmla="*/ 10438642 w 10678681"/>
              <a:gd name="connsiteY6" fmla="*/ 1524 h 1357700"/>
              <a:gd name="connsiteX7" fmla="*/ 10407146 w 10678681"/>
              <a:gd name="connsiteY7" fmla="*/ 43659 h 1357700"/>
              <a:gd name="connsiteX8" fmla="*/ 10357996 w 10678681"/>
              <a:gd name="connsiteY8" fmla="*/ 50836 h 1357700"/>
              <a:gd name="connsiteX9" fmla="*/ 10306667 w 10678681"/>
              <a:gd name="connsiteY9" fmla="*/ 109739 h 1357700"/>
              <a:gd name="connsiteX10" fmla="*/ 10115334 w 10678681"/>
              <a:gd name="connsiteY10" fmla="*/ 155658 h 1357700"/>
              <a:gd name="connsiteX11" fmla="*/ 10068157 w 10678681"/>
              <a:gd name="connsiteY11" fmla="*/ 215673 h 1357700"/>
              <a:gd name="connsiteX12" fmla="*/ 10045431 w 10678681"/>
              <a:gd name="connsiteY12" fmla="*/ 229568 h 1357700"/>
              <a:gd name="connsiteX13" fmla="*/ 10013265 w 10678681"/>
              <a:gd name="connsiteY13" fmla="*/ 284757 h 1357700"/>
              <a:gd name="connsiteX14" fmla="*/ 9862496 w 10678681"/>
              <a:gd name="connsiteY14" fmla="*/ 223033 h 1357700"/>
              <a:gd name="connsiteX15" fmla="*/ 9679638 w 10678681"/>
              <a:gd name="connsiteY15" fmla="*/ 277462 h 1357700"/>
              <a:gd name="connsiteX16" fmla="*/ 9498347 w 10678681"/>
              <a:gd name="connsiteY16" fmla="*/ 244723 h 1357700"/>
              <a:gd name="connsiteX17" fmla="*/ 9399702 w 10678681"/>
              <a:gd name="connsiteY17" fmla="*/ 276316 h 1357700"/>
              <a:gd name="connsiteX18" fmla="*/ 9378439 w 10678681"/>
              <a:gd name="connsiteY18" fmla="*/ 326244 h 1357700"/>
              <a:gd name="connsiteX19" fmla="*/ 9121744 w 10678681"/>
              <a:gd name="connsiteY19" fmla="*/ 365177 h 1357700"/>
              <a:gd name="connsiteX20" fmla="*/ 9061654 w 10678681"/>
              <a:gd name="connsiteY20" fmla="*/ 393730 h 1357700"/>
              <a:gd name="connsiteX21" fmla="*/ 8997577 w 10678681"/>
              <a:gd name="connsiteY21" fmla="*/ 380865 h 1357700"/>
              <a:gd name="connsiteX22" fmla="*/ 8907968 w 10678681"/>
              <a:gd name="connsiteY22" fmla="*/ 447345 h 1357700"/>
              <a:gd name="connsiteX23" fmla="*/ 8764163 w 10678681"/>
              <a:gd name="connsiteY23" fmla="*/ 471000 h 1357700"/>
              <a:gd name="connsiteX24" fmla="*/ 8680155 w 10678681"/>
              <a:gd name="connsiteY24" fmla="*/ 492404 h 1357700"/>
              <a:gd name="connsiteX25" fmla="*/ 8651436 w 10678681"/>
              <a:gd name="connsiteY25" fmla="*/ 511923 h 1357700"/>
              <a:gd name="connsiteX26" fmla="*/ 8609185 w 10678681"/>
              <a:gd name="connsiteY26" fmla="*/ 531525 h 1357700"/>
              <a:gd name="connsiteX27" fmla="*/ 8537091 w 10678681"/>
              <a:gd name="connsiteY27" fmla="*/ 574933 h 1357700"/>
              <a:gd name="connsiteX28" fmla="*/ 8435931 w 10678681"/>
              <a:gd name="connsiteY28" fmla="*/ 617926 h 1357700"/>
              <a:gd name="connsiteX29" fmla="*/ 8348623 w 10678681"/>
              <a:gd name="connsiteY29" fmla="*/ 600607 h 1357700"/>
              <a:gd name="connsiteX30" fmla="*/ 8344233 w 10678681"/>
              <a:gd name="connsiteY30" fmla="*/ 610922 h 1357700"/>
              <a:gd name="connsiteX31" fmla="*/ 8290622 w 10678681"/>
              <a:gd name="connsiteY31" fmla="*/ 622687 h 1357700"/>
              <a:gd name="connsiteX32" fmla="*/ 8086698 w 10678681"/>
              <a:gd name="connsiteY32" fmla="*/ 605185 h 1357700"/>
              <a:gd name="connsiteX33" fmla="*/ 7982378 w 10678681"/>
              <a:gd name="connsiteY33" fmla="*/ 629799 h 1357700"/>
              <a:gd name="connsiteX34" fmla="*/ 7947952 w 10678681"/>
              <a:gd name="connsiteY34" fmla="*/ 648003 h 1357700"/>
              <a:gd name="connsiteX35" fmla="*/ 7890112 w 10678681"/>
              <a:gd name="connsiteY35" fmla="*/ 677915 h 1357700"/>
              <a:gd name="connsiteX36" fmla="*/ 7853284 w 10678681"/>
              <a:gd name="connsiteY36" fmla="*/ 723588 h 1357700"/>
              <a:gd name="connsiteX37" fmla="*/ 7802383 w 10678681"/>
              <a:gd name="connsiteY37" fmla="*/ 739359 h 1357700"/>
              <a:gd name="connsiteX38" fmla="*/ 7782280 w 10678681"/>
              <a:gd name="connsiteY38" fmla="*/ 712868 h 1357700"/>
              <a:gd name="connsiteX39" fmla="*/ 7730518 w 10678681"/>
              <a:gd name="connsiteY39" fmla="*/ 739526 h 1357700"/>
              <a:gd name="connsiteX40" fmla="*/ 7652907 w 10678681"/>
              <a:gd name="connsiteY40" fmla="*/ 783273 h 1357700"/>
              <a:gd name="connsiteX41" fmla="*/ 7606008 w 10678681"/>
              <a:gd name="connsiteY41" fmla="*/ 800717 h 1357700"/>
              <a:gd name="connsiteX42" fmla="*/ 7480223 w 10678681"/>
              <a:gd name="connsiteY42" fmla="*/ 856821 h 1357700"/>
              <a:gd name="connsiteX43" fmla="*/ 7356005 w 10678681"/>
              <a:gd name="connsiteY43" fmla="*/ 919462 h 1357700"/>
              <a:gd name="connsiteX44" fmla="*/ 7305396 w 10678681"/>
              <a:gd name="connsiteY44" fmla="*/ 986228 h 1357700"/>
              <a:gd name="connsiteX45" fmla="*/ 7298314 w 10678681"/>
              <a:gd name="connsiteY45" fmla="*/ 989899 h 1357700"/>
              <a:gd name="connsiteX46" fmla="*/ 7277477 w 10678681"/>
              <a:gd name="connsiteY46" fmla="*/ 990571 h 1357700"/>
              <a:gd name="connsiteX47" fmla="*/ 7269396 w 10678681"/>
              <a:gd name="connsiteY47" fmla="*/ 989282 h 1357700"/>
              <a:gd name="connsiteX48" fmla="*/ 7258094 w 10678681"/>
              <a:gd name="connsiteY48" fmla="*/ 990679 h 1357700"/>
              <a:gd name="connsiteX49" fmla="*/ 7257893 w 10678681"/>
              <a:gd name="connsiteY49" fmla="*/ 991204 h 1357700"/>
              <a:gd name="connsiteX50" fmla="*/ 7247153 w 10678681"/>
              <a:gd name="connsiteY50" fmla="*/ 991550 h 1357700"/>
              <a:gd name="connsiteX51" fmla="*/ 7193612 w 10678681"/>
              <a:gd name="connsiteY51" fmla="*/ 987042 h 1357700"/>
              <a:gd name="connsiteX52" fmla="*/ 7132632 w 10678681"/>
              <a:gd name="connsiteY52" fmla="*/ 1042036 h 1357700"/>
              <a:gd name="connsiteX53" fmla="*/ 7105610 w 10678681"/>
              <a:gd name="connsiteY53" fmla="*/ 1053537 h 1357700"/>
              <a:gd name="connsiteX54" fmla="*/ 7091599 w 10678681"/>
              <a:gd name="connsiteY54" fmla="*/ 1062302 h 1357700"/>
              <a:gd name="connsiteX55" fmla="*/ 7090998 w 10678681"/>
              <a:gd name="connsiteY55" fmla="*/ 1064540 h 1357700"/>
              <a:gd name="connsiteX56" fmla="*/ 7039634 w 10678681"/>
              <a:gd name="connsiteY56" fmla="*/ 1059971 h 1357700"/>
              <a:gd name="connsiteX57" fmla="*/ 7033445 w 10678681"/>
              <a:gd name="connsiteY57" fmla="*/ 1063314 h 1357700"/>
              <a:gd name="connsiteX58" fmla="*/ 6999157 w 10678681"/>
              <a:gd name="connsiteY58" fmla="*/ 1055282 h 1357700"/>
              <a:gd name="connsiteX59" fmla="*/ 6981874 w 10678681"/>
              <a:gd name="connsiteY59" fmla="*/ 1053827 h 1357700"/>
              <a:gd name="connsiteX60" fmla="*/ 6976102 w 10678681"/>
              <a:gd name="connsiteY60" fmla="*/ 1047854 h 1357700"/>
              <a:gd name="connsiteX61" fmla="*/ 6951040 w 10678681"/>
              <a:gd name="connsiteY61" fmla="*/ 1048531 h 1357700"/>
              <a:gd name="connsiteX62" fmla="*/ 6948497 w 10678681"/>
              <a:gd name="connsiteY62" fmla="*/ 1050706 h 1357700"/>
              <a:gd name="connsiteX63" fmla="*/ 6926582 w 10678681"/>
              <a:gd name="connsiteY63" fmla="*/ 1043462 h 1357700"/>
              <a:gd name="connsiteX64" fmla="*/ 6833743 w 10678681"/>
              <a:gd name="connsiteY64" fmla="*/ 1027960 h 1357700"/>
              <a:gd name="connsiteX65" fmla="*/ 6687090 w 10678681"/>
              <a:gd name="connsiteY65" fmla="*/ 1063250 h 1357700"/>
              <a:gd name="connsiteX66" fmla="*/ 6437450 w 10678681"/>
              <a:gd name="connsiteY66" fmla="*/ 1101075 h 1357700"/>
              <a:gd name="connsiteX67" fmla="*/ 6327795 w 10678681"/>
              <a:gd name="connsiteY67" fmla="*/ 1088142 h 1357700"/>
              <a:gd name="connsiteX68" fmla="*/ 6136549 w 10678681"/>
              <a:gd name="connsiteY68" fmla="*/ 1100268 h 1357700"/>
              <a:gd name="connsiteX69" fmla="*/ 6004655 w 10678681"/>
              <a:gd name="connsiteY69" fmla="*/ 1114946 h 1357700"/>
              <a:gd name="connsiteX70" fmla="*/ 5936643 w 10678681"/>
              <a:gd name="connsiteY70" fmla="*/ 1095428 h 1357700"/>
              <a:gd name="connsiteX71" fmla="*/ 5912484 w 10678681"/>
              <a:gd name="connsiteY71" fmla="*/ 1112624 h 1357700"/>
              <a:gd name="connsiteX72" fmla="*/ 5908387 w 10678681"/>
              <a:gd name="connsiteY72" fmla="*/ 1116018 h 1357700"/>
              <a:gd name="connsiteX73" fmla="*/ 5890495 w 10678681"/>
              <a:gd name="connsiteY73" fmla="*/ 1120268 h 1357700"/>
              <a:gd name="connsiteX74" fmla="*/ 5887318 w 10678681"/>
              <a:gd name="connsiteY74" fmla="*/ 1133134 h 1357700"/>
              <a:gd name="connsiteX75" fmla="*/ 5861726 w 10678681"/>
              <a:gd name="connsiteY75" fmla="*/ 1147891 h 1357700"/>
              <a:gd name="connsiteX76" fmla="*/ 5805823 w 10678681"/>
              <a:gd name="connsiteY76" fmla="*/ 1152457 h 1357700"/>
              <a:gd name="connsiteX77" fmla="*/ 5689841 w 10678681"/>
              <a:gd name="connsiteY77" fmla="*/ 1176232 h 1357700"/>
              <a:gd name="connsiteX78" fmla="*/ 5605119 w 10678681"/>
              <a:gd name="connsiteY78" fmla="*/ 1190202 h 1357700"/>
              <a:gd name="connsiteX79" fmla="*/ 5488513 w 10678681"/>
              <a:gd name="connsiteY79" fmla="*/ 1205367 h 1357700"/>
              <a:gd name="connsiteX80" fmla="*/ 5402905 w 10678681"/>
              <a:gd name="connsiteY80" fmla="*/ 1241191 h 1357700"/>
              <a:gd name="connsiteX81" fmla="*/ 5285593 w 10678681"/>
              <a:gd name="connsiteY81" fmla="*/ 1273569 h 1357700"/>
              <a:gd name="connsiteX82" fmla="*/ 5192893 w 10678681"/>
              <a:gd name="connsiteY82" fmla="*/ 1247188 h 1357700"/>
              <a:gd name="connsiteX83" fmla="*/ 5186475 w 10678681"/>
              <a:gd name="connsiteY83" fmla="*/ 1257028 h 1357700"/>
              <a:gd name="connsiteX84" fmla="*/ 5126038 w 10678681"/>
              <a:gd name="connsiteY84" fmla="*/ 1263189 h 1357700"/>
              <a:gd name="connsiteX85" fmla="*/ 4894688 w 10678681"/>
              <a:gd name="connsiteY85" fmla="*/ 1247184 h 1357700"/>
              <a:gd name="connsiteX86" fmla="*/ 4788036 w 10678681"/>
              <a:gd name="connsiteY86" fmla="*/ 1238182 h 1357700"/>
              <a:gd name="connsiteX87" fmla="*/ 4747555 w 10678681"/>
              <a:gd name="connsiteY87" fmla="*/ 1252768 h 1357700"/>
              <a:gd name="connsiteX88" fmla="*/ 4679644 w 10678681"/>
              <a:gd name="connsiteY88" fmla="*/ 1276603 h 1357700"/>
              <a:gd name="connsiteX89" fmla="*/ 4632222 w 10678681"/>
              <a:gd name="connsiteY89" fmla="*/ 1318360 h 1357700"/>
              <a:gd name="connsiteX90" fmla="*/ 4617358 w 10678681"/>
              <a:gd name="connsiteY90" fmla="*/ 1327690 h 1357700"/>
              <a:gd name="connsiteX91" fmla="*/ 4589102 w 10678681"/>
              <a:gd name="connsiteY91" fmla="*/ 1321223 h 1357700"/>
              <a:gd name="connsiteX92" fmla="*/ 4578184 w 10678681"/>
              <a:gd name="connsiteY92" fmla="*/ 1326745 h 1357700"/>
              <a:gd name="connsiteX93" fmla="*/ 4574270 w 10678681"/>
              <a:gd name="connsiteY93" fmla="*/ 1325878 h 1357700"/>
              <a:gd name="connsiteX94" fmla="*/ 4564919 w 10678681"/>
              <a:gd name="connsiteY94" fmla="*/ 1325507 h 1357700"/>
              <a:gd name="connsiteX95" fmla="*/ 4566586 w 10678681"/>
              <a:gd name="connsiteY95" fmla="*/ 1316963 h 1357700"/>
              <a:gd name="connsiteX96" fmla="*/ 4556303 w 10678681"/>
              <a:gd name="connsiteY96" fmla="*/ 1300262 h 1357700"/>
              <a:gd name="connsiteX97" fmla="*/ 4502358 w 10678681"/>
              <a:gd name="connsiteY97" fmla="*/ 1302558 h 1357700"/>
              <a:gd name="connsiteX98" fmla="*/ 4498919 w 10678681"/>
              <a:gd name="connsiteY98" fmla="*/ 1312115 h 1357700"/>
              <a:gd name="connsiteX99" fmla="*/ 4492075 w 10678681"/>
              <a:gd name="connsiteY99" fmla="*/ 1313357 h 1357700"/>
              <a:gd name="connsiteX100" fmla="*/ 4487466 w 10678681"/>
              <a:gd name="connsiteY100" fmla="*/ 1304102 h 1357700"/>
              <a:gd name="connsiteX101" fmla="*/ 4398292 w 10678681"/>
              <a:gd name="connsiteY101" fmla="*/ 1278410 h 1357700"/>
              <a:gd name="connsiteX102" fmla="*/ 4306088 w 10678681"/>
              <a:gd name="connsiteY102" fmla="*/ 1282512 h 1357700"/>
              <a:gd name="connsiteX103" fmla="*/ 4188995 w 10678681"/>
              <a:gd name="connsiteY103" fmla="*/ 1296718 h 1357700"/>
              <a:gd name="connsiteX104" fmla="*/ 4136582 w 10678681"/>
              <a:gd name="connsiteY104" fmla="*/ 1287687 h 1357700"/>
              <a:gd name="connsiteX105" fmla="*/ 4064614 w 10678681"/>
              <a:gd name="connsiteY105" fmla="*/ 1296118 h 1357700"/>
              <a:gd name="connsiteX106" fmla="*/ 3906561 w 10678681"/>
              <a:gd name="connsiteY106" fmla="*/ 1352435 h 1357700"/>
              <a:gd name="connsiteX107" fmla="*/ 3787890 w 10678681"/>
              <a:gd name="connsiteY107" fmla="*/ 1352442 h 1357700"/>
              <a:gd name="connsiteX108" fmla="*/ 3745993 w 10678681"/>
              <a:gd name="connsiteY108" fmla="*/ 1342630 h 1357700"/>
              <a:gd name="connsiteX109" fmla="*/ 3675785 w 10678681"/>
              <a:gd name="connsiteY109" fmla="*/ 1326802 h 1357700"/>
              <a:gd name="connsiteX110" fmla="*/ 3623856 w 10678681"/>
              <a:gd name="connsiteY110" fmla="*/ 1290804 h 1357700"/>
              <a:gd name="connsiteX111" fmla="*/ 3564933 w 10678681"/>
              <a:gd name="connsiteY111" fmla="*/ 1287147 h 1357700"/>
              <a:gd name="connsiteX112" fmla="*/ 3550537 w 10678681"/>
              <a:gd name="connsiteY112" fmla="*/ 1317552 h 1357700"/>
              <a:gd name="connsiteX113" fmla="*/ 3487736 w 10678681"/>
              <a:gd name="connsiteY113" fmla="*/ 1303493 h 1357700"/>
              <a:gd name="connsiteX114" fmla="*/ 3392548 w 10678681"/>
              <a:gd name="connsiteY114" fmla="*/ 1278741 h 1357700"/>
              <a:gd name="connsiteX115" fmla="*/ 3337466 w 10678681"/>
              <a:gd name="connsiteY115" fmla="*/ 1272537 h 1357700"/>
              <a:gd name="connsiteX116" fmla="*/ 3187206 w 10678681"/>
              <a:gd name="connsiteY116" fmla="*/ 1246821 h 1357700"/>
              <a:gd name="connsiteX117" fmla="*/ 3036856 w 10678681"/>
              <a:gd name="connsiteY117" fmla="*/ 1214383 h 1357700"/>
              <a:gd name="connsiteX118" fmla="*/ 2948654 w 10678681"/>
              <a:gd name="connsiteY118" fmla="*/ 1157455 h 1357700"/>
              <a:gd name="connsiteX119" fmla="*/ 2824973 w 10678681"/>
              <a:gd name="connsiteY119" fmla="*/ 1134864 h 1357700"/>
              <a:gd name="connsiteX120" fmla="*/ 2804398 w 10678681"/>
              <a:gd name="connsiteY120" fmla="*/ 1125556 h 1357700"/>
              <a:gd name="connsiteX121" fmla="*/ 2775396 w 10678681"/>
              <a:gd name="connsiteY121" fmla="*/ 1130148 h 1357700"/>
              <a:gd name="connsiteX122" fmla="*/ 2659096 w 10678681"/>
              <a:gd name="connsiteY122" fmla="*/ 1150294 h 1357700"/>
              <a:gd name="connsiteX123" fmla="*/ 2567088 w 10678681"/>
              <a:gd name="connsiteY123" fmla="*/ 1181781 h 1357700"/>
              <a:gd name="connsiteX124" fmla="*/ 2454501 w 10678681"/>
              <a:gd name="connsiteY124" fmla="*/ 1155455 h 1357700"/>
              <a:gd name="connsiteX125" fmla="*/ 2385161 w 10678681"/>
              <a:gd name="connsiteY125" fmla="*/ 1161312 h 1357700"/>
              <a:gd name="connsiteX126" fmla="*/ 2270528 w 10678681"/>
              <a:gd name="connsiteY126" fmla="*/ 1204338 h 1357700"/>
              <a:gd name="connsiteX127" fmla="*/ 2121820 w 10678681"/>
              <a:gd name="connsiteY127" fmla="*/ 1187078 h 1357700"/>
              <a:gd name="connsiteX128" fmla="*/ 2092716 w 10678681"/>
              <a:gd name="connsiteY128" fmla="*/ 1139224 h 1357700"/>
              <a:gd name="connsiteX129" fmla="*/ 2052449 w 10678681"/>
              <a:gd name="connsiteY129" fmla="*/ 1109687 h 1357700"/>
              <a:gd name="connsiteX130" fmla="*/ 2032607 w 10678681"/>
              <a:gd name="connsiteY130" fmla="*/ 1175477 h 1357700"/>
              <a:gd name="connsiteX131" fmla="*/ 1901837 w 10678681"/>
              <a:gd name="connsiteY131" fmla="*/ 1221762 h 1357700"/>
              <a:gd name="connsiteX132" fmla="*/ 1836762 w 10678681"/>
              <a:gd name="connsiteY132" fmla="*/ 1237387 h 1357700"/>
              <a:gd name="connsiteX133" fmla="*/ 1735877 w 10678681"/>
              <a:gd name="connsiteY133" fmla="*/ 1246527 h 1357700"/>
              <a:gd name="connsiteX134" fmla="*/ 1705069 w 10678681"/>
              <a:gd name="connsiteY134" fmla="*/ 1251989 h 1357700"/>
              <a:gd name="connsiteX135" fmla="*/ 1397689 w 10678681"/>
              <a:gd name="connsiteY135" fmla="*/ 1336144 h 1357700"/>
              <a:gd name="connsiteX136" fmla="*/ 1220734 w 10678681"/>
              <a:gd name="connsiteY136" fmla="*/ 1257811 h 1357700"/>
              <a:gd name="connsiteX137" fmla="*/ 1021737 w 10678681"/>
              <a:gd name="connsiteY137" fmla="*/ 1238739 h 1357700"/>
              <a:gd name="connsiteX138" fmla="*/ 959820 w 10678681"/>
              <a:gd name="connsiteY138" fmla="*/ 1275863 h 1357700"/>
              <a:gd name="connsiteX139" fmla="*/ 929137 w 10678681"/>
              <a:gd name="connsiteY139" fmla="*/ 1273957 h 1357700"/>
              <a:gd name="connsiteX140" fmla="*/ 878849 w 10678681"/>
              <a:gd name="connsiteY140" fmla="*/ 1266740 h 1357700"/>
              <a:gd name="connsiteX141" fmla="*/ 800667 w 10678681"/>
              <a:gd name="connsiteY141" fmla="*/ 1282041 h 1357700"/>
              <a:gd name="connsiteX142" fmla="*/ 644906 w 10678681"/>
              <a:gd name="connsiteY142" fmla="*/ 1273685 h 1357700"/>
              <a:gd name="connsiteX143" fmla="*/ 379869 w 10678681"/>
              <a:gd name="connsiteY143" fmla="*/ 1339165 h 1357700"/>
              <a:gd name="connsiteX144" fmla="*/ 137696 w 10678681"/>
              <a:gd name="connsiteY144" fmla="*/ 1319217 h 1357700"/>
              <a:gd name="connsiteX145" fmla="*/ 54250 w 10678681"/>
              <a:gd name="connsiteY145" fmla="*/ 1315838 h 1357700"/>
              <a:gd name="connsiteX146" fmla="*/ 28042 w 10678681"/>
              <a:gd name="connsiteY146" fmla="*/ 1297822 h 1357700"/>
              <a:gd name="connsiteX147" fmla="*/ 0 w 10678681"/>
              <a:gd name="connsiteY147" fmla="*/ 1294612 h 1357700"/>
              <a:gd name="connsiteX148" fmla="*/ 0 w 10678681"/>
              <a:gd name="connsiteY148" fmla="*/ 0 h 1357700"/>
              <a:gd name="connsiteX0" fmla="*/ 0 w 10678681"/>
              <a:gd name="connsiteY0" fmla="*/ 0 h 1357700"/>
              <a:gd name="connsiteX1" fmla="*/ 10678681 w 10678681"/>
              <a:gd name="connsiteY1" fmla="*/ 0 h 1357700"/>
              <a:gd name="connsiteX2" fmla="*/ 10666019 w 10678681"/>
              <a:gd name="connsiteY2" fmla="*/ 7876 h 1357700"/>
              <a:gd name="connsiteX3" fmla="*/ 10632825 w 10678681"/>
              <a:gd name="connsiteY3" fmla="*/ 32153 h 1357700"/>
              <a:gd name="connsiteX4" fmla="*/ 10510605 w 10678681"/>
              <a:gd name="connsiteY4" fmla="*/ 30449 h 1357700"/>
              <a:gd name="connsiteX5" fmla="*/ 10456989 w 10678681"/>
              <a:gd name="connsiteY5" fmla="*/ 979 h 1357700"/>
              <a:gd name="connsiteX6" fmla="*/ 10438642 w 10678681"/>
              <a:gd name="connsiteY6" fmla="*/ 1524 h 1357700"/>
              <a:gd name="connsiteX7" fmla="*/ 10407146 w 10678681"/>
              <a:gd name="connsiteY7" fmla="*/ 43659 h 1357700"/>
              <a:gd name="connsiteX8" fmla="*/ 10357996 w 10678681"/>
              <a:gd name="connsiteY8" fmla="*/ 50836 h 1357700"/>
              <a:gd name="connsiteX9" fmla="*/ 10306667 w 10678681"/>
              <a:gd name="connsiteY9" fmla="*/ 109739 h 1357700"/>
              <a:gd name="connsiteX10" fmla="*/ 10115334 w 10678681"/>
              <a:gd name="connsiteY10" fmla="*/ 155658 h 1357700"/>
              <a:gd name="connsiteX11" fmla="*/ 10068157 w 10678681"/>
              <a:gd name="connsiteY11" fmla="*/ 215673 h 1357700"/>
              <a:gd name="connsiteX12" fmla="*/ 10045431 w 10678681"/>
              <a:gd name="connsiteY12" fmla="*/ 229568 h 1357700"/>
              <a:gd name="connsiteX13" fmla="*/ 10013265 w 10678681"/>
              <a:gd name="connsiteY13" fmla="*/ 284757 h 1357700"/>
              <a:gd name="connsiteX14" fmla="*/ 9862496 w 10678681"/>
              <a:gd name="connsiteY14" fmla="*/ 223033 h 1357700"/>
              <a:gd name="connsiteX15" fmla="*/ 9679638 w 10678681"/>
              <a:gd name="connsiteY15" fmla="*/ 277462 h 1357700"/>
              <a:gd name="connsiteX16" fmla="*/ 9498347 w 10678681"/>
              <a:gd name="connsiteY16" fmla="*/ 244723 h 1357700"/>
              <a:gd name="connsiteX17" fmla="*/ 9399702 w 10678681"/>
              <a:gd name="connsiteY17" fmla="*/ 276316 h 1357700"/>
              <a:gd name="connsiteX18" fmla="*/ 9378439 w 10678681"/>
              <a:gd name="connsiteY18" fmla="*/ 326244 h 1357700"/>
              <a:gd name="connsiteX19" fmla="*/ 9121744 w 10678681"/>
              <a:gd name="connsiteY19" fmla="*/ 365177 h 1357700"/>
              <a:gd name="connsiteX20" fmla="*/ 9061654 w 10678681"/>
              <a:gd name="connsiteY20" fmla="*/ 393730 h 1357700"/>
              <a:gd name="connsiteX21" fmla="*/ 8997577 w 10678681"/>
              <a:gd name="connsiteY21" fmla="*/ 380865 h 1357700"/>
              <a:gd name="connsiteX22" fmla="*/ 8907968 w 10678681"/>
              <a:gd name="connsiteY22" fmla="*/ 447345 h 1357700"/>
              <a:gd name="connsiteX23" fmla="*/ 8764163 w 10678681"/>
              <a:gd name="connsiteY23" fmla="*/ 471000 h 1357700"/>
              <a:gd name="connsiteX24" fmla="*/ 8680155 w 10678681"/>
              <a:gd name="connsiteY24" fmla="*/ 492404 h 1357700"/>
              <a:gd name="connsiteX25" fmla="*/ 8651436 w 10678681"/>
              <a:gd name="connsiteY25" fmla="*/ 511923 h 1357700"/>
              <a:gd name="connsiteX26" fmla="*/ 8609185 w 10678681"/>
              <a:gd name="connsiteY26" fmla="*/ 531525 h 1357700"/>
              <a:gd name="connsiteX27" fmla="*/ 8537091 w 10678681"/>
              <a:gd name="connsiteY27" fmla="*/ 574933 h 1357700"/>
              <a:gd name="connsiteX28" fmla="*/ 8435931 w 10678681"/>
              <a:gd name="connsiteY28" fmla="*/ 617926 h 1357700"/>
              <a:gd name="connsiteX29" fmla="*/ 8348623 w 10678681"/>
              <a:gd name="connsiteY29" fmla="*/ 600607 h 1357700"/>
              <a:gd name="connsiteX30" fmla="*/ 8344233 w 10678681"/>
              <a:gd name="connsiteY30" fmla="*/ 610922 h 1357700"/>
              <a:gd name="connsiteX31" fmla="*/ 8290622 w 10678681"/>
              <a:gd name="connsiteY31" fmla="*/ 622687 h 1357700"/>
              <a:gd name="connsiteX32" fmla="*/ 8086698 w 10678681"/>
              <a:gd name="connsiteY32" fmla="*/ 605185 h 1357700"/>
              <a:gd name="connsiteX33" fmla="*/ 7982378 w 10678681"/>
              <a:gd name="connsiteY33" fmla="*/ 629799 h 1357700"/>
              <a:gd name="connsiteX34" fmla="*/ 7947952 w 10678681"/>
              <a:gd name="connsiteY34" fmla="*/ 648003 h 1357700"/>
              <a:gd name="connsiteX35" fmla="*/ 7890112 w 10678681"/>
              <a:gd name="connsiteY35" fmla="*/ 677915 h 1357700"/>
              <a:gd name="connsiteX36" fmla="*/ 7853284 w 10678681"/>
              <a:gd name="connsiteY36" fmla="*/ 723588 h 1357700"/>
              <a:gd name="connsiteX37" fmla="*/ 7802383 w 10678681"/>
              <a:gd name="connsiteY37" fmla="*/ 739359 h 1357700"/>
              <a:gd name="connsiteX38" fmla="*/ 7730518 w 10678681"/>
              <a:gd name="connsiteY38" fmla="*/ 739526 h 1357700"/>
              <a:gd name="connsiteX39" fmla="*/ 7652907 w 10678681"/>
              <a:gd name="connsiteY39" fmla="*/ 783273 h 1357700"/>
              <a:gd name="connsiteX40" fmla="*/ 7606008 w 10678681"/>
              <a:gd name="connsiteY40" fmla="*/ 800717 h 1357700"/>
              <a:gd name="connsiteX41" fmla="*/ 7480223 w 10678681"/>
              <a:gd name="connsiteY41" fmla="*/ 856821 h 1357700"/>
              <a:gd name="connsiteX42" fmla="*/ 7356005 w 10678681"/>
              <a:gd name="connsiteY42" fmla="*/ 919462 h 1357700"/>
              <a:gd name="connsiteX43" fmla="*/ 7305396 w 10678681"/>
              <a:gd name="connsiteY43" fmla="*/ 986228 h 1357700"/>
              <a:gd name="connsiteX44" fmla="*/ 7298314 w 10678681"/>
              <a:gd name="connsiteY44" fmla="*/ 989899 h 1357700"/>
              <a:gd name="connsiteX45" fmla="*/ 7277477 w 10678681"/>
              <a:gd name="connsiteY45" fmla="*/ 990571 h 1357700"/>
              <a:gd name="connsiteX46" fmla="*/ 7269396 w 10678681"/>
              <a:gd name="connsiteY46" fmla="*/ 989282 h 1357700"/>
              <a:gd name="connsiteX47" fmla="*/ 7258094 w 10678681"/>
              <a:gd name="connsiteY47" fmla="*/ 990679 h 1357700"/>
              <a:gd name="connsiteX48" fmla="*/ 7257893 w 10678681"/>
              <a:gd name="connsiteY48" fmla="*/ 991204 h 1357700"/>
              <a:gd name="connsiteX49" fmla="*/ 7247153 w 10678681"/>
              <a:gd name="connsiteY49" fmla="*/ 991550 h 1357700"/>
              <a:gd name="connsiteX50" fmla="*/ 7193612 w 10678681"/>
              <a:gd name="connsiteY50" fmla="*/ 987042 h 1357700"/>
              <a:gd name="connsiteX51" fmla="*/ 7132632 w 10678681"/>
              <a:gd name="connsiteY51" fmla="*/ 1042036 h 1357700"/>
              <a:gd name="connsiteX52" fmla="*/ 7105610 w 10678681"/>
              <a:gd name="connsiteY52" fmla="*/ 1053537 h 1357700"/>
              <a:gd name="connsiteX53" fmla="*/ 7091599 w 10678681"/>
              <a:gd name="connsiteY53" fmla="*/ 1062302 h 1357700"/>
              <a:gd name="connsiteX54" fmla="*/ 7090998 w 10678681"/>
              <a:gd name="connsiteY54" fmla="*/ 1064540 h 1357700"/>
              <a:gd name="connsiteX55" fmla="*/ 7039634 w 10678681"/>
              <a:gd name="connsiteY55" fmla="*/ 1059971 h 1357700"/>
              <a:gd name="connsiteX56" fmla="*/ 7033445 w 10678681"/>
              <a:gd name="connsiteY56" fmla="*/ 1063314 h 1357700"/>
              <a:gd name="connsiteX57" fmla="*/ 6999157 w 10678681"/>
              <a:gd name="connsiteY57" fmla="*/ 1055282 h 1357700"/>
              <a:gd name="connsiteX58" fmla="*/ 6981874 w 10678681"/>
              <a:gd name="connsiteY58" fmla="*/ 1053827 h 1357700"/>
              <a:gd name="connsiteX59" fmla="*/ 6976102 w 10678681"/>
              <a:gd name="connsiteY59" fmla="*/ 1047854 h 1357700"/>
              <a:gd name="connsiteX60" fmla="*/ 6951040 w 10678681"/>
              <a:gd name="connsiteY60" fmla="*/ 1048531 h 1357700"/>
              <a:gd name="connsiteX61" fmla="*/ 6948497 w 10678681"/>
              <a:gd name="connsiteY61" fmla="*/ 1050706 h 1357700"/>
              <a:gd name="connsiteX62" fmla="*/ 6926582 w 10678681"/>
              <a:gd name="connsiteY62" fmla="*/ 1043462 h 1357700"/>
              <a:gd name="connsiteX63" fmla="*/ 6833743 w 10678681"/>
              <a:gd name="connsiteY63" fmla="*/ 1027960 h 1357700"/>
              <a:gd name="connsiteX64" fmla="*/ 6687090 w 10678681"/>
              <a:gd name="connsiteY64" fmla="*/ 1063250 h 1357700"/>
              <a:gd name="connsiteX65" fmla="*/ 6437450 w 10678681"/>
              <a:gd name="connsiteY65" fmla="*/ 1101075 h 1357700"/>
              <a:gd name="connsiteX66" fmla="*/ 6327795 w 10678681"/>
              <a:gd name="connsiteY66" fmla="*/ 1088142 h 1357700"/>
              <a:gd name="connsiteX67" fmla="*/ 6136549 w 10678681"/>
              <a:gd name="connsiteY67" fmla="*/ 1100268 h 1357700"/>
              <a:gd name="connsiteX68" fmla="*/ 6004655 w 10678681"/>
              <a:gd name="connsiteY68" fmla="*/ 1114946 h 1357700"/>
              <a:gd name="connsiteX69" fmla="*/ 5936643 w 10678681"/>
              <a:gd name="connsiteY69" fmla="*/ 1095428 h 1357700"/>
              <a:gd name="connsiteX70" fmla="*/ 5912484 w 10678681"/>
              <a:gd name="connsiteY70" fmla="*/ 1112624 h 1357700"/>
              <a:gd name="connsiteX71" fmla="*/ 5908387 w 10678681"/>
              <a:gd name="connsiteY71" fmla="*/ 1116018 h 1357700"/>
              <a:gd name="connsiteX72" fmla="*/ 5890495 w 10678681"/>
              <a:gd name="connsiteY72" fmla="*/ 1120268 h 1357700"/>
              <a:gd name="connsiteX73" fmla="*/ 5887318 w 10678681"/>
              <a:gd name="connsiteY73" fmla="*/ 1133134 h 1357700"/>
              <a:gd name="connsiteX74" fmla="*/ 5861726 w 10678681"/>
              <a:gd name="connsiteY74" fmla="*/ 1147891 h 1357700"/>
              <a:gd name="connsiteX75" fmla="*/ 5805823 w 10678681"/>
              <a:gd name="connsiteY75" fmla="*/ 1152457 h 1357700"/>
              <a:gd name="connsiteX76" fmla="*/ 5689841 w 10678681"/>
              <a:gd name="connsiteY76" fmla="*/ 1176232 h 1357700"/>
              <a:gd name="connsiteX77" fmla="*/ 5605119 w 10678681"/>
              <a:gd name="connsiteY77" fmla="*/ 1190202 h 1357700"/>
              <a:gd name="connsiteX78" fmla="*/ 5488513 w 10678681"/>
              <a:gd name="connsiteY78" fmla="*/ 1205367 h 1357700"/>
              <a:gd name="connsiteX79" fmla="*/ 5402905 w 10678681"/>
              <a:gd name="connsiteY79" fmla="*/ 1241191 h 1357700"/>
              <a:gd name="connsiteX80" fmla="*/ 5285593 w 10678681"/>
              <a:gd name="connsiteY80" fmla="*/ 1273569 h 1357700"/>
              <a:gd name="connsiteX81" fmla="*/ 5192893 w 10678681"/>
              <a:gd name="connsiteY81" fmla="*/ 1247188 h 1357700"/>
              <a:gd name="connsiteX82" fmla="*/ 5186475 w 10678681"/>
              <a:gd name="connsiteY82" fmla="*/ 1257028 h 1357700"/>
              <a:gd name="connsiteX83" fmla="*/ 5126038 w 10678681"/>
              <a:gd name="connsiteY83" fmla="*/ 1263189 h 1357700"/>
              <a:gd name="connsiteX84" fmla="*/ 4894688 w 10678681"/>
              <a:gd name="connsiteY84" fmla="*/ 1247184 h 1357700"/>
              <a:gd name="connsiteX85" fmla="*/ 4788036 w 10678681"/>
              <a:gd name="connsiteY85" fmla="*/ 1238182 h 1357700"/>
              <a:gd name="connsiteX86" fmla="*/ 4747555 w 10678681"/>
              <a:gd name="connsiteY86" fmla="*/ 1252768 h 1357700"/>
              <a:gd name="connsiteX87" fmla="*/ 4679644 w 10678681"/>
              <a:gd name="connsiteY87" fmla="*/ 1276603 h 1357700"/>
              <a:gd name="connsiteX88" fmla="*/ 4632222 w 10678681"/>
              <a:gd name="connsiteY88" fmla="*/ 1318360 h 1357700"/>
              <a:gd name="connsiteX89" fmla="*/ 4617358 w 10678681"/>
              <a:gd name="connsiteY89" fmla="*/ 1327690 h 1357700"/>
              <a:gd name="connsiteX90" fmla="*/ 4589102 w 10678681"/>
              <a:gd name="connsiteY90" fmla="*/ 1321223 h 1357700"/>
              <a:gd name="connsiteX91" fmla="*/ 4578184 w 10678681"/>
              <a:gd name="connsiteY91" fmla="*/ 1326745 h 1357700"/>
              <a:gd name="connsiteX92" fmla="*/ 4574270 w 10678681"/>
              <a:gd name="connsiteY92" fmla="*/ 1325878 h 1357700"/>
              <a:gd name="connsiteX93" fmla="*/ 4564919 w 10678681"/>
              <a:gd name="connsiteY93" fmla="*/ 1325507 h 1357700"/>
              <a:gd name="connsiteX94" fmla="*/ 4566586 w 10678681"/>
              <a:gd name="connsiteY94" fmla="*/ 1316963 h 1357700"/>
              <a:gd name="connsiteX95" fmla="*/ 4556303 w 10678681"/>
              <a:gd name="connsiteY95" fmla="*/ 1300262 h 1357700"/>
              <a:gd name="connsiteX96" fmla="*/ 4502358 w 10678681"/>
              <a:gd name="connsiteY96" fmla="*/ 1302558 h 1357700"/>
              <a:gd name="connsiteX97" fmla="*/ 4498919 w 10678681"/>
              <a:gd name="connsiteY97" fmla="*/ 1312115 h 1357700"/>
              <a:gd name="connsiteX98" fmla="*/ 4492075 w 10678681"/>
              <a:gd name="connsiteY98" fmla="*/ 1313357 h 1357700"/>
              <a:gd name="connsiteX99" fmla="*/ 4487466 w 10678681"/>
              <a:gd name="connsiteY99" fmla="*/ 1304102 h 1357700"/>
              <a:gd name="connsiteX100" fmla="*/ 4398292 w 10678681"/>
              <a:gd name="connsiteY100" fmla="*/ 1278410 h 1357700"/>
              <a:gd name="connsiteX101" fmla="*/ 4306088 w 10678681"/>
              <a:gd name="connsiteY101" fmla="*/ 1282512 h 1357700"/>
              <a:gd name="connsiteX102" fmla="*/ 4188995 w 10678681"/>
              <a:gd name="connsiteY102" fmla="*/ 1296718 h 1357700"/>
              <a:gd name="connsiteX103" fmla="*/ 4136582 w 10678681"/>
              <a:gd name="connsiteY103" fmla="*/ 1287687 h 1357700"/>
              <a:gd name="connsiteX104" fmla="*/ 4064614 w 10678681"/>
              <a:gd name="connsiteY104" fmla="*/ 1296118 h 1357700"/>
              <a:gd name="connsiteX105" fmla="*/ 3906561 w 10678681"/>
              <a:gd name="connsiteY105" fmla="*/ 1352435 h 1357700"/>
              <a:gd name="connsiteX106" fmla="*/ 3787890 w 10678681"/>
              <a:gd name="connsiteY106" fmla="*/ 1352442 h 1357700"/>
              <a:gd name="connsiteX107" fmla="*/ 3745993 w 10678681"/>
              <a:gd name="connsiteY107" fmla="*/ 1342630 h 1357700"/>
              <a:gd name="connsiteX108" fmla="*/ 3675785 w 10678681"/>
              <a:gd name="connsiteY108" fmla="*/ 1326802 h 1357700"/>
              <a:gd name="connsiteX109" fmla="*/ 3623856 w 10678681"/>
              <a:gd name="connsiteY109" fmla="*/ 1290804 h 1357700"/>
              <a:gd name="connsiteX110" fmla="*/ 3564933 w 10678681"/>
              <a:gd name="connsiteY110" fmla="*/ 1287147 h 1357700"/>
              <a:gd name="connsiteX111" fmla="*/ 3550537 w 10678681"/>
              <a:gd name="connsiteY111" fmla="*/ 1317552 h 1357700"/>
              <a:gd name="connsiteX112" fmla="*/ 3487736 w 10678681"/>
              <a:gd name="connsiteY112" fmla="*/ 1303493 h 1357700"/>
              <a:gd name="connsiteX113" fmla="*/ 3392548 w 10678681"/>
              <a:gd name="connsiteY113" fmla="*/ 1278741 h 1357700"/>
              <a:gd name="connsiteX114" fmla="*/ 3337466 w 10678681"/>
              <a:gd name="connsiteY114" fmla="*/ 1272537 h 1357700"/>
              <a:gd name="connsiteX115" fmla="*/ 3187206 w 10678681"/>
              <a:gd name="connsiteY115" fmla="*/ 1246821 h 1357700"/>
              <a:gd name="connsiteX116" fmla="*/ 3036856 w 10678681"/>
              <a:gd name="connsiteY116" fmla="*/ 1214383 h 1357700"/>
              <a:gd name="connsiteX117" fmla="*/ 2948654 w 10678681"/>
              <a:gd name="connsiteY117" fmla="*/ 1157455 h 1357700"/>
              <a:gd name="connsiteX118" fmla="*/ 2824973 w 10678681"/>
              <a:gd name="connsiteY118" fmla="*/ 1134864 h 1357700"/>
              <a:gd name="connsiteX119" fmla="*/ 2804398 w 10678681"/>
              <a:gd name="connsiteY119" fmla="*/ 1125556 h 1357700"/>
              <a:gd name="connsiteX120" fmla="*/ 2775396 w 10678681"/>
              <a:gd name="connsiteY120" fmla="*/ 1130148 h 1357700"/>
              <a:gd name="connsiteX121" fmla="*/ 2659096 w 10678681"/>
              <a:gd name="connsiteY121" fmla="*/ 1150294 h 1357700"/>
              <a:gd name="connsiteX122" fmla="*/ 2567088 w 10678681"/>
              <a:gd name="connsiteY122" fmla="*/ 1181781 h 1357700"/>
              <a:gd name="connsiteX123" fmla="*/ 2454501 w 10678681"/>
              <a:gd name="connsiteY123" fmla="*/ 1155455 h 1357700"/>
              <a:gd name="connsiteX124" fmla="*/ 2385161 w 10678681"/>
              <a:gd name="connsiteY124" fmla="*/ 1161312 h 1357700"/>
              <a:gd name="connsiteX125" fmla="*/ 2270528 w 10678681"/>
              <a:gd name="connsiteY125" fmla="*/ 1204338 h 1357700"/>
              <a:gd name="connsiteX126" fmla="*/ 2121820 w 10678681"/>
              <a:gd name="connsiteY126" fmla="*/ 1187078 h 1357700"/>
              <a:gd name="connsiteX127" fmla="*/ 2092716 w 10678681"/>
              <a:gd name="connsiteY127" fmla="*/ 1139224 h 1357700"/>
              <a:gd name="connsiteX128" fmla="*/ 2052449 w 10678681"/>
              <a:gd name="connsiteY128" fmla="*/ 1109687 h 1357700"/>
              <a:gd name="connsiteX129" fmla="*/ 2032607 w 10678681"/>
              <a:gd name="connsiteY129" fmla="*/ 1175477 h 1357700"/>
              <a:gd name="connsiteX130" fmla="*/ 1901837 w 10678681"/>
              <a:gd name="connsiteY130" fmla="*/ 1221762 h 1357700"/>
              <a:gd name="connsiteX131" fmla="*/ 1836762 w 10678681"/>
              <a:gd name="connsiteY131" fmla="*/ 1237387 h 1357700"/>
              <a:gd name="connsiteX132" fmla="*/ 1735877 w 10678681"/>
              <a:gd name="connsiteY132" fmla="*/ 1246527 h 1357700"/>
              <a:gd name="connsiteX133" fmla="*/ 1705069 w 10678681"/>
              <a:gd name="connsiteY133" fmla="*/ 1251989 h 1357700"/>
              <a:gd name="connsiteX134" fmla="*/ 1397689 w 10678681"/>
              <a:gd name="connsiteY134" fmla="*/ 1336144 h 1357700"/>
              <a:gd name="connsiteX135" fmla="*/ 1220734 w 10678681"/>
              <a:gd name="connsiteY135" fmla="*/ 1257811 h 1357700"/>
              <a:gd name="connsiteX136" fmla="*/ 1021737 w 10678681"/>
              <a:gd name="connsiteY136" fmla="*/ 1238739 h 1357700"/>
              <a:gd name="connsiteX137" fmla="*/ 959820 w 10678681"/>
              <a:gd name="connsiteY137" fmla="*/ 1275863 h 1357700"/>
              <a:gd name="connsiteX138" fmla="*/ 929137 w 10678681"/>
              <a:gd name="connsiteY138" fmla="*/ 1273957 h 1357700"/>
              <a:gd name="connsiteX139" fmla="*/ 878849 w 10678681"/>
              <a:gd name="connsiteY139" fmla="*/ 1266740 h 1357700"/>
              <a:gd name="connsiteX140" fmla="*/ 800667 w 10678681"/>
              <a:gd name="connsiteY140" fmla="*/ 1282041 h 1357700"/>
              <a:gd name="connsiteX141" fmla="*/ 644906 w 10678681"/>
              <a:gd name="connsiteY141" fmla="*/ 1273685 h 1357700"/>
              <a:gd name="connsiteX142" fmla="*/ 379869 w 10678681"/>
              <a:gd name="connsiteY142" fmla="*/ 1339165 h 1357700"/>
              <a:gd name="connsiteX143" fmla="*/ 137696 w 10678681"/>
              <a:gd name="connsiteY143" fmla="*/ 1319217 h 1357700"/>
              <a:gd name="connsiteX144" fmla="*/ 54250 w 10678681"/>
              <a:gd name="connsiteY144" fmla="*/ 1315838 h 1357700"/>
              <a:gd name="connsiteX145" fmla="*/ 28042 w 10678681"/>
              <a:gd name="connsiteY145" fmla="*/ 1297822 h 1357700"/>
              <a:gd name="connsiteX146" fmla="*/ 0 w 10678681"/>
              <a:gd name="connsiteY146" fmla="*/ 1294612 h 1357700"/>
              <a:gd name="connsiteX147" fmla="*/ 0 w 10678681"/>
              <a:gd name="connsiteY147" fmla="*/ 0 h 1357700"/>
              <a:gd name="connsiteX0" fmla="*/ 0 w 10678681"/>
              <a:gd name="connsiteY0" fmla="*/ 0 h 1357700"/>
              <a:gd name="connsiteX1" fmla="*/ 10678681 w 10678681"/>
              <a:gd name="connsiteY1" fmla="*/ 0 h 1357700"/>
              <a:gd name="connsiteX2" fmla="*/ 10666019 w 10678681"/>
              <a:gd name="connsiteY2" fmla="*/ 7876 h 1357700"/>
              <a:gd name="connsiteX3" fmla="*/ 10632825 w 10678681"/>
              <a:gd name="connsiteY3" fmla="*/ 32153 h 1357700"/>
              <a:gd name="connsiteX4" fmla="*/ 10510605 w 10678681"/>
              <a:gd name="connsiteY4" fmla="*/ 30449 h 1357700"/>
              <a:gd name="connsiteX5" fmla="*/ 10456989 w 10678681"/>
              <a:gd name="connsiteY5" fmla="*/ 979 h 1357700"/>
              <a:gd name="connsiteX6" fmla="*/ 10438642 w 10678681"/>
              <a:gd name="connsiteY6" fmla="*/ 1524 h 1357700"/>
              <a:gd name="connsiteX7" fmla="*/ 10407146 w 10678681"/>
              <a:gd name="connsiteY7" fmla="*/ 43659 h 1357700"/>
              <a:gd name="connsiteX8" fmla="*/ 10357996 w 10678681"/>
              <a:gd name="connsiteY8" fmla="*/ 50836 h 1357700"/>
              <a:gd name="connsiteX9" fmla="*/ 10306667 w 10678681"/>
              <a:gd name="connsiteY9" fmla="*/ 109739 h 1357700"/>
              <a:gd name="connsiteX10" fmla="*/ 10115334 w 10678681"/>
              <a:gd name="connsiteY10" fmla="*/ 155658 h 1357700"/>
              <a:gd name="connsiteX11" fmla="*/ 10068157 w 10678681"/>
              <a:gd name="connsiteY11" fmla="*/ 215673 h 1357700"/>
              <a:gd name="connsiteX12" fmla="*/ 10045431 w 10678681"/>
              <a:gd name="connsiteY12" fmla="*/ 229568 h 1357700"/>
              <a:gd name="connsiteX13" fmla="*/ 10013265 w 10678681"/>
              <a:gd name="connsiteY13" fmla="*/ 284757 h 1357700"/>
              <a:gd name="connsiteX14" fmla="*/ 9862496 w 10678681"/>
              <a:gd name="connsiteY14" fmla="*/ 223033 h 1357700"/>
              <a:gd name="connsiteX15" fmla="*/ 9679638 w 10678681"/>
              <a:gd name="connsiteY15" fmla="*/ 277462 h 1357700"/>
              <a:gd name="connsiteX16" fmla="*/ 9498347 w 10678681"/>
              <a:gd name="connsiteY16" fmla="*/ 244723 h 1357700"/>
              <a:gd name="connsiteX17" fmla="*/ 9399702 w 10678681"/>
              <a:gd name="connsiteY17" fmla="*/ 276316 h 1357700"/>
              <a:gd name="connsiteX18" fmla="*/ 9378439 w 10678681"/>
              <a:gd name="connsiteY18" fmla="*/ 326244 h 1357700"/>
              <a:gd name="connsiteX19" fmla="*/ 9121744 w 10678681"/>
              <a:gd name="connsiteY19" fmla="*/ 365177 h 1357700"/>
              <a:gd name="connsiteX20" fmla="*/ 9061654 w 10678681"/>
              <a:gd name="connsiteY20" fmla="*/ 393730 h 1357700"/>
              <a:gd name="connsiteX21" fmla="*/ 8997577 w 10678681"/>
              <a:gd name="connsiteY21" fmla="*/ 380865 h 1357700"/>
              <a:gd name="connsiteX22" fmla="*/ 8907968 w 10678681"/>
              <a:gd name="connsiteY22" fmla="*/ 447345 h 1357700"/>
              <a:gd name="connsiteX23" fmla="*/ 8764163 w 10678681"/>
              <a:gd name="connsiteY23" fmla="*/ 471000 h 1357700"/>
              <a:gd name="connsiteX24" fmla="*/ 8680155 w 10678681"/>
              <a:gd name="connsiteY24" fmla="*/ 492404 h 1357700"/>
              <a:gd name="connsiteX25" fmla="*/ 8651436 w 10678681"/>
              <a:gd name="connsiteY25" fmla="*/ 511923 h 1357700"/>
              <a:gd name="connsiteX26" fmla="*/ 8609185 w 10678681"/>
              <a:gd name="connsiteY26" fmla="*/ 531525 h 1357700"/>
              <a:gd name="connsiteX27" fmla="*/ 8537091 w 10678681"/>
              <a:gd name="connsiteY27" fmla="*/ 574933 h 1357700"/>
              <a:gd name="connsiteX28" fmla="*/ 8435931 w 10678681"/>
              <a:gd name="connsiteY28" fmla="*/ 617926 h 1357700"/>
              <a:gd name="connsiteX29" fmla="*/ 8348623 w 10678681"/>
              <a:gd name="connsiteY29" fmla="*/ 600607 h 1357700"/>
              <a:gd name="connsiteX30" fmla="*/ 8344233 w 10678681"/>
              <a:gd name="connsiteY30" fmla="*/ 610922 h 1357700"/>
              <a:gd name="connsiteX31" fmla="*/ 8290622 w 10678681"/>
              <a:gd name="connsiteY31" fmla="*/ 622687 h 1357700"/>
              <a:gd name="connsiteX32" fmla="*/ 8086698 w 10678681"/>
              <a:gd name="connsiteY32" fmla="*/ 605185 h 1357700"/>
              <a:gd name="connsiteX33" fmla="*/ 7982378 w 10678681"/>
              <a:gd name="connsiteY33" fmla="*/ 629799 h 1357700"/>
              <a:gd name="connsiteX34" fmla="*/ 7947952 w 10678681"/>
              <a:gd name="connsiteY34" fmla="*/ 648003 h 1357700"/>
              <a:gd name="connsiteX35" fmla="*/ 7890112 w 10678681"/>
              <a:gd name="connsiteY35" fmla="*/ 677915 h 1357700"/>
              <a:gd name="connsiteX36" fmla="*/ 7853284 w 10678681"/>
              <a:gd name="connsiteY36" fmla="*/ 723588 h 1357700"/>
              <a:gd name="connsiteX37" fmla="*/ 7802383 w 10678681"/>
              <a:gd name="connsiteY37" fmla="*/ 739359 h 1357700"/>
              <a:gd name="connsiteX38" fmla="*/ 7730518 w 10678681"/>
              <a:gd name="connsiteY38" fmla="*/ 739526 h 1357700"/>
              <a:gd name="connsiteX39" fmla="*/ 7652907 w 10678681"/>
              <a:gd name="connsiteY39" fmla="*/ 783273 h 1357700"/>
              <a:gd name="connsiteX40" fmla="*/ 7606008 w 10678681"/>
              <a:gd name="connsiteY40" fmla="*/ 800717 h 1357700"/>
              <a:gd name="connsiteX41" fmla="*/ 7480223 w 10678681"/>
              <a:gd name="connsiteY41" fmla="*/ 856821 h 1357700"/>
              <a:gd name="connsiteX42" fmla="*/ 7356005 w 10678681"/>
              <a:gd name="connsiteY42" fmla="*/ 919462 h 1357700"/>
              <a:gd name="connsiteX43" fmla="*/ 7305396 w 10678681"/>
              <a:gd name="connsiteY43" fmla="*/ 986228 h 1357700"/>
              <a:gd name="connsiteX44" fmla="*/ 7277477 w 10678681"/>
              <a:gd name="connsiteY44" fmla="*/ 990571 h 1357700"/>
              <a:gd name="connsiteX45" fmla="*/ 7269396 w 10678681"/>
              <a:gd name="connsiteY45" fmla="*/ 989282 h 1357700"/>
              <a:gd name="connsiteX46" fmla="*/ 7258094 w 10678681"/>
              <a:gd name="connsiteY46" fmla="*/ 990679 h 1357700"/>
              <a:gd name="connsiteX47" fmla="*/ 7257893 w 10678681"/>
              <a:gd name="connsiteY47" fmla="*/ 991204 h 1357700"/>
              <a:gd name="connsiteX48" fmla="*/ 7247153 w 10678681"/>
              <a:gd name="connsiteY48" fmla="*/ 991550 h 1357700"/>
              <a:gd name="connsiteX49" fmla="*/ 7193612 w 10678681"/>
              <a:gd name="connsiteY49" fmla="*/ 987042 h 1357700"/>
              <a:gd name="connsiteX50" fmla="*/ 7132632 w 10678681"/>
              <a:gd name="connsiteY50" fmla="*/ 1042036 h 1357700"/>
              <a:gd name="connsiteX51" fmla="*/ 7105610 w 10678681"/>
              <a:gd name="connsiteY51" fmla="*/ 1053537 h 1357700"/>
              <a:gd name="connsiteX52" fmla="*/ 7091599 w 10678681"/>
              <a:gd name="connsiteY52" fmla="*/ 1062302 h 1357700"/>
              <a:gd name="connsiteX53" fmla="*/ 7090998 w 10678681"/>
              <a:gd name="connsiteY53" fmla="*/ 1064540 h 1357700"/>
              <a:gd name="connsiteX54" fmla="*/ 7039634 w 10678681"/>
              <a:gd name="connsiteY54" fmla="*/ 1059971 h 1357700"/>
              <a:gd name="connsiteX55" fmla="*/ 7033445 w 10678681"/>
              <a:gd name="connsiteY55" fmla="*/ 1063314 h 1357700"/>
              <a:gd name="connsiteX56" fmla="*/ 6999157 w 10678681"/>
              <a:gd name="connsiteY56" fmla="*/ 1055282 h 1357700"/>
              <a:gd name="connsiteX57" fmla="*/ 6981874 w 10678681"/>
              <a:gd name="connsiteY57" fmla="*/ 1053827 h 1357700"/>
              <a:gd name="connsiteX58" fmla="*/ 6976102 w 10678681"/>
              <a:gd name="connsiteY58" fmla="*/ 1047854 h 1357700"/>
              <a:gd name="connsiteX59" fmla="*/ 6951040 w 10678681"/>
              <a:gd name="connsiteY59" fmla="*/ 1048531 h 1357700"/>
              <a:gd name="connsiteX60" fmla="*/ 6948497 w 10678681"/>
              <a:gd name="connsiteY60" fmla="*/ 1050706 h 1357700"/>
              <a:gd name="connsiteX61" fmla="*/ 6926582 w 10678681"/>
              <a:gd name="connsiteY61" fmla="*/ 1043462 h 1357700"/>
              <a:gd name="connsiteX62" fmla="*/ 6833743 w 10678681"/>
              <a:gd name="connsiteY62" fmla="*/ 1027960 h 1357700"/>
              <a:gd name="connsiteX63" fmla="*/ 6687090 w 10678681"/>
              <a:gd name="connsiteY63" fmla="*/ 1063250 h 1357700"/>
              <a:gd name="connsiteX64" fmla="*/ 6437450 w 10678681"/>
              <a:gd name="connsiteY64" fmla="*/ 1101075 h 1357700"/>
              <a:gd name="connsiteX65" fmla="*/ 6327795 w 10678681"/>
              <a:gd name="connsiteY65" fmla="*/ 1088142 h 1357700"/>
              <a:gd name="connsiteX66" fmla="*/ 6136549 w 10678681"/>
              <a:gd name="connsiteY66" fmla="*/ 1100268 h 1357700"/>
              <a:gd name="connsiteX67" fmla="*/ 6004655 w 10678681"/>
              <a:gd name="connsiteY67" fmla="*/ 1114946 h 1357700"/>
              <a:gd name="connsiteX68" fmla="*/ 5936643 w 10678681"/>
              <a:gd name="connsiteY68" fmla="*/ 1095428 h 1357700"/>
              <a:gd name="connsiteX69" fmla="*/ 5912484 w 10678681"/>
              <a:gd name="connsiteY69" fmla="*/ 1112624 h 1357700"/>
              <a:gd name="connsiteX70" fmla="*/ 5908387 w 10678681"/>
              <a:gd name="connsiteY70" fmla="*/ 1116018 h 1357700"/>
              <a:gd name="connsiteX71" fmla="*/ 5890495 w 10678681"/>
              <a:gd name="connsiteY71" fmla="*/ 1120268 h 1357700"/>
              <a:gd name="connsiteX72" fmla="*/ 5887318 w 10678681"/>
              <a:gd name="connsiteY72" fmla="*/ 1133134 h 1357700"/>
              <a:gd name="connsiteX73" fmla="*/ 5861726 w 10678681"/>
              <a:gd name="connsiteY73" fmla="*/ 1147891 h 1357700"/>
              <a:gd name="connsiteX74" fmla="*/ 5805823 w 10678681"/>
              <a:gd name="connsiteY74" fmla="*/ 1152457 h 1357700"/>
              <a:gd name="connsiteX75" fmla="*/ 5689841 w 10678681"/>
              <a:gd name="connsiteY75" fmla="*/ 1176232 h 1357700"/>
              <a:gd name="connsiteX76" fmla="*/ 5605119 w 10678681"/>
              <a:gd name="connsiteY76" fmla="*/ 1190202 h 1357700"/>
              <a:gd name="connsiteX77" fmla="*/ 5488513 w 10678681"/>
              <a:gd name="connsiteY77" fmla="*/ 1205367 h 1357700"/>
              <a:gd name="connsiteX78" fmla="*/ 5402905 w 10678681"/>
              <a:gd name="connsiteY78" fmla="*/ 1241191 h 1357700"/>
              <a:gd name="connsiteX79" fmla="*/ 5285593 w 10678681"/>
              <a:gd name="connsiteY79" fmla="*/ 1273569 h 1357700"/>
              <a:gd name="connsiteX80" fmla="*/ 5192893 w 10678681"/>
              <a:gd name="connsiteY80" fmla="*/ 1247188 h 1357700"/>
              <a:gd name="connsiteX81" fmla="*/ 5186475 w 10678681"/>
              <a:gd name="connsiteY81" fmla="*/ 1257028 h 1357700"/>
              <a:gd name="connsiteX82" fmla="*/ 5126038 w 10678681"/>
              <a:gd name="connsiteY82" fmla="*/ 1263189 h 1357700"/>
              <a:gd name="connsiteX83" fmla="*/ 4894688 w 10678681"/>
              <a:gd name="connsiteY83" fmla="*/ 1247184 h 1357700"/>
              <a:gd name="connsiteX84" fmla="*/ 4788036 w 10678681"/>
              <a:gd name="connsiteY84" fmla="*/ 1238182 h 1357700"/>
              <a:gd name="connsiteX85" fmla="*/ 4747555 w 10678681"/>
              <a:gd name="connsiteY85" fmla="*/ 1252768 h 1357700"/>
              <a:gd name="connsiteX86" fmla="*/ 4679644 w 10678681"/>
              <a:gd name="connsiteY86" fmla="*/ 1276603 h 1357700"/>
              <a:gd name="connsiteX87" fmla="*/ 4632222 w 10678681"/>
              <a:gd name="connsiteY87" fmla="*/ 1318360 h 1357700"/>
              <a:gd name="connsiteX88" fmla="*/ 4617358 w 10678681"/>
              <a:gd name="connsiteY88" fmla="*/ 1327690 h 1357700"/>
              <a:gd name="connsiteX89" fmla="*/ 4589102 w 10678681"/>
              <a:gd name="connsiteY89" fmla="*/ 1321223 h 1357700"/>
              <a:gd name="connsiteX90" fmla="*/ 4578184 w 10678681"/>
              <a:gd name="connsiteY90" fmla="*/ 1326745 h 1357700"/>
              <a:gd name="connsiteX91" fmla="*/ 4574270 w 10678681"/>
              <a:gd name="connsiteY91" fmla="*/ 1325878 h 1357700"/>
              <a:gd name="connsiteX92" fmla="*/ 4564919 w 10678681"/>
              <a:gd name="connsiteY92" fmla="*/ 1325507 h 1357700"/>
              <a:gd name="connsiteX93" fmla="*/ 4566586 w 10678681"/>
              <a:gd name="connsiteY93" fmla="*/ 1316963 h 1357700"/>
              <a:gd name="connsiteX94" fmla="*/ 4556303 w 10678681"/>
              <a:gd name="connsiteY94" fmla="*/ 1300262 h 1357700"/>
              <a:gd name="connsiteX95" fmla="*/ 4502358 w 10678681"/>
              <a:gd name="connsiteY95" fmla="*/ 1302558 h 1357700"/>
              <a:gd name="connsiteX96" fmla="*/ 4498919 w 10678681"/>
              <a:gd name="connsiteY96" fmla="*/ 1312115 h 1357700"/>
              <a:gd name="connsiteX97" fmla="*/ 4492075 w 10678681"/>
              <a:gd name="connsiteY97" fmla="*/ 1313357 h 1357700"/>
              <a:gd name="connsiteX98" fmla="*/ 4487466 w 10678681"/>
              <a:gd name="connsiteY98" fmla="*/ 1304102 h 1357700"/>
              <a:gd name="connsiteX99" fmla="*/ 4398292 w 10678681"/>
              <a:gd name="connsiteY99" fmla="*/ 1278410 h 1357700"/>
              <a:gd name="connsiteX100" fmla="*/ 4306088 w 10678681"/>
              <a:gd name="connsiteY100" fmla="*/ 1282512 h 1357700"/>
              <a:gd name="connsiteX101" fmla="*/ 4188995 w 10678681"/>
              <a:gd name="connsiteY101" fmla="*/ 1296718 h 1357700"/>
              <a:gd name="connsiteX102" fmla="*/ 4136582 w 10678681"/>
              <a:gd name="connsiteY102" fmla="*/ 1287687 h 1357700"/>
              <a:gd name="connsiteX103" fmla="*/ 4064614 w 10678681"/>
              <a:gd name="connsiteY103" fmla="*/ 1296118 h 1357700"/>
              <a:gd name="connsiteX104" fmla="*/ 3906561 w 10678681"/>
              <a:gd name="connsiteY104" fmla="*/ 1352435 h 1357700"/>
              <a:gd name="connsiteX105" fmla="*/ 3787890 w 10678681"/>
              <a:gd name="connsiteY105" fmla="*/ 1352442 h 1357700"/>
              <a:gd name="connsiteX106" fmla="*/ 3745993 w 10678681"/>
              <a:gd name="connsiteY106" fmla="*/ 1342630 h 1357700"/>
              <a:gd name="connsiteX107" fmla="*/ 3675785 w 10678681"/>
              <a:gd name="connsiteY107" fmla="*/ 1326802 h 1357700"/>
              <a:gd name="connsiteX108" fmla="*/ 3623856 w 10678681"/>
              <a:gd name="connsiteY108" fmla="*/ 1290804 h 1357700"/>
              <a:gd name="connsiteX109" fmla="*/ 3564933 w 10678681"/>
              <a:gd name="connsiteY109" fmla="*/ 1287147 h 1357700"/>
              <a:gd name="connsiteX110" fmla="*/ 3550537 w 10678681"/>
              <a:gd name="connsiteY110" fmla="*/ 1317552 h 1357700"/>
              <a:gd name="connsiteX111" fmla="*/ 3487736 w 10678681"/>
              <a:gd name="connsiteY111" fmla="*/ 1303493 h 1357700"/>
              <a:gd name="connsiteX112" fmla="*/ 3392548 w 10678681"/>
              <a:gd name="connsiteY112" fmla="*/ 1278741 h 1357700"/>
              <a:gd name="connsiteX113" fmla="*/ 3337466 w 10678681"/>
              <a:gd name="connsiteY113" fmla="*/ 1272537 h 1357700"/>
              <a:gd name="connsiteX114" fmla="*/ 3187206 w 10678681"/>
              <a:gd name="connsiteY114" fmla="*/ 1246821 h 1357700"/>
              <a:gd name="connsiteX115" fmla="*/ 3036856 w 10678681"/>
              <a:gd name="connsiteY115" fmla="*/ 1214383 h 1357700"/>
              <a:gd name="connsiteX116" fmla="*/ 2948654 w 10678681"/>
              <a:gd name="connsiteY116" fmla="*/ 1157455 h 1357700"/>
              <a:gd name="connsiteX117" fmla="*/ 2824973 w 10678681"/>
              <a:gd name="connsiteY117" fmla="*/ 1134864 h 1357700"/>
              <a:gd name="connsiteX118" fmla="*/ 2804398 w 10678681"/>
              <a:gd name="connsiteY118" fmla="*/ 1125556 h 1357700"/>
              <a:gd name="connsiteX119" fmla="*/ 2775396 w 10678681"/>
              <a:gd name="connsiteY119" fmla="*/ 1130148 h 1357700"/>
              <a:gd name="connsiteX120" fmla="*/ 2659096 w 10678681"/>
              <a:gd name="connsiteY120" fmla="*/ 1150294 h 1357700"/>
              <a:gd name="connsiteX121" fmla="*/ 2567088 w 10678681"/>
              <a:gd name="connsiteY121" fmla="*/ 1181781 h 1357700"/>
              <a:gd name="connsiteX122" fmla="*/ 2454501 w 10678681"/>
              <a:gd name="connsiteY122" fmla="*/ 1155455 h 1357700"/>
              <a:gd name="connsiteX123" fmla="*/ 2385161 w 10678681"/>
              <a:gd name="connsiteY123" fmla="*/ 1161312 h 1357700"/>
              <a:gd name="connsiteX124" fmla="*/ 2270528 w 10678681"/>
              <a:gd name="connsiteY124" fmla="*/ 1204338 h 1357700"/>
              <a:gd name="connsiteX125" fmla="*/ 2121820 w 10678681"/>
              <a:gd name="connsiteY125" fmla="*/ 1187078 h 1357700"/>
              <a:gd name="connsiteX126" fmla="*/ 2092716 w 10678681"/>
              <a:gd name="connsiteY126" fmla="*/ 1139224 h 1357700"/>
              <a:gd name="connsiteX127" fmla="*/ 2052449 w 10678681"/>
              <a:gd name="connsiteY127" fmla="*/ 1109687 h 1357700"/>
              <a:gd name="connsiteX128" fmla="*/ 2032607 w 10678681"/>
              <a:gd name="connsiteY128" fmla="*/ 1175477 h 1357700"/>
              <a:gd name="connsiteX129" fmla="*/ 1901837 w 10678681"/>
              <a:gd name="connsiteY129" fmla="*/ 1221762 h 1357700"/>
              <a:gd name="connsiteX130" fmla="*/ 1836762 w 10678681"/>
              <a:gd name="connsiteY130" fmla="*/ 1237387 h 1357700"/>
              <a:gd name="connsiteX131" fmla="*/ 1735877 w 10678681"/>
              <a:gd name="connsiteY131" fmla="*/ 1246527 h 1357700"/>
              <a:gd name="connsiteX132" fmla="*/ 1705069 w 10678681"/>
              <a:gd name="connsiteY132" fmla="*/ 1251989 h 1357700"/>
              <a:gd name="connsiteX133" fmla="*/ 1397689 w 10678681"/>
              <a:gd name="connsiteY133" fmla="*/ 1336144 h 1357700"/>
              <a:gd name="connsiteX134" fmla="*/ 1220734 w 10678681"/>
              <a:gd name="connsiteY134" fmla="*/ 1257811 h 1357700"/>
              <a:gd name="connsiteX135" fmla="*/ 1021737 w 10678681"/>
              <a:gd name="connsiteY135" fmla="*/ 1238739 h 1357700"/>
              <a:gd name="connsiteX136" fmla="*/ 959820 w 10678681"/>
              <a:gd name="connsiteY136" fmla="*/ 1275863 h 1357700"/>
              <a:gd name="connsiteX137" fmla="*/ 929137 w 10678681"/>
              <a:gd name="connsiteY137" fmla="*/ 1273957 h 1357700"/>
              <a:gd name="connsiteX138" fmla="*/ 878849 w 10678681"/>
              <a:gd name="connsiteY138" fmla="*/ 1266740 h 1357700"/>
              <a:gd name="connsiteX139" fmla="*/ 800667 w 10678681"/>
              <a:gd name="connsiteY139" fmla="*/ 1282041 h 1357700"/>
              <a:gd name="connsiteX140" fmla="*/ 644906 w 10678681"/>
              <a:gd name="connsiteY140" fmla="*/ 1273685 h 1357700"/>
              <a:gd name="connsiteX141" fmla="*/ 379869 w 10678681"/>
              <a:gd name="connsiteY141" fmla="*/ 1339165 h 1357700"/>
              <a:gd name="connsiteX142" fmla="*/ 137696 w 10678681"/>
              <a:gd name="connsiteY142" fmla="*/ 1319217 h 1357700"/>
              <a:gd name="connsiteX143" fmla="*/ 54250 w 10678681"/>
              <a:gd name="connsiteY143" fmla="*/ 1315838 h 1357700"/>
              <a:gd name="connsiteX144" fmla="*/ 28042 w 10678681"/>
              <a:gd name="connsiteY144" fmla="*/ 1297822 h 1357700"/>
              <a:gd name="connsiteX145" fmla="*/ 0 w 10678681"/>
              <a:gd name="connsiteY145" fmla="*/ 1294612 h 1357700"/>
              <a:gd name="connsiteX146" fmla="*/ 0 w 10678681"/>
              <a:gd name="connsiteY146" fmla="*/ 0 h 1357700"/>
              <a:gd name="connsiteX0" fmla="*/ 0 w 10678681"/>
              <a:gd name="connsiteY0" fmla="*/ 0 h 1357700"/>
              <a:gd name="connsiteX1" fmla="*/ 10678681 w 10678681"/>
              <a:gd name="connsiteY1" fmla="*/ 0 h 1357700"/>
              <a:gd name="connsiteX2" fmla="*/ 10666019 w 10678681"/>
              <a:gd name="connsiteY2" fmla="*/ 7876 h 1357700"/>
              <a:gd name="connsiteX3" fmla="*/ 10632825 w 10678681"/>
              <a:gd name="connsiteY3" fmla="*/ 32153 h 1357700"/>
              <a:gd name="connsiteX4" fmla="*/ 10510605 w 10678681"/>
              <a:gd name="connsiteY4" fmla="*/ 30449 h 1357700"/>
              <a:gd name="connsiteX5" fmla="*/ 10456989 w 10678681"/>
              <a:gd name="connsiteY5" fmla="*/ 979 h 1357700"/>
              <a:gd name="connsiteX6" fmla="*/ 10438642 w 10678681"/>
              <a:gd name="connsiteY6" fmla="*/ 1524 h 1357700"/>
              <a:gd name="connsiteX7" fmla="*/ 10407146 w 10678681"/>
              <a:gd name="connsiteY7" fmla="*/ 43659 h 1357700"/>
              <a:gd name="connsiteX8" fmla="*/ 10357996 w 10678681"/>
              <a:gd name="connsiteY8" fmla="*/ 50836 h 1357700"/>
              <a:gd name="connsiteX9" fmla="*/ 10306667 w 10678681"/>
              <a:gd name="connsiteY9" fmla="*/ 109739 h 1357700"/>
              <a:gd name="connsiteX10" fmla="*/ 10115334 w 10678681"/>
              <a:gd name="connsiteY10" fmla="*/ 155658 h 1357700"/>
              <a:gd name="connsiteX11" fmla="*/ 10068157 w 10678681"/>
              <a:gd name="connsiteY11" fmla="*/ 215673 h 1357700"/>
              <a:gd name="connsiteX12" fmla="*/ 10045431 w 10678681"/>
              <a:gd name="connsiteY12" fmla="*/ 229568 h 1357700"/>
              <a:gd name="connsiteX13" fmla="*/ 10013265 w 10678681"/>
              <a:gd name="connsiteY13" fmla="*/ 284757 h 1357700"/>
              <a:gd name="connsiteX14" fmla="*/ 9862496 w 10678681"/>
              <a:gd name="connsiteY14" fmla="*/ 223033 h 1357700"/>
              <a:gd name="connsiteX15" fmla="*/ 9679638 w 10678681"/>
              <a:gd name="connsiteY15" fmla="*/ 277462 h 1357700"/>
              <a:gd name="connsiteX16" fmla="*/ 9498347 w 10678681"/>
              <a:gd name="connsiteY16" fmla="*/ 244723 h 1357700"/>
              <a:gd name="connsiteX17" fmla="*/ 9399702 w 10678681"/>
              <a:gd name="connsiteY17" fmla="*/ 276316 h 1357700"/>
              <a:gd name="connsiteX18" fmla="*/ 9378439 w 10678681"/>
              <a:gd name="connsiteY18" fmla="*/ 326244 h 1357700"/>
              <a:gd name="connsiteX19" fmla="*/ 9121744 w 10678681"/>
              <a:gd name="connsiteY19" fmla="*/ 365177 h 1357700"/>
              <a:gd name="connsiteX20" fmla="*/ 9061654 w 10678681"/>
              <a:gd name="connsiteY20" fmla="*/ 393730 h 1357700"/>
              <a:gd name="connsiteX21" fmla="*/ 8997577 w 10678681"/>
              <a:gd name="connsiteY21" fmla="*/ 380865 h 1357700"/>
              <a:gd name="connsiteX22" fmla="*/ 8907968 w 10678681"/>
              <a:gd name="connsiteY22" fmla="*/ 447345 h 1357700"/>
              <a:gd name="connsiteX23" fmla="*/ 8764163 w 10678681"/>
              <a:gd name="connsiteY23" fmla="*/ 471000 h 1357700"/>
              <a:gd name="connsiteX24" fmla="*/ 8680155 w 10678681"/>
              <a:gd name="connsiteY24" fmla="*/ 492404 h 1357700"/>
              <a:gd name="connsiteX25" fmla="*/ 8651436 w 10678681"/>
              <a:gd name="connsiteY25" fmla="*/ 511923 h 1357700"/>
              <a:gd name="connsiteX26" fmla="*/ 8609185 w 10678681"/>
              <a:gd name="connsiteY26" fmla="*/ 531525 h 1357700"/>
              <a:gd name="connsiteX27" fmla="*/ 8537091 w 10678681"/>
              <a:gd name="connsiteY27" fmla="*/ 574933 h 1357700"/>
              <a:gd name="connsiteX28" fmla="*/ 8435931 w 10678681"/>
              <a:gd name="connsiteY28" fmla="*/ 617926 h 1357700"/>
              <a:gd name="connsiteX29" fmla="*/ 8348623 w 10678681"/>
              <a:gd name="connsiteY29" fmla="*/ 600607 h 1357700"/>
              <a:gd name="connsiteX30" fmla="*/ 8344233 w 10678681"/>
              <a:gd name="connsiteY30" fmla="*/ 610922 h 1357700"/>
              <a:gd name="connsiteX31" fmla="*/ 8290622 w 10678681"/>
              <a:gd name="connsiteY31" fmla="*/ 622687 h 1357700"/>
              <a:gd name="connsiteX32" fmla="*/ 8086698 w 10678681"/>
              <a:gd name="connsiteY32" fmla="*/ 605185 h 1357700"/>
              <a:gd name="connsiteX33" fmla="*/ 7982378 w 10678681"/>
              <a:gd name="connsiteY33" fmla="*/ 629799 h 1357700"/>
              <a:gd name="connsiteX34" fmla="*/ 7947952 w 10678681"/>
              <a:gd name="connsiteY34" fmla="*/ 648003 h 1357700"/>
              <a:gd name="connsiteX35" fmla="*/ 7890112 w 10678681"/>
              <a:gd name="connsiteY35" fmla="*/ 677915 h 1357700"/>
              <a:gd name="connsiteX36" fmla="*/ 7853284 w 10678681"/>
              <a:gd name="connsiteY36" fmla="*/ 723588 h 1357700"/>
              <a:gd name="connsiteX37" fmla="*/ 7802383 w 10678681"/>
              <a:gd name="connsiteY37" fmla="*/ 739359 h 1357700"/>
              <a:gd name="connsiteX38" fmla="*/ 7730518 w 10678681"/>
              <a:gd name="connsiteY38" fmla="*/ 739526 h 1357700"/>
              <a:gd name="connsiteX39" fmla="*/ 7652907 w 10678681"/>
              <a:gd name="connsiteY39" fmla="*/ 783273 h 1357700"/>
              <a:gd name="connsiteX40" fmla="*/ 7606008 w 10678681"/>
              <a:gd name="connsiteY40" fmla="*/ 800717 h 1357700"/>
              <a:gd name="connsiteX41" fmla="*/ 7480223 w 10678681"/>
              <a:gd name="connsiteY41" fmla="*/ 856821 h 1357700"/>
              <a:gd name="connsiteX42" fmla="*/ 7356005 w 10678681"/>
              <a:gd name="connsiteY42" fmla="*/ 919462 h 1357700"/>
              <a:gd name="connsiteX43" fmla="*/ 7305396 w 10678681"/>
              <a:gd name="connsiteY43" fmla="*/ 986228 h 1357700"/>
              <a:gd name="connsiteX44" fmla="*/ 7277477 w 10678681"/>
              <a:gd name="connsiteY44" fmla="*/ 990571 h 1357700"/>
              <a:gd name="connsiteX45" fmla="*/ 7269396 w 10678681"/>
              <a:gd name="connsiteY45" fmla="*/ 989282 h 1357700"/>
              <a:gd name="connsiteX46" fmla="*/ 7258094 w 10678681"/>
              <a:gd name="connsiteY46" fmla="*/ 990679 h 1357700"/>
              <a:gd name="connsiteX47" fmla="*/ 7257893 w 10678681"/>
              <a:gd name="connsiteY47" fmla="*/ 991204 h 1357700"/>
              <a:gd name="connsiteX48" fmla="*/ 7247153 w 10678681"/>
              <a:gd name="connsiteY48" fmla="*/ 991550 h 1357700"/>
              <a:gd name="connsiteX49" fmla="*/ 7193612 w 10678681"/>
              <a:gd name="connsiteY49" fmla="*/ 987042 h 1357700"/>
              <a:gd name="connsiteX50" fmla="*/ 7132632 w 10678681"/>
              <a:gd name="connsiteY50" fmla="*/ 1042036 h 1357700"/>
              <a:gd name="connsiteX51" fmla="*/ 7105610 w 10678681"/>
              <a:gd name="connsiteY51" fmla="*/ 1053537 h 1357700"/>
              <a:gd name="connsiteX52" fmla="*/ 7091599 w 10678681"/>
              <a:gd name="connsiteY52" fmla="*/ 1062302 h 1357700"/>
              <a:gd name="connsiteX53" fmla="*/ 7039634 w 10678681"/>
              <a:gd name="connsiteY53" fmla="*/ 1059971 h 1357700"/>
              <a:gd name="connsiteX54" fmla="*/ 7033445 w 10678681"/>
              <a:gd name="connsiteY54" fmla="*/ 1063314 h 1357700"/>
              <a:gd name="connsiteX55" fmla="*/ 6999157 w 10678681"/>
              <a:gd name="connsiteY55" fmla="*/ 1055282 h 1357700"/>
              <a:gd name="connsiteX56" fmla="*/ 6981874 w 10678681"/>
              <a:gd name="connsiteY56" fmla="*/ 1053827 h 1357700"/>
              <a:gd name="connsiteX57" fmla="*/ 6976102 w 10678681"/>
              <a:gd name="connsiteY57" fmla="*/ 1047854 h 1357700"/>
              <a:gd name="connsiteX58" fmla="*/ 6951040 w 10678681"/>
              <a:gd name="connsiteY58" fmla="*/ 1048531 h 1357700"/>
              <a:gd name="connsiteX59" fmla="*/ 6948497 w 10678681"/>
              <a:gd name="connsiteY59" fmla="*/ 1050706 h 1357700"/>
              <a:gd name="connsiteX60" fmla="*/ 6926582 w 10678681"/>
              <a:gd name="connsiteY60" fmla="*/ 1043462 h 1357700"/>
              <a:gd name="connsiteX61" fmla="*/ 6833743 w 10678681"/>
              <a:gd name="connsiteY61" fmla="*/ 1027960 h 1357700"/>
              <a:gd name="connsiteX62" fmla="*/ 6687090 w 10678681"/>
              <a:gd name="connsiteY62" fmla="*/ 1063250 h 1357700"/>
              <a:gd name="connsiteX63" fmla="*/ 6437450 w 10678681"/>
              <a:gd name="connsiteY63" fmla="*/ 1101075 h 1357700"/>
              <a:gd name="connsiteX64" fmla="*/ 6327795 w 10678681"/>
              <a:gd name="connsiteY64" fmla="*/ 1088142 h 1357700"/>
              <a:gd name="connsiteX65" fmla="*/ 6136549 w 10678681"/>
              <a:gd name="connsiteY65" fmla="*/ 1100268 h 1357700"/>
              <a:gd name="connsiteX66" fmla="*/ 6004655 w 10678681"/>
              <a:gd name="connsiteY66" fmla="*/ 1114946 h 1357700"/>
              <a:gd name="connsiteX67" fmla="*/ 5936643 w 10678681"/>
              <a:gd name="connsiteY67" fmla="*/ 1095428 h 1357700"/>
              <a:gd name="connsiteX68" fmla="*/ 5912484 w 10678681"/>
              <a:gd name="connsiteY68" fmla="*/ 1112624 h 1357700"/>
              <a:gd name="connsiteX69" fmla="*/ 5908387 w 10678681"/>
              <a:gd name="connsiteY69" fmla="*/ 1116018 h 1357700"/>
              <a:gd name="connsiteX70" fmla="*/ 5890495 w 10678681"/>
              <a:gd name="connsiteY70" fmla="*/ 1120268 h 1357700"/>
              <a:gd name="connsiteX71" fmla="*/ 5887318 w 10678681"/>
              <a:gd name="connsiteY71" fmla="*/ 1133134 h 1357700"/>
              <a:gd name="connsiteX72" fmla="*/ 5861726 w 10678681"/>
              <a:gd name="connsiteY72" fmla="*/ 1147891 h 1357700"/>
              <a:gd name="connsiteX73" fmla="*/ 5805823 w 10678681"/>
              <a:gd name="connsiteY73" fmla="*/ 1152457 h 1357700"/>
              <a:gd name="connsiteX74" fmla="*/ 5689841 w 10678681"/>
              <a:gd name="connsiteY74" fmla="*/ 1176232 h 1357700"/>
              <a:gd name="connsiteX75" fmla="*/ 5605119 w 10678681"/>
              <a:gd name="connsiteY75" fmla="*/ 1190202 h 1357700"/>
              <a:gd name="connsiteX76" fmla="*/ 5488513 w 10678681"/>
              <a:gd name="connsiteY76" fmla="*/ 1205367 h 1357700"/>
              <a:gd name="connsiteX77" fmla="*/ 5402905 w 10678681"/>
              <a:gd name="connsiteY77" fmla="*/ 1241191 h 1357700"/>
              <a:gd name="connsiteX78" fmla="*/ 5285593 w 10678681"/>
              <a:gd name="connsiteY78" fmla="*/ 1273569 h 1357700"/>
              <a:gd name="connsiteX79" fmla="*/ 5192893 w 10678681"/>
              <a:gd name="connsiteY79" fmla="*/ 1247188 h 1357700"/>
              <a:gd name="connsiteX80" fmla="*/ 5186475 w 10678681"/>
              <a:gd name="connsiteY80" fmla="*/ 1257028 h 1357700"/>
              <a:gd name="connsiteX81" fmla="*/ 5126038 w 10678681"/>
              <a:gd name="connsiteY81" fmla="*/ 1263189 h 1357700"/>
              <a:gd name="connsiteX82" fmla="*/ 4894688 w 10678681"/>
              <a:gd name="connsiteY82" fmla="*/ 1247184 h 1357700"/>
              <a:gd name="connsiteX83" fmla="*/ 4788036 w 10678681"/>
              <a:gd name="connsiteY83" fmla="*/ 1238182 h 1357700"/>
              <a:gd name="connsiteX84" fmla="*/ 4747555 w 10678681"/>
              <a:gd name="connsiteY84" fmla="*/ 1252768 h 1357700"/>
              <a:gd name="connsiteX85" fmla="*/ 4679644 w 10678681"/>
              <a:gd name="connsiteY85" fmla="*/ 1276603 h 1357700"/>
              <a:gd name="connsiteX86" fmla="*/ 4632222 w 10678681"/>
              <a:gd name="connsiteY86" fmla="*/ 1318360 h 1357700"/>
              <a:gd name="connsiteX87" fmla="*/ 4617358 w 10678681"/>
              <a:gd name="connsiteY87" fmla="*/ 1327690 h 1357700"/>
              <a:gd name="connsiteX88" fmla="*/ 4589102 w 10678681"/>
              <a:gd name="connsiteY88" fmla="*/ 1321223 h 1357700"/>
              <a:gd name="connsiteX89" fmla="*/ 4578184 w 10678681"/>
              <a:gd name="connsiteY89" fmla="*/ 1326745 h 1357700"/>
              <a:gd name="connsiteX90" fmla="*/ 4574270 w 10678681"/>
              <a:gd name="connsiteY90" fmla="*/ 1325878 h 1357700"/>
              <a:gd name="connsiteX91" fmla="*/ 4564919 w 10678681"/>
              <a:gd name="connsiteY91" fmla="*/ 1325507 h 1357700"/>
              <a:gd name="connsiteX92" fmla="*/ 4566586 w 10678681"/>
              <a:gd name="connsiteY92" fmla="*/ 1316963 h 1357700"/>
              <a:gd name="connsiteX93" fmla="*/ 4556303 w 10678681"/>
              <a:gd name="connsiteY93" fmla="*/ 1300262 h 1357700"/>
              <a:gd name="connsiteX94" fmla="*/ 4502358 w 10678681"/>
              <a:gd name="connsiteY94" fmla="*/ 1302558 h 1357700"/>
              <a:gd name="connsiteX95" fmla="*/ 4498919 w 10678681"/>
              <a:gd name="connsiteY95" fmla="*/ 1312115 h 1357700"/>
              <a:gd name="connsiteX96" fmla="*/ 4492075 w 10678681"/>
              <a:gd name="connsiteY96" fmla="*/ 1313357 h 1357700"/>
              <a:gd name="connsiteX97" fmla="*/ 4487466 w 10678681"/>
              <a:gd name="connsiteY97" fmla="*/ 1304102 h 1357700"/>
              <a:gd name="connsiteX98" fmla="*/ 4398292 w 10678681"/>
              <a:gd name="connsiteY98" fmla="*/ 1278410 h 1357700"/>
              <a:gd name="connsiteX99" fmla="*/ 4306088 w 10678681"/>
              <a:gd name="connsiteY99" fmla="*/ 1282512 h 1357700"/>
              <a:gd name="connsiteX100" fmla="*/ 4188995 w 10678681"/>
              <a:gd name="connsiteY100" fmla="*/ 1296718 h 1357700"/>
              <a:gd name="connsiteX101" fmla="*/ 4136582 w 10678681"/>
              <a:gd name="connsiteY101" fmla="*/ 1287687 h 1357700"/>
              <a:gd name="connsiteX102" fmla="*/ 4064614 w 10678681"/>
              <a:gd name="connsiteY102" fmla="*/ 1296118 h 1357700"/>
              <a:gd name="connsiteX103" fmla="*/ 3906561 w 10678681"/>
              <a:gd name="connsiteY103" fmla="*/ 1352435 h 1357700"/>
              <a:gd name="connsiteX104" fmla="*/ 3787890 w 10678681"/>
              <a:gd name="connsiteY104" fmla="*/ 1352442 h 1357700"/>
              <a:gd name="connsiteX105" fmla="*/ 3745993 w 10678681"/>
              <a:gd name="connsiteY105" fmla="*/ 1342630 h 1357700"/>
              <a:gd name="connsiteX106" fmla="*/ 3675785 w 10678681"/>
              <a:gd name="connsiteY106" fmla="*/ 1326802 h 1357700"/>
              <a:gd name="connsiteX107" fmla="*/ 3623856 w 10678681"/>
              <a:gd name="connsiteY107" fmla="*/ 1290804 h 1357700"/>
              <a:gd name="connsiteX108" fmla="*/ 3564933 w 10678681"/>
              <a:gd name="connsiteY108" fmla="*/ 1287147 h 1357700"/>
              <a:gd name="connsiteX109" fmla="*/ 3550537 w 10678681"/>
              <a:gd name="connsiteY109" fmla="*/ 1317552 h 1357700"/>
              <a:gd name="connsiteX110" fmla="*/ 3487736 w 10678681"/>
              <a:gd name="connsiteY110" fmla="*/ 1303493 h 1357700"/>
              <a:gd name="connsiteX111" fmla="*/ 3392548 w 10678681"/>
              <a:gd name="connsiteY111" fmla="*/ 1278741 h 1357700"/>
              <a:gd name="connsiteX112" fmla="*/ 3337466 w 10678681"/>
              <a:gd name="connsiteY112" fmla="*/ 1272537 h 1357700"/>
              <a:gd name="connsiteX113" fmla="*/ 3187206 w 10678681"/>
              <a:gd name="connsiteY113" fmla="*/ 1246821 h 1357700"/>
              <a:gd name="connsiteX114" fmla="*/ 3036856 w 10678681"/>
              <a:gd name="connsiteY114" fmla="*/ 1214383 h 1357700"/>
              <a:gd name="connsiteX115" fmla="*/ 2948654 w 10678681"/>
              <a:gd name="connsiteY115" fmla="*/ 1157455 h 1357700"/>
              <a:gd name="connsiteX116" fmla="*/ 2824973 w 10678681"/>
              <a:gd name="connsiteY116" fmla="*/ 1134864 h 1357700"/>
              <a:gd name="connsiteX117" fmla="*/ 2804398 w 10678681"/>
              <a:gd name="connsiteY117" fmla="*/ 1125556 h 1357700"/>
              <a:gd name="connsiteX118" fmla="*/ 2775396 w 10678681"/>
              <a:gd name="connsiteY118" fmla="*/ 1130148 h 1357700"/>
              <a:gd name="connsiteX119" fmla="*/ 2659096 w 10678681"/>
              <a:gd name="connsiteY119" fmla="*/ 1150294 h 1357700"/>
              <a:gd name="connsiteX120" fmla="*/ 2567088 w 10678681"/>
              <a:gd name="connsiteY120" fmla="*/ 1181781 h 1357700"/>
              <a:gd name="connsiteX121" fmla="*/ 2454501 w 10678681"/>
              <a:gd name="connsiteY121" fmla="*/ 1155455 h 1357700"/>
              <a:gd name="connsiteX122" fmla="*/ 2385161 w 10678681"/>
              <a:gd name="connsiteY122" fmla="*/ 1161312 h 1357700"/>
              <a:gd name="connsiteX123" fmla="*/ 2270528 w 10678681"/>
              <a:gd name="connsiteY123" fmla="*/ 1204338 h 1357700"/>
              <a:gd name="connsiteX124" fmla="*/ 2121820 w 10678681"/>
              <a:gd name="connsiteY124" fmla="*/ 1187078 h 1357700"/>
              <a:gd name="connsiteX125" fmla="*/ 2092716 w 10678681"/>
              <a:gd name="connsiteY125" fmla="*/ 1139224 h 1357700"/>
              <a:gd name="connsiteX126" fmla="*/ 2052449 w 10678681"/>
              <a:gd name="connsiteY126" fmla="*/ 1109687 h 1357700"/>
              <a:gd name="connsiteX127" fmla="*/ 2032607 w 10678681"/>
              <a:gd name="connsiteY127" fmla="*/ 1175477 h 1357700"/>
              <a:gd name="connsiteX128" fmla="*/ 1901837 w 10678681"/>
              <a:gd name="connsiteY128" fmla="*/ 1221762 h 1357700"/>
              <a:gd name="connsiteX129" fmla="*/ 1836762 w 10678681"/>
              <a:gd name="connsiteY129" fmla="*/ 1237387 h 1357700"/>
              <a:gd name="connsiteX130" fmla="*/ 1735877 w 10678681"/>
              <a:gd name="connsiteY130" fmla="*/ 1246527 h 1357700"/>
              <a:gd name="connsiteX131" fmla="*/ 1705069 w 10678681"/>
              <a:gd name="connsiteY131" fmla="*/ 1251989 h 1357700"/>
              <a:gd name="connsiteX132" fmla="*/ 1397689 w 10678681"/>
              <a:gd name="connsiteY132" fmla="*/ 1336144 h 1357700"/>
              <a:gd name="connsiteX133" fmla="*/ 1220734 w 10678681"/>
              <a:gd name="connsiteY133" fmla="*/ 1257811 h 1357700"/>
              <a:gd name="connsiteX134" fmla="*/ 1021737 w 10678681"/>
              <a:gd name="connsiteY134" fmla="*/ 1238739 h 1357700"/>
              <a:gd name="connsiteX135" fmla="*/ 959820 w 10678681"/>
              <a:gd name="connsiteY135" fmla="*/ 1275863 h 1357700"/>
              <a:gd name="connsiteX136" fmla="*/ 929137 w 10678681"/>
              <a:gd name="connsiteY136" fmla="*/ 1273957 h 1357700"/>
              <a:gd name="connsiteX137" fmla="*/ 878849 w 10678681"/>
              <a:gd name="connsiteY137" fmla="*/ 1266740 h 1357700"/>
              <a:gd name="connsiteX138" fmla="*/ 800667 w 10678681"/>
              <a:gd name="connsiteY138" fmla="*/ 1282041 h 1357700"/>
              <a:gd name="connsiteX139" fmla="*/ 644906 w 10678681"/>
              <a:gd name="connsiteY139" fmla="*/ 1273685 h 1357700"/>
              <a:gd name="connsiteX140" fmla="*/ 379869 w 10678681"/>
              <a:gd name="connsiteY140" fmla="*/ 1339165 h 1357700"/>
              <a:gd name="connsiteX141" fmla="*/ 137696 w 10678681"/>
              <a:gd name="connsiteY141" fmla="*/ 1319217 h 1357700"/>
              <a:gd name="connsiteX142" fmla="*/ 54250 w 10678681"/>
              <a:gd name="connsiteY142" fmla="*/ 1315838 h 1357700"/>
              <a:gd name="connsiteX143" fmla="*/ 28042 w 10678681"/>
              <a:gd name="connsiteY143" fmla="*/ 1297822 h 1357700"/>
              <a:gd name="connsiteX144" fmla="*/ 0 w 10678681"/>
              <a:gd name="connsiteY144" fmla="*/ 1294612 h 1357700"/>
              <a:gd name="connsiteX145" fmla="*/ 0 w 10678681"/>
              <a:gd name="connsiteY145" fmla="*/ 0 h 1357700"/>
              <a:gd name="connsiteX0" fmla="*/ 0 w 10678681"/>
              <a:gd name="connsiteY0" fmla="*/ 0 h 1357700"/>
              <a:gd name="connsiteX1" fmla="*/ 10678681 w 10678681"/>
              <a:gd name="connsiteY1" fmla="*/ 0 h 1357700"/>
              <a:gd name="connsiteX2" fmla="*/ 10666019 w 10678681"/>
              <a:gd name="connsiteY2" fmla="*/ 7876 h 1357700"/>
              <a:gd name="connsiteX3" fmla="*/ 10632825 w 10678681"/>
              <a:gd name="connsiteY3" fmla="*/ 32153 h 1357700"/>
              <a:gd name="connsiteX4" fmla="*/ 10510605 w 10678681"/>
              <a:gd name="connsiteY4" fmla="*/ 30449 h 1357700"/>
              <a:gd name="connsiteX5" fmla="*/ 10456989 w 10678681"/>
              <a:gd name="connsiteY5" fmla="*/ 979 h 1357700"/>
              <a:gd name="connsiteX6" fmla="*/ 10438642 w 10678681"/>
              <a:gd name="connsiteY6" fmla="*/ 1524 h 1357700"/>
              <a:gd name="connsiteX7" fmla="*/ 10407146 w 10678681"/>
              <a:gd name="connsiteY7" fmla="*/ 43659 h 1357700"/>
              <a:gd name="connsiteX8" fmla="*/ 10357996 w 10678681"/>
              <a:gd name="connsiteY8" fmla="*/ 50836 h 1357700"/>
              <a:gd name="connsiteX9" fmla="*/ 10306667 w 10678681"/>
              <a:gd name="connsiteY9" fmla="*/ 109739 h 1357700"/>
              <a:gd name="connsiteX10" fmla="*/ 10115334 w 10678681"/>
              <a:gd name="connsiteY10" fmla="*/ 155658 h 1357700"/>
              <a:gd name="connsiteX11" fmla="*/ 10068157 w 10678681"/>
              <a:gd name="connsiteY11" fmla="*/ 215673 h 1357700"/>
              <a:gd name="connsiteX12" fmla="*/ 10045431 w 10678681"/>
              <a:gd name="connsiteY12" fmla="*/ 229568 h 1357700"/>
              <a:gd name="connsiteX13" fmla="*/ 10013265 w 10678681"/>
              <a:gd name="connsiteY13" fmla="*/ 284757 h 1357700"/>
              <a:gd name="connsiteX14" fmla="*/ 9862496 w 10678681"/>
              <a:gd name="connsiteY14" fmla="*/ 223033 h 1357700"/>
              <a:gd name="connsiteX15" fmla="*/ 9679638 w 10678681"/>
              <a:gd name="connsiteY15" fmla="*/ 277462 h 1357700"/>
              <a:gd name="connsiteX16" fmla="*/ 9498347 w 10678681"/>
              <a:gd name="connsiteY16" fmla="*/ 244723 h 1357700"/>
              <a:gd name="connsiteX17" fmla="*/ 9399702 w 10678681"/>
              <a:gd name="connsiteY17" fmla="*/ 276316 h 1357700"/>
              <a:gd name="connsiteX18" fmla="*/ 9378439 w 10678681"/>
              <a:gd name="connsiteY18" fmla="*/ 326244 h 1357700"/>
              <a:gd name="connsiteX19" fmla="*/ 9121744 w 10678681"/>
              <a:gd name="connsiteY19" fmla="*/ 365177 h 1357700"/>
              <a:gd name="connsiteX20" fmla="*/ 9061654 w 10678681"/>
              <a:gd name="connsiteY20" fmla="*/ 393730 h 1357700"/>
              <a:gd name="connsiteX21" fmla="*/ 8997577 w 10678681"/>
              <a:gd name="connsiteY21" fmla="*/ 380865 h 1357700"/>
              <a:gd name="connsiteX22" fmla="*/ 8907968 w 10678681"/>
              <a:gd name="connsiteY22" fmla="*/ 447345 h 1357700"/>
              <a:gd name="connsiteX23" fmla="*/ 8764163 w 10678681"/>
              <a:gd name="connsiteY23" fmla="*/ 471000 h 1357700"/>
              <a:gd name="connsiteX24" fmla="*/ 8680155 w 10678681"/>
              <a:gd name="connsiteY24" fmla="*/ 492404 h 1357700"/>
              <a:gd name="connsiteX25" fmla="*/ 8651436 w 10678681"/>
              <a:gd name="connsiteY25" fmla="*/ 511923 h 1357700"/>
              <a:gd name="connsiteX26" fmla="*/ 8609185 w 10678681"/>
              <a:gd name="connsiteY26" fmla="*/ 531525 h 1357700"/>
              <a:gd name="connsiteX27" fmla="*/ 8537091 w 10678681"/>
              <a:gd name="connsiteY27" fmla="*/ 574933 h 1357700"/>
              <a:gd name="connsiteX28" fmla="*/ 8435931 w 10678681"/>
              <a:gd name="connsiteY28" fmla="*/ 617926 h 1357700"/>
              <a:gd name="connsiteX29" fmla="*/ 8348623 w 10678681"/>
              <a:gd name="connsiteY29" fmla="*/ 600607 h 1357700"/>
              <a:gd name="connsiteX30" fmla="*/ 8344233 w 10678681"/>
              <a:gd name="connsiteY30" fmla="*/ 610922 h 1357700"/>
              <a:gd name="connsiteX31" fmla="*/ 8290622 w 10678681"/>
              <a:gd name="connsiteY31" fmla="*/ 622687 h 1357700"/>
              <a:gd name="connsiteX32" fmla="*/ 8086698 w 10678681"/>
              <a:gd name="connsiteY32" fmla="*/ 605185 h 1357700"/>
              <a:gd name="connsiteX33" fmla="*/ 7982378 w 10678681"/>
              <a:gd name="connsiteY33" fmla="*/ 629799 h 1357700"/>
              <a:gd name="connsiteX34" fmla="*/ 7947952 w 10678681"/>
              <a:gd name="connsiteY34" fmla="*/ 648003 h 1357700"/>
              <a:gd name="connsiteX35" fmla="*/ 7890112 w 10678681"/>
              <a:gd name="connsiteY35" fmla="*/ 677915 h 1357700"/>
              <a:gd name="connsiteX36" fmla="*/ 7853284 w 10678681"/>
              <a:gd name="connsiteY36" fmla="*/ 723588 h 1357700"/>
              <a:gd name="connsiteX37" fmla="*/ 7802383 w 10678681"/>
              <a:gd name="connsiteY37" fmla="*/ 739359 h 1357700"/>
              <a:gd name="connsiteX38" fmla="*/ 7730518 w 10678681"/>
              <a:gd name="connsiteY38" fmla="*/ 739526 h 1357700"/>
              <a:gd name="connsiteX39" fmla="*/ 7652907 w 10678681"/>
              <a:gd name="connsiteY39" fmla="*/ 783273 h 1357700"/>
              <a:gd name="connsiteX40" fmla="*/ 7606008 w 10678681"/>
              <a:gd name="connsiteY40" fmla="*/ 800717 h 1357700"/>
              <a:gd name="connsiteX41" fmla="*/ 7480223 w 10678681"/>
              <a:gd name="connsiteY41" fmla="*/ 856821 h 1357700"/>
              <a:gd name="connsiteX42" fmla="*/ 7356005 w 10678681"/>
              <a:gd name="connsiteY42" fmla="*/ 919462 h 1357700"/>
              <a:gd name="connsiteX43" fmla="*/ 7305396 w 10678681"/>
              <a:gd name="connsiteY43" fmla="*/ 986228 h 1357700"/>
              <a:gd name="connsiteX44" fmla="*/ 7277477 w 10678681"/>
              <a:gd name="connsiteY44" fmla="*/ 990571 h 1357700"/>
              <a:gd name="connsiteX45" fmla="*/ 7269396 w 10678681"/>
              <a:gd name="connsiteY45" fmla="*/ 989282 h 1357700"/>
              <a:gd name="connsiteX46" fmla="*/ 7258094 w 10678681"/>
              <a:gd name="connsiteY46" fmla="*/ 990679 h 1357700"/>
              <a:gd name="connsiteX47" fmla="*/ 7257893 w 10678681"/>
              <a:gd name="connsiteY47" fmla="*/ 991204 h 1357700"/>
              <a:gd name="connsiteX48" fmla="*/ 7247153 w 10678681"/>
              <a:gd name="connsiteY48" fmla="*/ 991550 h 1357700"/>
              <a:gd name="connsiteX49" fmla="*/ 7193612 w 10678681"/>
              <a:gd name="connsiteY49" fmla="*/ 987042 h 1357700"/>
              <a:gd name="connsiteX50" fmla="*/ 7132632 w 10678681"/>
              <a:gd name="connsiteY50" fmla="*/ 1042036 h 1357700"/>
              <a:gd name="connsiteX51" fmla="*/ 7105610 w 10678681"/>
              <a:gd name="connsiteY51" fmla="*/ 1053537 h 1357700"/>
              <a:gd name="connsiteX52" fmla="*/ 7069148 w 10678681"/>
              <a:gd name="connsiteY52" fmla="*/ 1047163 h 1357700"/>
              <a:gd name="connsiteX53" fmla="*/ 7039634 w 10678681"/>
              <a:gd name="connsiteY53" fmla="*/ 1059971 h 1357700"/>
              <a:gd name="connsiteX54" fmla="*/ 7033445 w 10678681"/>
              <a:gd name="connsiteY54" fmla="*/ 1063314 h 1357700"/>
              <a:gd name="connsiteX55" fmla="*/ 6999157 w 10678681"/>
              <a:gd name="connsiteY55" fmla="*/ 1055282 h 1357700"/>
              <a:gd name="connsiteX56" fmla="*/ 6981874 w 10678681"/>
              <a:gd name="connsiteY56" fmla="*/ 1053827 h 1357700"/>
              <a:gd name="connsiteX57" fmla="*/ 6976102 w 10678681"/>
              <a:gd name="connsiteY57" fmla="*/ 1047854 h 1357700"/>
              <a:gd name="connsiteX58" fmla="*/ 6951040 w 10678681"/>
              <a:gd name="connsiteY58" fmla="*/ 1048531 h 1357700"/>
              <a:gd name="connsiteX59" fmla="*/ 6948497 w 10678681"/>
              <a:gd name="connsiteY59" fmla="*/ 1050706 h 1357700"/>
              <a:gd name="connsiteX60" fmla="*/ 6926582 w 10678681"/>
              <a:gd name="connsiteY60" fmla="*/ 1043462 h 1357700"/>
              <a:gd name="connsiteX61" fmla="*/ 6833743 w 10678681"/>
              <a:gd name="connsiteY61" fmla="*/ 1027960 h 1357700"/>
              <a:gd name="connsiteX62" fmla="*/ 6687090 w 10678681"/>
              <a:gd name="connsiteY62" fmla="*/ 1063250 h 1357700"/>
              <a:gd name="connsiteX63" fmla="*/ 6437450 w 10678681"/>
              <a:gd name="connsiteY63" fmla="*/ 1101075 h 1357700"/>
              <a:gd name="connsiteX64" fmla="*/ 6327795 w 10678681"/>
              <a:gd name="connsiteY64" fmla="*/ 1088142 h 1357700"/>
              <a:gd name="connsiteX65" fmla="*/ 6136549 w 10678681"/>
              <a:gd name="connsiteY65" fmla="*/ 1100268 h 1357700"/>
              <a:gd name="connsiteX66" fmla="*/ 6004655 w 10678681"/>
              <a:gd name="connsiteY66" fmla="*/ 1114946 h 1357700"/>
              <a:gd name="connsiteX67" fmla="*/ 5936643 w 10678681"/>
              <a:gd name="connsiteY67" fmla="*/ 1095428 h 1357700"/>
              <a:gd name="connsiteX68" fmla="*/ 5912484 w 10678681"/>
              <a:gd name="connsiteY68" fmla="*/ 1112624 h 1357700"/>
              <a:gd name="connsiteX69" fmla="*/ 5908387 w 10678681"/>
              <a:gd name="connsiteY69" fmla="*/ 1116018 h 1357700"/>
              <a:gd name="connsiteX70" fmla="*/ 5890495 w 10678681"/>
              <a:gd name="connsiteY70" fmla="*/ 1120268 h 1357700"/>
              <a:gd name="connsiteX71" fmla="*/ 5887318 w 10678681"/>
              <a:gd name="connsiteY71" fmla="*/ 1133134 h 1357700"/>
              <a:gd name="connsiteX72" fmla="*/ 5861726 w 10678681"/>
              <a:gd name="connsiteY72" fmla="*/ 1147891 h 1357700"/>
              <a:gd name="connsiteX73" fmla="*/ 5805823 w 10678681"/>
              <a:gd name="connsiteY73" fmla="*/ 1152457 h 1357700"/>
              <a:gd name="connsiteX74" fmla="*/ 5689841 w 10678681"/>
              <a:gd name="connsiteY74" fmla="*/ 1176232 h 1357700"/>
              <a:gd name="connsiteX75" fmla="*/ 5605119 w 10678681"/>
              <a:gd name="connsiteY75" fmla="*/ 1190202 h 1357700"/>
              <a:gd name="connsiteX76" fmla="*/ 5488513 w 10678681"/>
              <a:gd name="connsiteY76" fmla="*/ 1205367 h 1357700"/>
              <a:gd name="connsiteX77" fmla="*/ 5402905 w 10678681"/>
              <a:gd name="connsiteY77" fmla="*/ 1241191 h 1357700"/>
              <a:gd name="connsiteX78" fmla="*/ 5285593 w 10678681"/>
              <a:gd name="connsiteY78" fmla="*/ 1273569 h 1357700"/>
              <a:gd name="connsiteX79" fmla="*/ 5192893 w 10678681"/>
              <a:gd name="connsiteY79" fmla="*/ 1247188 h 1357700"/>
              <a:gd name="connsiteX80" fmla="*/ 5186475 w 10678681"/>
              <a:gd name="connsiteY80" fmla="*/ 1257028 h 1357700"/>
              <a:gd name="connsiteX81" fmla="*/ 5126038 w 10678681"/>
              <a:gd name="connsiteY81" fmla="*/ 1263189 h 1357700"/>
              <a:gd name="connsiteX82" fmla="*/ 4894688 w 10678681"/>
              <a:gd name="connsiteY82" fmla="*/ 1247184 h 1357700"/>
              <a:gd name="connsiteX83" fmla="*/ 4788036 w 10678681"/>
              <a:gd name="connsiteY83" fmla="*/ 1238182 h 1357700"/>
              <a:gd name="connsiteX84" fmla="*/ 4747555 w 10678681"/>
              <a:gd name="connsiteY84" fmla="*/ 1252768 h 1357700"/>
              <a:gd name="connsiteX85" fmla="*/ 4679644 w 10678681"/>
              <a:gd name="connsiteY85" fmla="*/ 1276603 h 1357700"/>
              <a:gd name="connsiteX86" fmla="*/ 4632222 w 10678681"/>
              <a:gd name="connsiteY86" fmla="*/ 1318360 h 1357700"/>
              <a:gd name="connsiteX87" fmla="*/ 4617358 w 10678681"/>
              <a:gd name="connsiteY87" fmla="*/ 1327690 h 1357700"/>
              <a:gd name="connsiteX88" fmla="*/ 4589102 w 10678681"/>
              <a:gd name="connsiteY88" fmla="*/ 1321223 h 1357700"/>
              <a:gd name="connsiteX89" fmla="*/ 4578184 w 10678681"/>
              <a:gd name="connsiteY89" fmla="*/ 1326745 h 1357700"/>
              <a:gd name="connsiteX90" fmla="*/ 4574270 w 10678681"/>
              <a:gd name="connsiteY90" fmla="*/ 1325878 h 1357700"/>
              <a:gd name="connsiteX91" fmla="*/ 4564919 w 10678681"/>
              <a:gd name="connsiteY91" fmla="*/ 1325507 h 1357700"/>
              <a:gd name="connsiteX92" fmla="*/ 4566586 w 10678681"/>
              <a:gd name="connsiteY92" fmla="*/ 1316963 h 1357700"/>
              <a:gd name="connsiteX93" fmla="*/ 4556303 w 10678681"/>
              <a:gd name="connsiteY93" fmla="*/ 1300262 h 1357700"/>
              <a:gd name="connsiteX94" fmla="*/ 4502358 w 10678681"/>
              <a:gd name="connsiteY94" fmla="*/ 1302558 h 1357700"/>
              <a:gd name="connsiteX95" fmla="*/ 4498919 w 10678681"/>
              <a:gd name="connsiteY95" fmla="*/ 1312115 h 1357700"/>
              <a:gd name="connsiteX96" fmla="*/ 4492075 w 10678681"/>
              <a:gd name="connsiteY96" fmla="*/ 1313357 h 1357700"/>
              <a:gd name="connsiteX97" fmla="*/ 4487466 w 10678681"/>
              <a:gd name="connsiteY97" fmla="*/ 1304102 h 1357700"/>
              <a:gd name="connsiteX98" fmla="*/ 4398292 w 10678681"/>
              <a:gd name="connsiteY98" fmla="*/ 1278410 h 1357700"/>
              <a:gd name="connsiteX99" fmla="*/ 4306088 w 10678681"/>
              <a:gd name="connsiteY99" fmla="*/ 1282512 h 1357700"/>
              <a:gd name="connsiteX100" fmla="*/ 4188995 w 10678681"/>
              <a:gd name="connsiteY100" fmla="*/ 1296718 h 1357700"/>
              <a:gd name="connsiteX101" fmla="*/ 4136582 w 10678681"/>
              <a:gd name="connsiteY101" fmla="*/ 1287687 h 1357700"/>
              <a:gd name="connsiteX102" fmla="*/ 4064614 w 10678681"/>
              <a:gd name="connsiteY102" fmla="*/ 1296118 h 1357700"/>
              <a:gd name="connsiteX103" fmla="*/ 3906561 w 10678681"/>
              <a:gd name="connsiteY103" fmla="*/ 1352435 h 1357700"/>
              <a:gd name="connsiteX104" fmla="*/ 3787890 w 10678681"/>
              <a:gd name="connsiteY104" fmla="*/ 1352442 h 1357700"/>
              <a:gd name="connsiteX105" fmla="*/ 3745993 w 10678681"/>
              <a:gd name="connsiteY105" fmla="*/ 1342630 h 1357700"/>
              <a:gd name="connsiteX106" fmla="*/ 3675785 w 10678681"/>
              <a:gd name="connsiteY106" fmla="*/ 1326802 h 1357700"/>
              <a:gd name="connsiteX107" fmla="*/ 3623856 w 10678681"/>
              <a:gd name="connsiteY107" fmla="*/ 1290804 h 1357700"/>
              <a:gd name="connsiteX108" fmla="*/ 3564933 w 10678681"/>
              <a:gd name="connsiteY108" fmla="*/ 1287147 h 1357700"/>
              <a:gd name="connsiteX109" fmla="*/ 3550537 w 10678681"/>
              <a:gd name="connsiteY109" fmla="*/ 1317552 h 1357700"/>
              <a:gd name="connsiteX110" fmla="*/ 3487736 w 10678681"/>
              <a:gd name="connsiteY110" fmla="*/ 1303493 h 1357700"/>
              <a:gd name="connsiteX111" fmla="*/ 3392548 w 10678681"/>
              <a:gd name="connsiteY111" fmla="*/ 1278741 h 1357700"/>
              <a:gd name="connsiteX112" fmla="*/ 3337466 w 10678681"/>
              <a:gd name="connsiteY112" fmla="*/ 1272537 h 1357700"/>
              <a:gd name="connsiteX113" fmla="*/ 3187206 w 10678681"/>
              <a:gd name="connsiteY113" fmla="*/ 1246821 h 1357700"/>
              <a:gd name="connsiteX114" fmla="*/ 3036856 w 10678681"/>
              <a:gd name="connsiteY114" fmla="*/ 1214383 h 1357700"/>
              <a:gd name="connsiteX115" fmla="*/ 2948654 w 10678681"/>
              <a:gd name="connsiteY115" fmla="*/ 1157455 h 1357700"/>
              <a:gd name="connsiteX116" fmla="*/ 2824973 w 10678681"/>
              <a:gd name="connsiteY116" fmla="*/ 1134864 h 1357700"/>
              <a:gd name="connsiteX117" fmla="*/ 2804398 w 10678681"/>
              <a:gd name="connsiteY117" fmla="*/ 1125556 h 1357700"/>
              <a:gd name="connsiteX118" fmla="*/ 2775396 w 10678681"/>
              <a:gd name="connsiteY118" fmla="*/ 1130148 h 1357700"/>
              <a:gd name="connsiteX119" fmla="*/ 2659096 w 10678681"/>
              <a:gd name="connsiteY119" fmla="*/ 1150294 h 1357700"/>
              <a:gd name="connsiteX120" fmla="*/ 2567088 w 10678681"/>
              <a:gd name="connsiteY120" fmla="*/ 1181781 h 1357700"/>
              <a:gd name="connsiteX121" fmla="*/ 2454501 w 10678681"/>
              <a:gd name="connsiteY121" fmla="*/ 1155455 h 1357700"/>
              <a:gd name="connsiteX122" fmla="*/ 2385161 w 10678681"/>
              <a:gd name="connsiteY122" fmla="*/ 1161312 h 1357700"/>
              <a:gd name="connsiteX123" fmla="*/ 2270528 w 10678681"/>
              <a:gd name="connsiteY123" fmla="*/ 1204338 h 1357700"/>
              <a:gd name="connsiteX124" fmla="*/ 2121820 w 10678681"/>
              <a:gd name="connsiteY124" fmla="*/ 1187078 h 1357700"/>
              <a:gd name="connsiteX125" fmla="*/ 2092716 w 10678681"/>
              <a:gd name="connsiteY125" fmla="*/ 1139224 h 1357700"/>
              <a:gd name="connsiteX126" fmla="*/ 2052449 w 10678681"/>
              <a:gd name="connsiteY126" fmla="*/ 1109687 h 1357700"/>
              <a:gd name="connsiteX127" fmla="*/ 2032607 w 10678681"/>
              <a:gd name="connsiteY127" fmla="*/ 1175477 h 1357700"/>
              <a:gd name="connsiteX128" fmla="*/ 1901837 w 10678681"/>
              <a:gd name="connsiteY128" fmla="*/ 1221762 h 1357700"/>
              <a:gd name="connsiteX129" fmla="*/ 1836762 w 10678681"/>
              <a:gd name="connsiteY129" fmla="*/ 1237387 h 1357700"/>
              <a:gd name="connsiteX130" fmla="*/ 1735877 w 10678681"/>
              <a:gd name="connsiteY130" fmla="*/ 1246527 h 1357700"/>
              <a:gd name="connsiteX131" fmla="*/ 1705069 w 10678681"/>
              <a:gd name="connsiteY131" fmla="*/ 1251989 h 1357700"/>
              <a:gd name="connsiteX132" fmla="*/ 1397689 w 10678681"/>
              <a:gd name="connsiteY132" fmla="*/ 1336144 h 1357700"/>
              <a:gd name="connsiteX133" fmla="*/ 1220734 w 10678681"/>
              <a:gd name="connsiteY133" fmla="*/ 1257811 h 1357700"/>
              <a:gd name="connsiteX134" fmla="*/ 1021737 w 10678681"/>
              <a:gd name="connsiteY134" fmla="*/ 1238739 h 1357700"/>
              <a:gd name="connsiteX135" fmla="*/ 959820 w 10678681"/>
              <a:gd name="connsiteY135" fmla="*/ 1275863 h 1357700"/>
              <a:gd name="connsiteX136" fmla="*/ 929137 w 10678681"/>
              <a:gd name="connsiteY136" fmla="*/ 1273957 h 1357700"/>
              <a:gd name="connsiteX137" fmla="*/ 878849 w 10678681"/>
              <a:gd name="connsiteY137" fmla="*/ 1266740 h 1357700"/>
              <a:gd name="connsiteX138" fmla="*/ 800667 w 10678681"/>
              <a:gd name="connsiteY138" fmla="*/ 1282041 h 1357700"/>
              <a:gd name="connsiteX139" fmla="*/ 644906 w 10678681"/>
              <a:gd name="connsiteY139" fmla="*/ 1273685 h 1357700"/>
              <a:gd name="connsiteX140" fmla="*/ 379869 w 10678681"/>
              <a:gd name="connsiteY140" fmla="*/ 1339165 h 1357700"/>
              <a:gd name="connsiteX141" fmla="*/ 137696 w 10678681"/>
              <a:gd name="connsiteY141" fmla="*/ 1319217 h 1357700"/>
              <a:gd name="connsiteX142" fmla="*/ 54250 w 10678681"/>
              <a:gd name="connsiteY142" fmla="*/ 1315838 h 1357700"/>
              <a:gd name="connsiteX143" fmla="*/ 28042 w 10678681"/>
              <a:gd name="connsiteY143" fmla="*/ 1297822 h 1357700"/>
              <a:gd name="connsiteX144" fmla="*/ 0 w 10678681"/>
              <a:gd name="connsiteY144" fmla="*/ 1294612 h 1357700"/>
              <a:gd name="connsiteX145" fmla="*/ 0 w 10678681"/>
              <a:gd name="connsiteY145" fmla="*/ 0 h 1357700"/>
              <a:gd name="connsiteX0" fmla="*/ 0 w 10678681"/>
              <a:gd name="connsiteY0" fmla="*/ 0 h 1357700"/>
              <a:gd name="connsiteX1" fmla="*/ 10678681 w 10678681"/>
              <a:gd name="connsiteY1" fmla="*/ 0 h 1357700"/>
              <a:gd name="connsiteX2" fmla="*/ 10666019 w 10678681"/>
              <a:gd name="connsiteY2" fmla="*/ 7876 h 1357700"/>
              <a:gd name="connsiteX3" fmla="*/ 10632825 w 10678681"/>
              <a:gd name="connsiteY3" fmla="*/ 32153 h 1357700"/>
              <a:gd name="connsiteX4" fmla="*/ 10510605 w 10678681"/>
              <a:gd name="connsiteY4" fmla="*/ 30449 h 1357700"/>
              <a:gd name="connsiteX5" fmla="*/ 10456989 w 10678681"/>
              <a:gd name="connsiteY5" fmla="*/ 979 h 1357700"/>
              <a:gd name="connsiteX6" fmla="*/ 10438642 w 10678681"/>
              <a:gd name="connsiteY6" fmla="*/ 1524 h 1357700"/>
              <a:gd name="connsiteX7" fmla="*/ 10407146 w 10678681"/>
              <a:gd name="connsiteY7" fmla="*/ 43659 h 1357700"/>
              <a:gd name="connsiteX8" fmla="*/ 10357996 w 10678681"/>
              <a:gd name="connsiteY8" fmla="*/ 50836 h 1357700"/>
              <a:gd name="connsiteX9" fmla="*/ 10306667 w 10678681"/>
              <a:gd name="connsiteY9" fmla="*/ 109739 h 1357700"/>
              <a:gd name="connsiteX10" fmla="*/ 10115334 w 10678681"/>
              <a:gd name="connsiteY10" fmla="*/ 155658 h 1357700"/>
              <a:gd name="connsiteX11" fmla="*/ 10068157 w 10678681"/>
              <a:gd name="connsiteY11" fmla="*/ 215673 h 1357700"/>
              <a:gd name="connsiteX12" fmla="*/ 10045431 w 10678681"/>
              <a:gd name="connsiteY12" fmla="*/ 229568 h 1357700"/>
              <a:gd name="connsiteX13" fmla="*/ 10013265 w 10678681"/>
              <a:gd name="connsiteY13" fmla="*/ 284757 h 1357700"/>
              <a:gd name="connsiteX14" fmla="*/ 9862496 w 10678681"/>
              <a:gd name="connsiteY14" fmla="*/ 223033 h 1357700"/>
              <a:gd name="connsiteX15" fmla="*/ 9679638 w 10678681"/>
              <a:gd name="connsiteY15" fmla="*/ 277462 h 1357700"/>
              <a:gd name="connsiteX16" fmla="*/ 9498347 w 10678681"/>
              <a:gd name="connsiteY16" fmla="*/ 244723 h 1357700"/>
              <a:gd name="connsiteX17" fmla="*/ 9399702 w 10678681"/>
              <a:gd name="connsiteY17" fmla="*/ 276316 h 1357700"/>
              <a:gd name="connsiteX18" fmla="*/ 9378439 w 10678681"/>
              <a:gd name="connsiteY18" fmla="*/ 326244 h 1357700"/>
              <a:gd name="connsiteX19" fmla="*/ 9121744 w 10678681"/>
              <a:gd name="connsiteY19" fmla="*/ 365177 h 1357700"/>
              <a:gd name="connsiteX20" fmla="*/ 9061654 w 10678681"/>
              <a:gd name="connsiteY20" fmla="*/ 393730 h 1357700"/>
              <a:gd name="connsiteX21" fmla="*/ 8997577 w 10678681"/>
              <a:gd name="connsiteY21" fmla="*/ 380865 h 1357700"/>
              <a:gd name="connsiteX22" fmla="*/ 8907968 w 10678681"/>
              <a:gd name="connsiteY22" fmla="*/ 447345 h 1357700"/>
              <a:gd name="connsiteX23" fmla="*/ 8764163 w 10678681"/>
              <a:gd name="connsiteY23" fmla="*/ 471000 h 1357700"/>
              <a:gd name="connsiteX24" fmla="*/ 8680155 w 10678681"/>
              <a:gd name="connsiteY24" fmla="*/ 492404 h 1357700"/>
              <a:gd name="connsiteX25" fmla="*/ 8651436 w 10678681"/>
              <a:gd name="connsiteY25" fmla="*/ 511923 h 1357700"/>
              <a:gd name="connsiteX26" fmla="*/ 8609185 w 10678681"/>
              <a:gd name="connsiteY26" fmla="*/ 531525 h 1357700"/>
              <a:gd name="connsiteX27" fmla="*/ 8537091 w 10678681"/>
              <a:gd name="connsiteY27" fmla="*/ 574933 h 1357700"/>
              <a:gd name="connsiteX28" fmla="*/ 8435931 w 10678681"/>
              <a:gd name="connsiteY28" fmla="*/ 617926 h 1357700"/>
              <a:gd name="connsiteX29" fmla="*/ 8348623 w 10678681"/>
              <a:gd name="connsiteY29" fmla="*/ 600607 h 1357700"/>
              <a:gd name="connsiteX30" fmla="*/ 8344233 w 10678681"/>
              <a:gd name="connsiteY30" fmla="*/ 610922 h 1357700"/>
              <a:gd name="connsiteX31" fmla="*/ 8290622 w 10678681"/>
              <a:gd name="connsiteY31" fmla="*/ 622687 h 1357700"/>
              <a:gd name="connsiteX32" fmla="*/ 8086698 w 10678681"/>
              <a:gd name="connsiteY32" fmla="*/ 605185 h 1357700"/>
              <a:gd name="connsiteX33" fmla="*/ 7982378 w 10678681"/>
              <a:gd name="connsiteY33" fmla="*/ 629799 h 1357700"/>
              <a:gd name="connsiteX34" fmla="*/ 7947952 w 10678681"/>
              <a:gd name="connsiteY34" fmla="*/ 648003 h 1357700"/>
              <a:gd name="connsiteX35" fmla="*/ 7890112 w 10678681"/>
              <a:gd name="connsiteY35" fmla="*/ 677915 h 1357700"/>
              <a:gd name="connsiteX36" fmla="*/ 7853284 w 10678681"/>
              <a:gd name="connsiteY36" fmla="*/ 723588 h 1357700"/>
              <a:gd name="connsiteX37" fmla="*/ 7802383 w 10678681"/>
              <a:gd name="connsiteY37" fmla="*/ 739359 h 1357700"/>
              <a:gd name="connsiteX38" fmla="*/ 7730518 w 10678681"/>
              <a:gd name="connsiteY38" fmla="*/ 739526 h 1357700"/>
              <a:gd name="connsiteX39" fmla="*/ 7652907 w 10678681"/>
              <a:gd name="connsiteY39" fmla="*/ 783273 h 1357700"/>
              <a:gd name="connsiteX40" fmla="*/ 7606008 w 10678681"/>
              <a:gd name="connsiteY40" fmla="*/ 800717 h 1357700"/>
              <a:gd name="connsiteX41" fmla="*/ 7480223 w 10678681"/>
              <a:gd name="connsiteY41" fmla="*/ 856821 h 1357700"/>
              <a:gd name="connsiteX42" fmla="*/ 7356005 w 10678681"/>
              <a:gd name="connsiteY42" fmla="*/ 919462 h 1357700"/>
              <a:gd name="connsiteX43" fmla="*/ 7305396 w 10678681"/>
              <a:gd name="connsiteY43" fmla="*/ 986228 h 1357700"/>
              <a:gd name="connsiteX44" fmla="*/ 7266251 w 10678681"/>
              <a:gd name="connsiteY44" fmla="*/ 967864 h 1357700"/>
              <a:gd name="connsiteX45" fmla="*/ 7269396 w 10678681"/>
              <a:gd name="connsiteY45" fmla="*/ 989282 h 1357700"/>
              <a:gd name="connsiteX46" fmla="*/ 7258094 w 10678681"/>
              <a:gd name="connsiteY46" fmla="*/ 990679 h 1357700"/>
              <a:gd name="connsiteX47" fmla="*/ 7257893 w 10678681"/>
              <a:gd name="connsiteY47" fmla="*/ 991204 h 1357700"/>
              <a:gd name="connsiteX48" fmla="*/ 7247153 w 10678681"/>
              <a:gd name="connsiteY48" fmla="*/ 991550 h 1357700"/>
              <a:gd name="connsiteX49" fmla="*/ 7193612 w 10678681"/>
              <a:gd name="connsiteY49" fmla="*/ 987042 h 1357700"/>
              <a:gd name="connsiteX50" fmla="*/ 7132632 w 10678681"/>
              <a:gd name="connsiteY50" fmla="*/ 1042036 h 1357700"/>
              <a:gd name="connsiteX51" fmla="*/ 7105610 w 10678681"/>
              <a:gd name="connsiteY51" fmla="*/ 1053537 h 1357700"/>
              <a:gd name="connsiteX52" fmla="*/ 7069148 w 10678681"/>
              <a:gd name="connsiteY52" fmla="*/ 1047163 h 1357700"/>
              <a:gd name="connsiteX53" fmla="*/ 7039634 w 10678681"/>
              <a:gd name="connsiteY53" fmla="*/ 1059971 h 1357700"/>
              <a:gd name="connsiteX54" fmla="*/ 7033445 w 10678681"/>
              <a:gd name="connsiteY54" fmla="*/ 1063314 h 1357700"/>
              <a:gd name="connsiteX55" fmla="*/ 6999157 w 10678681"/>
              <a:gd name="connsiteY55" fmla="*/ 1055282 h 1357700"/>
              <a:gd name="connsiteX56" fmla="*/ 6981874 w 10678681"/>
              <a:gd name="connsiteY56" fmla="*/ 1053827 h 1357700"/>
              <a:gd name="connsiteX57" fmla="*/ 6976102 w 10678681"/>
              <a:gd name="connsiteY57" fmla="*/ 1047854 h 1357700"/>
              <a:gd name="connsiteX58" fmla="*/ 6951040 w 10678681"/>
              <a:gd name="connsiteY58" fmla="*/ 1048531 h 1357700"/>
              <a:gd name="connsiteX59" fmla="*/ 6948497 w 10678681"/>
              <a:gd name="connsiteY59" fmla="*/ 1050706 h 1357700"/>
              <a:gd name="connsiteX60" fmla="*/ 6926582 w 10678681"/>
              <a:gd name="connsiteY60" fmla="*/ 1043462 h 1357700"/>
              <a:gd name="connsiteX61" fmla="*/ 6833743 w 10678681"/>
              <a:gd name="connsiteY61" fmla="*/ 1027960 h 1357700"/>
              <a:gd name="connsiteX62" fmla="*/ 6687090 w 10678681"/>
              <a:gd name="connsiteY62" fmla="*/ 1063250 h 1357700"/>
              <a:gd name="connsiteX63" fmla="*/ 6437450 w 10678681"/>
              <a:gd name="connsiteY63" fmla="*/ 1101075 h 1357700"/>
              <a:gd name="connsiteX64" fmla="*/ 6327795 w 10678681"/>
              <a:gd name="connsiteY64" fmla="*/ 1088142 h 1357700"/>
              <a:gd name="connsiteX65" fmla="*/ 6136549 w 10678681"/>
              <a:gd name="connsiteY65" fmla="*/ 1100268 h 1357700"/>
              <a:gd name="connsiteX66" fmla="*/ 6004655 w 10678681"/>
              <a:gd name="connsiteY66" fmla="*/ 1114946 h 1357700"/>
              <a:gd name="connsiteX67" fmla="*/ 5936643 w 10678681"/>
              <a:gd name="connsiteY67" fmla="*/ 1095428 h 1357700"/>
              <a:gd name="connsiteX68" fmla="*/ 5912484 w 10678681"/>
              <a:gd name="connsiteY68" fmla="*/ 1112624 h 1357700"/>
              <a:gd name="connsiteX69" fmla="*/ 5908387 w 10678681"/>
              <a:gd name="connsiteY69" fmla="*/ 1116018 h 1357700"/>
              <a:gd name="connsiteX70" fmla="*/ 5890495 w 10678681"/>
              <a:gd name="connsiteY70" fmla="*/ 1120268 h 1357700"/>
              <a:gd name="connsiteX71" fmla="*/ 5887318 w 10678681"/>
              <a:gd name="connsiteY71" fmla="*/ 1133134 h 1357700"/>
              <a:gd name="connsiteX72" fmla="*/ 5861726 w 10678681"/>
              <a:gd name="connsiteY72" fmla="*/ 1147891 h 1357700"/>
              <a:gd name="connsiteX73" fmla="*/ 5805823 w 10678681"/>
              <a:gd name="connsiteY73" fmla="*/ 1152457 h 1357700"/>
              <a:gd name="connsiteX74" fmla="*/ 5689841 w 10678681"/>
              <a:gd name="connsiteY74" fmla="*/ 1176232 h 1357700"/>
              <a:gd name="connsiteX75" fmla="*/ 5605119 w 10678681"/>
              <a:gd name="connsiteY75" fmla="*/ 1190202 h 1357700"/>
              <a:gd name="connsiteX76" fmla="*/ 5488513 w 10678681"/>
              <a:gd name="connsiteY76" fmla="*/ 1205367 h 1357700"/>
              <a:gd name="connsiteX77" fmla="*/ 5402905 w 10678681"/>
              <a:gd name="connsiteY77" fmla="*/ 1241191 h 1357700"/>
              <a:gd name="connsiteX78" fmla="*/ 5285593 w 10678681"/>
              <a:gd name="connsiteY78" fmla="*/ 1273569 h 1357700"/>
              <a:gd name="connsiteX79" fmla="*/ 5192893 w 10678681"/>
              <a:gd name="connsiteY79" fmla="*/ 1247188 h 1357700"/>
              <a:gd name="connsiteX80" fmla="*/ 5186475 w 10678681"/>
              <a:gd name="connsiteY80" fmla="*/ 1257028 h 1357700"/>
              <a:gd name="connsiteX81" fmla="*/ 5126038 w 10678681"/>
              <a:gd name="connsiteY81" fmla="*/ 1263189 h 1357700"/>
              <a:gd name="connsiteX82" fmla="*/ 4894688 w 10678681"/>
              <a:gd name="connsiteY82" fmla="*/ 1247184 h 1357700"/>
              <a:gd name="connsiteX83" fmla="*/ 4788036 w 10678681"/>
              <a:gd name="connsiteY83" fmla="*/ 1238182 h 1357700"/>
              <a:gd name="connsiteX84" fmla="*/ 4747555 w 10678681"/>
              <a:gd name="connsiteY84" fmla="*/ 1252768 h 1357700"/>
              <a:gd name="connsiteX85" fmla="*/ 4679644 w 10678681"/>
              <a:gd name="connsiteY85" fmla="*/ 1276603 h 1357700"/>
              <a:gd name="connsiteX86" fmla="*/ 4632222 w 10678681"/>
              <a:gd name="connsiteY86" fmla="*/ 1318360 h 1357700"/>
              <a:gd name="connsiteX87" fmla="*/ 4617358 w 10678681"/>
              <a:gd name="connsiteY87" fmla="*/ 1327690 h 1357700"/>
              <a:gd name="connsiteX88" fmla="*/ 4589102 w 10678681"/>
              <a:gd name="connsiteY88" fmla="*/ 1321223 h 1357700"/>
              <a:gd name="connsiteX89" fmla="*/ 4578184 w 10678681"/>
              <a:gd name="connsiteY89" fmla="*/ 1326745 h 1357700"/>
              <a:gd name="connsiteX90" fmla="*/ 4574270 w 10678681"/>
              <a:gd name="connsiteY90" fmla="*/ 1325878 h 1357700"/>
              <a:gd name="connsiteX91" fmla="*/ 4564919 w 10678681"/>
              <a:gd name="connsiteY91" fmla="*/ 1325507 h 1357700"/>
              <a:gd name="connsiteX92" fmla="*/ 4566586 w 10678681"/>
              <a:gd name="connsiteY92" fmla="*/ 1316963 h 1357700"/>
              <a:gd name="connsiteX93" fmla="*/ 4556303 w 10678681"/>
              <a:gd name="connsiteY93" fmla="*/ 1300262 h 1357700"/>
              <a:gd name="connsiteX94" fmla="*/ 4502358 w 10678681"/>
              <a:gd name="connsiteY94" fmla="*/ 1302558 h 1357700"/>
              <a:gd name="connsiteX95" fmla="*/ 4498919 w 10678681"/>
              <a:gd name="connsiteY95" fmla="*/ 1312115 h 1357700"/>
              <a:gd name="connsiteX96" fmla="*/ 4492075 w 10678681"/>
              <a:gd name="connsiteY96" fmla="*/ 1313357 h 1357700"/>
              <a:gd name="connsiteX97" fmla="*/ 4487466 w 10678681"/>
              <a:gd name="connsiteY97" fmla="*/ 1304102 h 1357700"/>
              <a:gd name="connsiteX98" fmla="*/ 4398292 w 10678681"/>
              <a:gd name="connsiteY98" fmla="*/ 1278410 h 1357700"/>
              <a:gd name="connsiteX99" fmla="*/ 4306088 w 10678681"/>
              <a:gd name="connsiteY99" fmla="*/ 1282512 h 1357700"/>
              <a:gd name="connsiteX100" fmla="*/ 4188995 w 10678681"/>
              <a:gd name="connsiteY100" fmla="*/ 1296718 h 1357700"/>
              <a:gd name="connsiteX101" fmla="*/ 4136582 w 10678681"/>
              <a:gd name="connsiteY101" fmla="*/ 1287687 h 1357700"/>
              <a:gd name="connsiteX102" fmla="*/ 4064614 w 10678681"/>
              <a:gd name="connsiteY102" fmla="*/ 1296118 h 1357700"/>
              <a:gd name="connsiteX103" fmla="*/ 3906561 w 10678681"/>
              <a:gd name="connsiteY103" fmla="*/ 1352435 h 1357700"/>
              <a:gd name="connsiteX104" fmla="*/ 3787890 w 10678681"/>
              <a:gd name="connsiteY104" fmla="*/ 1352442 h 1357700"/>
              <a:gd name="connsiteX105" fmla="*/ 3745993 w 10678681"/>
              <a:gd name="connsiteY105" fmla="*/ 1342630 h 1357700"/>
              <a:gd name="connsiteX106" fmla="*/ 3675785 w 10678681"/>
              <a:gd name="connsiteY106" fmla="*/ 1326802 h 1357700"/>
              <a:gd name="connsiteX107" fmla="*/ 3623856 w 10678681"/>
              <a:gd name="connsiteY107" fmla="*/ 1290804 h 1357700"/>
              <a:gd name="connsiteX108" fmla="*/ 3564933 w 10678681"/>
              <a:gd name="connsiteY108" fmla="*/ 1287147 h 1357700"/>
              <a:gd name="connsiteX109" fmla="*/ 3550537 w 10678681"/>
              <a:gd name="connsiteY109" fmla="*/ 1317552 h 1357700"/>
              <a:gd name="connsiteX110" fmla="*/ 3487736 w 10678681"/>
              <a:gd name="connsiteY110" fmla="*/ 1303493 h 1357700"/>
              <a:gd name="connsiteX111" fmla="*/ 3392548 w 10678681"/>
              <a:gd name="connsiteY111" fmla="*/ 1278741 h 1357700"/>
              <a:gd name="connsiteX112" fmla="*/ 3337466 w 10678681"/>
              <a:gd name="connsiteY112" fmla="*/ 1272537 h 1357700"/>
              <a:gd name="connsiteX113" fmla="*/ 3187206 w 10678681"/>
              <a:gd name="connsiteY113" fmla="*/ 1246821 h 1357700"/>
              <a:gd name="connsiteX114" fmla="*/ 3036856 w 10678681"/>
              <a:gd name="connsiteY114" fmla="*/ 1214383 h 1357700"/>
              <a:gd name="connsiteX115" fmla="*/ 2948654 w 10678681"/>
              <a:gd name="connsiteY115" fmla="*/ 1157455 h 1357700"/>
              <a:gd name="connsiteX116" fmla="*/ 2824973 w 10678681"/>
              <a:gd name="connsiteY116" fmla="*/ 1134864 h 1357700"/>
              <a:gd name="connsiteX117" fmla="*/ 2804398 w 10678681"/>
              <a:gd name="connsiteY117" fmla="*/ 1125556 h 1357700"/>
              <a:gd name="connsiteX118" fmla="*/ 2775396 w 10678681"/>
              <a:gd name="connsiteY118" fmla="*/ 1130148 h 1357700"/>
              <a:gd name="connsiteX119" fmla="*/ 2659096 w 10678681"/>
              <a:gd name="connsiteY119" fmla="*/ 1150294 h 1357700"/>
              <a:gd name="connsiteX120" fmla="*/ 2567088 w 10678681"/>
              <a:gd name="connsiteY120" fmla="*/ 1181781 h 1357700"/>
              <a:gd name="connsiteX121" fmla="*/ 2454501 w 10678681"/>
              <a:gd name="connsiteY121" fmla="*/ 1155455 h 1357700"/>
              <a:gd name="connsiteX122" fmla="*/ 2385161 w 10678681"/>
              <a:gd name="connsiteY122" fmla="*/ 1161312 h 1357700"/>
              <a:gd name="connsiteX123" fmla="*/ 2270528 w 10678681"/>
              <a:gd name="connsiteY123" fmla="*/ 1204338 h 1357700"/>
              <a:gd name="connsiteX124" fmla="*/ 2121820 w 10678681"/>
              <a:gd name="connsiteY124" fmla="*/ 1187078 h 1357700"/>
              <a:gd name="connsiteX125" fmla="*/ 2092716 w 10678681"/>
              <a:gd name="connsiteY125" fmla="*/ 1139224 h 1357700"/>
              <a:gd name="connsiteX126" fmla="*/ 2052449 w 10678681"/>
              <a:gd name="connsiteY126" fmla="*/ 1109687 h 1357700"/>
              <a:gd name="connsiteX127" fmla="*/ 2032607 w 10678681"/>
              <a:gd name="connsiteY127" fmla="*/ 1175477 h 1357700"/>
              <a:gd name="connsiteX128" fmla="*/ 1901837 w 10678681"/>
              <a:gd name="connsiteY128" fmla="*/ 1221762 h 1357700"/>
              <a:gd name="connsiteX129" fmla="*/ 1836762 w 10678681"/>
              <a:gd name="connsiteY129" fmla="*/ 1237387 h 1357700"/>
              <a:gd name="connsiteX130" fmla="*/ 1735877 w 10678681"/>
              <a:gd name="connsiteY130" fmla="*/ 1246527 h 1357700"/>
              <a:gd name="connsiteX131" fmla="*/ 1705069 w 10678681"/>
              <a:gd name="connsiteY131" fmla="*/ 1251989 h 1357700"/>
              <a:gd name="connsiteX132" fmla="*/ 1397689 w 10678681"/>
              <a:gd name="connsiteY132" fmla="*/ 1336144 h 1357700"/>
              <a:gd name="connsiteX133" fmla="*/ 1220734 w 10678681"/>
              <a:gd name="connsiteY133" fmla="*/ 1257811 h 1357700"/>
              <a:gd name="connsiteX134" fmla="*/ 1021737 w 10678681"/>
              <a:gd name="connsiteY134" fmla="*/ 1238739 h 1357700"/>
              <a:gd name="connsiteX135" fmla="*/ 959820 w 10678681"/>
              <a:gd name="connsiteY135" fmla="*/ 1275863 h 1357700"/>
              <a:gd name="connsiteX136" fmla="*/ 929137 w 10678681"/>
              <a:gd name="connsiteY136" fmla="*/ 1273957 h 1357700"/>
              <a:gd name="connsiteX137" fmla="*/ 878849 w 10678681"/>
              <a:gd name="connsiteY137" fmla="*/ 1266740 h 1357700"/>
              <a:gd name="connsiteX138" fmla="*/ 800667 w 10678681"/>
              <a:gd name="connsiteY138" fmla="*/ 1282041 h 1357700"/>
              <a:gd name="connsiteX139" fmla="*/ 644906 w 10678681"/>
              <a:gd name="connsiteY139" fmla="*/ 1273685 h 1357700"/>
              <a:gd name="connsiteX140" fmla="*/ 379869 w 10678681"/>
              <a:gd name="connsiteY140" fmla="*/ 1339165 h 1357700"/>
              <a:gd name="connsiteX141" fmla="*/ 137696 w 10678681"/>
              <a:gd name="connsiteY141" fmla="*/ 1319217 h 1357700"/>
              <a:gd name="connsiteX142" fmla="*/ 54250 w 10678681"/>
              <a:gd name="connsiteY142" fmla="*/ 1315838 h 1357700"/>
              <a:gd name="connsiteX143" fmla="*/ 28042 w 10678681"/>
              <a:gd name="connsiteY143" fmla="*/ 1297822 h 1357700"/>
              <a:gd name="connsiteX144" fmla="*/ 0 w 10678681"/>
              <a:gd name="connsiteY144" fmla="*/ 1294612 h 1357700"/>
              <a:gd name="connsiteX145" fmla="*/ 0 w 10678681"/>
              <a:gd name="connsiteY145" fmla="*/ 0 h 1357700"/>
              <a:gd name="connsiteX0" fmla="*/ 0 w 10678681"/>
              <a:gd name="connsiteY0" fmla="*/ 0 h 1357700"/>
              <a:gd name="connsiteX1" fmla="*/ 10678681 w 10678681"/>
              <a:gd name="connsiteY1" fmla="*/ 0 h 1357700"/>
              <a:gd name="connsiteX2" fmla="*/ 10666019 w 10678681"/>
              <a:gd name="connsiteY2" fmla="*/ 7876 h 1357700"/>
              <a:gd name="connsiteX3" fmla="*/ 10632825 w 10678681"/>
              <a:gd name="connsiteY3" fmla="*/ 32153 h 1357700"/>
              <a:gd name="connsiteX4" fmla="*/ 10510605 w 10678681"/>
              <a:gd name="connsiteY4" fmla="*/ 30449 h 1357700"/>
              <a:gd name="connsiteX5" fmla="*/ 10456989 w 10678681"/>
              <a:gd name="connsiteY5" fmla="*/ 979 h 1357700"/>
              <a:gd name="connsiteX6" fmla="*/ 10438642 w 10678681"/>
              <a:gd name="connsiteY6" fmla="*/ 1524 h 1357700"/>
              <a:gd name="connsiteX7" fmla="*/ 10407146 w 10678681"/>
              <a:gd name="connsiteY7" fmla="*/ 43659 h 1357700"/>
              <a:gd name="connsiteX8" fmla="*/ 10357996 w 10678681"/>
              <a:gd name="connsiteY8" fmla="*/ 50836 h 1357700"/>
              <a:gd name="connsiteX9" fmla="*/ 10306667 w 10678681"/>
              <a:gd name="connsiteY9" fmla="*/ 109739 h 1357700"/>
              <a:gd name="connsiteX10" fmla="*/ 10115334 w 10678681"/>
              <a:gd name="connsiteY10" fmla="*/ 155658 h 1357700"/>
              <a:gd name="connsiteX11" fmla="*/ 10068157 w 10678681"/>
              <a:gd name="connsiteY11" fmla="*/ 215673 h 1357700"/>
              <a:gd name="connsiteX12" fmla="*/ 10045431 w 10678681"/>
              <a:gd name="connsiteY12" fmla="*/ 229568 h 1357700"/>
              <a:gd name="connsiteX13" fmla="*/ 10013265 w 10678681"/>
              <a:gd name="connsiteY13" fmla="*/ 284757 h 1357700"/>
              <a:gd name="connsiteX14" fmla="*/ 9862496 w 10678681"/>
              <a:gd name="connsiteY14" fmla="*/ 223033 h 1357700"/>
              <a:gd name="connsiteX15" fmla="*/ 9679638 w 10678681"/>
              <a:gd name="connsiteY15" fmla="*/ 277462 h 1357700"/>
              <a:gd name="connsiteX16" fmla="*/ 9498347 w 10678681"/>
              <a:gd name="connsiteY16" fmla="*/ 244723 h 1357700"/>
              <a:gd name="connsiteX17" fmla="*/ 9399702 w 10678681"/>
              <a:gd name="connsiteY17" fmla="*/ 276316 h 1357700"/>
              <a:gd name="connsiteX18" fmla="*/ 9378439 w 10678681"/>
              <a:gd name="connsiteY18" fmla="*/ 326244 h 1357700"/>
              <a:gd name="connsiteX19" fmla="*/ 9121744 w 10678681"/>
              <a:gd name="connsiteY19" fmla="*/ 365177 h 1357700"/>
              <a:gd name="connsiteX20" fmla="*/ 9061654 w 10678681"/>
              <a:gd name="connsiteY20" fmla="*/ 393730 h 1357700"/>
              <a:gd name="connsiteX21" fmla="*/ 8997577 w 10678681"/>
              <a:gd name="connsiteY21" fmla="*/ 380865 h 1357700"/>
              <a:gd name="connsiteX22" fmla="*/ 8907968 w 10678681"/>
              <a:gd name="connsiteY22" fmla="*/ 447345 h 1357700"/>
              <a:gd name="connsiteX23" fmla="*/ 8764163 w 10678681"/>
              <a:gd name="connsiteY23" fmla="*/ 471000 h 1357700"/>
              <a:gd name="connsiteX24" fmla="*/ 8680155 w 10678681"/>
              <a:gd name="connsiteY24" fmla="*/ 492404 h 1357700"/>
              <a:gd name="connsiteX25" fmla="*/ 8651436 w 10678681"/>
              <a:gd name="connsiteY25" fmla="*/ 511923 h 1357700"/>
              <a:gd name="connsiteX26" fmla="*/ 8609185 w 10678681"/>
              <a:gd name="connsiteY26" fmla="*/ 531525 h 1357700"/>
              <a:gd name="connsiteX27" fmla="*/ 8537091 w 10678681"/>
              <a:gd name="connsiteY27" fmla="*/ 574933 h 1357700"/>
              <a:gd name="connsiteX28" fmla="*/ 8435931 w 10678681"/>
              <a:gd name="connsiteY28" fmla="*/ 617926 h 1357700"/>
              <a:gd name="connsiteX29" fmla="*/ 8348623 w 10678681"/>
              <a:gd name="connsiteY29" fmla="*/ 600607 h 1357700"/>
              <a:gd name="connsiteX30" fmla="*/ 8344233 w 10678681"/>
              <a:gd name="connsiteY30" fmla="*/ 610922 h 1357700"/>
              <a:gd name="connsiteX31" fmla="*/ 8290622 w 10678681"/>
              <a:gd name="connsiteY31" fmla="*/ 622687 h 1357700"/>
              <a:gd name="connsiteX32" fmla="*/ 8086698 w 10678681"/>
              <a:gd name="connsiteY32" fmla="*/ 605185 h 1357700"/>
              <a:gd name="connsiteX33" fmla="*/ 7982378 w 10678681"/>
              <a:gd name="connsiteY33" fmla="*/ 629799 h 1357700"/>
              <a:gd name="connsiteX34" fmla="*/ 7947952 w 10678681"/>
              <a:gd name="connsiteY34" fmla="*/ 648003 h 1357700"/>
              <a:gd name="connsiteX35" fmla="*/ 7890112 w 10678681"/>
              <a:gd name="connsiteY35" fmla="*/ 677915 h 1357700"/>
              <a:gd name="connsiteX36" fmla="*/ 7853284 w 10678681"/>
              <a:gd name="connsiteY36" fmla="*/ 723588 h 1357700"/>
              <a:gd name="connsiteX37" fmla="*/ 7802383 w 10678681"/>
              <a:gd name="connsiteY37" fmla="*/ 739359 h 1357700"/>
              <a:gd name="connsiteX38" fmla="*/ 7730518 w 10678681"/>
              <a:gd name="connsiteY38" fmla="*/ 739526 h 1357700"/>
              <a:gd name="connsiteX39" fmla="*/ 7652907 w 10678681"/>
              <a:gd name="connsiteY39" fmla="*/ 783273 h 1357700"/>
              <a:gd name="connsiteX40" fmla="*/ 7606008 w 10678681"/>
              <a:gd name="connsiteY40" fmla="*/ 800717 h 1357700"/>
              <a:gd name="connsiteX41" fmla="*/ 7480223 w 10678681"/>
              <a:gd name="connsiteY41" fmla="*/ 856821 h 1357700"/>
              <a:gd name="connsiteX42" fmla="*/ 7356005 w 10678681"/>
              <a:gd name="connsiteY42" fmla="*/ 919462 h 1357700"/>
              <a:gd name="connsiteX43" fmla="*/ 7305396 w 10678681"/>
              <a:gd name="connsiteY43" fmla="*/ 986228 h 1357700"/>
              <a:gd name="connsiteX44" fmla="*/ 7266251 w 10678681"/>
              <a:gd name="connsiteY44" fmla="*/ 967864 h 1357700"/>
              <a:gd name="connsiteX45" fmla="*/ 7269396 w 10678681"/>
              <a:gd name="connsiteY45" fmla="*/ 989282 h 1357700"/>
              <a:gd name="connsiteX46" fmla="*/ 7258094 w 10678681"/>
              <a:gd name="connsiteY46" fmla="*/ 990679 h 1357700"/>
              <a:gd name="connsiteX47" fmla="*/ 7257893 w 10678681"/>
              <a:gd name="connsiteY47" fmla="*/ 991204 h 1357700"/>
              <a:gd name="connsiteX48" fmla="*/ 7247153 w 10678681"/>
              <a:gd name="connsiteY48" fmla="*/ 991550 h 1357700"/>
              <a:gd name="connsiteX49" fmla="*/ 7193612 w 10678681"/>
              <a:gd name="connsiteY49" fmla="*/ 987042 h 1357700"/>
              <a:gd name="connsiteX50" fmla="*/ 7132632 w 10678681"/>
              <a:gd name="connsiteY50" fmla="*/ 1042036 h 1357700"/>
              <a:gd name="connsiteX51" fmla="*/ 7105610 w 10678681"/>
              <a:gd name="connsiteY51" fmla="*/ 1053537 h 1357700"/>
              <a:gd name="connsiteX52" fmla="*/ 7069148 w 10678681"/>
              <a:gd name="connsiteY52" fmla="*/ 1047163 h 1357700"/>
              <a:gd name="connsiteX53" fmla="*/ 7039634 w 10678681"/>
              <a:gd name="connsiteY53" fmla="*/ 1059971 h 1357700"/>
              <a:gd name="connsiteX54" fmla="*/ 7033445 w 10678681"/>
              <a:gd name="connsiteY54" fmla="*/ 1063314 h 1357700"/>
              <a:gd name="connsiteX55" fmla="*/ 6999157 w 10678681"/>
              <a:gd name="connsiteY55" fmla="*/ 1055282 h 1357700"/>
              <a:gd name="connsiteX56" fmla="*/ 6981874 w 10678681"/>
              <a:gd name="connsiteY56" fmla="*/ 1053827 h 1357700"/>
              <a:gd name="connsiteX57" fmla="*/ 6976102 w 10678681"/>
              <a:gd name="connsiteY57" fmla="*/ 1047854 h 1357700"/>
              <a:gd name="connsiteX58" fmla="*/ 6951040 w 10678681"/>
              <a:gd name="connsiteY58" fmla="*/ 1048531 h 1357700"/>
              <a:gd name="connsiteX59" fmla="*/ 6948497 w 10678681"/>
              <a:gd name="connsiteY59" fmla="*/ 1050706 h 1357700"/>
              <a:gd name="connsiteX60" fmla="*/ 6926582 w 10678681"/>
              <a:gd name="connsiteY60" fmla="*/ 1043462 h 1357700"/>
              <a:gd name="connsiteX61" fmla="*/ 6833743 w 10678681"/>
              <a:gd name="connsiteY61" fmla="*/ 1027960 h 1357700"/>
              <a:gd name="connsiteX62" fmla="*/ 6687090 w 10678681"/>
              <a:gd name="connsiteY62" fmla="*/ 1063250 h 1357700"/>
              <a:gd name="connsiteX63" fmla="*/ 6437450 w 10678681"/>
              <a:gd name="connsiteY63" fmla="*/ 1101075 h 1357700"/>
              <a:gd name="connsiteX64" fmla="*/ 6327795 w 10678681"/>
              <a:gd name="connsiteY64" fmla="*/ 1088142 h 1357700"/>
              <a:gd name="connsiteX65" fmla="*/ 6136549 w 10678681"/>
              <a:gd name="connsiteY65" fmla="*/ 1100268 h 1357700"/>
              <a:gd name="connsiteX66" fmla="*/ 6004655 w 10678681"/>
              <a:gd name="connsiteY66" fmla="*/ 1114946 h 1357700"/>
              <a:gd name="connsiteX67" fmla="*/ 5936643 w 10678681"/>
              <a:gd name="connsiteY67" fmla="*/ 1095428 h 1357700"/>
              <a:gd name="connsiteX68" fmla="*/ 5912484 w 10678681"/>
              <a:gd name="connsiteY68" fmla="*/ 1112624 h 1357700"/>
              <a:gd name="connsiteX69" fmla="*/ 5908387 w 10678681"/>
              <a:gd name="connsiteY69" fmla="*/ 1116018 h 1357700"/>
              <a:gd name="connsiteX70" fmla="*/ 5890495 w 10678681"/>
              <a:gd name="connsiteY70" fmla="*/ 1120268 h 1357700"/>
              <a:gd name="connsiteX71" fmla="*/ 5887318 w 10678681"/>
              <a:gd name="connsiteY71" fmla="*/ 1133134 h 1357700"/>
              <a:gd name="connsiteX72" fmla="*/ 5861726 w 10678681"/>
              <a:gd name="connsiteY72" fmla="*/ 1147891 h 1357700"/>
              <a:gd name="connsiteX73" fmla="*/ 5805823 w 10678681"/>
              <a:gd name="connsiteY73" fmla="*/ 1152457 h 1357700"/>
              <a:gd name="connsiteX74" fmla="*/ 5689841 w 10678681"/>
              <a:gd name="connsiteY74" fmla="*/ 1176232 h 1357700"/>
              <a:gd name="connsiteX75" fmla="*/ 5605119 w 10678681"/>
              <a:gd name="connsiteY75" fmla="*/ 1190202 h 1357700"/>
              <a:gd name="connsiteX76" fmla="*/ 5488513 w 10678681"/>
              <a:gd name="connsiteY76" fmla="*/ 1205367 h 1357700"/>
              <a:gd name="connsiteX77" fmla="*/ 5402905 w 10678681"/>
              <a:gd name="connsiteY77" fmla="*/ 1241191 h 1357700"/>
              <a:gd name="connsiteX78" fmla="*/ 5285593 w 10678681"/>
              <a:gd name="connsiteY78" fmla="*/ 1273569 h 1357700"/>
              <a:gd name="connsiteX79" fmla="*/ 5192893 w 10678681"/>
              <a:gd name="connsiteY79" fmla="*/ 1247188 h 1357700"/>
              <a:gd name="connsiteX80" fmla="*/ 5186475 w 10678681"/>
              <a:gd name="connsiteY80" fmla="*/ 1257028 h 1357700"/>
              <a:gd name="connsiteX81" fmla="*/ 5126038 w 10678681"/>
              <a:gd name="connsiteY81" fmla="*/ 1263189 h 1357700"/>
              <a:gd name="connsiteX82" fmla="*/ 4894688 w 10678681"/>
              <a:gd name="connsiteY82" fmla="*/ 1247184 h 1357700"/>
              <a:gd name="connsiteX83" fmla="*/ 4788036 w 10678681"/>
              <a:gd name="connsiteY83" fmla="*/ 1238182 h 1357700"/>
              <a:gd name="connsiteX84" fmla="*/ 4747555 w 10678681"/>
              <a:gd name="connsiteY84" fmla="*/ 1252768 h 1357700"/>
              <a:gd name="connsiteX85" fmla="*/ 4679644 w 10678681"/>
              <a:gd name="connsiteY85" fmla="*/ 1276603 h 1357700"/>
              <a:gd name="connsiteX86" fmla="*/ 4632222 w 10678681"/>
              <a:gd name="connsiteY86" fmla="*/ 1318360 h 1357700"/>
              <a:gd name="connsiteX87" fmla="*/ 4617358 w 10678681"/>
              <a:gd name="connsiteY87" fmla="*/ 1327690 h 1357700"/>
              <a:gd name="connsiteX88" fmla="*/ 4589102 w 10678681"/>
              <a:gd name="connsiteY88" fmla="*/ 1321223 h 1357700"/>
              <a:gd name="connsiteX89" fmla="*/ 4578184 w 10678681"/>
              <a:gd name="connsiteY89" fmla="*/ 1326745 h 1357700"/>
              <a:gd name="connsiteX90" fmla="*/ 4574270 w 10678681"/>
              <a:gd name="connsiteY90" fmla="*/ 1325878 h 1357700"/>
              <a:gd name="connsiteX91" fmla="*/ 4564919 w 10678681"/>
              <a:gd name="connsiteY91" fmla="*/ 1325507 h 1357700"/>
              <a:gd name="connsiteX92" fmla="*/ 4566586 w 10678681"/>
              <a:gd name="connsiteY92" fmla="*/ 1316963 h 1357700"/>
              <a:gd name="connsiteX93" fmla="*/ 4556303 w 10678681"/>
              <a:gd name="connsiteY93" fmla="*/ 1300262 h 1357700"/>
              <a:gd name="connsiteX94" fmla="*/ 4502358 w 10678681"/>
              <a:gd name="connsiteY94" fmla="*/ 1302558 h 1357700"/>
              <a:gd name="connsiteX95" fmla="*/ 4498919 w 10678681"/>
              <a:gd name="connsiteY95" fmla="*/ 1312115 h 1357700"/>
              <a:gd name="connsiteX96" fmla="*/ 4492075 w 10678681"/>
              <a:gd name="connsiteY96" fmla="*/ 1313357 h 1357700"/>
              <a:gd name="connsiteX97" fmla="*/ 4487466 w 10678681"/>
              <a:gd name="connsiteY97" fmla="*/ 1304102 h 1357700"/>
              <a:gd name="connsiteX98" fmla="*/ 4398292 w 10678681"/>
              <a:gd name="connsiteY98" fmla="*/ 1278410 h 1357700"/>
              <a:gd name="connsiteX99" fmla="*/ 4306088 w 10678681"/>
              <a:gd name="connsiteY99" fmla="*/ 1282512 h 1357700"/>
              <a:gd name="connsiteX100" fmla="*/ 4188995 w 10678681"/>
              <a:gd name="connsiteY100" fmla="*/ 1296718 h 1357700"/>
              <a:gd name="connsiteX101" fmla="*/ 4136582 w 10678681"/>
              <a:gd name="connsiteY101" fmla="*/ 1287687 h 1357700"/>
              <a:gd name="connsiteX102" fmla="*/ 4064614 w 10678681"/>
              <a:gd name="connsiteY102" fmla="*/ 1296118 h 1357700"/>
              <a:gd name="connsiteX103" fmla="*/ 3906561 w 10678681"/>
              <a:gd name="connsiteY103" fmla="*/ 1352435 h 1357700"/>
              <a:gd name="connsiteX104" fmla="*/ 3787890 w 10678681"/>
              <a:gd name="connsiteY104" fmla="*/ 1352442 h 1357700"/>
              <a:gd name="connsiteX105" fmla="*/ 3745993 w 10678681"/>
              <a:gd name="connsiteY105" fmla="*/ 1342630 h 1357700"/>
              <a:gd name="connsiteX106" fmla="*/ 3675785 w 10678681"/>
              <a:gd name="connsiteY106" fmla="*/ 1326802 h 1357700"/>
              <a:gd name="connsiteX107" fmla="*/ 3623856 w 10678681"/>
              <a:gd name="connsiteY107" fmla="*/ 1290804 h 1357700"/>
              <a:gd name="connsiteX108" fmla="*/ 3564933 w 10678681"/>
              <a:gd name="connsiteY108" fmla="*/ 1287147 h 1357700"/>
              <a:gd name="connsiteX109" fmla="*/ 3550537 w 10678681"/>
              <a:gd name="connsiteY109" fmla="*/ 1317552 h 1357700"/>
              <a:gd name="connsiteX110" fmla="*/ 3487736 w 10678681"/>
              <a:gd name="connsiteY110" fmla="*/ 1303493 h 1357700"/>
              <a:gd name="connsiteX111" fmla="*/ 3392548 w 10678681"/>
              <a:gd name="connsiteY111" fmla="*/ 1278741 h 1357700"/>
              <a:gd name="connsiteX112" fmla="*/ 3337466 w 10678681"/>
              <a:gd name="connsiteY112" fmla="*/ 1272537 h 1357700"/>
              <a:gd name="connsiteX113" fmla="*/ 3187206 w 10678681"/>
              <a:gd name="connsiteY113" fmla="*/ 1246821 h 1357700"/>
              <a:gd name="connsiteX114" fmla="*/ 3036856 w 10678681"/>
              <a:gd name="connsiteY114" fmla="*/ 1214383 h 1357700"/>
              <a:gd name="connsiteX115" fmla="*/ 2824973 w 10678681"/>
              <a:gd name="connsiteY115" fmla="*/ 1134864 h 1357700"/>
              <a:gd name="connsiteX116" fmla="*/ 2804398 w 10678681"/>
              <a:gd name="connsiteY116" fmla="*/ 1125556 h 1357700"/>
              <a:gd name="connsiteX117" fmla="*/ 2775396 w 10678681"/>
              <a:gd name="connsiteY117" fmla="*/ 1130148 h 1357700"/>
              <a:gd name="connsiteX118" fmla="*/ 2659096 w 10678681"/>
              <a:gd name="connsiteY118" fmla="*/ 1150294 h 1357700"/>
              <a:gd name="connsiteX119" fmla="*/ 2567088 w 10678681"/>
              <a:gd name="connsiteY119" fmla="*/ 1181781 h 1357700"/>
              <a:gd name="connsiteX120" fmla="*/ 2454501 w 10678681"/>
              <a:gd name="connsiteY120" fmla="*/ 1155455 h 1357700"/>
              <a:gd name="connsiteX121" fmla="*/ 2385161 w 10678681"/>
              <a:gd name="connsiteY121" fmla="*/ 1161312 h 1357700"/>
              <a:gd name="connsiteX122" fmla="*/ 2270528 w 10678681"/>
              <a:gd name="connsiteY122" fmla="*/ 1204338 h 1357700"/>
              <a:gd name="connsiteX123" fmla="*/ 2121820 w 10678681"/>
              <a:gd name="connsiteY123" fmla="*/ 1187078 h 1357700"/>
              <a:gd name="connsiteX124" fmla="*/ 2092716 w 10678681"/>
              <a:gd name="connsiteY124" fmla="*/ 1139224 h 1357700"/>
              <a:gd name="connsiteX125" fmla="*/ 2052449 w 10678681"/>
              <a:gd name="connsiteY125" fmla="*/ 1109687 h 1357700"/>
              <a:gd name="connsiteX126" fmla="*/ 2032607 w 10678681"/>
              <a:gd name="connsiteY126" fmla="*/ 1175477 h 1357700"/>
              <a:gd name="connsiteX127" fmla="*/ 1901837 w 10678681"/>
              <a:gd name="connsiteY127" fmla="*/ 1221762 h 1357700"/>
              <a:gd name="connsiteX128" fmla="*/ 1836762 w 10678681"/>
              <a:gd name="connsiteY128" fmla="*/ 1237387 h 1357700"/>
              <a:gd name="connsiteX129" fmla="*/ 1735877 w 10678681"/>
              <a:gd name="connsiteY129" fmla="*/ 1246527 h 1357700"/>
              <a:gd name="connsiteX130" fmla="*/ 1705069 w 10678681"/>
              <a:gd name="connsiteY130" fmla="*/ 1251989 h 1357700"/>
              <a:gd name="connsiteX131" fmla="*/ 1397689 w 10678681"/>
              <a:gd name="connsiteY131" fmla="*/ 1336144 h 1357700"/>
              <a:gd name="connsiteX132" fmla="*/ 1220734 w 10678681"/>
              <a:gd name="connsiteY132" fmla="*/ 1257811 h 1357700"/>
              <a:gd name="connsiteX133" fmla="*/ 1021737 w 10678681"/>
              <a:gd name="connsiteY133" fmla="*/ 1238739 h 1357700"/>
              <a:gd name="connsiteX134" fmla="*/ 959820 w 10678681"/>
              <a:gd name="connsiteY134" fmla="*/ 1275863 h 1357700"/>
              <a:gd name="connsiteX135" fmla="*/ 929137 w 10678681"/>
              <a:gd name="connsiteY135" fmla="*/ 1273957 h 1357700"/>
              <a:gd name="connsiteX136" fmla="*/ 878849 w 10678681"/>
              <a:gd name="connsiteY136" fmla="*/ 1266740 h 1357700"/>
              <a:gd name="connsiteX137" fmla="*/ 800667 w 10678681"/>
              <a:gd name="connsiteY137" fmla="*/ 1282041 h 1357700"/>
              <a:gd name="connsiteX138" fmla="*/ 644906 w 10678681"/>
              <a:gd name="connsiteY138" fmla="*/ 1273685 h 1357700"/>
              <a:gd name="connsiteX139" fmla="*/ 379869 w 10678681"/>
              <a:gd name="connsiteY139" fmla="*/ 1339165 h 1357700"/>
              <a:gd name="connsiteX140" fmla="*/ 137696 w 10678681"/>
              <a:gd name="connsiteY140" fmla="*/ 1319217 h 1357700"/>
              <a:gd name="connsiteX141" fmla="*/ 54250 w 10678681"/>
              <a:gd name="connsiteY141" fmla="*/ 1315838 h 1357700"/>
              <a:gd name="connsiteX142" fmla="*/ 28042 w 10678681"/>
              <a:gd name="connsiteY142" fmla="*/ 1297822 h 1357700"/>
              <a:gd name="connsiteX143" fmla="*/ 0 w 10678681"/>
              <a:gd name="connsiteY143" fmla="*/ 1294612 h 1357700"/>
              <a:gd name="connsiteX144" fmla="*/ 0 w 10678681"/>
              <a:gd name="connsiteY144" fmla="*/ 0 h 1357700"/>
              <a:gd name="connsiteX0" fmla="*/ 0 w 10678681"/>
              <a:gd name="connsiteY0" fmla="*/ 0 h 1357700"/>
              <a:gd name="connsiteX1" fmla="*/ 10678681 w 10678681"/>
              <a:gd name="connsiteY1" fmla="*/ 0 h 1357700"/>
              <a:gd name="connsiteX2" fmla="*/ 10666019 w 10678681"/>
              <a:gd name="connsiteY2" fmla="*/ 7876 h 1357700"/>
              <a:gd name="connsiteX3" fmla="*/ 10632825 w 10678681"/>
              <a:gd name="connsiteY3" fmla="*/ 32153 h 1357700"/>
              <a:gd name="connsiteX4" fmla="*/ 10510605 w 10678681"/>
              <a:gd name="connsiteY4" fmla="*/ 30449 h 1357700"/>
              <a:gd name="connsiteX5" fmla="*/ 10456989 w 10678681"/>
              <a:gd name="connsiteY5" fmla="*/ 979 h 1357700"/>
              <a:gd name="connsiteX6" fmla="*/ 10438642 w 10678681"/>
              <a:gd name="connsiteY6" fmla="*/ 1524 h 1357700"/>
              <a:gd name="connsiteX7" fmla="*/ 10407146 w 10678681"/>
              <a:gd name="connsiteY7" fmla="*/ 43659 h 1357700"/>
              <a:gd name="connsiteX8" fmla="*/ 10357996 w 10678681"/>
              <a:gd name="connsiteY8" fmla="*/ 50836 h 1357700"/>
              <a:gd name="connsiteX9" fmla="*/ 10306667 w 10678681"/>
              <a:gd name="connsiteY9" fmla="*/ 109739 h 1357700"/>
              <a:gd name="connsiteX10" fmla="*/ 10115334 w 10678681"/>
              <a:gd name="connsiteY10" fmla="*/ 155658 h 1357700"/>
              <a:gd name="connsiteX11" fmla="*/ 10068157 w 10678681"/>
              <a:gd name="connsiteY11" fmla="*/ 215673 h 1357700"/>
              <a:gd name="connsiteX12" fmla="*/ 10045431 w 10678681"/>
              <a:gd name="connsiteY12" fmla="*/ 229568 h 1357700"/>
              <a:gd name="connsiteX13" fmla="*/ 10013265 w 10678681"/>
              <a:gd name="connsiteY13" fmla="*/ 284757 h 1357700"/>
              <a:gd name="connsiteX14" fmla="*/ 9862496 w 10678681"/>
              <a:gd name="connsiteY14" fmla="*/ 223033 h 1357700"/>
              <a:gd name="connsiteX15" fmla="*/ 9679638 w 10678681"/>
              <a:gd name="connsiteY15" fmla="*/ 277462 h 1357700"/>
              <a:gd name="connsiteX16" fmla="*/ 9498347 w 10678681"/>
              <a:gd name="connsiteY16" fmla="*/ 244723 h 1357700"/>
              <a:gd name="connsiteX17" fmla="*/ 9399702 w 10678681"/>
              <a:gd name="connsiteY17" fmla="*/ 276316 h 1357700"/>
              <a:gd name="connsiteX18" fmla="*/ 9378439 w 10678681"/>
              <a:gd name="connsiteY18" fmla="*/ 326244 h 1357700"/>
              <a:gd name="connsiteX19" fmla="*/ 9121744 w 10678681"/>
              <a:gd name="connsiteY19" fmla="*/ 365177 h 1357700"/>
              <a:gd name="connsiteX20" fmla="*/ 9061654 w 10678681"/>
              <a:gd name="connsiteY20" fmla="*/ 393730 h 1357700"/>
              <a:gd name="connsiteX21" fmla="*/ 8997577 w 10678681"/>
              <a:gd name="connsiteY21" fmla="*/ 380865 h 1357700"/>
              <a:gd name="connsiteX22" fmla="*/ 8907968 w 10678681"/>
              <a:gd name="connsiteY22" fmla="*/ 447345 h 1357700"/>
              <a:gd name="connsiteX23" fmla="*/ 8764163 w 10678681"/>
              <a:gd name="connsiteY23" fmla="*/ 471000 h 1357700"/>
              <a:gd name="connsiteX24" fmla="*/ 8680155 w 10678681"/>
              <a:gd name="connsiteY24" fmla="*/ 492404 h 1357700"/>
              <a:gd name="connsiteX25" fmla="*/ 8651436 w 10678681"/>
              <a:gd name="connsiteY25" fmla="*/ 511923 h 1357700"/>
              <a:gd name="connsiteX26" fmla="*/ 8609185 w 10678681"/>
              <a:gd name="connsiteY26" fmla="*/ 531525 h 1357700"/>
              <a:gd name="connsiteX27" fmla="*/ 8537091 w 10678681"/>
              <a:gd name="connsiteY27" fmla="*/ 574933 h 1357700"/>
              <a:gd name="connsiteX28" fmla="*/ 8435931 w 10678681"/>
              <a:gd name="connsiteY28" fmla="*/ 617926 h 1357700"/>
              <a:gd name="connsiteX29" fmla="*/ 8348623 w 10678681"/>
              <a:gd name="connsiteY29" fmla="*/ 600607 h 1357700"/>
              <a:gd name="connsiteX30" fmla="*/ 8344233 w 10678681"/>
              <a:gd name="connsiteY30" fmla="*/ 610922 h 1357700"/>
              <a:gd name="connsiteX31" fmla="*/ 8290622 w 10678681"/>
              <a:gd name="connsiteY31" fmla="*/ 622687 h 1357700"/>
              <a:gd name="connsiteX32" fmla="*/ 8086698 w 10678681"/>
              <a:gd name="connsiteY32" fmla="*/ 605185 h 1357700"/>
              <a:gd name="connsiteX33" fmla="*/ 7982378 w 10678681"/>
              <a:gd name="connsiteY33" fmla="*/ 629799 h 1357700"/>
              <a:gd name="connsiteX34" fmla="*/ 7947952 w 10678681"/>
              <a:gd name="connsiteY34" fmla="*/ 648003 h 1357700"/>
              <a:gd name="connsiteX35" fmla="*/ 7890112 w 10678681"/>
              <a:gd name="connsiteY35" fmla="*/ 677915 h 1357700"/>
              <a:gd name="connsiteX36" fmla="*/ 7853284 w 10678681"/>
              <a:gd name="connsiteY36" fmla="*/ 723588 h 1357700"/>
              <a:gd name="connsiteX37" fmla="*/ 7802383 w 10678681"/>
              <a:gd name="connsiteY37" fmla="*/ 739359 h 1357700"/>
              <a:gd name="connsiteX38" fmla="*/ 7730518 w 10678681"/>
              <a:gd name="connsiteY38" fmla="*/ 739526 h 1357700"/>
              <a:gd name="connsiteX39" fmla="*/ 7652907 w 10678681"/>
              <a:gd name="connsiteY39" fmla="*/ 783273 h 1357700"/>
              <a:gd name="connsiteX40" fmla="*/ 7606008 w 10678681"/>
              <a:gd name="connsiteY40" fmla="*/ 800717 h 1357700"/>
              <a:gd name="connsiteX41" fmla="*/ 7480223 w 10678681"/>
              <a:gd name="connsiteY41" fmla="*/ 856821 h 1357700"/>
              <a:gd name="connsiteX42" fmla="*/ 7356005 w 10678681"/>
              <a:gd name="connsiteY42" fmla="*/ 919462 h 1357700"/>
              <a:gd name="connsiteX43" fmla="*/ 7305396 w 10678681"/>
              <a:gd name="connsiteY43" fmla="*/ 986228 h 1357700"/>
              <a:gd name="connsiteX44" fmla="*/ 7266251 w 10678681"/>
              <a:gd name="connsiteY44" fmla="*/ 967864 h 1357700"/>
              <a:gd name="connsiteX45" fmla="*/ 7269396 w 10678681"/>
              <a:gd name="connsiteY45" fmla="*/ 989282 h 1357700"/>
              <a:gd name="connsiteX46" fmla="*/ 7258094 w 10678681"/>
              <a:gd name="connsiteY46" fmla="*/ 990679 h 1357700"/>
              <a:gd name="connsiteX47" fmla="*/ 7257893 w 10678681"/>
              <a:gd name="connsiteY47" fmla="*/ 991204 h 1357700"/>
              <a:gd name="connsiteX48" fmla="*/ 7247153 w 10678681"/>
              <a:gd name="connsiteY48" fmla="*/ 991550 h 1357700"/>
              <a:gd name="connsiteX49" fmla="*/ 7193612 w 10678681"/>
              <a:gd name="connsiteY49" fmla="*/ 987042 h 1357700"/>
              <a:gd name="connsiteX50" fmla="*/ 7132632 w 10678681"/>
              <a:gd name="connsiteY50" fmla="*/ 1042036 h 1357700"/>
              <a:gd name="connsiteX51" fmla="*/ 7105610 w 10678681"/>
              <a:gd name="connsiteY51" fmla="*/ 1053537 h 1357700"/>
              <a:gd name="connsiteX52" fmla="*/ 7069148 w 10678681"/>
              <a:gd name="connsiteY52" fmla="*/ 1047163 h 1357700"/>
              <a:gd name="connsiteX53" fmla="*/ 7039634 w 10678681"/>
              <a:gd name="connsiteY53" fmla="*/ 1059971 h 1357700"/>
              <a:gd name="connsiteX54" fmla="*/ 7033445 w 10678681"/>
              <a:gd name="connsiteY54" fmla="*/ 1063314 h 1357700"/>
              <a:gd name="connsiteX55" fmla="*/ 6999157 w 10678681"/>
              <a:gd name="connsiteY55" fmla="*/ 1055282 h 1357700"/>
              <a:gd name="connsiteX56" fmla="*/ 6981874 w 10678681"/>
              <a:gd name="connsiteY56" fmla="*/ 1053827 h 1357700"/>
              <a:gd name="connsiteX57" fmla="*/ 6976102 w 10678681"/>
              <a:gd name="connsiteY57" fmla="*/ 1047854 h 1357700"/>
              <a:gd name="connsiteX58" fmla="*/ 6951040 w 10678681"/>
              <a:gd name="connsiteY58" fmla="*/ 1048531 h 1357700"/>
              <a:gd name="connsiteX59" fmla="*/ 6948497 w 10678681"/>
              <a:gd name="connsiteY59" fmla="*/ 1050706 h 1357700"/>
              <a:gd name="connsiteX60" fmla="*/ 6926582 w 10678681"/>
              <a:gd name="connsiteY60" fmla="*/ 1043462 h 1357700"/>
              <a:gd name="connsiteX61" fmla="*/ 6833743 w 10678681"/>
              <a:gd name="connsiteY61" fmla="*/ 1027960 h 1357700"/>
              <a:gd name="connsiteX62" fmla="*/ 6687090 w 10678681"/>
              <a:gd name="connsiteY62" fmla="*/ 1063250 h 1357700"/>
              <a:gd name="connsiteX63" fmla="*/ 6437450 w 10678681"/>
              <a:gd name="connsiteY63" fmla="*/ 1101075 h 1357700"/>
              <a:gd name="connsiteX64" fmla="*/ 6327795 w 10678681"/>
              <a:gd name="connsiteY64" fmla="*/ 1088142 h 1357700"/>
              <a:gd name="connsiteX65" fmla="*/ 6136549 w 10678681"/>
              <a:gd name="connsiteY65" fmla="*/ 1100268 h 1357700"/>
              <a:gd name="connsiteX66" fmla="*/ 6004655 w 10678681"/>
              <a:gd name="connsiteY66" fmla="*/ 1114946 h 1357700"/>
              <a:gd name="connsiteX67" fmla="*/ 5936643 w 10678681"/>
              <a:gd name="connsiteY67" fmla="*/ 1095428 h 1357700"/>
              <a:gd name="connsiteX68" fmla="*/ 5912484 w 10678681"/>
              <a:gd name="connsiteY68" fmla="*/ 1112624 h 1357700"/>
              <a:gd name="connsiteX69" fmla="*/ 5908387 w 10678681"/>
              <a:gd name="connsiteY69" fmla="*/ 1116018 h 1357700"/>
              <a:gd name="connsiteX70" fmla="*/ 5890495 w 10678681"/>
              <a:gd name="connsiteY70" fmla="*/ 1120268 h 1357700"/>
              <a:gd name="connsiteX71" fmla="*/ 5887318 w 10678681"/>
              <a:gd name="connsiteY71" fmla="*/ 1133134 h 1357700"/>
              <a:gd name="connsiteX72" fmla="*/ 5861726 w 10678681"/>
              <a:gd name="connsiteY72" fmla="*/ 1147891 h 1357700"/>
              <a:gd name="connsiteX73" fmla="*/ 5805823 w 10678681"/>
              <a:gd name="connsiteY73" fmla="*/ 1152457 h 1357700"/>
              <a:gd name="connsiteX74" fmla="*/ 5689841 w 10678681"/>
              <a:gd name="connsiteY74" fmla="*/ 1176232 h 1357700"/>
              <a:gd name="connsiteX75" fmla="*/ 5605119 w 10678681"/>
              <a:gd name="connsiteY75" fmla="*/ 1190202 h 1357700"/>
              <a:gd name="connsiteX76" fmla="*/ 5488513 w 10678681"/>
              <a:gd name="connsiteY76" fmla="*/ 1205367 h 1357700"/>
              <a:gd name="connsiteX77" fmla="*/ 5402905 w 10678681"/>
              <a:gd name="connsiteY77" fmla="*/ 1241191 h 1357700"/>
              <a:gd name="connsiteX78" fmla="*/ 5285593 w 10678681"/>
              <a:gd name="connsiteY78" fmla="*/ 1273569 h 1357700"/>
              <a:gd name="connsiteX79" fmla="*/ 5192893 w 10678681"/>
              <a:gd name="connsiteY79" fmla="*/ 1247188 h 1357700"/>
              <a:gd name="connsiteX80" fmla="*/ 5186475 w 10678681"/>
              <a:gd name="connsiteY80" fmla="*/ 1257028 h 1357700"/>
              <a:gd name="connsiteX81" fmla="*/ 5126038 w 10678681"/>
              <a:gd name="connsiteY81" fmla="*/ 1263189 h 1357700"/>
              <a:gd name="connsiteX82" fmla="*/ 4894688 w 10678681"/>
              <a:gd name="connsiteY82" fmla="*/ 1247184 h 1357700"/>
              <a:gd name="connsiteX83" fmla="*/ 4788036 w 10678681"/>
              <a:gd name="connsiteY83" fmla="*/ 1238182 h 1357700"/>
              <a:gd name="connsiteX84" fmla="*/ 4747555 w 10678681"/>
              <a:gd name="connsiteY84" fmla="*/ 1252768 h 1357700"/>
              <a:gd name="connsiteX85" fmla="*/ 4679644 w 10678681"/>
              <a:gd name="connsiteY85" fmla="*/ 1276603 h 1357700"/>
              <a:gd name="connsiteX86" fmla="*/ 4632222 w 10678681"/>
              <a:gd name="connsiteY86" fmla="*/ 1318360 h 1357700"/>
              <a:gd name="connsiteX87" fmla="*/ 4617358 w 10678681"/>
              <a:gd name="connsiteY87" fmla="*/ 1327690 h 1357700"/>
              <a:gd name="connsiteX88" fmla="*/ 4589102 w 10678681"/>
              <a:gd name="connsiteY88" fmla="*/ 1321223 h 1357700"/>
              <a:gd name="connsiteX89" fmla="*/ 4578184 w 10678681"/>
              <a:gd name="connsiteY89" fmla="*/ 1326745 h 1357700"/>
              <a:gd name="connsiteX90" fmla="*/ 4574270 w 10678681"/>
              <a:gd name="connsiteY90" fmla="*/ 1325878 h 1357700"/>
              <a:gd name="connsiteX91" fmla="*/ 4564919 w 10678681"/>
              <a:gd name="connsiteY91" fmla="*/ 1325507 h 1357700"/>
              <a:gd name="connsiteX92" fmla="*/ 4566586 w 10678681"/>
              <a:gd name="connsiteY92" fmla="*/ 1316963 h 1357700"/>
              <a:gd name="connsiteX93" fmla="*/ 4556303 w 10678681"/>
              <a:gd name="connsiteY93" fmla="*/ 1300262 h 1357700"/>
              <a:gd name="connsiteX94" fmla="*/ 4502358 w 10678681"/>
              <a:gd name="connsiteY94" fmla="*/ 1302558 h 1357700"/>
              <a:gd name="connsiteX95" fmla="*/ 4498919 w 10678681"/>
              <a:gd name="connsiteY95" fmla="*/ 1312115 h 1357700"/>
              <a:gd name="connsiteX96" fmla="*/ 4492075 w 10678681"/>
              <a:gd name="connsiteY96" fmla="*/ 1313357 h 1357700"/>
              <a:gd name="connsiteX97" fmla="*/ 4487466 w 10678681"/>
              <a:gd name="connsiteY97" fmla="*/ 1304102 h 1357700"/>
              <a:gd name="connsiteX98" fmla="*/ 4398292 w 10678681"/>
              <a:gd name="connsiteY98" fmla="*/ 1278410 h 1357700"/>
              <a:gd name="connsiteX99" fmla="*/ 4306088 w 10678681"/>
              <a:gd name="connsiteY99" fmla="*/ 1282512 h 1357700"/>
              <a:gd name="connsiteX100" fmla="*/ 4188995 w 10678681"/>
              <a:gd name="connsiteY100" fmla="*/ 1296718 h 1357700"/>
              <a:gd name="connsiteX101" fmla="*/ 4136582 w 10678681"/>
              <a:gd name="connsiteY101" fmla="*/ 1287687 h 1357700"/>
              <a:gd name="connsiteX102" fmla="*/ 4064614 w 10678681"/>
              <a:gd name="connsiteY102" fmla="*/ 1296118 h 1357700"/>
              <a:gd name="connsiteX103" fmla="*/ 3906561 w 10678681"/>
              <a:gd name="connsiteY103" fmla="*/ 1352435 h 1357700"/>
              <a:gd name="connsiteX104" fmla="*/ 3787890 w 10678681"/>
              <a:gd name="connsiteY104" fmla="*/ 1352442 h 1357700"/>
              <a:gd name="connsiteX105" fmla="*/ 3745993 w 10678681"/>
              <a:gd name="connsiteY105" fmla="*/ 1342630 h 1357700"/>
              <a:gd name="connsiteX106" fmla="*/ 3675785 w 10678681"/>
              <a:gd name="connsiteY106" fmla="*/ 1326802 h 1357700"/>
              <a:gd name="connsiteX107" fmla="*/ 3623856 w 10678681"/>
              <a:gd name="connsiteY107" fmla="*/ 1290804 h 1357700"/>
              <a:gd name="connsiteX108" fmla="*/ 3564933 w 10678681"/>
              <a:gd name="connsiteY108" fmla="*/ 1287147 h 1357700"/>
              <a:gd name="connsiteX109" fmla="*/ 3550537 w 10678681"/>
              <a:gd name="connsiteY109" fmla="*/ 1317552 h 1357700"/>
              <a:gd name="connsiteX110" fmla="*/ 3487736 w 10678681"/>
              <a:gd name="connsiteY110" fmla="*/ 1303493 h 1357700"/>
              <a:gd name="connsiteX111" fmla="*/ 3392548 w 10678681"/>
              <a:gd name="connsiteY111" fmla="*/ 1278741 h 1357700"/>
              <a:gd name="connsiteX112" fmla="*/ 3337466 w 10678681"/>
              <a:gd name="connsiteY112" fmla="*/ 1272537 h 1357700"/>
              <a:gd name="connsiteX113" fmla="*/ 3187206 w 10678681"/>
              <a:gd name="connsiteY113" fmla="*/ 1246821 h 1357700"/>
              <a:gd name="connsiteX114" fmla="*/ 3036856 w 10678681"/>
              <a:gd name="connsiteY114" fmla="*/ 1214383 h 1357700"/>
              <a:gd name="connsiteX115" fmla="*/ 2824973 w 10678681"/>
              <a:gd name="connsiteY115" fmla="*/ 1134864 h 1357700"/>
              <a:gd name="connsiteX116" fmla="*/ 2804398 w 10678681"/>
              <a:gd name="connsiteY116" fmla="*/ 1125556 h 1357700"/>
              <a:gd name="connsiteX117" fmla="*/ 2775396 w 10678681"/>
              <a:gd name="connsiteY117" fmla="*/ 1130148 h 1357700"/>
              <a:gd name="connsiteX118" fmla="*/ 2659096 w 10678681"/>
              <a:gd name="connsiteY118" fmla="*/ 1150294 h 1357700"/>
              <a:gd name="connsiteX119" fmla="*/ 2567088 w 10678681"/>
              <a:gd name="connsiteY119" fmla="*/ 1181781 h 1357700"/>
              <a:gd name="connsiteX120" fmla="*/ 2454501 w 10678681"/>
              <a:gd name="connsiteY120" fmla="*/ 1155455 h 1357700"/>
              <a:gd name="connsiteX121" fmla="*/ 2385161 w 10678681"/>
              <a:gd name="connsiteY121" fmla="*/ 1161312 h 1357700"/>
              <a:gd name="connsiteX122" fmla="*/ 2121820 w 10678681"/>
              <a:gd name="connsiteY122" fmla="*/ 1187078 h 1357700"/>
              <a:gd name="connsiteX123" fmla="*/ 2092716 w 10678681"/>
              <a:gd name="connsiteY123" fmla="*/ 1139224 h 1357700"/>
              <a:gd name="connsiteX124" fmla="*/ 2052449 w 10678681"/>
              <a:gd name="connsiteY124" fmla="*/ 1109687 h 1357700"/>
              <a:gd name="connsiteX125" fmla="*/ 2032607 w 10678681"/>
              <a:gd name="connsiteY125" fmla="*/ 1175477 h 1357700"/>
              <a:gd name="connsiteX126" fmla="*/ 1901837 w 10678681"/>
              <a:gd name="connsiteY126" fmla="*/ 1221762 h 1357700"/>
              <a:gd name="connsiteX127" fmla="*/ 1836762 w 10678681"/>
              <a:gd name="connsiteY127" fmla="*/ 1237387 h 1357700"/>
              <a:gd name="connsiteX128" fmla="*/ 1735877 w 10678681"/>
              <a:gd name="connsiteY128" fmla="*/ 1246527 h 1357700"/>
              <a:gd name="connsiteX129" fmla="*/ 1705069 w 10678681"/>
              <a:gd name="connsiteY129" fmla="*/ 1251989 h 1357700"/>
              <a:gd name="connsiteX130" fmla="*/ 1397689 w 10678681"/>
              <a:gd name="connsiteY130" fmla="*/ 1336144 h 1357700"/>
              <a:gd name="connsiteX131" fmla="*/ 1220734 w 10678681"/>
              <a:gd name="connsiteY131" fmla="*/ 1257811 h 1357700"/>
              <a:gd name="connsiteX132" fmla="*/ 1021737 w 10678681"/>
              <a:gd name="connsiteY132" fmla="*/ 1238739 h 1357700"/>
              <a:gd name="connsiteX133" fmla="*/ 959820 w 10678681"/>
              <a:gd name="connsiteY133" fmla="*/ 1275863 h 1357700"/>
              <a:gd name="connsiteX134" fmla="*/ 929137 w 10678681"/>
              <a:gd name="connsiteY134" fmla="*/ 1273957 h 1357700"/>
              <a:gd name="connsiteX135" fmla="*/ 878849 w 10678681"/>
              <a:gd name="connsiteY135" fmla="*/ 1266740 h 1357700"/>
              <a:gd name="connsiteX136" fmla="*/ 800667 w 10678681"/>
              <a:gd name="connsiteY136" fmla="*/ 1282041 h 1357700"/>
              <a:gd name="connsiteX137" fmla="*/ 644906 w 10678681"/>
              <a:gd name="connsiteY137" fmla="*/ 1273685 h 1357700"/>
              <a:gd name="connsiteX138" fmla="*/ 379869 w 10678681"/>
              <a:gd name="connsiteY138" fmla="*/ 1339165 h 1357700"/>
              <a:gd name="connsiteX139" fmla="*/ 137696 w 10678681"/>
              <a:gd name="connsiteY139" fmla="*/ 1319217 h 1357700"/>
              <a:gd name="connsiteX140" fmla="*/ 54250 w 10678681"/>
              <a:gd name="connsiteY140" fmla="*/ 1315838 h 1357700"/>
              <a:gd name="connsiteX141" fmla="*/ 28042 w 10678681"/>
              <a:gd name="connsiteY141" fmla="*/ 1297822 h 1357700"/>
              <a:gd name="connsiteX142" fmla="*/ 0 w 10678681"/>
              <a:gd name="connsiteY142" fmla="*/ 1294612 h 1357700"/>
              <a:gd name="connsiteX143" fmla="*/ 0 w 10678681"/>
              <a:gd name="connsiteY143" fmla="*/ 0 h 1357700"/>
              <a:gd name="connsiteX0" fmla="*/ 0 w 10678681"/>
              <a:gd name="connsiteY0" fmla="*/ 0 h 1357700"/>
              <a:gd name="connsiteX1" fmla="*/ 10678681 w 10678681"/>
              <a:gd name="connsiteY1" fmla="*/ 0 h 1357700"/>
              <a:gd name="connsiteX2" fmla="*/ 10666019 w 10678681"/>
              <a:gd name="connsiteY2" fmla="*/ 7876 h 1357700"/>
              <a:gd name="connsiteX3" fmla="*/ 10632825 w 10678681"/>
              <a:gd name="connsiteY3" fmla="*/ 32153 h 1357700"/>
              <a:gd name="connsiteX4" fmla="*/ 10510605 w 10678681"/>
              <a:gd name="connsiteY4" fmla="*/ 30449 h 1357700"/>
              <a:gd name="connsiteX5" fmla="*/ 10456989 w 10678681"/>
              <a:gd name="connsiteY5" fmla="*/ 979 h 1357700"/>
              <a:gd name="connsiteX6" fmla="*/ 10438642 w 10678681"/>
              <a:gd name="connsiteY6" fmla="*/ 1524 h 1357700"/>
              <a:gd name="connsiteX7" fmla="*/ 10407146 w 10678681"/>
              <a:gd name="connsiteY7" fmla="*/ 43659 h 1357700"/>
              <a:gd name="connsiteX8" fmla="*/ 10357996 w 10678681"/>
              <a:gd name="connsiteY8" fmla="*/ 50836 h 1357700"/>
              <a:gd name="connsiteX9" fmla="*/ 10306667 w 10678681"/>
              <a:gd name="connsiteY9" fmla="*/ 109739 h 1357700"/>
              <a:gd name="connsiteX10" fmla="*/ 10115334 w 10678681"/>
              <a:gd name="connsiteY10" fmla="*/ 155658 h 1357700"/>
              <a:gd name="connsiteX11" fmla="*/ 10068157 w 10678681"/>
              <a:gd name="connsiteY11" fmla="*/ 215673 h 1357700"/>
              <a:gd name="connsiteX12" fmla="*/ 10045431 w 10678681"/>
              <a:gd name="connsiteY12" fmla="*/ 229568 h 1357700"/>
              <a:gd name="connsiteX13" fmla="*/ 10013265 w 10678681"/>
              <a:gd name="connsiteY13" fmla="*/ 284757 h 1357700"/>
              <a:gd name="connsiteX14" fmla="*/ 9862496 w 10678681"/>
              <a:gd name="connsiteY14" fmla="*/ 223033 h 1357700"/>
              <a:gd name="connsiteX15" fmla="*/ 9679638 w 10678681"/>
              <a:gd name="connsiteY15" fmla="*/ 277462 h 1357700"/>
              <a:gd name="connsiteX16" fmla="*/ 9498347 w 10678681"/>
              <a:gd name="connsiteY16" fmla="*/ 244723 h 1357700"/>
              <a:gd name="connsiteX17" fmla="*/ 9399702 w 10678681"/>
              <a:gd name="connsiteY17" fmla="*/ 276316 h 1357700"/>
              <a:gd name="connsiteX18" fmla="*/ 9378439 w 10678681"/>
              <a:gd name="connsiteY18" fmla="*/ 326244 h 1357700"/>
              <a:gd name="connsiteX19" fmla="*/ 9121744 w 10678681"/>
              <a:gd name="connsiteY19" fmla="*/ 365177 h 1357700"/>
              <a:gd name="connsiteX20" fmla="*/ 9061654 w 10678681"/>
              <a:gd name="connsiteY20" fmla="*/ 393730 h 1357700"/>
              <a:gd name="connsiteX21" fmla="*/ 8997577 w 10678681"/>
              <a:gd name="connsiteY21" fmla="*/ 380865 h 1357700"/>
              <a:gd name="connsiteX22" fmla="*/ 8907968 w 10678681"/>
              <a:gd name="connsiteY22" fmla="*/ 447345 h 1357700"/>
              <a:gd name="connsiteX23" fmla="*/ 8764163 w 10678681"/>
              <a:gd name="connsiteY23" fmla="*/ 471000 h 1357700"/>
              <a:gd name="connsiteX24" fmla="*/ 8680155 w 10678681"/>
              <a:gd name="connsiteY24" fmla="*/ 492404 h 1357700"/>
              <a:gd name="connsiteX25" fmla="*/ 8651436 w 10678681"/>
              <a:gd name="connsiteY25" fmla="*/ 511923 h 1357700"/>
              <a:gd name="connsiteX26" fmla="*/ 8609185 w 10678681"/>
              <a:gd name="connsiteY26" fmla="*/ 531525 h 1357700"/>
              <a:gd name="connsiteX27" fmla="*/ 8537091 w 10678681"/>
              <a:gd name="connsiteY27" fmla="*/ 574933 h 1357700"/>
              <a:gd name="connsiteX28" fmla="*/ 8435931 w 10678681"/>
              <a:gd name="connsiteY28" fmla="*/ 617926 h 1357700"/>
              <a:gd name="connsiteX29" fmla="*/ 8348623 w 10678681"/>
              <a:gd name="connsiteY29" fmla="*/ 600607 h 1357700"/>
              <a:gd name="connsiteX30" fmla="*/ 8344233 w 10678681"/>
              <a:gd name="connsiteY30" fmla="*/ 610922 h 1357700"/>
              <a:gd name="connsiteX31" fmla="*/ 8290622 w 10678681"/>
              <a:gd name="connsiteY31" fmla="*/ 622687 h 1357700"/>
              <a:gd name="connsiteX32" fmla="*/ 8086698 w 10678681"/>
              <a:gd name="connsiteY32" fmla="*/ 605185 h 1357700"/>
              <a:gd name="connsiteX33" fmla="*/ 7982378 w 10678681"/>
              <a:gd name="connsiteY33" fmla="*/ 629799 h 1357700"/>
              <a:gd name="connsiteX34" fmla="*/ 7947952 w 10678681"/>
              <a:gd name="connsiteY34" fmla="*/ 648003 h 1357700"/>
              <a:gd name="connsiteX35" fmla="*/ 7890112 w 10678681"/>
              <a:gd name="connsiteY35" fmla="*/ 677915 h 1357700"/>
              <a:gd name="connsiteX36" fmla="*/ 7853284 w 10678681"/>
              <a:gd name="connsiteY36" fmla="*/ 723588 h 1357700"/>
              <a:gd name="connsiteX37" fmla="*/ 7802383 w 10678681"/>
              <a:gd name="connsiteY37" fmla="*/ 739359 h 1357700"/>
              <a:gd name="connsiteX38" fmla="*/ 7730518 w 10678681"/>
              <a:gd name="connsiteY38" fmla="*/ 739526 h 1357700"/>
              <a:gd name="connsiteX39" fmla="*/ 7652907 w 10678681"/>
              <a:gd name="connsiteY39" fmla="*/ 783273 h 1357700"/>
              <a:gd name="connsiteX40" fmla="*/ 7606008 w 10678681"/>
              <a:gd name="connsiteY40" fmla="*/ 800717 h 1357700"/>
              <a:gd name="connsiteX41" fmla="*/ 7480223 w 10678681"/>
              <a:gd name="connsiteY41" fmla="*/ 856821 h 1357700"/>
              <a:gd name="connsiteX42" fmla="*/ 7356005 w 10678681"/>
              <a:gd name="connsiteY42" fmla="*/ 919462 h 1357700"/>
              <a:gd name="connsiteX43" fmla="*/ 7305396 w 10678681"/>
              <a:gd name="connsiteY43" fmla="*/ 986228 h 1357700"/>
              <a:gd name="connsiteX44" fmla="*/ 7266251 w 10678681"/>
              <a:gd name="connsiteY44" fmla="*/ 967864 h 1357700"/>
              <a:gd name="connsiteX45" fmla="*/ 7269396 w 10678681"/>
              <a:gd name="connsiteY45" fmla="*/ 989282 h 1357700"/>
              <a:gd name="connsiteX46" fmla="*/ 7258094 w 10678681"/>
              <a:gd name="connsiteY46" fmla="*/ 990679 h 1357700"/>
              <a:gd name="connsiteX47" fmla="*/ 7257893 w 10678681"/>
              <a:gd name="connsiteY47" fmla="*/ 991204 h 1357700"/>
              <a:gd name="connsiteX48" fmla="*/ 7247153 w 10678681"/>
              <a:gd name="connsiteY48" fmla="*/ 991550 h 1357700"/>
              <a:gd name="connsiteX49" fmla="*/ 7193612 w 10678681"/>
              <a:gd name="connsiteY49" fmla="*/ 987042 h 1357700"/>
              <a:gd name="connsiteX50" fmla="*/ 7132632 w 10678681"/>
              <a:gd name="connsiteY50" fmla="*/ 1042036 h 1357700"/>
              <a:gd name="connsiteX51" fmla="*/ 7105610 w 10678681"/>
              <a:gd name="connsiteY51" fmla="*/ 1053537 h 1357700"/>
              <a:gd name="connsiteX52" fmla="*/ 7069148 w 10678681"/>
              <a:gd name="connsiteY52" fmla="*/ 1047163 h 1357700"/>
              <a:gd name="connsiteX53" fmla="*/ 7039634 w 10678681"/>
              <a:gd name="connsiteY53" fmla="*/ 1059971 h 1357700"/>
              <a:gd name="connsiteX54" fmla="*/ 7033445 w 10678681"/>
              <a:gd name="connsiteY54" fmla="*/ 1063314 h 1357700"/>
              <a:gd name="connsiteX55" fmla="*/ 6999157 w 10678681"/>
              <a:gd name="connsiteY55" fmla="*/ 1055282 h 1357700"/>
              <a:gd name="connsiteX56" fmla="*/ 6981874 w 10678681"/>
              <a:gd name="connsiteY56" fmla="*/ 1053827 h 1357700"/>
              <a:gd name="connsiteX57" fmla="*/ 6976102 w 10678681"/>
              <a:gd name="connsiteY57" fmla="*/ 1047854 h 1357700"/>
              <a:gd name="connsiteX58" fmla="*/ 6951040 w 10678681"/>
              <a:gd name="connsiteY58" fmla="*/ 1048531 h 1357700"/>
              <a:gd name="connsiteX59" fmla="*/ 6948497 w 10678681"/>
              <a:gd name="connsiteY59" fmla="*/ 1050706 h 1357700"/>
              <a:gd name="connsiteX60" fmla="*/ 6926582 w 10678681"/>
              <a:gd name="connsiteY60" fmla="*/ 1043462 h 1357700"/>
              <a:gd name="connsiteX61" fmla="*/ 6833743 w 10678681"/>
              <a:gd name="connsiteY61" fmla="*/ 1027960 h 1357700"/>
              <a:gd name="connsiteX62" fmla="*/ 6687090 w 10678681"/>
              <a:gd name="connsiteY62" fmla="*/ 1063250 h 1357700"/>
              <a:gd name="connsiteX63" fmla="*/ 6437450 w 10678681"/>
              <a:gd name="connsiteY63" fmla="*/ 1101075 h 1357700"/>
              <a:gd name="connsiteX64" fmla="*/ 6327795 w 10678681"/>
              <a:gd name="connsiteY64" fmla="*/ 1088142 h 1357700"/>
              <a:gd name="connsiteX65" fmla="*/ 6136549 w 10678681"/>
              <a:gd name="connsiteY65" fmla="*/ 1100268 h 1357700"/>
              <a:gd name="connsiteX66" fmla="*/ 6004655 w 10678681"/>
              <a:gd name="connsiteY66" fmla="*/ 1114946 h 1357700"/>
              <a:gd name="connsiteX67" fmla="*/ 5936643 w 10678681"/>
              <a:gd name="connsiteY67" fmla="*/ 1095428 h 1357700"/>
              <a:gd name="connsiteX68" fmla="*/ 5912484 w 10678681"/>
              <a:gd name="connsiteY68" fmla="*/ 1112624 h 1357700"/>
              <a:gd name="connsiteX69" fmla="*/ 5908387 w 10678681"/>
              <a:gd name="connsiteY69" fmla="*/ 1116018 h 1357700"/>
              <a:gd name="connsiteX70" fmla="*/ 5890495 w 10678681"/>
              <a:gd name="connsiteY70" fmla="*/ 1120268 h 1357700"/>
              <a:gd name="connsiteX71" fmla="*/ 5887318 w 10678681"/>
              <a:gd name="connsiteY71" fmla="*/ 1133134 h 1357700"/>
              <a:gd name="connsiteX72" fmla="*/ 5861726 w 10678681"/>
              <a:gd name="connsiteY72" fmla="*/ 1147891 h 1357700"/>
              <a:gd name="connsiteX73" fmla="*/ 5805823 w 10678681"/>
              <a:gd name="connsiteY73" fmla="*/ 1152457 h 1357700"/>
              <a:gd name="connsiteX74" fmla="*/ 5689841 w 10678681"/>
              <a:gd name="connsiteY74" fmla="*/ 1176232 h 1357700"/>
              <a:gd name="connsiteX75" fmla="*/ 5605119 w 10678681"/>
              <a:gd name="connsiteY75" fmla="*/ 1190202 h 1357700"/>
              <a:gd name="connsiteX76" fmla="*/ 5488513 w 10678681"/>
              <a:gd name="connsiteY76" fmla="*/ 1205367 h 1357700"/>
              <a:gd name="connsiteX77" fmla="*/ 5402905 w 10678681"/>
              <a:gd name="connsiteY77" fmla="*/ 1241191 h 1357700"/>
              <a:gd name="connsiteX78" fmla="*/ 5285593 w 10678681"/>
              <a:gd name="connsiteY78" fmla="*/ 1273569 h 1357700"/>
              <a:gd name="connsiteX79" fmla="*/ 5192893 w 10678681"/>
              <a:gd name="connsiteY79" fmla="*/ 1247188 h 1357700"/>
              <a:gd name="connsiteX80" fmla="*/ 5186475 w 10678681"/>
              <a:gd name="connsiteY80" fmla="*/ 1257028 h 1357700"/>
              <a:gd name="connsiteX81" fmla="*/ 5126038 w 10678681"/>
              <a:gd name="connsiteY81" fmla="*/ 1263189 h 1357700"/>
              <a:gd name="connsiteX82" fmla="*/ 4894688 w 10678681"/>
              <a:gd name="connsiteY82" fmla="*/ 1247184 h 1357700"/>
              <a:gd name="connsiteX83" fmla="*/ 4788036 w 10678681"/>
              <a:gd name="connsiteY83" fmla="*/ 1238182 h 1357700"/>
              <a:gd name="connsiteX84" fmla="*/ 4747555 w 10678681"/>
              <a:gd name="connsiteY84" fmla="*/ 1252768 h 1357700"/>
              <a:gd name="connsiteX85" fmla="*/ 4679644 w 10678681"/>
              <a:gd name="connsiteY85" fmla="*/ 1276603 h 1357700"/>
              <a:gd name="connsiteX86" fmla="*/ 4632222 w 10678681"/>
              <a:gd name="connsiteY86" fmla="*/ 1318360 h 1357700"/>
              <a:gd name="connsiteX87" fmla="*/ 4617358 w 10678681"/>
              <a:gd name="connsiteY87" fmla="*/ 1327690 h 1357700"/>
              <a:gd name="connsiteX88" fmla="*/ 4589102 w 10678681"/>
              <a:gd name="connsiteY88" fmla="*/ 1321223 h 1357700"/>
              <a:gd name="connsiteX89" fmla="*/ 4578184 w 10678681"/>
              <a:gd name="connsiteY89" fmla="*/ 1326745 h 1357700"/>
              <a:gd name="connsiteX90" fmla="*/ 4574270 w 10678681"/>
              <a:gd name="connsiteY90" fmla="*/ 1325878 h 1357700"/>
              <a:gd name="connsiteX91" fmla="*/ 4564919 w 10678681"/>
              <a:gd name="connsiteY91" fmla="*/ 1325507 h 1357700"/>
              <a:gd name="connsiteX92" fmla="*/ 4566586 w 10678681"/>
              <a:gd name="connsiteY92" fmla="*/ 1316963 h 1357700"/>
              <a:gd name="connsiteX93" fmla="*/ 4556303 w 10678681"/>
              <a:gd name="connsiteY93" fmla="*/ 1300262 h 1357700"/>
              <a:gd name="connsiteX94" fmla="*/ 4502358 w 10678681"/>
              <a:gd name="connsiteY94" fmla="*/ 1302558 h 1357700"/>
              <a:gd name="connsiteX95" fmla="*/ 4498919 w 10678681"/>
              <a:gd name="connsiteY95" fmla="*/ 1312115 h 1357700"/>
              <a:gd name="connsiteX96" fmla="*/ 4492075 w 10678681"/>
              <a:gd name="connsiteY96" fmla="*/ 1313357 h 1357700"/>
              <a:gd name="connsiteX97" fmla="*/ 4487466 w 10678681"/>
              <a:gd name="connsiteY97" fmla="*/ 1304102 h 1357700"/>
              <a:gd name="connsiteX98" fmla="*/ 4398292 w 10678681"/>
              <a:gd name="connsiteY98" fmla="*/ 1278410 h 1357700"/>
              <a:gd name="connsiteX99" fmla="*/ 4306088 w 10678681"/>
              <a:gd name="connsiteY99" fmla="*/ 1282512 h 1357700"/>
              <a:gd name="connsiteX100" fmla="*/ 4188995 w 10678681"/>
              <a:gd name="connsiteY100" fmla="*/ 1296718 h 1357700"/>
              <a:gd name="connsiteX101" fmla="*/ 4136582 w 10678681"/>
              <a:gd name="connsiteY101" fmla="*/ 1287687 h 1357700"/>
              <a:gd name="connsiteX102" fmla="*/ 4064614 w 10678681"/>
              <a:gd name="connsiteY102" fmla="*/ 1296118 h 1357700"/>
              <a:gd name="connsiteX103" fmla="*/ 3906561 w 10678681"/>
              <a:gd name="connsiteY103" fmla="*/ 1352435 h 1357700"/>
              <a:gd name="connsiteX104" fmla="*/ 3787890 w 10678681"/>
              <a:gd name="connsiteY104" fmla="*/ 1352442 h 1357700"/>
              <a:gd name="connsiteX105" fmla="*/ 3745993 w 10678681"/>
              <a:gd name="connsiteY105" fmla="*/ 1342630 h 1357700"/>
              <a:gd name="connsiteX106" fmla="*/ 3675785 w 10678681"/>
              <a:gd name="connsiteY106" fmla="*/ 1326802 h 1357700"/>
              <a:gd name="connsiteX107" fmla="*/ 3623856 w 10678681"/>
              <a:gd name="connsiteY107" fmla="*/ 1290804 h 1357700"/>
              <a:gd name="connsiteX108" fmla="*/ 3564933 w 10678681"/>
              <a:gd name="connsiteY108" fmla="*/ 1287147 h 1357700"/>
              <a:gd name="connsiteX109" fmla="*/ 3550537 w 10678681"/>
              <a:gd name="connsiteY109" fmla="*/ 1317552 h 1357700"/>
              <a:gd name="connsiteX110" fmla="*/ 3487736 w 10678681"/>
              <a:gd name="connsiteY110" fmla="*/ 1303493 h 1357700"/>
              <a:gd name="connsiteX111" fmla="*/ 3392548 w 10678681"/>
              <a:gd name="connsiteY111" fmla="*/ 1278741 h 1357700"/>
              <a:gd name="connsiteX112" fmla="*/ 3337466 w 10678681"/>
              <a:gd name="connsiteY112" fmla="*/ 1272537 h 1357700"/>
              <a:gd name="connsiteX113" fmla="*/ 3187206 w 10678681"/>
              <a:gd name="connsiteY113" fmla="*/ 1246821 h 1357700"/>
              <a:gd name="connsiteX114" fmla="*/ 3036856 w 10678681"/>
              <a:gd name="connsiteY114" fmla="*/ 1214383 h 1357700"/>
              <a:gd name="connsiteX115" fmla="*/ 2824973 w 10678681"/>
              <a:gd name="connsiteY115" fmla="*/ 1134864 h 1357700"/>
              <a:gd name="connsiteX116" fmla="*/ 2804398 w 10678681"/>
              <a:gd name="connsiteY116" fmla="*/ 1125556 h 1357700"/>
              <a:gd name="connsiteX117" fmla="*/ 2775396 w 10678681"/>
              <a:gd name="connsiteY117" fmla="*/ 1130148 h 1357700"/>
              <a:gd name="connsiteX118" fmla="*/ 2659096 w 10678681"/>
              <a:gd name="connsiteY118" fmla="*/ 1150294 h 1357700"/>
              <a:gd name="connsiteX119" fmla="*/ 2567088 w 10678681"/>
              <a:gd name="connsiteY119" fmla="*/ 1181781 h 1357700"/>
              <a:gd name="connsiteX120" fmla="*/ 2454501 w 10678681"/>
              <a:gd name="connsiteY120" fmla="*/ 1155455 h 1357700"/>
              <a:gd name="connsiteX121" fmla="*/ 2385161 w 10678681"/>
              <a:gd name="connsiteY121" fmla="*/ 1161312 h 1357700"/>
              <a:gd name="connsiteX122" fmla="*/ 2273361 w 10678681"/>
              <a:gd name="connsiteY122" fmla="*/ 1134090 h 1357700"/>
              <a:gd name="connsiteX123" fmla="*/ 2092716 w 10678681"/>
              <a:gd name="connsiteY123" fmla="*/ 1139224 h 1357700"/>
              <a:gd name="connsiteX124" fmla="*/ 2052449 w 10678681"/>
              <a:gd name="connsiteY124" fmla="*/ 1109687 h 1357700"/>
              <a:gd name="connsiteX125" fmla="*/ 2032607 w 10678681"/>
              <a:gd name="connsiteY125" fmla="*/ 1175477 h 1357700"/>
              <a:gd name="connsiteX126" fmla="*/ 1901837 w 10678681"/>
              <a:gd name="connsiteY126" fmla="*/ 1221762 h 1357700"/>
              <a:gd name="connsiteX127" fmla="*/ 1836762 w 10678681"/>
              <a:gd name="connsiteY127" fmla="*/ 1237387 h 1357700"/>
              <a:gd name="connsiteX128" fmla="*/ 1735877 w 10678681"/>
              <a:gd name="connsiteY128" fmla="*/ 1246527 h 1357700"/>
              <a:gd name="connsiteX129" fmla="*/ 1705069 w 10678681"/>
              <a:gd name="connsiteY129" fmla="*/ 1251989 h 1357700"/>
              <a:gd name="connsiteX130" fmla="*/ 1397689 w 10678681"/>
              <a:gd name="connsiteY130" fmla="*/ 1336144 h 1357700"/>
              <a:gd name="connsiteX131" fmla="*/ 1220734 w 10678681"/>
              <a:gd name="connsiteY131" fmla="*/ 1257811 h 1357700"/>
              <a:gd name="connsiteX132" fmla="*/ 1021737 w 10678681"/>
              <a:gd name="connsiteY132" fmla="*/ 1238739 h 1357700"/>
              <a:gd name="connsiteX133" fmla="*/ 959820 w 10678681"/>
              <a:gd name="connsiteY133" fmla="*/ 1275863 h 1357700"/>
              <a:gd name="connsiteX134" fmla="*/ 929137 w 10678681"/>
              <a:gd name="connsiteY134" fmla="*/ 1273957 h 1357700"/>
              <a:gd name="connsiteX135" fmla="*/ 878849 w 10678681"/>
              <a:gd name="connsiteY135" fmla="*/ 1266740 h 1357700"/>
              <a:gd name="connsiteX136" fmla="*/ 800667 w 10678681"/>
              <a:gd name="connsiteY136" fmla="*/ 1282041 h 1357700"/>
              <a:gd name="connsiteX137" fmla="*/ 644906 w 10678681"/>
              <a:gd name="connsiteY137" fmla="*/ 1273685 h 1357700"/>
              <a:gd name="connsiteX138" fmla="*/ 379869 w 10678681"/>
              <a:gd name="connsiteY138" fmla="*/ 1339165 h 1357700"/>
              <a:gd name="connsiteX139" fmla="*/ 137696 w 10678681"/>
              <a:gd name="connsiteY139" fmla="*/ 1319217 h 1357700"/>
              <a:gd name="connsiteX140" fmla="*/ 54250 w 10678681"/>
              <a:gd name="connsiteY140" fmla="*/ 1315838 h 1357700"/>
              <a:gd name="connsiteX141" fmla="*/ 28042 w 10678681"/>
              <a:gd name="connsiteY141" fmla="*/ 1297822 h 1357700"/>
              <a:gd name="connsiteX142" fmla="*/ 0 w 10678681"/>
              <a:gd name="connsiteY142" fmla="*/ 1294612 h 1357700"/>
              <a:gd name="connsiteX143" fmla="*/ 0 w 10678681"/>
              <a:gd name="connsiteY143" fmla="*/ 0 h 1357700"/>
              <a:gd name="connsiteX0" fmla="*/ 0 w 10678681"/>
              <a:gd name="connsiteY0" fmla="*/ 0 h 1357700"/>
              <a:gd name="connsiteX1" fmla="*/ 10678681 w 10678681"/>
              <a:gd name="connsiteY1" fmla="*/ 0 h 1357700"/>
              <a:gd name="connsiteX2" fmla="*/ 10666019 w 10678681"/>
              <a:gd name="connsiteY2" fmla="*/ 7876 h 1357700"/>
              <a:gd name="connsiteX3" fmla="*/ 10632825 w 10678681"/>
              <a:gd name="connsiteY3" fmla="*/ 32153 h 1357700"/>
              <a:gd name="connsiteX4" fmla="*/ 10510605 w 10678681"/>
              <a:gd name="connsiteY4" fmla="*/ 30449 h 1357700"/>
              <a:gd name="connsiteX5" fmla="*/ 10456989 w 10678681"/>
              <a:gd name="connsiteY5" fmla="*/ 979 h 1357700"/>
              <a:gd name="connsiteX6" fmla="*/ 10438642 w 10678681"/>
              <a:gd name="connsiteY6" fmla="*/ 1524 h 1357700"/>
              <a:gd name="connsiteX7" fmla="*/ 10407146 w 10678681"/>
              <a:gd name="connsiteY7" fmla="*/ 43659 h 1357700"/>
              <a:gd name="connsiteX8" fmla="*/ 10357996 w 10678681"/>
              <a:gd name="connsiteY8" fmla="*/ 50836 h 1357700"/>
              <a:gd name="connsiteX9" fmla="*/ 10306667 w 10678681"/>
              <a:gd name="connsiteY9" fmla="*/ 109739 h 1357700"/>
              <a:gd name="connsiteX10" fmla="*/ 10115334 w 10678681"/>
              <a:gd name="connsiteY10" fmla="*/ 155658 h 1357700"/>
              <a:gd name="connsiteX11" fmla="*/ 10068157 w 10678681"/>
              <a:gd name="connsiteY11" fmla="*/ 215673 h 1357700"/>
              <a:gd name="connsiteX12" fmla="*/ 10045431 w 10678681"/>
              <a:gd name="connsiteY12" fmla="*/ 229568 h 1357700"/>
              <a:gd name="connsiteX13" fmla="*/ 10013265 w 10678681"/>
              <a:gd name="connsiteY13" fmla="*/ 284757 h 1357700"/>
              <a:gd name="connsiteX14" fmla="*/ 9862496 w 10678681"/>
              <a:gd name="connsiteY14" fmla="*/ 223033 h 1357700"/>
              <a:gd name="connsiteX15" fmla="*/ 9679638 w 10678681"/>
              <a:gd name="connsiteY15" fmla="*/ 277462 h 1357700"/>
              <a:gd name="connsiteX16" fmla="*/ 9498347 w 10678681"/>
              <a:gd name="connsiteY16" fmla="*/ 244723 h 1357700"/>
              <a:gd name="connsiteX17" fmla="*/ 9399702 w 10678681"/>
              <a:gd name="connsiteY17" fmla="*/ 276316 h 1357700"/>
              <a:gd name="connsiteX18" fmla="*/ 9378439 w 10678681"/>
              <a:gd name="connsiteY18" fmla="*/ 326244 h 1357700"/>
              <a:gd name="connsiteX19" fmla="*/ 9121744 w 10678681"/>
              <a:gd name="connsiteY19" fmla="*/ 365177 h 1357700"/>
              <a:gd name="connsiteX20" fmla="*/ 9061654 w 10678681"/>
              <a:gd name="connsiteY20" fmla="*/ 393730 h 1357700"/>
              <a:gd name="connsiteX21" fmla="*/ 8997577 w 10678681"/>
              <a:gd name="connsiteY21" fmla="*/ 380865 h 1357700"/>
              <a:gd name="connsiteX22" fmla="*/ 8907968 w 10678681"/>
              <a:gd name="connsiteY22" fmla="*/ 447345 h 1357700"/>
              <a:gd name="connsiteX23" fmla="*/ 8764163 w 10678681"/>
              <a:gd name="connsiteY23" fmla="*/ 471000 h 1357700"/>
              <a:gd name="connsiteX24" fmla="*/ 8680155 w 10678681"/>
              <a:gd name="connsiteY24" fmla="*/ 492404 h 1357700"/>
              <a:gd name="connsiteX25" fmla="*/ 8651436 w 10678681"/>
              <a:gd name="connsiteY25" fmla="*/ 511923 h 1357700"/>
              <a:gd name="connsiteX26" fmla="*/ 8609185 w 10678681"/>
              <a:gd name="connsiteY26" fmla="*/ 531525 h 1357700"/>
              <a:gd name="connsiteX27" fmla="*/ 8537091 w 10678681"/>
              <a:gd name="connsiteY27" fmla="*/ 574933 h 1357700"/>
              <a:gd name="connsiteX28" fmla="*/ 8435931 w 10678681"/>
              <a:gd name="connsiteY28" fmla="*/ 617926 h 1357700"/>
              <a:gd name="connsiteX29" fmla="*/ 8348623 w 10678681"/>
              <a:gd name="connsiteY29" fmla="*/ 600607 h 1357700"/>
              <a:gd name="connsiteX30" fmla="*/ 8344233 w 10678681"/>
              <a:gd name="connsiteY30" fmla="*/ 610922 h 1357700"/>
              <a:gd name="connsiteX31" fmla="*/ 8290622 w 10678681"/>
              <a:gd name="connsiteY31" fmla="*/ 622687 h 1357700"/>
              <a:gd name="connsiteX32" fmla="*/ 8086698 w 10678681"/>
              <a:gd name="connsiteY32" fmla="*/ 605185 h 1357700"/>
              <a:gd name="connsiteX33" fmla="*/ 7982378 w 10678681"/>
              <a:gd name="connsiteY33" fmla="*/ 629799 h 1357700"/>
              <a:gd name="connsiteX34" fmla="*/ 7947952 w 10678681"/>
              <a:gd name="connsiteY34" fmla="*/ 648003 h 1357700"/>
              <a:gd name="connsiteX35" fmla="*/ 7890112 w 10678681"/>
              <a:gd name="connsiteY35" fmla="*/ 677915 h 1357700"/>
              <a:gd name="connsiteX36" fmla="*/ 7853284 w 10678681"/>
              <a:gd name="connsiteY36" fmla="*/ 723588 h 1357700"/>
              <a:gd name="connsiteX37" fmla="*/ 7802383 w 10678681"/>
              <a:gd name="connsiteY37" fmla="*/ 739359 h 1357700"/>
              <a:gd name="connsiteX38" fmla="*/ 7730518 w 10678681"/>
              <a:gd name="connsiteY38" fmla="*/ 739526 h 1357700"/>
              <a:gd name="connsiteX39" fmla="*/ 7652907 w 10678681"/>
              <a:gd name="connsiteY39" fmla="*/ 783273 h 1357700"/>
              <a:gd name="connsiteX40" fmla="*/ 7606008 w 10678681"/>
              <a:gd name="connsiteY40" fmla="*/ 800717 h 1357700"/>
              <a:gd name="connsiteX41" fmla="*/ 7480223 w 10678681"/>
              <a:gd name="connsiteY41" fmla="*/ 856821 h 1357700"/>
              <a:gd name="connsiteX42" fmla="*/ 7356005 w 10678681"/>
              <a:gd name="connsiteY42" fmla="*/ 919462 h 1357700"/>
              <a:gd name="connsiteX43" fmla="*/ 7305396 w 10678681"/>
              <a:gd name="connsiteY43" fmla="*/ 986228 h 1357700"/>
              <a:gd name="connsiteX44" fmla="*/ 7266251 w 10678681"/>
              <a:gd name="connsiteY44" fmla="*/ 967864 h 1357700"/>
              <a:gd name="connsiteX45" fmla="*/ 7269396 w 10678681"/>
              <a:gd name="connsiteY45" fmla="*/ 989282 h 1357700"/>
              <a:gd name="connsiteX46" fmla="*/ 7258094 w 10678681"/>
              <a:gd name="connsiteY46" fmla="*/ 990679 h 1357700"/>
              <a:gd name="connsiteX47" fmla="*/ 7257893 w 10678681"/>
              <a:gd name="connsiteY47" fmla="*/ 991204 h 1357700"/>
              <a:gd name="connsiteX48" fmla="*/ 7247153 w 10678681"/>
              <a:gd name="connsiteY48" fmla="*/ 991550 h 1357700"/>
              <a:gd name="connsiteX49" fmla="*/ 7193612 w 10678681"/>
              <a:gd name="connsiteY49" fmla="*/ 987042 h 1357700"/>
              <a:gd name="connsiteX50" fmla="*/ 7132632 w 10678681"/>
              <a:gd name="connsiteY50" fmla="*/ 1042036 h 1357700"/>
              <a:gd name="connsiteX51" fmla="*/ 7105610 w 10678681"/>
              <a:gd name="connsiteY51" fmla="*/ 1053537 h 1357700"/>
              <a:gd name="connsiteX52" fmla="*/ 7069148 w 10678681"/>
              <a:gd name="connsiteY52" fmla="*/ 1047163 h 1357700"/>
              <a:gd name="connsiteX53" fmla="*/ 7039634 w 10678681"/>
              <a:gd name="connsiteY53" fmla="*/ 1059971 h 1357700"/>
              <a:gd name="connsiteX54" fmla="*/ 7033445 w 10678681"/>
              <a:gd name="connsiteY54" fmla="*/ 1063314 h 1357700"/>
              <a:gd name="connsiteX55" fmla="*/ 6999157 w 10678681"/>
              <a:gd name="connsiteY55" fmla="*/ 1055282 h 1357700"/>
              <a:gd name="connsiteX56" fmla="*/ 6981874 w 10678681"/>
              <a:gd name="connsiteY56" fmla="*/ 1053827 h 1357700"/>
              <a:gd name="connsiteX57" fmla="*/ 6976102 w 10678681"/>
              <a:gd name="connsiteY57" fmla="*/ 1047854 h 1357700"/>
              <a:gd name="connsiteX58" fmla="*/ 6951040 w 10678681"/>
              <a:gd name="connsiteY58" fmla="*/ 1048531 h 1357700"/>
              <a:gd name="connsiteX59" fmla="*/ 6948497 w 10678681"/>
              <a:gd name="connsiteY59" fmla="*/ 1050706 h 1357700"/>
              <a:gd name="connsiteX60" fmla="*/ 6926582 w 10678681"/>
              <a:gd name="connsiteY60" fmla="*/ 1043462 h 1357700"/>
              <a:gd name="connsiteX61" fmla="*/ 6833743 w 10678681"/>
              <a:gd name="connsiteY61" fmla="*/ 1027960 h 1357700"/>
              <a:gd name="connsiteX62" fmla="*/ 6687090 w 10678681"/>
              <a:gd name="connsiteY62" fmla="*/ 1063250 h 1357700"/>
              <a:gd name="connsiteX63" fmla="*/ 6437450 w 10678681"/>
              <a:gd name="connsiteY63" fmla="*/ 1101075 h 1357700"/>
              <a:gd name="connsiteX64" fmla="*/ 6327795 w 10678681"/>
              <a:gd name="connsiteY64" fmla="*/ 1088142 h 1357700"/>
              <a:gd name="connsiteX65" fmla="*/ 6136549 w 10678681"/>
              <a:gd name="connsiteY65" fmla="*/ 1100268 h 1357700"/>
              <a:gd name="connsiteX66" fmla="*/ 6004655 w 10678681"/>
              <a:gd name="connsiteY66" fmla="*/ 1114946 h 1357700"/>
              <a:gd name="connsiteX67" fmla="*/ 5936643 w 10678681"/>
              <a:gd name="connsiteY67" fmla="*/ 1095428 h 1357700"/>
              <a:gd name="connsiteX68" fmla="*/ 5912484 w 10678681"/>
              <a:gd name="connsiteY68" fmla="*/ 1112624 h 1357700"/>
              <a:gd name="connsiteX69" fmla="*/ 5908387 w 10678681"/>
              <a:gd name="connsiteY69" fmla="*/ 1116018 h 1357700"/>
              <a:gd name="connsiteX70" fmla="*/ 5890495 w 10678681"/>
              <a:gd name="connsiteY70" fmla="*/ 1120268 h 1357700"/>
              <a:gd name="connsiteX71" fmla="*/ 5887318 w 10678681"/>
              <a:gd name="connsiteY71" fmla="*/ 1133134 h 1357700"/>
              <a:gd name="connsiteX72" fmla="*/ 5861726 w 10678681"/>
              <a:gd name="connsiteY72" fmla="*/ 1147891 h 1357700"/>
              <a:gd name="connsiteX73" fmla="*/ 5805823 w 10678681"/>
              <a:gd name="connsiteY73" fmla="*/ 1152457 h 1357700"/>
              <a:gd name="connsiteX74" fmla="*/ 5689841 w 10678681"/>
              <a:gd name="connsiteY74" fmla="*/ 1176232 h 1357700"/>
              <a:gd name="connsiteX75" fmla="*/ 5605119 w 10678681"/>
              <a:gd name="connsiteY75" fmla="*/ 1190202 h 1357700"/>
              <a:gd name="connsiteX76" fmla="*/ 5488513 w 10678681"/>
              <a:gd name="connsiteY76" fmla="*/ 1205367 h 1357700"/>
              <a:gd name="connsiteX77" fmla="*/ 5402905 w 10678681"/>
              <a:gd name="connsiteY77" fmla="*/ 1241191 h 1357700"/>
              <a:gd name="connsiteX78" fmla="*/ 5285593 w 10678681"/>
              <a:gd name="connsiteY78" fmla="*/ 1273569 h 1357700"/>
              <a:gd name="connsiteX79" fmla="*/ 5192893 w 10678681"/>
              <a:gd name="connsiteY79" fmla="*/ 1247188 h 1357700"/>
              <a:gd name="connsiteX80" fmla="*/ 5186475 w 10678681"/>
              <a:gd name="connsiteY80" fmla="*/ 1257028 h 1357700"/>
              <a:gd name="connsiteX81" fmla="*/ 5126038 w 10678681"/>
              <a:gd name="connsiteY81" fmla="*/ 1263189 h 1357700"/>
              <a:gd name="connsiteX82" fmla="*/ 4894688 w 10678681"/>
              <a:gd name="connsiteY82" fmla="*/ 1247184 h 1357700"/>
              <a:gd name="connsiteX83" fmla="*/ 4788036 w 10678681"/>
              <a:gd name="connsiteY83" fmla="*/ 1238182 h 1357700"/>
              <a:gd name="connsiteX84" fmla="*/ 4747555 w 10678681"/>
              <a:gd name="connsiteY84" fmla="*/ 1252768 h 1357700"/>
              <a:gd name="connsiteX85" fmla="*/ 4679644 w 10678681"/>
              <a:gd name="connsiteY85" fmla="*/ 1276603 h 1357700"/>
              <a:gd name="connsiteX86" fmla="*/ 4632222 w 10678681"/>
              <a:gd name="connsiteY86" fmla="*/ 1318360 h 1357700"/>
              <a:gd name="connsiteX87" fmla="*/ 4617358 w 10678681"/>
              <a:gd name="connsiteY87" fmla="*/ 1327690 h 1357700"/>
              <a:gd name="connsiteX88" fmla="*/ 4589102 w 10678681"/>
              <a:gd name="connsiteY88" fmla="*/ 1321223 h 1357700"/>
              <a:gd name="connsiteX89" fmla="*/ 4578184 w 10678681"/>
              <a:gd name="connsiteY89" fmla="*/ 1326745 h 1357700"/>
              <a:gd name="connsiteX90" fmla="*/ 4574270 w 10678681"/>
              <a:gd name="connsiteY90" fmla="*/ 1325878 h 1357700"/>
              <a:gd name="connsiteX91" fmla="*/ 4564919 w 10678681"/>
              <a:gd name="connsiteY91" fmla="*/ 1325507 h 1357700"/>
              <a:gd name="connsiteX92" fmla="*/ 4566586 w 10678681"/>
              <a:gd name="connsiteY92" fmla="*/ 1316963 h 1357700"/>
              <a:gd name="connsiteX93" fmla="*/ 4556303 w 10678681"/>
              <a:gd name="connsiteY93" fmla="*/ 1300262 h 1357700"/>
              <a:gd name="connsiteX94" fmla="*/ 4502358 w 10678681"/>
              <a:gd name="connsiteY94" fmla="*/ 1302558 h 1357700"/>
              <a:gd name="connsiteX95" fmla="*/ 4498919 w 10678681"/>
              <a:gd name="connsiteY95" fmla="*/ 1312115 h 1357700"/>
              <a:gd name="connsiteX96" fmla="*/ 4492075 w 10678681"/>
              <a:gd name="connsiteY96" fmla="*/ 1313357 h 1357700"/>
              <a:gd name="connsiteX97" fmla="*/ 4487466 w 10678681"/>
              <a:gd name="connsiteY97" fmla="*/ 1304102 h 1357700"/>
              <a:gd name="connsiteX98" fmla="*/ 4398292 w 10678681"/>
              <a:gd name="connsiteY98" fmla="*/ 1278410 h 1357700"/>
              <a:gd name="connsiteX99" fmla="*/ 4306088 w 10678681"/>
              <a:gd name="connsiteY99" fmla="*/ 1282512 h 1357700"/>
              <a:gd name="connsiteX100" fmla="*/ 4188995 w 10678681"/>
              <a:gd name="connsiteY100" fmla="*/ 1296718 h 1357700"/>
              <a:gd name="connsiteX101" fmla="*/ 4136582 w 10678681"/>
              <a:gd name="connsiteY101" fmla="*/ 1287687 h 1357700"/>
              <a:gd name="connsiteX102" fmla="*/ 4064614 w 10678681"/>
              <a:gd name="connsiteY102" fmla="*/ 1296118 h 1357700"/>
              <a:gd name="connsiteX103" fmla="*/ 3906561 w 10678681"/>
              <a:gd name="connsiteY103" fmla="*/ 1352435 h 1357700"/>
              <a:gd name="connsiteX104" fmla="*/ 3787890 w 10678681"/>
              <a:gd name="connsiteY104" fmla="*/ 1352442 h 1357700"/>
              <a:gd name="connsiteX105" fmla="*/ 3745993 w 10678681"/>
              <a:gd name="connsiteY105" fmla="*/ 1342630 h 1357700"/>
              <a:gd name="connsiteX106" fmla="*/ 3675785 w 10678681"/>
              <a:gd name="connsiteY106" fmla="*/ 1326802 h 1357700"/>
              <a:gd name="connsiteX107" fmla="*/ 3623856 w 10678681"/>
              <a:gd name="connsiteY107" fmla="*/ 1290804 h 1357700"/>
              <a:gd name="connsiteX108" fmla="*/ 3564933 w 10678681"/>
              <a:gd name="connsiteY108" fmla="*/ 1287147 h 1357700"/>
              <a:gd name="connsiteX109" fmla="*/ 3550537 w 10678681"/>
              <a:gd name="connsiteY109" fmla="*/ 1317552 h 1357700"/>
              <a:gd name="connsiteX110" fmla="*/ 3487736 w 10678681"/>
              <a:gd name="connsiteY110" fmla="*/ 1303493 h 1357700"/>
              <a:gd name="connsiteX111" fmla="*/ 3392548 w 10678681"/>
              <a:gd name="connsiteY111" fmla="*/ 1278741 h 1357700"/>
              <a:gd name="connsiteX112" fmla="*/ 3337466 w 10678681"/>
              <a:gd name="connsiteY112" fmla="*/ 1272537 h 1357700"/>
              <a:gd name="connsiteX113" fmla="*/ 3187206 w 10678681"/>
              <a:gd name="connsiteY113" fmla="*/ 1246821 h 1357700"/>
              <a:gd name="connsiteX114" fmla="*/ 3036856 w 10678681"/>
              <a:gd name="connsiteY114" fmla="*/ 1214383 h 1357700"/>
              <a:gd name="connsiteX115" fmla="*/ 2824973 w 10678681"/>
              <a:gd name="connsiteY115" fmla="*/ 1134864 h 1357700"/>
              <a:gd name="connsiteX116" fmla="*/ 2804398 w 10678681"/>
              <a:gd name="connsiteY116" fmla="*/ 1125556 h 1357700"/>
              <a:gd name="connsiteX117" fmla="*/ 2775396 w 10678681"/>
              <a:gd name="connsiteY117" fmla="*/ 1130148 h 1357700"/>
              <a:gd name="connsiteX118" fmla="*/ 2659096 w 10678681"/>
              <a:gd name="connsiteY118" fmla="*/ 1150294 h 1357700"/>
              <a:gd name="connsiteX119" fmla="*/ 2567088 w 10678681"/>
              <a:gd name="connsiteY119" fmla="*/ 1181781 h 1357700"/>
              <a:gd name="connsiteX120" fmla="*/ 2454501 w 10678681"/>
              <a:gd name="connsiteY120" fmla="*/ 1155455 h 1357700"/>
              <a:gd name="connsiteX121" fmla="*/ 2385161 w 10678681"/>
              <a:gd name="connsiteY121" fmla="*/ 1161312 h 1357700"/>
              <a:gd name="connsiteX122" fmla="*/ 2273361 w 10678681"/>
              <a:gd name="connsiteY122" fmla="*/ 1134090 h 1357700"/>
              <a:gd name="connsiteX123" fmla="*/ 2132003 w 10678681"/>
              <a:gd name="connsiteY123" fmla="*/ 1139225 h 1357700"/>
              <a:gd name="connsiteX124" fmla="*/ 2052449 w 10678681"/>
              <a:gd name="connsiteY124" fmla="*/ 1109687 h 1357700"/>
              <a:gd name="connsiteX125" fmla="*/ 2032607 w 10678681"/>
              <a:gd name="connsiteY125" fmla="*/ 1175477 h 1357700"/>
              <a:gd name="connsiteX126" fmla="*/ 1901837 w 10678681"/>
              <a:gd name="connsiteY126" fmla="*/ 1221762 h 1357700"/>
              <a:gd name="connsiteX127" fmla="*/ 1836762 w 10678681"/>
              <a:gd name="connsiteY127" fmla="*/ 1237387 h 1357700"/>
              <a:gd name="connsiteX128" fmla="*/ 1735877 w 10678681"/>
              <a:gd name="connsiteY128" fmla="*/ 1246527 h 1357700"/>
              <a:gd name="connsiteX129" fmla="*/ 1705069 w 10678681"/>
              <a:gd name="connsiteY129" fmla="*/ 1251989 h 1357700"/>
              <a:gd name="connsiteX130" fmla="*/ 1397689 w 10678681"/>
              <a:gd name="connsiteY130" fmla="*/ 1336144 h 1357700"/>
              <a:gd name="connsiteX131" fmla="*/ 1220734 w 10678681"/>
              <a:gd name="connsiteY131" fmla="*/ 1257811 h 1357700"/>
              <a:gd name="connsiteX132" fmla="*/ 1021737 w 10678681"/>
              <a:gd name="connsiteY132" fmla="*/ 1238739 h 1357700"/>
              <a:gd name="connsiteX133" fmla="*/ 959820 w 10678681"/>
              <a:gd name="connsiteY133" fmla="*/ 1275863 h 1357700"/>
              <a:gd name="connsiteX134" fmla="*/ 929137 w 10678681"/>
              <a:gd name="connsiteY134" fmla="*/ 1273957 h 1357700"/>
              <a:gd name="connsiteX135" fmla="*/ 878849 w 10678681"/>
              <a:gd name="connsiteY135" fmla="*/ 1266740 h 1357700"/>
              <a:gd name="connsiteX136" fmla="*/ 800667 w 10678681"/>
              <a:gd name="connsiteY136" fmla="*/ 1282041 h 1357700"/>
              <a:gd name="connsiteX137" fmla="*/ 644906 w 10678681"/>
              <a:gd name="connsiteY137" fmla="*/ 1273685 h 1357700"/>
              <a:gd name="connsiteX138" fmla="*/ 379869 w 10678681"/>
              <a:gd name="connsiteY138" fmla="*/ 1339165 h 1357700"/>
              <a:gd name="connsiteX139" fmla="*/ 137696 w 10678681"/>
              <a:gd name="connsiteY139" fmla="*/ 1319217 h 1357700"/>
              <a:gd name="connsiteX140" fmla="*/ 54250 w 10678681"/>
              <a:gd name="connsiteY140" fmla="*/ 1315838 h 1357700"/>
              <a:gd name="connsiteX141" fmla="*/ 28042 w 10678681"/>
              <a:gd name="connsiteY141" fmla="*/ 1297822 h 1357700"/>
              <a:gd name="connsiteX142" fmla="*/ 0 w 10678681"/>
              <a:gd name="connsiteY142" fmla="*/ 1294612 h 1357700"/>
              <a:gd name="connsiteX143" fmla="*/ 0 w 10678681"/>
              <a:gd name="connsiteY143" fmla="*/ 0 h 1357700"/>
              <a:gd name="connsiteX0" fmla="*/ 0 w 10678681"/>
              <a:gd name="connsiteY0" fmla="*/ 0 h 1357700"/>
              <a:gd name="connsiteX1" fmla="*/ 10678681 w 10678681"/>
              <a:gd name="connsiteY1" fmla="*/ 0 h 1357700"/>
              <a:gd name="connsiteX2" fmla="*/ 10666019 w 10678681"/>
              <a:gd name="connsiteY2" fmla="*/ 7876 h 1357700"/>
              <a:gd name="connsiteX3" fmla="*/ 10632825 w 10678681"/>
              <a:gd name="connsiteY3" fmla="*/ 32153 h 1357700"/>
              <a:gd name="connsiteX4" fmla="*/ 10510605 w 10678681"/>
              <a:gd name="connsiteY4" fmla="*/ 30449 h 1357700"/>
              <a:gd name="connsiteX5" fmla="*/ 10456989 w 10678681"/>
              <a:gd name="connsiteY5" fmla="*/ 979 h 1357700"/>
              <a:gd name="connsiteX6" fmla="*/ 10438642 w 10678681"/>
              <a:gd name="connsiteY6" fmla="*/ 1524 h 1357700"/>
              <a:gd name="connsiteX7" fmla="*/ 10407146 w 10678681"/>
              <a:gd name="connsiteY7" fmla="*/ 43659 h 1357700"/>
              <a:gd name="connsiteX8" fmla="*/ 10357996 w 10678681"/>
              <a:gd name="connsiteY8" fmla="*/ 50836 h 1357700"/>
              <a:gd name="connsiteX9" fmla="*/ 10306667 w 10678681"/>
              <a:gd name="connsiteY9" fmla="*/ 109739 h 1357700"/>
              <a:gd name="connsiteX10" fmla="*/ 10115334 w 10678681"/>
              <a:gd name="connsiteY10" fmla="*/ 155658 h 1357700"/>
              <a:gd name="connsiteX11" fmla="*/ 10068157 w 10678681"/>
              <a:gd name="connsiteY11" fmla="*/ 215673 h 1357700"/>
              <a:gd name="connsiteX12" fmla="*/ 10045431 w 10678681"/>
              <a:gd name="connsiteY12" fmla="*/ 229568 h 1357700"/>
              <a:gd name="connsiteX13" fmla="*/ 10013265 w 10678681"/>
              <a:gd name="connsiteY13" fmla="*/ 284757 h 1357700"/>
              <a:gd name="connsiteX14" fmla="*/ 9862496 w 10678681"/>
              <a:gd name="connsiteY14" fmla="*/ 223033 h 1357700"/>
              <a:gd name="connsiteX15" fmla="*/ 9679638 w 10678681"/>
              <a:gd name="connsiteY15" fmla="*/ 277462 h 1357700"/>
              <a:gd name="connsiteX16" fmla="*/ 9498347 w 10678681"/>
              <a:gd name="connsiteY16" fmla="*/ 244723 h 1357700"/>
              <a:gd name="connsiteX17" fmla="*/ 9399702 w 10678681"/>
              <a:gd name="connsiteY17" fmla="*/ 276316 h 1357700"/>
              <a:gd name="connsiteX18" fmla="*/ 9378439 w 10678681"/>
              <a:gd name="connsiteY18" fmla="*/ 326244 h 1357700"/>
              <a:gd name="connsiteX19" fmla="*/ 9121744 w 10678681"/>
              <a:gd name="connsiteY19" fmla="*/ 365177 h 1357700"/>
              <a:gd name="connsiteX20" fmla="*/ 9061654 w 10678681"/>
              <a:gd name="connsiteY20" fmla="*/ 393730 h 1357700"/>
              <a:gd name="connsiteX21" fmla="*/ 8997577 w 10678681"/>
              <a:gd name="connsiteY21" fmla="*/ 380865 h 1357700"/>
              <a:gd name="connsiteX22" fmla="*/ 8907968 w 10678681"/>
              <a:gd name="connsiteY22" fmla="*/ 447345 h 1357700"/>
              <a:gd name="connsiteX23" fmla="*/ 8764163 w 10678681"/>
              <a:gd name="connsiteY23" fmla="*/ 471000 h 1357700"/>
              <a:gd name="connsiteX24" fmla="*/ 8680155 w 10678681"/>
              <a:gd name="connsiteY24" fmla="*/ 492404 h 1357700"/>
              <a:gd name="connsiteX25" fmla="*/ 8651436 w 10678681"/>
              <a:gd name="connsiteY25" fmla="*/ 511923 h 1357700"/>
              <a:gd name="connsiteX26" fmla="*/ 8609185 w 10678681"/>
              <a:gd name="connsiteY26" fmla="*/ 531525 h 1357700"/>
              <a:gd name="connsiteX27" fmla="*/ 8537091 w 10678681"/>
              <a:gd name="connsiteY27" fmla="*/ 574933 h 1357700"/>
              <a:gd name="connsiteX28" fmla="*/ 8435931 w 10678681"/>
              <a:gd name="connsiteY28" fmla="*/ 617926 h 1357700"/>
              <a:gd name="connsiteX29" fmla="*/ 8348623 w 10678681"/>
              <a:gd name="connsiteY29" fmla="*/ 600607 h 1357700"/>
              <a:gd name="connsiteX30" fmla="*/ 8344233 w 10678681"/>
              <a:gd name="connsiteY30" fmla="*/ 610922 h 1357700"/>
              <a:gd name="connsiteX31" fmla="*/ 8290622 w 10678681"/>
              <a:gd name="connsiteY31" fmla="*/ 622687 h 1357700"/>
              <a:gd name="connsiteX32" fmla="*/ 8086698 w 10678681"/>
              <a:gd name="connsiteY32" fmla="*/ 605185 h 1357700"/>
              <a:gd name="connsiteX33" fmla="*/ 7982378 w 10678681"/>
              <a:gd name="connsiteY33" fmla="*/ 629799 h 1357700"/>
              <a:gd name="connsiteX34" fmla="*/ 7947952 w 10678681"/>
              <a:gd name="connsiteY34" fmla="*/ 648003 h 1357700"/>
              <a:gd name="connsiteX35" fmla="*/ 7890112 w 10678681"/>
              <a:gd name="connsiteY35" fmla="*/ 677915 h 1357700"/>
              <a:gd name="connsiteX36" fmla="*/ 7853284 w 10678681"/>
              <a:gd name="connsiteY36" fmla="*/ 723588 h 1357700"/>
              <a:gd name="connsiteX37" fmla="*/ 7802383 w 10678681"/>
              <a:gd name="connsiteY37" fmla="*/ 739359 h 1357700"/>
              <a:gd name="connsiteX38" fmla="*/ 7730518 w 10678681"/>
              <a:gd name="connsiteY38" fmla="*/ 739526 h 1357700"/>
              <a:gd name="connsiteX39" fmla="*/ 7652907 w 10678681"/>
              <a:gd name="connsiteY39" fmla="*/ 783273 h 1357700"/>
              <a:gd name="connsiteX40" fmla="*/ 7606008 w 10678681"/>
              <a:gd name="connsiteY40" fmla="*/ 800717 h 1357700"/>
              <a:gd name="connsiteX41" fmla="*/ 7480223 w 10678681"/>
              <a:gd name="connsiteY41" fmla="*/ 856821 h 1357700"/>
              <a:gd name="connsiteX42" fmla="*/ 7356005 w 10678681"/>
              <a:gd name="connsiteY42" fmla="*/ 919462 h 1357700"/>
              <a:gd name="connsiteX43" fmla="*/ 7305396 w 10678681"/>
              <a:gd name="connsiteY43" fmla="*/ 986228 h 1357700"/>
              <a:gd name="connsiteX44" fmla="*/ 7266251 w 10678681"/>
              <a:gd name="connsiteY44" fmla="*/ 967864 h 1357700"/>
              <a:gd name="connsiteX45" fmla="*/ 7269396 w 10678681"/>
              <a:gd name="connsiteY45" fmla="*/ 989282 h 1357700"/>
              <a:gd name="connsiteX46" fmla="*/ 7258094 w 10678681"/>
              <a:gd name="connsiteY46" fmla="*/ 990679 h 1357700"/>
              <a:gd name="connsiteX47" fmla="*/ 7257893 w 10678681"/>
              <a:gd name="connsiteY47" fmla="*/ 991204 h 1357700"/>
              <a:gd name="connsiteX48" fmla="*/ 7247153 w 10678681"/>
              <a:gd name="connsiteY48" fmla="*/ 991550 h 1357700"/>
              <a:gd name="connsiteX49" fmla="*/ 7193612 w 10678681"/>
              <a:gd name="connsiteY49" fmla="*/ 987042 h 1357700"/>
              <a:gd name="connsiteX50" fmla="*/ 7132632 w 10678681"/>
              <a:gd name="connsiteY50" fmla="*/ 1042036 h 1357700"/>
              <a:gd name="connsiteX51" fmla="*/ 7105610 w 10678681"/>
              <a:gd name="connsiteY51" fmla="*/ 1053537 h 1357700"/>
              <a:gd name="connsiteX52" fmla="*/ 7069148 w 10678681"/>
              <a:gd name="connsiteY52" fmla="*/ 1047163 h 1357700"/>
              <a:gd name="connsiteX53" fmla="*/ 7039634 w 10678681"/>
              <a:gd name="connsiteY53" fmla="*/ 1059971 h 1357700"/>
              <a:gd name="connsiteX54" fmla="*/ 7033445 w 10678681"/>
              <a:gd name="connsiteY54" fmla="*/ 1063314 h 1357700"/>
              <a:gd name="connsiteX55" fmla="*/ 6999157 w 10678681"/>
              <a:gd name="connsiteY55" fmla="*/ 1055282 h 1357700"/>
              <a:gd name="connsiteX56" fmla="*/ 6981874 w 10678681"/>
              <a:gd name="connsiteY56" fmla="*/ 1053827 h 1357700"/>
              <a:gd name="connsiteX57" fmla="*/ 6976102 w 10678681"/>
              <a:gd name="connsiteY57" fmla="*/ 1047854 h 1357700"/>
              <a:gd name="connsiteX58" fmla="*/ 6951040 w 10678681"/>
              <a:gd name="connsiteY58" fmla="*/ 1048531 h 1357700"/>
              <a:gd name="connsiteX59" fmla="*/ 6948497 w 10678681"/>
              <a:gd name="connsiteY59" fmla="*/ 1050706 h 1357700"/>
              <a:gd name="connsiteX60" fmla="*/ 6926582 w 10678681"/>
              <a:gd name="connsiteY60" fmla="*/ 1043462 h 1357700"/>
              <a:gd name="connsiteX61" fmla="*/ 6833743 w 10678681"/>
              <a:gd name="connsiteY61" fmla="*/ 1027960 h 1357700"/>
              <a:gd name="connsiteX62" fmla="*/ 6687090 w 10678681"/>
              <a:gd name="connsiteY62" fmla="*/ 1063250 h 1357700"/>
              <a:gd name="connsiteX63" fmla="*/ 6437450 w 10678681"/>
              <a:gd name="connsiteY63" fmla="*/ 1101075 h 1357700"/>
              <a:gd name="connsiteX64" fmla="*/ 6327795 w 10678681"/>
              <a:gd name="connsiteY64" fmla="*/ 1088142 h 1357700"/>
              <a:gd name="connsiteX65" fmla="*/ 6136549 w 10678681"/>
              <a:gd name="connsiteY65" fmla="*/ 1100268 h 1357700"/>
              <a:gd name="connsiteX66" fmla="*/ 6004655 w 10678681"/>
              <a:gd name="connsiteY66" fmla="*/ 1114946 h 1357700"/>
              <a:gd name="connsiteX67" fmla="*/ 5936643 w 10678681"/>
              <a:gd name="connsiteY67" fmla="*/ 1095428 h 1357700"/>
              <a:gd name="connsiteX68" fmla="*/ 5912484 w 10678681"/>
              <a:gd name="connsiteY68" fmla="*/ 1112624 h 1357700"/>
              <a:gd name="connsiteX69" fmla="*/ 5908387 w 10678681"/>
              <a:gd name="connsiteY69" fmla="*/ 1116018 h 1357700"/>
              <a:gd name="connsiteX70" fmla="*/ 5890495 w 10678681"/>
              <a:gd name="connsiteY70" fmla="*/ 1120268 h 1357700"/>
              <a:gd name="connsiteX71" fmla="*/ 5887318 w 10678681"/>
              <a:gd name="connsiteY71" fmla="*/ 1133134 h 1357700"/>
              <a:gd name="connsiteX72" fmla="*/ 5861726 w 10678681"/>
              <a:gd name="connsiteY72" fmla="*/ 1147891 h 1357700"/>
              <a:gd name="connsiteX73" fmla="*/ 5805823 w 10678681"/>
              <a:gd name="connsiteY73" fmla="*/ 1152457 h 1357700"/>
              <a:gd name="connsiteX74" fmla="*/ 5689841 w 10678681"/>
              <a:gd name="connsiteY74" fmla="*/ 1176232 h 1357700"/>
              <a:gd name="connsiteX75" fmla="*/ 5605119 w 10678681"/>
              <a:gd name="connsiteY75" fmla="*/ 1190202 h 1357700"/>
              <a:gd name="connsiteX76" fmla="*/ 5488513 w 10678681"/>
              <a:gd name="connsiteY76" fmla="*/ 1205367 h 1357700"/>
              <a:gd name="connsiteX77" fmla="*/ 5402905 w 10678681"/>
              <a:gd name="connsiteY77" fmla="*/ 1241191 h 1357700"/>
              <a:gd name="connsiteX78" fmla="*/ 5285593 w 10678681"/>
              <a:gd name="connsiteY78" fmla="*/ 1273569 h 1357700"/>
              <a:gd name="connsiteX79" fmla="*/ 5192893 w 10678681"/>
              <a:gd name="connsiteY79" fmla="*/ 1247188 h 1357700"/>
              <a:gd name="connsiteX80" fmla="*/ 5186475 w 10678681"/>
              <a:gd name="connsiteY80" fmla="*/ 1257028 h 1357700"/>
              <a:gd name="connsiteX81" fmla="*/ 5126038 w 10678681"/>
              <a:gd name="connsiteY81" fmla="*/ 1263189 h 1357700"/>
              <a:gd name="connsiteX82" fmla="*/ 4894688 w 10678681"/>
              <a:gd name="connsiteY82" fmla="*/ 1247184 h 1357700"/>
              <a:gd name="connsiteX83" fmla="*/ 4788036 w 10678681"/>
              <a:gd name="connsiteY83" fmla="*/ 1238182 h 1357700"/>
              <a:gd name="connsiteX84" fmla="*/ 4747555 w 10678681"/>
              <a:gd name="connsiteY84" fmla="*/ 1252768 h 1357700"/>
              <a:gd name="connsiteX85" fmla="*/ 4679644 w 10678681"/>
              <a:gd name="connsiteY85" fmla="*/ 1276603 h 1357700"/>
              <a:gd name="connsiteX86" fmla="*/ 4632222 w 10678681"/>
              <a:gd name="connsiteY86" fmla="*/ 1318360 h 1357700"/>
              <a:gd name="connsiteX87" fmla="*/ 4617358 w 10678681"/>
              <a:gd name="connsiteY87" fmla="*/ 1327690 h 1357700"/>
              <a:gd name="connsiteX88" fmla="*/ 4589102 w 10678681"/>
              <a:gd name="connsiteY88" fmla="*/ 1321223 h 1357700"/>
              <a:gd name="connsiteX89" fmla="*/ 4578184 w 10678681"/>
              <a:gd name="connsiteY89" fmla="*/ 1326745 h 1357700"/>
              <a:gd name="connsiteX90" fmla="*/ 4574270 w 10678681"/>
              <a:gd name="connsiteY90" fmla="*/ 1325878 h 1357700"/>
              <a:gd name="connsiteX91" fmla="*/ 4564919 w 10678681"/>
              <a:gd name="connsiteY91" fmla="*/ 1325507 h 1357700"/>
              <a:gd name="connsiteX92" fmla="*/ 4566586 w 10678681"/>
              <a:gd name="connsiteY92" fmla="*/ 1316963 h 1357700"/>
              <a:gd name="connsiteX93" fmla="*/ 4556303 w 10678681"/>
              <a:gd name="connsiteY93" fmla="*/ 1300262 h 1357700"/>
              <a:gd name="connsiteX94" fmla="*/ 4502358 w 10678681"/>
              <a:gd name="connsiteY94" fmla="*/ 1302558 h 1357700"/>
              <a:gd name="connsiteX95" fmla="*/ 4498919 w 10678681"/>
              <a:gd name="connsiteY95" fmla="*/ 1312115 h 1357700"/>
              <a:gd name="connsiteX96" fmla="*/ 4492075 w 10678681"/>
              <a:gd name="connsiteY96" fmla="*/ 1313357 h 1357700"/>
              <a:gd name="connsiteX97" fmla="*/ 4487466 w 10678681"/>
              <a:gd name="connsiteY97" fmla="*/ 1304102 h 1357700"/>
              <a:gd name="connsiteX98" fmla="*/ 4398292 w 10678681"/>
              <a:gd name="connsiteY98" fmla="*/ 1278410 h 1357700"/>
              <a:gd name="connsiteX99" fmla="*/ 4306088 w 10678681"/>
              <a:gd name="connsiteY99" fmla="*/ 1282512 h 1357700"/>
              <a:gd name="connsiteX100" fmla="*/ 4188995 w 10678681"/>
              <a:gd name="connsiteY100" fmla="*/ 1296718 h 1357700"/>
              <a:gd name="connsiteX101" fmla="*/ 4136582 w 10678681"/>
              <a:gd name="connsiteY101" fmla="*/ 1287687 h 1357700"/>
              <a:gd name="connsiteX102" fmla="*/ 4064614 w 10678681"/>
              <a:gd name="connsiteY102" fmla="*/ 1296118 h 1357700"/>
              <a:gd name="connsiteX103" fmla="*/ 3906561 w 10678681"/>
              <a:gd name="connsiteY103" fmla="*/ 1352435 h 1357700"/>
              <a:gd name="connsiteX104" fmla="*/ 3787890 w 10678681"/>
              <a:gd name="connsiteY104" fmla="*/ 1352442 h 1357700"/>
              <a:gd name="connsiteX105" fmla="*/ 3745993 w 10678681"/>
              <a:gd name="connsiteY105" fmla="*/ 1342630 h 1357700"/>
              <a:gd name="connsiteX106" fmla="*/ 3675785 w 10678681"/>
              <a:gd name="connsiteY106" fmla="*/ 1326802 h 1357700"/>
              <a:gd name="connsiteX107" fmla="*/ 3623856 w 10678681"/>
              <a:gd name="connsiteY107" fmla="*/ 1290804 h 1357700"/>
              <a:gd name="connsiteX108" fmla="*/ 3564933 w 10678681"/>
              <a:gd name="connsiteY108" fmla="*/ 1287147 h 1357700"/>
              <a:gd name="connsiteX109" fmla="*/ 3550537 w 10678681"/>
              <a:gd name="connsiteY109" fmla="*/ 1317552 h 1357700"/>
              <a:gd name="connsiteX110" fmla="*/ 3487736 w 10678681"/>
              <a:gd name="connsiteY110" fmla="*/ 1303493 h 1357700"/>
              <a:gd name="connsiteX111" fmla="*/ 3392548 w 10678681"/>
              <a:gd name="connsiteY111" fmla="*/ 1278741 h 1357700"/>
              <a:gd name="connsiteX112" fmla="*/ 3337466 w 10678681"/>
              <a:gd name="connsiteY112" fmla="*/ 1272537 h 1357700"/>
              <a:gd name="connsiteX113" fmla="*/ 3187206 w 10678681"/>
              <a:gd name="connsiteY113" fmla="*/ 1246821 h 1357700"/>
              <a:gd name="connsiteX114" fmla="*/ 3036856 w 10678681"/>
              <a:gd name="connsiteY114" fmla="*/ 1214383 h 1357700"/>
              <a:gd name="connsiteX115" fmla="*/ 2824973 w 10678681"/>
              <a:gd name="connsiteY115" fmla="*/ 1134864 h 1357700"/>
              <a:gd name="connsiteX116" fmla="*/ 2804398 w 10678681"/>
              <a:gd name="connsiteY116" fmla="*/ 1125556 h 1357700"/>
              <a:gd name="connsiteX117" fmla="*/ 2775396 w 10678681"/>
              <a:gd name="connsiteY117" fmla="*/ 1130148 h 1357700"/>
              <a:gd name="connsiteX118" fmla="*/ 2659096 w 10678681"/>
              <a:gd name="connsiteY118" fmla="*/ 1150294 h 1357700"/>
              <a:gd name="connsiteX119" fmla="*/ 2567088 w 10678681"/>
              <a:gd name="connsiteY119" fmla="*/ 1181781 h 1357700"/>
              <a:gd name="connsiteX120" fmla="*/ 2454501 w 10678681"/>
              <a:gd name="connsiteY120" fmla="*/ 1155455 h 1357700"/>
              <a:gd name="connsiteX121" fmla="*/ 2385161 w 10678681"/>
              <a:gd name="connsiteY121" fmla="*/ 1161312 h 1357700"/>
              <a:gd name="connsiteX122" fmla="*/ 2273361 w 10678681"/>
              <a:gd name="connsiteY122" fmla="*/ 1134090 h 1357700"/>
              <a:gd name="connsiteX123" fmla="*/ 2132003 w 10678681"/>
              <a:gd name="connsiteY123" fmla="*/ 1139225 h 1357700"/>
              <a:gd name="connsiteX124" fmla="*/ 2052449 w 10678681"/>
              <a:gd name="connsiteY124" fmla="*/ 1109687 h 1357700"/>
              <a:gd name="connsiteX125" fmla="*/ 2010157 w 10678681"/>
              <a:gd name="connsiteY125" fmla="*/ 1152767 h 1357700"/>
              <a:gd name="connsiteX126" fmla="*/ 1901837 w 10678681"/>
              <a:gd name="connsiteY126" fmla="*/ 1221762 h 1357700"/>
              <a:gd name="connsiteX127" fmla="*/ 1836762 w 10678681"/>
              <a:gd name="connsiteY127" fmla="*/ 1237387 h 1357700"/>
              <a:gd name="connsiteX128" fmla="*/ 1735877 w 10678681"/>
              <a:gd name="connsiteY128" fmla="*/ 1246527 h 1357700"/>
              <a:gd name="connsiteX129" fmla="*/ 1705069 w 10678681"/>
              <a:gd name="connsiteY129" fmla="*/ 1251989 h 1357700"/>
              <a:gd name="connsiteX130" fmla="*/ 1397689 w 10678681"/>
              <a:gd name="connsiteY130" fmla="*/ 1336144 h 1357700"/>
              <a:gd name="connsiteX131" fmla="*/ 1220734 w 10678681"/>
              <a:gd name="connsiteY131" fmla="*/ 1257811 h 1357700"/>
              <a:gd name="connsiteX132" fmla="*/ 1021737 w 10678681"/>
              <a:gd name="connsiteY132" fmla="*/ 1238739 h 1357700"/>
              <a:gd name="connsiteX133" fmla="*/ 959820 w 10678681"/>
              <a:gd name="connsiteY133" fmla="*/ 1275863 h 1357700"/>
              <a:gd name="connsiteX134" fmla="*/ 929137 w 10678681"/>
              <a:gd name="connsiteY134" fmla="*/ 1273957 h 1357700"/>
              <a:gd name="connsiteX135" fmla="*/ 878849 w 10678681"/>
              <a:gd name="connsiteY135" fmla="*/ 1266740 h 1357700"/>
              <a:gd name="connsiteX136" fmla="*/ 800667 w 10678681"/>
              <a:gd name="connsiteY136" fmla="*/ 1282041 h 1357700"/>
              <a:gd name="connsiteX137" fmla="*/ 644906 w 10678681"/>
              <a:gd name="connsiteY137" fmla="*/ 1273685 h 1357700"/>
              <a:gd name="connsiteX138" fmla="*/ 379869 w 10678681"/>
              <a:gd name="connsiteY138" fmla="*/ 1339165 h 1357700"/>
              <a:gd name="connsiteX139" fmla="*/ 137696 w 10678681"/>
              <a:gd name="connsiteY139" fmla="*/ 1319217 h 1357700"/>
              <a:gd name="connsiteX140" fmla="*/ 54250 w 10678681"/>
              <a:gd name="connsiteY140" fmla="*/ 1315838 h 1357700"/>
              <a:gd name="connsiteX141" fmla="*/ 28042 w 10678681"/>
              <a:gd name="connsiteY141" fmla="*/ 1297822 h 1357700"/>
              <a:gd name="connsiteX142" fmla="*/ 0 w 10678681"/>
              <a:gd name="connsiteY142" fmla="*/ 1294612 h 1357700"/>
              <a:gd name="connsiteX143" fmla="*/ 0 w 10678681"/>
              <a:gd name="connsiteY143" fmla="*/ 0 h 1357700"/>
              <a:gd name="connsiteX0" fmla="*/ 0 w 10678681"/>
              <a:gd name="connsiteY0" fmla="*/ 0 h 1353297"/>
              <a:gd name="connsiteX1" fmla="*/ 10678681 w 10678681"/>
              <a:gd name="connsiteY1" fmla="*/ 0 h 1353297"/>
              <a:gd name="connsiteX2" fmla="*/ 10666019 w 10678681"/>
              <a:gd name="connsiteY2" fmla="*/ 7876 h 1353297"/>
              <a:gd name="connsiteX3" fmla="*/ 10632825 w 10678681"/>
              <a:gd name="connsiteY3" fmla="*/ 32153 h 1353297"/>
              <a:gd name="connsiteX4" fmla="*/ 10510605 w 10678681"/>
              <a:gd name="connsiteY4" fmla="*/ 30449 h 1353297"/>
              <a:gd name="connsiteX5" fmla="*/ 10456989 w 10678681"/>
              <a:gd name="connsiteY5" fmla="*/ 979 h 1353297"/>
              <a:gd name="connsiteX6" fmla="*/ 10438642 w 10678681"/>
              <a:gd name="connsiteY6" fmla="*/ 1524 h 1353297"/>
              <a:gd name="connsiteX7" fmla="*/ 10407146 w 10678681"/>
              <a:gd name="connsiteY7" fmla="*/ 43659 h 1353297"/>
              <a:gd name="connsiteX8" fmla="*/ 10357996 w 10678681"/>
              <a:gd name="connsiteY8" fmla="*/ 50836 h 1353297"/>
              <a:gd name="connsiteX9" fmla="*/ 10306667 w 10678681"/>
              <a:gd name="connsiteY9" fmla="*/ 109739 h 1353297"/>
              <a:gd name="connsiteX10" fmla="*/ 10115334 w 10678681"/>
              <a:gd name="connsiteY10" fmla="*/ 155658 h 1353297"/>
              <a:gd name="connsiteX11" fmla="*/ 10068157 w 10678681"/>
              <a:gd name="connsiteY11" fmla="*/ 215673 h 1353297"/>
              <a:gd name="connsiteX12" fmla="*/ 10045431 w 10678681"/>
              <a:gd name="connsiteY12" fmla="*/ 229568 h 1353297"/>
              <a:gd name="connsiteX13" fmla="*/ 10013265 w 10678681"/>
              <a:gd name="connsiteY13" fmla="*/ 284757 h 1353297"/>
              <a:gd name="connsiteX14" fmla="*/ 9862496 w 10678681"/>
              <a:gd name="connsiteY14" fmla="*/ 223033 h 1353297"/>
              <a:gd name="connsiteX15" fmla="*/ 9679638 w 10678681"/>
              <a:gd name="connsiteY15" fmla="*/ 277462 h 1353297"/>
              <a:gd name="connsiteX16" fmla="*/ 9498347 w 10678681"/>
              <a:gd name="connsiteY16" fmla="*/ 244723 h 1353297"/>
              <a:gd name="connsiteX17" fmla="*/ 9399702 w 10678681"/>
              <a:gd name="connsiteY17" fmla="*/ 276316 h 1353297"/>
              <a:gd name="connsiteX18" fmla="*/ 9378439 w 10678681"/>
              <a:gd name="connsiteY18" fmla="*/ 326244 h 1353297"/>
              <a:gd name="connsiteX19" fmla="*/ 9121744 w 10678681"/>
              <a:gd name="connsiteY19" fmla="*/ 365177 h 1353297"/>
              <a:gd name="connsiteX20" fmla="*/ 9061654 w 10678681"/>
              <a:gd name="connsiteY20" fmla="*/ 393730 h 1353297"/>
              <a:gd name="connsiteX21" fmla="*/ 8997577 w 10678681"/>
              <a:gd name="connsiteY21" fmla="*/ 380865 h 1353297"/>
              <a:gd name="connsiteX22" fmla="*/ 8907968 w 10678681"/>
              <a:gd name="connsiteY22" fmla="*/ 447345 h 1353297"/>
              <a:gd name="connsiteX23" fmla="*/ 8764163 w 10678681"/>
              <a:gd name="connsiteY23" fmla="*/ 471000 h 1353297"/>
              <a:gd name="connsiteX24" fmla="*/ 8680155 w 10678681"/>
              <a:gd name="connsiteY24" fmla="*/ 492404 h 1353297"/>
              <a:gd name="connsiteX25" fmla="*/ 8651436 w 10678681"/>
              <a:gd name="connsiteY25" fmla="*/ 511923 h 1353297"/>
              <a:gd name="connsiteX26" fmla="*/ 8609185 w 10678681"/>
              <a:gd name="connsiteY26" fmla="*/ 531525 h 1353297"/>
              <a:gd name="connsiteX27" fmla="*/ 8537091 w 10678681"/>
              <a:gd name="connsiteY27" fmla="*/ 574933 h 1353297"/>
              <a:gd name="connsiteX28" fmla="*/ 8435931 w 10678681"/>
              <a:gd name="connsiteY28" fmla="*/ 617926 h 1353297"/>
              <a:gd name="connsiteX29" fmla="*/ 8348623 w 10678681"/>
              <a:gd name="connsiteY29" fmla="*/ 600607 h 1353297"/>
              <a:gd name="connsiteX30" fmla="*/ 8344233 w 10678681"/>
              <a:gd name="connsiteY30" fmla="*/ 610922 h 1353297"/>
              <a:gd name="connsiteX31" fmla="*/ 8290622 w 10678681"/>
              <a:gd name="connsiteY31" fmla="*/ 622687 h 1353297"/>
              <a:gd name="connsiteX32" fmla="*/ 8086698 w 10678681"/>
              <a:gd name="connsiteY32" fmla="*/ 605185 h 1353297"/>
              <a:gd name="connsiteX33" fmla="*/ 7982378 w 10678681"/>
              <a:gd name="connsiteY33" fmla="*/ 629799 h 1353297"/>
              <a:gd name="connsiteX34" fmla="*/ 7947952 w 10678681"/>
              <a:gd name="connsiteY34" fmla="*/ 648003 h 1353297"/>
              <a:gd name="connsiteX35" fmla="*/ 7890112 w 10678681"/>
              <a:gd name="connsiteY35" fmla="*/ 677915 h 1353297"/>
              <a:gd name="connsiteX36" fmla="*/ 7853284 w 10678681"/>
              <a:gd name="connsiteY36" fmla="*/ 723588 h 1353297"/>
              <a:gd name="connsiteX37" fmla="*/ 7802383 w 10678681"/>
              <a:gd name="connsiteY37" fmla="*/ 739359 h 1353297"/>
              <a:gd name="connsiteX38" fmla="*/ 7730518 w 10678681"/>
              <a:gd name="connsiteY38" fmla="*/ 739526 h 1353297"/>
              <a:gd name="connsiteX39" fmla="*/ 7652907 w 10678681"/>
              <a:gd name="connsiteY39" fmla="*/ 783273 h 1353297"/>
              <a:gd name="connsiteX40" fmla="*/ 7606008 w 10678681"/>
              <a:gd name="connsiteY40" fmla="*/ 800717 h 1353297"/>
              <a:gd name="connsiteX41" fmla="*/ 7480223 w 10678681"/>
              <a:gd name="connsiteY41" fmla="*/ 856821 h 1353297"/>
              <a:gd name="connsiteX42" fmla="*/ 7356005 w 10678681"/>
              <a:gd name="connsiteY42" fmla="*/ 919462 h 1353297"/>
              <a:gd name="connsiteX43" fmla="*/ 7305396 w 10678681"/>
              <a:gd name="connsiteY43" fmla="*/ 986228 h 1353297"/>
              <a:gd name="connsiteX44" fmla="*/ 7266251 w 10678681"/>
              <a:gd name="connsiteY44" fmla="*/ 967864 h 1353297"/>
              <a:gd name="connsiteX45" fmla="*/ 7269396 w 10678681"/>
              <a:gd name="connsiteY45" fmla="*/ 989282 h 1353297"/>
              <a:gd name="connsiteX46" fmla="*/ 7258094 w 10678681"/>
              <a:gd name="connsiteY46" fmla="*/ 990679 h 1353297"/>
              <a:gd name="connsiteX47" fmla="*/ 7257893 w 10678681"/>
              <a:gd name="connsiteY47" fmla="*/ 991204 h 1353297"/>
              <a:gd name="connsiteX48" fmla="*/ 7247153 w 10678681"/>
              <a:gd name="connsiteY48" fmla="*/ 991550 h 1353297"/>
              <a:gd name="connsiteX49" fmla="*/ 7193612 w 10678681"/>
              <a:gd name="connsiteY49" fmla="*/ 987042 h 1353297"/>
              <a:gd name="connsiteX50" fmla="*/ 7132632 w 10678681"/>
              <a:gd name="connsiteY50" fmla="*/ 1042036 h 1353297"/>
              <a:gd name="connsiteX51" fmla="*/ 7105610 w 10678681"/>
              <a:gd name="connsiteY51" fmla="*/ 1053537 h 1353297"/>
              <a:gd name="connsiteX52" fmla="*/ 7069148 w 10678681"/>
              <a:gd name="connsiteY52" fmla="*/ 1047163 h 1353297"/>
              <a:gd name="connsiteX53" fmla="*/ 7039634 w 10678681"/>
              <a:gd name="connsiteY53" fmla="*/ 1059971 h 1353297"/>
              <a:gd name="connsiteX54" fmla="*/ 7033445 w 10678681"/>
              <a:gd name="connsiteY54" fmla="*/ 1063314 h 1353297"/>
              <a:gd name="connsiteX55" fmla="*/ 6999157 w 10678681"/>
              <a:gd name="connsiteY55" fmla="*/ 1055282 h 1353297"/>
              <a:gd name="connsiteX56" fmla="*/ 6981874 w 10678681"/>
              <a:gd name="connsiteY56" fmla="*/ 1053827 h 1353297"/>
              <a:gd name="connsiteX57" fmla="*/ 6976102 w 10678681"/>
              <a:gd name="connsiteY57" fmla="*/ 1047854 h 1353297"/>
              <a:gd name="connsiteX58" fmla="*/ 6951040 w 10678681"/>
              <a:gd name="connsiteY58" fmla="*/ 1048531 h 1353297"/>
              <a:gd name="connsiteX59" fmla="*/ 6948497 w 10678681"/>
              <a:gd name="connsiteY59" fmla="*/ 1050706 h 1353297"/>
              <a:gd name="connsiteX60" fmla="*/ 6926582 w 10678681"/>
              <a:gd name="connsiteY60" fmla="*/ 1043462 h 1353297"/>
              <a:gd name="connsiteX61" fmla="*/ 6833743 w 10678681"/>
              <a:gd name="connsiteY61" fmla="*/ 1027960 h 1353297"/>
              <a:gd name="connsiteX62" fmla="*/ 6687090 w 10678681"/>
              <a:gd name="connsiteY62" fmla="*/ 1063250 h 1353297"/>
              <a:gd name="connsiteX63" fmla="*/ 6437450 w 10678681"/>
              <a:gd name="connsiteY63" fmla="*/ 1101075 h 1353297"/>
              <a:gd name="connsiteX64" fmla="*/ 6327795 w 10678681"/>
              <a:gd name="connsiteY64" fmla="*/ 1088142 h 1353297"/>
              <a:gd name="connsiteX65" fmla="*/ 6136549 w 10678681"/>
              <a:gd name="connsiteY65" fmla="*/ 1100268 h 1353297"/>
              <a:gd name="connsiteX66" fmla="*/ 6004655 w 10678681"/>
              <a:gd name="connsiteY66" fmla="*/ 1114946 h 1353297"/>
              <a:gd name="connsiteX67" fmla="*/ 5936643 w 10678681"/>
              <a:gd name="connsiteY67" fmla="*/ 1095428 h 1353297"/>
              <a:gd name="connsiteX68" fmla="*/ 5912484 w 10678681"/>
              <a:gd name="connsiteY68" fmla="*/ 1112624 h 1353297"/>
              <a:gd name="connsiteX69" fmla="*/ 5908387 w 10678681"/>
              <a:gd name="connsiteY69" fmla="*/ 1116018 h 1353297"/>
              <a:gd name="connsiteX70" fmla="*/ 5890495 w 10678681"/>
              <a:gd name="connsiteY70" fmla="*/ 1120268 h 1353297"/>
              <a:gd name="connsiteX71" fmla="*/ 5887318 w 10678681"/>
              <a:gd name="connsiteY71" fmla="*/ 1133134 h 1353297"/>
              <a:gd name="connsiteX72" fmla="*/ 5861726 w 10678681"/>
              <a:gd name="connsiteY72" fmla="*/ 1147891 h 1353297"/>
              <a:gd name="connsiteX73" fmla="*/ 5805823 w 10678681"/>
              <a:gd name="connsiteY73" fmla="*/ 1152457 h 1353297"/>
              <a:gd name="connsiteX74" fmla="*/ 5689841 w 10678681"/>
              <a:gd name="connsiteY74" fmla="*/ 1176232 h 1353297"/>
              <a:gd name="connsiteX75" fmla="*/ 5605119 w 10678681"/>
              <a:gd name="connsiteY75" fmla="*/ 1190202 h 1353297"/>
              <a:gd name="connsiteX76" fmla="*/ 5488513 w 10678681"/>
              <a:gd name="connsiteY76" fmla="*/ 1205367 h 1353297"/>
              <a:gd name="connsiteX77" fmla="*/ 5402905 w 10678681"/>
              <a:gd name="connsiteY77" fmla="*/ 1241191 h 1353297"/>
              <a:gd name="connsiteX78" fmla="*/ 5285593 w 10678681"/>
              <a:gd name="connsiteY78" fmla="*/ 1273569 h 1353297"/>
              <a:gd name="connsiteX79" fmla="*/ 5192893 w 10678681"/>
              <a:gd name="connsiteY79" fmla="*/ 1247188 h 1353297"/>
              <a:gd name="connsiteX80" fmla="*/ 5186475 w 10678681"/>
              <a:gd name="connsiteY80" fmla="*/ 1257028 h 1353297"/>
              <a:gd name="connsiteX81" fmla="*/ 5126038 w 10678681"/>
              <a:gd name="connsiteY81" fmla="*/ 1263189 h 1353297"/>
              <a:gd name="connsiteX82" fmla="*/ 4894688 w 10678681"/>
              <a:gd name="connsiteY82" fmla="*/ 1247184 h 1353297"/>
              <a:gd name="connsiteX83" fmla="*/ 4788036 w 10678681"/>
              <a:gd name="connsiteY83" fmla="*/ 1238182 h 1353297"/>
              <a:gd name="connsiteX84" fmla="*/ 4747555 w 10678681"/>
              <a:gd name="connsiteY84" fmla="*/ 1252768 h 1353297"/>
              <a:gd name="connsiteX85" fmla="*/ 4679644 w 10678681"/>
              <a:gd name="connsiteY85" fmla="*/ 1276603 h 1353297"/>
              <a:gd name="connsiteX86" fmla="*/ 4632222 w 10678681"/>
              <a:gd name="connsiteY86" fmla="*/ 1318360 h 1353297"/>
              <a:gd name="connsiteX87" fmla="*/ 4617358 w 10678681"/>
              <a:gd name="connsiteY87" fmla="*/ 1327690 h 1353297"/>
              <a:gd name="connsiteX88" fmla="*/ 4589102 w 10678681"/>
              <a:gd name="connsiteY88" fmla="*/ 1321223 h 1353297"/>
              <a:gd name="connsiteX89" fmla="*/ 4578184 w 10678681"/>
              <a:gd name="connsiteY89" fmla="*/ 1326745 h 1353297"/>
              <a:gd name="connsiteX90" fmla="*/ 4574270 w 10678681"/>
              <a:gd name="connsiteY90" fmla="*/ 1325878 h 1353297"/>
              <a:gd name="connsiteX91" fmla="*/ 4564919 w 10678681"/>
              <a:gd name="connsiteY91" fmla="*/ 1325507 h 1353297"/>
              <a:gd name="connsiteX92" fmla="*/ 4566586 w 10678681"/>
              <a:gd name="connsiteY92" fmla="*/ 1316963 h 1353297"/>
              <a:gd name="connsiteX93" fmla="*/ 4556303 w 10678681"/>
              <a:gd name="connsiteY93" fmla="*/ 1300262 h 1353297"/>
              <a:gd name="connsiteX94" fmla="*/ 4502358 w 10678681"/>
              <a:gd name="connsiteY94" fmla="*/ 1302558 h 1353297"/>
              <a:gd name="connsiteX95" fmla="*/ 4498919 w 10678681"/>
              <a:gd name="connsiteY95" fmla="*/ 1312115 h 1353297"/>
              <a:gd name="connsiteX96" fmla="*/ 4492075 w 10678681"/>
              <a:gd name="connsiteY96" fmla="*/ 1313357 h 1353297"/>
              <a:gd name="connsiteX97" fmla="*/ 4487466 w 10678681"/>
              <a:gd name="connsiteY97" fmla="*/ 1304102 h 1353297"/>
              <a:gd name="connsiteX98" fmla="*/ 4398292 w 10678681"/>
              <a:gd name="connsiteY98" fmla="*/ 1278410 h 1353297"/>
              <a:gd name="connsiteX99" fmla="*/ 4306088 w 10678681"/>
              <a:gd name="connsiteY99" fmla="*/ 1282512 h 1353297"/>
              <a:gd name="connsiteX100" fmla="*/ 4188995 w 10678681"/>
              <a:gd name="connsiteY100" fmla="*/ 1296718 h 1353297"/>
              <a:gd name="connsiteX101" fmla="*/ 4136582 w 10678681"/>
              <a:gd name="connsiteY101" fmla="*/ 1287687 h 1353297"/>
              <a:gd name="connsiteX102" fmla="*/ 4064614 w 10678681"/>
              <a:gd name="connsiteY102" fmla="*/ 1296118 h 1353297"/>
              <a:gd name="connsiteX103" fmla="*/ 3906561 w 10678681"/>
              <a:gd name="connsiteY103" fmla="*/ 1352435 h 1353297"/>
              <a:gd name="connsiteX104" fmla="*/ 3787890 w 10678681"/>
              <a:gd name="connsiteY104" fmla="*/ 1352442 h 1353297"/>
              <a:gd name="connsiteX105" fmla="*/ 3745993 w 10678681"/>
              <a:gd name="connsiteY105" fmla="*/ 1342630 h 1353297"/>
              <a:gd name="connsiteX106" fmla="*/ 3675785 w 10678681"/>
              <a:gd name="connsiteY106" fmla="*/ 1326802 h 1353297"/>
              <a:gd name="connsiteX107" fmla="*/ 3623856 w 10678681"/>
              <a:gd name="connsiteY107" fmla="*/ 1290804 h 1353297"/>
              <a:gd name="connsiteX108" fmla="*/ 3564933 w 10678681"/>
              <a:gd name="connsiteY108" fmla="*/ 1287147 h 1353297"/>
              <a:gd name="connsiteX109" fmla="*/ 3550537 w 10678681"/>
              <a:gd name="connsiteY109" fmla="*/ 1317552 h 1353297"/>
              <a:gd name="connsiteX110" fmla="*/ 3487736 w 10678681"/>
              <a:gd name="connsiteY110" fmla="*/ 1303493 h 1353297"/>
              <a:gd name="connsiteX111" fmla="*/ 3392548 w 10678681"/>
              <a:gd name="connsiteY111" fmla="*/ 1278741 h 1353297"/>
              <a:gd name="connsiteX112" fmla="*/ 3337466 w 10678681"/>
              <a:gd name="connsiteY112" fmla="*/ 1272537 h 1353297"/>
              <a:gd name="connsiteX113" fmla="*/ 3187206 w 10678681"/>
              <a:gd name="connsiteY113" fmla="*/ 1246821 h 1353297"/>
              <a:gd name="connsiteX114" fmla="*/ 3036856 w 10678681"/>
              <a:gd name="connsiteY114" fmla="*/ 1214383 h 1353297"/>
              <a:gd name="connsiteX115" fmla="*/ 2824973 w 10678681"/>
              <a:gd name="connsiteY115" fmla="*/ 1134864 h 1353297"/>
              <a:gd name="connsiteX116" fmla="*/ 2804398 w 10678681"/>
              <a:gd name="connsiteY116" fmla="*/ 1125556 h 1353297"/>
              <a:gd name="connsiteX117" fmla="*/ 2775396 w 10678681"/>
              <a:gd name="connsiteY117" fmla="*/ 1130148 h 1353297"/>
              <a:gd name="connsiteX118" fmla="*/ 2659096 w 10678681"/>
              <a:gd name="connsiteY118" fmla="*/ 1150294 h 1353297"/>
              <a:gd name="connsiteX119" fmla="*/ 2567088 w 10678681"/>
              <a:gd name="connsiteY119" fmla="*/ 1181781 h 1353297"/>
              <a:gd name="connsiteX120" fmla="*/ 2454501 w 10678681"/>
              <a:gd name="connsiteY120" fmla="*/ 1155455 h 1353297"/>
              <a:gd name="connsiteX121" fmla="*/ 2385161 w 10678681"/>
              <a:gd name="connsiteY121" fmla="*/ 1161312 h 1353297"/>
              <a:gd name="connsiteX122" fmla="*/ 2273361 w 10678681"/>
              <a:gd name="connsiteY122" fmla="*/ 1134090 h 1353297"/>
              <a:gd name="connsiteX123" fmla="*/ 2132003 w 10678681"/>
              <a:gd name="connsiteY123" fmla="*/ 1139225 h 1353297"/>
              <a:gd name="connsiteX124" fmla="*/ 2052449 w 10678681"/>
              <a:gd name="connsiteY124" fmla="*/ 1109687 h 1353297"/>
              <a:gd name="connsiteX125" fmla="*/ 2010157 w 10678681"/>
              <a:gd name="connsiteY125" fmla="*/ 1152767 h 1353297"/>
              <a:gd name="connsiteX126" fmla="*/ 1901837 w 10678681"/>
              <a:gd name="connsiteY126" fmla="*/ 1221762 h 1353297"/>
              <a:gd name="connsiteX127" fmla="*/ 1836762 w 10678681"/>
              <a:gd name="connsiteY127" fmla="*/ 1237387 h 1353297"/>
              <a:gd name="connsiteX128" fmla="*/ 1735877 w 10678681"/>
              <a:gd name="connsiteY128" fmla="*/ 1246527 h 1353297"/>
              <a:gd name="connsiteX129" fmla="*/ 1705069 w 10678681"/>
              <a:gd name="connsiteY129" fmla="*/ 1251989 h 1353297"/>
              <a:gd name="connsiteX130" fmla="*/ 1408915 w 10678681"/>
              <a:gd name="connsiteY130" fmla="*/ 1268017 h 1353297"/>
              <a:gd name="connsiteX131" fmla="*/ 1220734 w 10678681"/>
              <a:gd name="connsiteY131" fmla="*/ 1257811 h 1353297"/>
              <a:gd name="connsiteX132" fmla="*/ 1021737 w 10678681"/>
              <a:gd name="connsiteY132" fmla="*/ 1238739 h 1353297"/>
              <a:gd name="connsiteX133" fmla="*/ 959820 w 10678681"/>
              <a:gd name="connsiteY133" fmla="*/ 1275863 h 1353297"/>
              <a:gd name="connsiteX134" fmla="*/ 929137 w 10678681"/>
              <a:gd name="connsiteY134" fmla="*/ 1273957 h 1353297"/>
              <a:gd name="connsiteX135" fmla="*/ 878849 w 10678681"/>
              <a:gd name="connsiteY135" fmla="*/ 1266740 h 1353297"/>
              <a:gd name="connsiteX136" fmla="*/ 800667 w 10678681"/>
              <a:gd name="connsiteY136" fmla="*/ 1282041 h 1353297"/>
              <a:gd name="connsiteX137" fmla="*/ 644906 w 10678681"/>
              <a:gd name="connsiteY137" fmla="*/ 1273685 h 1353297"/>
              <a:gd name="connsiteX138" fmla="*/ 379869 w 10678681"/>
              <a:gd name="connsiteY138" fmla="*/ 1339165 h 1353297"/>
              <a:gd name="connsiteX139" fmla="*/ 137696 w 10678681"/>
              <a:gd name="connsiteY139" fmla="*/ 1319217 h 1353297"/>
              <a:gd name="connsiteX140" fmla="*/ 54250 w 10678681"/>
              <a:gd name="connsiteY140" fmla="*/ 1315838 h 1353297"/>
              <a:gd name="connsiteX141" fmla="*/ 28042 w 10678681"/>
              <a:gd name="connsiteY141" fmla="*/ 1297822 h 1353297"/>
              <a:gd name="connsiteX142" fmla="*/ 0 w 10678681"/>
              <a:gd name="connsiteY142" fmla="*/ 1294612 h 1353297"/>
              <a:gd name="connsiteX143" fmla="*/ 0 w 10678681"/>
              <a:gd name="connsiteY143" fmla="*/ 0 h 1353297"/>
              <a:gd name="connsiteX0" fmla="*/ 0 w 10678681"/>
              <a:gd name="connsiteY0" fmla="*/ 0 h 1353297"/>
              <a:gd name="connsiteX1" fmla="*/ 10678681 w 10678681"/>
              <a:gd name="connsiteY1" fmla="*/ 0 h 1353297"/>
              <a:gd name="connsiteX2" fmla="*/ 10666019 w 10678681"/>
              <a:gd name="connsiteY2" fmla="*/ 7876 h 1353297"/>
              <a:gd name="connsiteX3" fmla="*/ 10632825 w 10678681"/>
              <a:gd name="connsiteY3" fmla="*/ 32153 h 1353297"/>
              <a:gd name="connsiteX4" fmla="*/ 10510605 w 10678681"/>
              <a:gd name="connsiteY4" fmla="*/ 30449 h 1353297"/>
              <a:gd name="connsiteX5" fmla="*/ 10456989 w 10678681"/>
              <a:gd name="connsiteY5" fmla="*/ 979 h 1353297"/>
              <a:gd name="connsiteX6" fmla="*/ 10438642 w 10678681"/>
              <a:gd name="connsiteY6" fmla="*/ 1524 h 1353297"/>
              <a:gd name="connsiteX7" fmla="*/ 10407146 w 10678681"/>
              <a:gd name="connsiteY7" fmla="*/ 43659 h 1353297"/>
              <a:gd name="connsiteX8" fmla="*/ 10357996 w 10678681"/>
              <a:gd name="connsiteY8" fmla="*/ 50836 h 1353297"/>
              <a:gd name="connsiteX9" fmla="*/ 10306667 w 10678681"/>
              <a:gd name="connsiteY9" fmla="*/ 109739 h 1353297"/>
              <a:gd name="connsiteX10" fmla="*/ 10115334 w 10678681"/>
              <a:gd name="connsiteY10" fmla="*/ 155658 h 1353297"/>
              <a:gd name="connsiteX11" fmla="*/ 10068157 w 10678681"/>
              <a:gd name="connsiteY11" fmla="*/ 215673 h 1353297"/>
              <a:gd name="connsiteX12" fmla="*/ 10045431 w 10678681"/>
              <a:gd name="connsiteY12" fmla="*/ 229568 h 1353297"/>
              <a:gd name="connsiteX13" fmla="*/ 10013265 w 10678681"/>
              <a:gd name="connsiteY13" fmla="*/ 284757 h 1353297"/>
              <a:gd name="connsiteX14" fmla="*/ 9862496 w 10678681"/>
              <a:gd name="connsiteY14" fmla="*/ 223033 h 1353297"/>
              <a:gd name="connsiteX15" fmla="*/ 9679638 w 10678681"/>
              <a:gd name="connsiteY15" fmla="*/ 277462 h 1353297"/>
              <a:gd name="connsiteX16" fmla="*/ 9498347 w 10678681"/>
              <a:gd name="connsiteY16" fmla="*/ 244723 h 1353297"/>
              <a:gd name="connsiteX17" fmla="*/ 9399702 w 10678681"/>
              <a:gd name="connsiteY17" fmla="*/ 276316 h 1353297"/>
              <a:gd name="connsiteX18" fmla="*/ 9378439 w 10678681"/>
              <a:gd name="connsiteY18" fmla="*/ 326244 h 1353297"/>
              <a:gd name="connsiteX19" fmla="*/ 9121744 w 10678681"/>
              <a:gd name="connsiteY19" fmla="*/ 365177 h 1353297"/>
              <a:gd name="connsiteX20" fmla="*/ 9061654 w 10678681"/>
              <a:gd name="connsiteY20" fmla="*/ 393730 h 1353297"/>
              <a:gd name="connsiteX21" fmla="*/ 8997577 w 10678681"/>
              <a:gd name="connsiteY21" fmla="*/ 380865 h 1353297"/>
              <a:gd name="connsiteX22" fmla="*/ 8907968 w 10678681"/>
              <a:gd name="connsiteY22" fmla="*/ 447345 h 1353297"/>
              <a:gd name="connsiteX23" fmla="*/ 8764163 w 10678681"/>
              <a:gd name="connsiteY23" fmla="*/ 471000 h 1353297"/>
              <a:gd name="connsiteX24" fmla="*/ 8680155 w 10678681"/>
              <a:gd name="connsiteY24" fmla="*/ 492404 h 1353297"/>
              <a:gd name="connsiteX25" fmla="*/ 8651436 w 10678681"/>
              <a:gd name="connsiteY25" fmla="*/ 511923 h 1353297"/>
              <a:gd name="connsiteX26" fmla="*/ 8609185 w 10678681"/>
              <a:gd name="connsiteY26" fmla="*/ 531525 h 1353297"/>
              <a:gd name="connsiteX27" fmla="*/ 8537091 w 10678681"/>
              <a:gd name="connsiteY27" fmla="*/ 574933 h 1353297"/>
              <a:gd name="connsiteX28" fmla="*/ 8435931 w 10678681"/>
              <a:gd name="connsiteY28" fmla="*/ 617926 h 1353297"/>
              <a:gd name="connsiteX29" fmla="*/ 8348623 w 10678681"/>
              <a:gd name="connsiteY29" fmla="*/ 600607 h 1353297"/>
              <a:gd name="connsiteX30" fmla="*/ 8344233 w 10678681"/>
              <a:gd name="connsiteY30" fmla="*/ 610922 h 1353297"/>
              <a:gd name="connsiteX31" fmla="*/ 8290622 w 10678681"/>
              <a:gd name="connsiteY31" fmla="*/ 622687 h 1353297"/>
              <a:gd name="connsiteX32" fmla="*/ 8086698 w 10678681"/>
              <a:gd name="connsiteY32" fmla="*/ 605185 h 1353297"/>
              <a:gd name="connsiteX33" fmla="*/ 7982378 w 10678681"/>
              <a:gd name="connsiteY33" fmla="*/ 629799 h 1353297"/>
              <a:gd name="connsiteX34" fmla="*/ 7947952 w 10678681"/>
              <a:gd name="connsiteY34" fmla="*/ 648003 h 1353297"/>
              <a:gd name="connsiteX35" fmla="*/ 7890112 w 10678681"/>
              <a:gd name="connsiteY35" fmla="*/ 677915 h 1353297"/>
              <a:gd name="connsiteX36" fmla="*/ 7853284 w 10678681"/>
              <a:gd name="connsiteY36" fmla="*/ 723588 h 1353297"/>
              <a:gd name="connsiteX37" fmla="*/ 7802383 w 10678681"/>
              <a:gd name="connsiteY37" fmla="*/ 739359 h 1353297"/>
              <a:gd name="connsiteX38" fmla="*/ 7730518 w 10678681"/>
              <a:gd name="connsiteY38" fmla="*/ 739526 h 1353297"/>
              <a:gd name="connsiteX39" fmla="*/ 7652907 w 10678681"/>
              <a:gd name="connsiteY39" fmla="*/ 783273 h 1353297"/>
              <a:gd name="connsiteX40" fmla="*/ 7606008 w 10678681"/>
              <a:gd name="connsiteY40" fmla="*/ 800717 h 1353297"/>
              <a:gd name="connsiteX41" fmla="*/ 7480223 w 10678681"/>
              <a:gd name="connsiteY41" fmla="*/ 856821 h 1353297"/>
              <a:gd name="connsiteX42" fmla="*/ 7356005 w 10678681"/>
              <a:gd name="connsiteY42" fmla="*/ 919462 h 1353297"/>
              <a:gd name="connsiteX43" fmla="*/ 7305396 w 10678681"/>
              <a:gd name="connsiteY43" fmla="*/ 986228 h 1353297"/>
              <a:gd name="connsiteX44" fmla="*/ 7266251 w 10678681"/>
              <a:gd name="connsiteY44" fmla="*/ 967864 h 1353297"/>
              <a:gd name="connsiteX45" fmla="*/ 7269396 w 10678681"/>
              <a:gd name="connsiteY45" fmla="*/ 989282 h 1353297"/>
              <a:gd name="connsiteX46" fmla="*/ 7258094 w 10678681"/>
              <a:gd name="connsiteY46" fmla="*/ 990679 h 1353297"/>
              <a:gd name="connsiteX47" fmla="*/ 7257893 w 10678681"/>
              <a:gd name="connsiteY47" fmla="*/ 991204 h 1353297"/>
              <a:gd name="connsiteX48" fmla="*/ 7247153 w 10678681"/>
              <a:gd name="connsiteY48" fmla="*/ 991550 h 1353297"/>
              <a:gd name="connsiteX49" fmla="*/ 7193612 w 10678681"/>
              <a:gd name="connsiteY49" fmla="*/ 987042 h 1353297"/>
              <a:gd name="connsiteX50" fmla="*/ 7132632 w 10678681"/>
              <a:gd name="connsiteY50" fmla="*/ 1042036 h 1353297"/>
              <a:gd name="connsiteX51" fmla="*/ 7105610 w 10678681"/>
              <a:gd name="connsiteY51" fmla="*/ 1053537 h 1353297"/>
              <a:gd name="connsiteX52" fmla="*/ 7069148 w 10678681"/>
              <a:gd name="connsiteY52" fmla="*/ 1047163 h 1353297"/>
              <a:gd name="connsiteX53" fmla="*/ 7039634 w 10678681"/>
              <a:gd name="connsiteY53" fmla="*/ 1059971 h 1353297"/>
              <a:gd name="connsiteX54" fmla="*/ 7033445 w 10678681"/>
              <a:gd name="connsiteY54" fmla="*/ 1063314 h 1353297"/>
              <a:gd name="connsiteX55" fmla="*/ 6999157 w 10678681"/>
              <a:gd name="connsiteY55" fmla="*/ 1055282 h 1353297"/>
              <a:gd name="connsiteX56" fmla="*/ 6981874 w 10678681"/>
              <a:gd name="connsiteY56" fmla="*/ 1053827 h 1353297"/>
              <a:gd name="connsiteX57" fmla="*/ 6976102 w 10678681"/>
              <a:gd name="connsiteY57" fmla="*/ 1047854 h 1353297"/>
              <a:gd name="connsiteX58" fmla="*/ 6951040 w 10678681"/>
              <a:gd name="connsiteY58" fmla="*/ 1048531 h 1353297"/>
              <a:gd name="connsiteX59" fmla="*/ 6948497 w 10678681"/>
              <a:gd name="connsiteY59" fmla="*/ 1050706 h 1353297"/>
              <a:gd name="connsiteX60" fmla="*/ 6926582 w 10678681"/>
              <a:gd name="connsiteY60" fmla="*/ 1043462 h 1353297"/>
              <a:gd name="connsiteX61" fmla="*/ 6833743 w 10678681"/>
              <a:gd name="connsiteY61" fmla="*/ 1027960 h 1353297"/>
              <a:gd name="connsiteX62" fmla="*/ 6687090 w 10678681"/>
              <a:gd name="connsiteY62" fmla="*/ 1063250 h 1353297"/>
              <a:gd name="connsiteX63" fmla="*/ 6437450 w 10678681"/>
              <a:gd name="connsiteY63" fmla="*/ 1101075 h 1353297"/>
              <a:gd name="connsiteX64" fmla="*/ 6327795 w 10678681"/>
              <a:gd name="connsiteY64" fmla="*/ 1088142 h 1353297"/>
              <a:gd name="connsiteX65" fmla="*/ 6136549 w 10678681"/>
              <a:gd name="connsiteY65" fmla="*/ 1100268 h 1353297"/>
              <a:gd name="connsiteX66" fmla="*/ 6004655 w 10678681"/>
              <a:gd name="connsiteY66" fmla="*/ 1114946 h 1353297"/>
              <a:gd name="connsiteX67" fmla="*/ 5936643 w 10678681"/>
              <a:gd name="connsiteY67" fmla="*/ 1095428 h 1353297"/>
              <a:gd name="connsiteX68" fmla="*/ 5912484 w 10678681"/>
              <a:gd name="connsiteY68" fmla="*/ 1112624 h 1353297"/>
              <a:gd name="connsiteX69" fmla="*/ 5908387 w 10678681"/>
              <a:gd name="connsiteY69" fmla="*/ 1116018 h 1353297"/>
              <a:gd name="connsiteX70" fmla="*/ 5890495 w 10678681"/>
              <a:gd name="connsiteY70" fmla="*/ 1120268 h 1353297"/>
              <a:gd name="connsiteX71" fmla="*/ 5887318 w 10678681"/>
              <a:gd name="connsiteY71" fmla="*/ 1133134 h 1353297"/>
              <a:gd name="connsiteX72" fmla="*/ 5861726 w 10678681"/>
              <a:gd name="connsiteY72" fmla="*/ 1147891 h 1353297"/>
              <a:gd name="connsiteX73" fmla="*/ 5805823 w 10678681"/>
              <a:gd name="connsiteY73" fmla="*/ 1152457 h 1353297"/>
              <a:gd name="connsiteX74" fmla="*/ 5689841 w 10678681"/>
              <a:gd name="connsiteY74" fmla="*/ 1176232 h 1353297"/>
              <a:gd name="connsiteX75" fmla="*/ 5605119 w 10678681"/>
              <a:gd name="connsiteY75" fmla="*/ 1190202 h 1353297"/>
              <a:gd name="connsiteX76" fmla="*/ 5488513 w 10678681"/>
              <a:gd name="connsiteY76" fmla="*/ 1205367 h 1353297"/>
              <a:gd name="connsiteX77" fmla="*/ 5402905 w 10678681"/>
              <a:gd name="connsiteY77" fmla="*/ 1241191 h 1353297"/>
              <a:gd name="connsiteX78" fmla="*/ 5285593 w 10678681"/>
              <a:gd name="connsiteY78" fmla="*/ 1273569 h 1353297"/>
              <a:gd name="connsiteX79" fmla="*/ 5192893 w 10678681"/>
              <a:gd name="connsiteY79" fmla="*/ 1247188 h 1353297"/>
              <a:gd name="connsiteX80" fmla="*/ 5186475 w 10678681"/>
              <a:gd name="connsiteY80" fmla="*/ 1257028 h 1353297"/>
              <a:gd name="connsiteX81" fmla="*/ 5126038 w 10678681"/>
              <a:gd name="connsiteY81" fmla="*/ 1263189 h 1353297"/>
              <a:gd name="connsiteX82" fmla="*/ 4894688 w 10678681"/>
              <a:gd name="connsiteY82" fmla="*/ 1247184 h 1353297"/>
              <a:gd name="connsiteX83" fmla="*/ 4788036 w 10678681"/>
              <a:gd name="connsiteY83" fmla="*/ 1238182 h 1353297"/>
              <a:gd name="connsiteX84" fmla="*/ 4747555 w 10678681"/>
              <a:gd name="connsiteY84" fmla="*/ 1252768 h 1353297"/>
              <a:gd name="connsiteX85" fmla="*/ 4679644 w 10678681"/>
              <a:gd name="connsiteY85" fmla="*/ 1276603 h 1353297"/>
              <a:gd name="connsiteX86" fmla="*/ 4632222 w 10678681"/>
              <a:gd name="connsiteY86" fmla="*/ 1318360 h 1353297"/>
              <a:gd name="connsiteX87" fmla="*/ 4617358 w 10678681"/>
              <a:gd name="connsiteY87" fmla="*/ 1327690 h 1353297"/>
              <a:gd name="connsiteX88" fmla="*/ 4589102 w 10678681"/>
              <a:gd name="connsiteY88" fmla="*/ 1321223 h 1353297"/>
              <a:gd name="connsiteX89" fmla="*/ 4578184 w 10678681"/>
              <a:gd name="connsiteY89" fmla="*/ 1326745 h 1353297"/>
              <a:gd name="connsiteX90" fmla="*/ 4574270 w 10678681"/>
              <a:gd name="connsiteY90" fmla="*/ 1325878 h 1353297"/>
              <a:gd name="connsiteX91" fmla="*/ 4564919 w 10678681"/>
              <a:gd name="connsiteY91" fmla="*/ 1325507 h 1353297"/>
              <a:gd name="connsiteX92" fmla="*/ 4566586 w 10678681"/>
              <a:gd name="connsiteY92" fmla="*/ 1316963 h 1353297"/>
              <a:gd name="connsiteX93" fmla="*/ 4556303 w 10678681"/>
              <a:gd name="connsiteY93" fmla="*/ 1300262 h 1353297"/>
              <a:gd name="connsiteX94" fmla="*/ 4502358 w 10678681"/>
              <a:gd name="connsiteY94" fmla="*/ 1302558 h 1353297"/>
              <a:gd name="connsiteX95" fmla="*/ 4498919 w 10678681"/>
              <a:gd name="connsiteY95" fmla="*/ 1312115 h 1353297"/>
              <a:gd name="connsiteX96" fmla="*/ 4492075 w 10678681"/>
              <a:gd name="connsiteY96" fmla="*/ 1313357 h 1353297"/>
              <a:gd name="connsiteX97" fmla="*/ 4487466 w 10678681"/>
              <a:gd name="connsiteY97" fmla="*/ 1304102 h 1353297"/>
              <a:gd name="connsiteX98" fmla="*/ 4398292 w 10678681"/>
              <a:gd name="connsiteY98" fmla="*/ 1278410 h 1353297"/>
              <a:gd name="connsiteX99" fmla="*/ 4306088 w 10678681"/>
              <a:gd name="connsiteY99" fmla="*/ 1282512 h 1353297"/>
              <a:gd name="connsiteX100" fmla="*/ 4188995 w 10678681"/>
              <a:gd name="connsiteY100" fmla="*/ 1296718 h 1353297"/>
              <a:gd name="connsiteX101" fmla="*/ 4136582 w 10678681"/>
              <a:gd name="connsiteY101" fmla="*/ 1287687 h 1353297"/>
              <a:gd name="connsiteX102" fmla="*/ 4064614 w 10678681"/>
              <a:gd name="connsiteY102" fmla="*/ 1296118 h 1353297"/>
              <a:gd name="connsiteX103" fmla="*/ 3906561 w 10678681"/>
              <a:gd name="connsiteY103" fmla="*/ 1352435 h 1353297"/>
              <a:gd name="connsiteX104" fmla="*/ 3787890 w 10678681"/>
              <a:gd name="connsiteY104" fmla="*/ 1352442 h 1353297"/>
              <a:gd name="connsiteX105" fmla="*/ 3745993 w 10678681"/>
              <a:gd name="connsiteY105" fmla="*/ 1342630 h 1353297"/>
              <a:gd name="connsiteX106" fmla="*/ 3675785 w 10678681"/>
              <a:gd name="connsiteY106" fmla="*/ 1326802 h 1353297"/>
              <a:gd name="connsiteX107" fmla="*/ 3623856 w 10678681"/>
              <a:gd name="connsiteY107" fmla="*/ 1290804 h 1353297"/>
              <a:gd name="connsiteX108" fmla="*/ 3564933 w 10678681"/>
              <a:gd name="connsiteY108" fmla="*/ 1287147 h 1353297"/>
              <a:gd name="connsiteX109" fmla="*/ 3550537 w 10678681"/>
              <a:gd name="connsiteY109" fmla="*/ 1317552 h 1353297"/>
              <a:gd name="connsiteX110" fmla="*/ 3487736 w 10678681"/>
              <a:gd name="connsiteY110" fmla="*/ 1303493 h 1353297"/>
              <a:gd name="connsiteX111" fmla="*/ 3392548 w 10678681"/>
              <a:gd name="connsiteY111" fmla="*/ 1278741 h 1353297"/>
              <a:gd name="connsiteX112" fmla="*/ 3337466 w 10678681"/>
              <a:gd name="connsiteY112" fmla="*/ 1272537 h 1353297"/>
              <a:gd name="connsiteX113" fmla="*/ 3187206 w 10678681"/>
              <a:gd name="connsiteY113" fmla="*/ 1246821 h 1353297"/>
              <a:gd name="connsiteX114" fmla="*/ 3036856 w 10678681"/>
              <a:gd name="connsiteY114" fmla="*/ 1214383 h 1353297"/>
              <a:gd name="connsiteX115" fmla="*/ 2824973 w 10678681"/>
              <a:gd name="connsiteY115" fmla="*/ 1134864 h 1353297"/>
              <a:gd name="connsiteX116" fmla="*/ 2804398 w 10678681"/>
              <a:gd name="connsiteY116" fmla="*/ 1125556 h 1353297"/>
              <a:gd name="connsiteX117" fmla="*/ 2775396 w 10678681"/>
              <a:gd name="connsiteY117" fmla="*/ 1130148 h 1353297"/>
              <a:gd name="connsiteX118" fmla="*/ 2659096 w 10678681"/>
              <a:gd name="connsiteY118" fmla="*/ 1150294 h 1353297"/>
              <a:gd name="connsiteX119" fmla="*/ 2567088 w 10678681"/>
              <a:gd name="connsiteY119" fmla="*/ 1181781 h 1353297"/>
              <a:gd name="connsiteX120" fmla="*/ 2454501 w 10678681"/>
              <a:gd name="connsiteY120" fmla="*/ 1155455 h 1353297"/>
              <a:gd name="connsiteX121" fmla="*/ 2385161 w 10678681"/>
              <a:gd name="connsiteY121" fmla="*/ 1161312 h 1353297"/>
              <a:gd name="connsiteX122" fmla="*/ 2273361 w 10678681"/>
              <a:gd name="connsiteY122" fmla="*/ 1134090 h 1353297"/>
              <a:gd name="connsiteX123" fmla="*/ 2132003 w 10678681"/>
              <a:gd name="connsiteY123" fmla="*/ 1139225 h 1353297"/>
              <a:gd name="connsiteX124" fmla="*/ 2052449 w 10678681"/>
              <a:gd name="connsiteY124" fmla="*/ 1109687 h 1353297"/>
              <a:gd name="connsiteX125" fmla="*/ 2010157 w 10678681"/>
              <a:gd name="connsiteY125" fmla="*/ 1152767 h 1353297"/>
              <a:gd name="connsiteX126" fmla="*/ 1901837 w 10678681"/>
              <a:gd name="connsiteY126" fmla="*/ 1221762 h 1353297"/>
              <a:gd name="connsiteX127" fmla="*/ 1836762 w 10678681"/>
              <a:gd name="connsiteY127" fmla="*/ 1237387 h 1353297"/>
              <a:gd name="connsiteX128" fmla="*/ 1735877 w 10678681"/>
              <a:gd name="connsiteY128" fmla="*/ 1246527 h 1353297"/>
              <a:gd name="connsiteX129" fmla="*/ 1705069 w 10678681"/>
              <a:gd name="connsiteY129" fmla="*/ 1251989 h 1353297"/>
              <a:gd name="connsiteX130" fmla="*/ 1408915 w 10678681"/>
              <a:gd name="connsiteY130" fmla="*/ 1268017 h 1353297"/>
              <a:gd name="connsiteX131" fmla="*/ 1220734 w 10678681"/>
              <a:gd name="connsiteY131" fmla="*/ 1257811 h 1353297"/>
              <a:gd name="connsiteX132" fmla="*/ 1021737 w 10678681"/>
              <a:gd name="connsiteY132" fmla="*/ 1238739 h 1353297"/>
              <a:gd name="connsiteX133" fmla="*/ 959820 w 10678681"/>
              <a:gd name="connsiteY133" fmla="*/ 1275863 h 1353297"/>
              <a:gd name="connsiteX134" fmla="*/ 929137 w 10678681"/>
              <a:gd name="connsiteY134" fmla="*/ 1273957 h 1353297"/>
              <a:gd name="connsiteX135" fmla="*/ 878849 w 10678681"/>
              <a:gd name="connsiteY135" fmla="*/ 1266740 h 1353297"/>
              <a:gd name="connsiteX136" fmla="*/ 800667 w 10678681"/>
              <a:gd name="connsiteY136" fmla="*/ 1282041 h 1353297"/>
              <a:gd name="connsiteX137" fmla="*/ 644906 w 10678681"/>
              <a:gd name="connsiteY137" fmla="*/ 1273685 h 1353297"/>
              <a:gd name="connsiteX138" fmla="*/ 379869 w 10678681"/>
              <a:gd name="connsiteY138" fmla="*/ 1339165 h 1353297"/>
              <a:gd name="connsiteX139" fmla="*/ 137696 w 10678681"/>
              <a:gd name="connsiteY139" fmla="*/ 1319217 h 1353297"/>
              <a:gd name="connsiteX140" fmla="*/ 54250 w 10678681"/>
              <a:gd name="connsiteY140" fmla="*/ 1315838 h 1353297"/>
              <a:gd name="connsiteX141" fmla="*/ 28042 w 10678681"/>
              <a:gd name="connsiteY141" fmla="*/ 1297822 h 1353297"/>
              <a:gd name="connsiteX142" fmla="*/ 0 w 10678681"/>
              <a:gd name="connsiteY142" fmla="*/ 1294612 h 1353297"/>
              <a:gd name="connsiteX143" fmla="*/ 0 w 10678681"/>
              <a:gd name="connsiteY143" fmla="*/ 0 h 1353297"/>
              <a:gd name="connsiteX0" fmla="*/ 0 w 10678681"/>
              <a:gd name="connsiteY0" fmla="*/ 0 h 1353297"/>
              <a:gd name="connsiteX1" fmla="*/ 10678681 w 10678681"/>
              <a:gd name="connsiteY1" fmla="*/ 0 h 1353297"/>
              <a:gd name="connsiteX2" fmla="*/ 10666019 w 10678681"/>
              <a:gd name="connsiteY2" fmla="*/ 7876 h 1353297"/>
              <a:gd name="connsiteX3" fmla="*/ 10632825 w 10678681"/>
              <a:gd name="connsiteY3" fmla="*/ 32153 h 1353297"/>
              <a:gd name="connsiteX4" fmla="*/ 10510605 w 10678681"/>
              <a:gd name="connsiteY4" fmla="*/ 30449 h 1353297"/>
              <a:gd name="connsiteX5" fmla="*/ 10456989 w 10678681"/>
              <a:gd name="connsiteY5" fmla="*/ 979 h 1353297"/>
              <a:gd name="connsiteX6" fmla="*/ 10438642 w 10678681"/>
              <a:gd name="connsiteY6" fmla="*/ 1524 h 1353297"/>
              <a:gd name="connsiteX7" fmla="*/ 10407146 w 10678681"/>
              <a:gd name="connsiteY7" fmla="*/ 43659 h 1353297"/>
              <a:gd name="connsiteX8" fmla="*/ 10357996 w 10678681"/>
              <a:gd name="connsiteY8" fmla="*/ 50836 h 1353297"/>
              <a:gd name="connsiteX9" fmla="*/ 10306667 w 10678681"/>
              <a:gd name="connsiteY9" fmla="*/ 109739 h 1353297"/>
              <a:gd name="connsiteX10" fmla="*/ 10115334 w 10678681"/>
              <a:gd name="connsiteY10" fmla="*/ 155658 h 1353297"/>
              <a:gd name="connsiteX11" fmla="*/ 10068157 w 10678681"/>
              <a:gd name="connsiteY11" fmla="*/ 215673 h 1353297"/>
              <a:gd name="connsiteX12" fmla="*/ 10045431 w 10678681"/>
              <a:gd name="connsiteY12" fmla="*/ 229568 h 1353297"/>
              <a:gd name="connsiteX13" fmla="*/ 10013265 w 10678681"/>
              <a:gd name="connsiteY13" fmla="*/ 284757 h 1353297"/>
              <a:gd name="connsiteX14" fmla="*/ 9862496 w 10678681"/>
              <a:gd name="connsiteY14" fmla="*/ 223033 h 1353297"/>
              <a:gd name="connsiteX15" fmla="*/ 9679638 w 10678681"/>
              <a:gd name="connsiteY15" fmla="*/ 277462 h 1353297"/>
              <a:gd name="connsiteX16" fmla="*/ 9498347 w 10678681"/>
              <a:gd name="connsiteY16" fmla="*/ 244723 h 1353297"/>
              <a:gd name="connsiteX17" fmla="*/ 9399702 w 10678681"/>
              <a:gd name="connsiteY17" fmla="*/ 276316 h 1353297"/>
              <a:gd name="connsiteX18" fmla="*/ 9378439 w 10678681"/>
              <a:gd name="connsiteY18" fmla="*/ 326244 h 1353297"/>
              <a:gd name="connsiteX19" fmla="*/ 9121744 w 10678681"/>
              <a:gd name="connsiteY19" fmla="*/ 365177 h 1353297"/>
              <a:gd name="connsiteX20" fmla="*/ 9061654 w 10678681"/>
              <a:gd name="connsiteY20" fmla="*/ 393730 h 1353297"/>
              <a:gd name="connsiteX21" fmla="*/ 8997577 w 10678681"/>
              <a:gd name="connsiteY21" fmla="*/ 380865 h 1353297"/>
              <a:gd name="connsiteX22" fmla="*/ 8907968 w 10678681"/>
              <a:gd name="connsiteY22" fmla="*/ 447345 h 1353297"/>
              <a:gd name="connsiteX23" fmla="*/ 8764163 w 10678681"/>
              <a:gd name="connsiteY23" fmla="*/ 471000 h 1353297"/>
              <a:gd name="connsiteX24" fmla="*/ 8680155 w 10678681"/>
              <a:gd name="connsiteY24" fmla="*/ 492404 h 1353297"/>
              <a:gd name="connsiteX25" fmla="*/ 8651436 w 10678681"/>
              <a:gd name="connsiteY25" fmla="*/ 511923 h 1353297"/>
              <a:gd name="connsiteX26" fmla="*/ 8609185 w 10678681"/>
              <a:gd name="connsiteY26" fmla="*/ 531525 h 1353297"/>
              <a:gd name="connsiteX27" fmla="*/ 8537091 w 10678681"/>
              <a:gd name="connsiteY27" fmla="*/ 574933 h 1353297"/>
              <a:gd name="connsiteX28" fmla="*/ 8435931 w 10678681"/>
              <a:gd name="connsiteY28" fmla="*/ 617926 h 1353297"/>
              <a:gd name="connsiteX29" fmla="*/ 8348623 w 10678681"/>
              <a:gd name="connsiteY29" fmla="*/ 600607 h 1353297"/>
              <a:gd name="connsiteX30" fmla="*/ 8344233 w 10678681"/>
              <a:gd name="connsiteY30" fmla="*/ 610922 h 1353297"/>
              <a:gd name="connsiteX31" fmla="*/ 8290622 w 10678681"/>
              <a:gd name="connsiteY31" fmla="*/ 622687 h 1353297"/>
              <a:gd name="connsiteX32" fmla="*/ 8086698 w 10678681"/>
              <a:gd name="connsiteY32" fmla="*/ 605185 h 1353297"/>
              <a:gd name="connsiteX33" fmla="*/ 7982378 w 10678681"/>
              <a:gd name="connsiteY33" fmla="*/ 629799 h 1353297"/>
              <a:gd name="connsiteX34" fmla="*/ 7947952 w 10678681"/>
              <a:gd name="connsiteY34" fmla="*/ 648003 h 1353297"/>
              <a:gd name="connsiteX35" fmla="*/ 7890112 w 10678681"/>
              <a:gd name="connsiteY35" fmla="*/ 677915 h 1353297"/>
              <a:gd name="connsiteX36" fmla="*/ 7853284 w 10678681"/>
              <a:gd name="connsiteY36" fmla="*/ 723588 h 1353297"/>
              <a:gd name="connsiteX37" fmla="*/ 7802383 w 10678681"/>
              <a:gd name="connsiteY37" fmla="*/ 739359 h 1353297"/>
              <a:gd name="connsiteX38" fmla="*/ 7730518 w 10678681"/>
              <a:gd name="connsiteY38" fmla="*/ 739526 h 1353297"/>
              <a:gd name="connsiteX39" fmla="*/ 7652907 w 10678681"/>
              <a:gd name="connsiteY39" fmla="*/ 783273 h 1353297"/>
              <a:gd name="connsiteX40" fmla="*/ 7606008 w 10678681"/>
              <a:gd name="connsiteY40" fmla="*/ 800717 h 1353297"/>
              <a:gd name="connsiteX41" fmla="*/ 7480223 w 10678681"/>
              <a:gd name="connsiteY41" fmla="*/ 856821 h 1353297"/>
              <a:gd name="connsiteX42" fmla="*/ 7356005 w 10678681"/>
              <a:gd name="connsiteY42" fmla="*/ 919462 h 1353297"/>
              <a:gd name="connsiteX43" fmla="*/ 7305396 w 10678681"/>
              <a:gd name="connsiteY43" fmla="*/ 986228 h 1353297"/>
              <a:gd name="connsiteX44" fmla="*/ 7266251 w 10678681"/>
              <a:gd name="connsiteY44" fmla="*/ 967864 h 1353297"/>
              <a:gd name="connsiteX45" fmla="*/ 7269396 w 10678681"/>
              <a:gd name="connsiteY45" fmla="*/ 989282 h 1353297"/>
              <a:gd name="connsiteX46" fmla="*/ 7258094 w 10678681"/>
              <a:gd name="connsiteY46" fmla="*/ 990679 h 1353297"/>
              <a:gd name="connsiteX47" fmla="*/ 7257893 w 10678681"/>
              <a:gd name="connsiteY47" fmla="*/ 991204 h 1353297"/>
              <a:gd name="connsiteX48" fmla="*/ 7247153 w 10678681"/>
              <a:gd name="connsiteY48" fmla="*/ 991550 h 1353297"/>
              <a:gd name="connsiteX49" fmla="*/ 7193612 w 10678681"/>
              <a:gd name="connsiteY49" fmla="*/ 987042 h 1353297"/>
              <a:gd name="connsiteX50" fmla="*/ 7132632 w 10678681"/>
              <a:gd name="connsiteY50" fmla="*/ 1042036 h 1353297"/>
              <a:gd name="connsiteX51" fmla="*/ 7105610 w 10678681"/>
              <a:gd name="connsiteY51" fmla="*/ 1053537 h 1353297"/>
              <a:gd name="connsiteX52" fmla="*/ 7069148 w 10678681"/>
              <a:gd name="connsiteY52" fmla="*/ 1047163 h 1353297"/>
              <a:gd name="connsiteX53" fmla="*/ 7039634 w 10678681"/>
              <a:gd name="connsiteY53" fmla="*/ 1059971 h 1353297"/>
              <a:gd name="connsiteX54" fmla="*/ 7033445 w 10678681"/>
              <a:gd name="connsiteY54" fmla="*/ 1063314 h 1353297"/>
              <a:gd name="connsiteX55" fmla="*/ 6999157 w 10678681"/>
              <a:gd name="connsiteY55" fmla="*/ 1055282 h 1353297"/>
              <a:gd name="connsiteX56" fmla="*/ 6981874 w 10678681"/>
              <a:gd name="connsiteY56" fmla="*/ 1053827 h 1353297"/>
              <a:gd name="connsiteX57" fmla="*/ 6976102 w 10678681"/>
              <a:gd name="connsiteY57" fmla="*/ 1047854 h 1353297"/>
              <a:gd name="connsiteX58" fmla="*/ 6951040 w 10678681"/>
              <a:gd name="connsiteY58" fmla="*/ 1048531 h 1353297"/>
              <a:gd name="connsiteX59" fmla="*/ 6948497 w 10678681"/>
              <a:gd name="connsiteY59" fmla="*/ 1050706 h 1353297"/>
              <a:gd name="connsiteX60" fmla="*/ 6926582 w 10678681"/>
              <a:gd name="connsiteY60" fmla="*/ 1043462 h 1353297"/>
              <a:gd name="connsiteX61" fmla="*/ 6833743 w 10678681"/>
              <a:gd name="connsiteY61" fmla="*/ 1027960 h 1353297"/>
              <a:gd name="connsiteX62" fmla="*/ 6687090 w 10678681"/>
              <a:gd name="connsiteY62" fmla="*/ 1063250 h 1353297"/>
              <a:gd name="connsiteX63" fmla="*/ 6437450 w 10678681"/>
              <a:gd name="connsiteY63" fmla="*/ 1101075 h 1353297"/>
              <a:gd name="connsiteX64" fmla="*/ 6327795 w 10678681"/>
              <a:gd name="connsiteY64" fmla="*/ 1088142 h 1353297"/>
              <a:gd name="connsiteX65" fmla="*/ 6136549 w 10678681"/>
              <a:gd name="connsiteY65" fmla="*/ 1100268 h 1353297"/>
              <a:gd name="connsiteX66" fmla="*/ 6004655 w 10678681"/>
              <a:gd name="connsiteY66" fmla="*/ 1114946 h 1353297"/>
              <a:gd name="connsiteX67" fmla="*/ 5936643 w 10678681"/>
              <a:gd name="connsiteY67" fmla="*/ 1095428 h 1353297"/>
              <a:gd name="connsiteX68" fmla="*/ 5912484 w 10678681"/>
              <a:gd name="connsiteY68" fmla="*/ 1112624 h 1353297"/>
              <a:gd name="connsiteX69" fmla="*/ 5908387 w 10678681"/>
              <a:gd name="connsiteY69" fmla="*/ 1116018 h 1353297"/>
              <a:gd name="connsiteX70" fmla="*/ 5890495 w 10678681"/>
              <a:gd name="connsiteY70" fmla="*/ 1120268 h 1353297"/>
              <a:gd name="connsiteX71" fmla="*/ 5887318 w 10678681"/>
              <a:gd name="connsiteY71" fmla="*/ 1133134 h 1353297"/>
              <a:gd name="connsiteX72" fmla="*/ 5861726 w 10678681"/>
              <a:gd name="connsiteY72" fmla="*/ 1147891 h 1353297"/>
              <a:gd name="connsiteX73" fmla="*/ 5805823 w 10678681"/>
              <a:gd name="connsiteY73" fmla="*/ 1152457 h 1353297"/>
              <a:gd name="connsiteX74" fmla="*/ 5689841 w 10678681"/>
              <a:gd name="connsiteY74" fmla="*/ 1176232 h 1353297"/>
              <a:gd name="connsiteX75" fmla="*/ 5605119 w 10678681"/>
              <a:gd name="connsiteY75" fmla="*/ 1190202 h 1353297"/>
              <a:gd name="connsiteX76" fmla="*/ 5488513 w 10678681"/>
              <a:gd name="connsiteY76" fmla="*/ 1205367 h 1353297"/>
              <a:gd name="connsiteX77" fmla="*/ 5402905 w 10678681"/>
              <a:gd name="connsiteY77" fmla="*/ 1241191 h 1353297"/>
              <a:gd name="connsiteX78" fmla="*/ 5285593 w 10678681"/>
              <a:gd name="connsiteY78" fmla="*/ 1273569 h 1353297"/>
              <a:gd name="connsiteX79" fmla="*/ 5192893 w 10678681"/>
              <a:gd name="connsiteY79" fmla="*/ 1247188 h 1353297"/>
              <a:gd name="connsiteX80" fmla="*/ 5186475 w 10678681"/>
              <a:gd name="connsiteY80" fmla="*/ 1257028 h 1353297"/>
              <a:gd name="connsiteX81" fmla="*/ 5126038 w 10678681"/>
              <a:gd name="connsiteY81" fmla="*/ 1263189 h 1353297"/>
              <a:gd name="connsiteX82" fmla="*/ 4894688 w 10678681"/>
              <a:gd name="connsiteY82" fmla="*/ 1247184 h 1353297"/>
              <a:gd name="connsiteX83" fmla="*/ 4788036 w 10678681"/>
              <a:gd name="connsiteY83" fmla="*/ 1238182 h 1353297"/>
              <a:gd name="connsiteX84" fmla="*/ 4747555 w 10678681"/>
              <a:gd name="connsiteY84" fmla="*/ 1252768 h 1353297"/>
              <a:gd name="connsiteX85" fmla="*/ 4679644 w 10678681"/>
              <a:gd name="connsiteY85" fmla="*/ 1276603 h 1353297"/>
              <a:gd name="connsiteX86" fmla="*/ 4632222 w 10678681"/>
              <a:gd name="connsiteY86" fmla="*/ 1318360 h 1353297"/>
              <a:gd name="connsiteX87" fmla="*/ 4617358 w 10678681"/>
              <a:gd name="connsiteY87" fmla="*/ 1327690 h 1353297"/>
              <a:gd name="connsiteX88" fmla="*/ 4589102 w 10678681"/>
              <a:gd name="connsiteY88" fmla="*/ 1321223 h 1353297"/>
              <a:gd name="connsiteX89" fmla="*/ 4578184 w 10678681"/>
              <a:gd name="connsiteY89" fmla="*/ 1326745 h 1353297"/>
              <a:gd name="connsiteX90" fmla="*/ 4574270 w 10678681"/>
              <a:gd name="connsiteY90" fmla="*/ 1325878 h 1353297"/>
              <a:gd name="connsiteX91" fmla="*/ 4564919 w 10678681"/>
              <a:gd name="connsiteY91" fmla="*/ 1325507 h 1353297"/>
              <a:gd name="connsiteX92" fmla="*/ 4566586 w 10678681"/>
              <a:gd name="connsiteY92" fmla="*/ 1316963 h 1353297"/>
              <a:gd name="connsiteX93" fmla="*/ 4556303 w 10678681"/>
              <a:gd name="connsiteY93" fmla="*/ 1300262 h 1353297"/>
              <a:gd name="connsiteX94" fmla="*/ 4502358 w 10678681"/>
              <a:gd name="connsiteY94" fmla="*/ 1302558 h 1353297"/>
              <a:gd name="connsiteX95" fmla="*/ 4498919 w 10678681"/>
              <a:gd name="connsiteY95" fmla="*/ 1312115 h 1353297"/>
              <a:gd name="connsiteX96" fmla="*/ 4492075 w 10678681"/>
              <a:gd name="connsiteY96" fmla="*/ 1313357 h 1353297"/>
              <a:gd name="connsiteX97" fmla="*/ 4487466 w 10678681"/>
              <a:gd name="connsiteY97" fmla="*/ 1304102 h 1353297"/>
              <a:gd name="connsiteX98" fmla="*/ 4398292 w 10678681"/>
              <a:gd name="connsiteY98" fmla="*/ 1278410 h 1353297"/>
              <a:gd name="connsiteX99" fmla="*/ 4306088 w 10678681"/>
              <a:gd name="connsiteY99" fmla="*/ 1282512 h 1353297"/>
              <a:gd name="connsiteX100" fmla="*/ 4188995 w 10678681"/>
              <a:gd name="connsiteY100" fmla="*/ 1296718 h 1353297"/>
              <a:gd name="connsiteX101" fmla="*/ 4136582 w 10678681"/>
              <a:gd name="connsiteY101" fmla="*/ 1287687 h 1353297"/>
              <a:gd name="connsiteX102" fmla="*/ 4064614 w 10678681"/>
              <a:gd name="connsiteY102" fmla="*/ 1296118 h 1353297"/>
              <a:gd name="connsiteX103" fmla="*/ 3906561 w 10678681"/>
              <a:gd name="connsiteY103" fmla="*/ 1352435 h 1353297"/>
              <a:gd name="connsiteX104" fmla="*/ 3787890 w 10678681"/>
              <a:gd name="connsiteY104" fmla="*/ 1352442 h 1353297"/>
              <a:gd name="connsiteX105" fmla="*/ 3745993 w 10678681"/>
              <a:gd name="connsiteY105" fmla="*/ 1342630 h 1353297"/>
              <a:gd name="connsiteX106" fmla="*/ 3675785 w 10678681"/>
              <a:gd name="connsiteY106" fmla="*/ 1326802 h 1353297"/>
              <a:gd name="connsiteX107" fmla="*/ 3623856 w 10678681"/>
              <a:gd name="connsiteY107" fmla="*/ 1290804 h 1353297"/>
              <a:gd name="connsiteX108" fmla="*/ 3564933 w 10678681"/>
              <a:gd name="connsiteY108" fmla="*/ 1287147 h 1353297"/>
              <a:gd name="connsiteX109" fmla="*/ 3550537 w 10678681"/>
              <a:gd name="connsiteY109" fmla="*/ 1317552 h 1353297"/>
              <a:gd name="connsiteX110" fmla="*/ 3487736 w 10678681"/>
              <a:gd name="connsiteY110" fmla="*/ 1303493 h 1353297"/>
              <a:gd name="connsiteX111" fmla="*/ 3392548 w 10678681"/>
              <a:gd name="connsiteY111" fmla="*/ 1278741 h 1353297"/>
              <a:gd name="connsiteX112" fmla="*/ 3337466 w 10678681"/>
              <a:gd name="connsiteY112" fmla="*/ 1272537 h 1353297"/>
              <a:gd name="connsiteX113" fmla="*/ 3187206 w 10678681"/>
              <a:gd name="connsiteY113" fmla="*/ 1246821 h 1353297"/>
              <a:gd name="connsiteX114" fmla="*/ 3036856 w 10678681"/>
              <a:gd name="connsiteY114" fmla="*/ 1214383 h 1353297"/>
              <a:gd name="connsiteX115" fmla="*/ 2824973 w 10678681"/>
              <a:gd name="connsiteY115" fmla="*/ 1134864 h 1353297"/>
              <a:gd name="connsiteX116" fmla="*/ 2804398 w 10678681"/>
              <a:gd name="connsiteY116" fmla="*/ 1125556 h 1353297"/>
              <a:gd name="connsiteX117" fmla="*/ 2775396 w 10678681"/>
              <a:gd name="connsiteY117" fmla="*/ 1130148 h 1353297"/>
              <a:gd name="connsiteX118" fmla="*/ 2659096 w 10678681"/>
              <a:gd name="connsiteY118" fmla="*/ 1150294 h 1353297"/>
              <a:gd name="connsiteX119" fmla="*/ 2567088 w 10678681"/>
              <a:gd name="connsiteY119" fmla="*/ 1181781 h 1353297"/>
              <a:gd name="connsiteX120" fmla="*/ 2454501 w 10678681"/>
              <a:gd name="connsiteY120" fmla="*/ 1155455 h 1353297"/>
              <a:gd name="connsiteX121" fmla="*/ 2385161 w 10678681"/>
              <a:gd name="connsiteY121" fmla="*/ 1161312 h 1353297"/>
              <a:gd name="connsiteX122" fmla="*/ 2273361 w 10678681"/>
              <a:gd name="connsiteY122" fmla="*/ 1134090 h 1353297"/>
              <a:gd name="connsiteX123" fmla="*/ 2132003 w 10678681"/>
              <a:gd name="connsiteY123" fmla="*/ 1139225 h 1353297"/>
              <a:gd name="connsiteX124" fmla="*/ 2052449 w 10678681"/>
              <a:gd name="connsiteY124" fmla="*/ 1109687 h 1353297"/>
              <a:gd name="connsiteX125" fmla="*/ 2010157 w 10678681"/>
              <a:gd name="connsiteY125" fmla="*/ 1152767 h 1353297"/>
              <a:gd name="connsiteX126" fmla="*/ 1901837 w 10678681"/>
              <a:gd name="connsiteY126" fmla="*/ 1221762 h 1353297"/>
              <a:gd name="connsiteX127" fmla="*/ 1836762 w 10678681"/>
              <a:gd name="connsiteY127" fmla="*/ 1237387 h 1353297"/>
              <a:gd name="connsiteX128" fmla="*/ 1735877 w 10678681"/>
              <a:gd name="connsiteY128" fmla="*/ 1246527 h 1353297"/>
              <a:gd name="connsiteX129" fmla="*/ 1705069 w 10678681"/>
              <a:gd name="connsiteY129" fmla="*/ 1251989 h 1353297"/>
              <a:gd name="connsiteX130" fmla="*/ 1307888 w 10678681"/>
              <a:gd name="connsiteY130" fmla="*/ 1283156 h 1353297"/>
              <a:gd name="connsiteX131" fmla="*/ 1220734 w 10678681"/>
              <a:gd name="connsiteY131" fmla="*/ 1257811 h 1353297"/>
              <a:gd name="connsiteX132" fmla="*/ 1021737 w 10678681"/>
              <a:gd name="connsiteY132" fmla="*/ 1238739 h 1353297"/>
              <a:gd name="connsiteX133" fmla="*/ 959820 w 10678681"/>
              <a:gd name="connsiteY133" fmla="*/ 1275863 h 1353297"/>
              <a:gd name="connsiteX134" fmla="*/ 929137 w 10678681"/>
              <a:gd name="connsiteY134" fmla="*/ 1273957 h 1353297"/>
              <a:gd name="connsiteX135" fmla="*/ 878849 w 10678681"/>
              <a:gd name="connsiteY135" fmla="*/ 1266740 h 1353297"/>
              <a:gd name="connsiteX136" fmla="*/ 800667 w 10678681"/>
              <a:gd name="connsiteY136" fmla="*/ 1282041 h 1353297"/>
              <a:gd name="connsiteX137" fmla="*/ 644906 w 10678681"/>
              <a:gd name="connsiteY137" fmla="*/ 1273685 h 1353297"/>
              <a:gd name="connsiteX138" fmla="*/ 379869 w 10678681"/>
              <a:gd name="connsiteY138" fmla="*/ 1339165 h 1353297"/>
              <a:gd name="connsiteX139" fmla="*/ 137696 w 10678681"/>
              <a:gd name="connsiteY139" fmla="*/ 1319217 h 1353297"/>
              <a:gd name="connsiteX140" fmla="*/ 54250 w 10678681"/>
              <a:gd name="connsiteY140" fmla="*/ 1315838 h 1353297"/>
              <a:gd name="connsiteX141" fmla="*/ 28042 w 10678681"/>
              <a:gd name="connsiteY141" fmla="*/ 1297822 h 1353297"/>
              <a:gd name="connsiteX142" fmla="*/ 0 w 10678681"/>
              <a:gd name="connsiteY142" fmla="*/ 1294612 h 1353297"/>
              <a:gd name="connsiteX143" fmla="*/ 0 w 10678681"/>
              <a:gd name="connsiteY143" fmla="*/ 0 h 1353297"/>
              <a:gd name="connsiteX0" fmla="*/ 0 w 10678681"/>
              <a:gd name="connsiteY0" fmla="*/ 0 h 1353297"/>
              <a:gd name="connsiteX1" fmla="*/ 10678681 w 10678681"/>
              <a:gd name="connsiteY1" fmla="*/ 0 h 1353297"/>
              <a:gd name="connsiteX2" fmla="*/ 10666019 w 10678681"/>
              <a:gd name="connsiteY2" fmla="*/ 7876 h 1353297"/>
              <a:gd name="connsiteX3" fmla="*/ 10632825 w 10678681"/>
              <a:gd name="connsiteY3" fmla="*/ 32153 h 1353297"/>
              <a:gd name="connsiteX4" fmla="*/ 10510605 w 10678681"/>
              <a:gd name="connsiteY4" fmla="*/ 30449 h 1353297"/>
              <a:gd name="connsiteX5" fmla="*/ 10456989 w 10678681"/>
              <a:gd name="connsiteY5" fmla="*/ 979 h 1353297"/>
              <a:gd name="connsiteX6" fmla="*/ 10438642 w 10678681"/>
              <a:gd name="connsiteY6" fmla="*/ 1524 h 1353297"/>
              <a:gd name="connsiteX7" fmla="*/ 10407146 w 10678681"/>
              <a:gd name="connsiteY7" fmla="*/ 43659 h 1353297"/>
              <a:gd name="connsiteX8" fmla="*/ 10357996 w 10678681"/>
              <a:gd name="connsiteY8" fmla="*/ 50836 h 1353297"/>
              <a:gd name="connsiteX9" fmla="*/ 10306667 w 10678681"/>
              <a:gd name="connsiteY9" fmla="*/ 109739 h 1353297"/>
              <a:gd name="connsiteX10" fmla="*/ 10115334 w 10678681"/>
              <a:gd name="connsiteY10" fmla="*/ 155658 h 1353297"/>
              <a:gd name="connsiteX11" fmla="*/ 10068157 w 10678681"/>
              <a:gd name="connsiteY11" fmla="*/ 215673 h 1353297"/>
              <a:gd name="connsiteX12" fmla="*/ 10045431 w 10678681"/>
              <a:gd name="connsiteY12" fmla="*/ 229568 h 1353297"/>
              <a:gd name="connsiteX13" fmla="*/ 10013265 w 10678681"/>
              <a:gd name="connsiteY13" fmla="*/ 284757 h 1353297"/>
              <a:gd name="connsiteX14" fmla="*/ 9862496 w 10678681"/>
              <a:gd name="connsiteY14" fmla="*/ 223033 h 1353297"/>
              <a:gd name="connsiteX15" fmla="*/ 9679638 w 10678681"/>
              <a:gd name="connsiteY15" fmla="*/ 277462 h 1353297"/>
              <a:gd name="connsiteX16" fmla="*/ 9498347 w 10678681"/>
              <a:gd name="connsiteY16" fmla="*/ 244723 h 1353297"/>
              <a:gd name="connsiteX17" fmla="*/ 9399702 w 10678681"/>
              <a:gd name="connsiteY17" fmla="*/ 276316 h 1353297"/>
              <a:gd name="connsiteX18" fmla="*/ 9378439 w 10678681"/>
              <a:gd name="connsiteY18" fmla="*/ 326244 h 1353297"/>
              <a:gd name="connsiteX19" fmla="*/ 9121744 w 10678681"/>
              <a:gd name="connsiteY19" fmla="*/ 365177 h 1353297"/>
              <a:gd name="connsiteX20" fmla="*/ 9061654 w 10678681"/>
              <a:gd name="connsiteY20" fmla="*/ 393730 h 1353297"/>
              <a:gd name="connsiteX21" fmla="*/ 8997577 w 10678681"/>
              <a:gd name="connsiteY21" fmla="*/ 380865 h 1353297"/>
              <a:gd name="connsiteX22" fmla="*/ 8907968 w 10678681"/>
              <a:gd name="connsiteY22" fmla="*/ 447345 h 1353297"/>
              <a:gd name="connsiteX23" fmla="*/ 8764163 w 10678681"/>
              <a:gd name="connsiteY23" fmla="*/ 471000 h 1353297"/>
              <a:gd name="connsiteX24" fmla="*/ 8680155 w 10678681"/>
              <a:gd name="connsiteY24" fmla="*/ 492404 h 1353297"/>
              <a:gd name="connsiteX25" fmla="*/ 8651436 w 10678681"/>
              <a:gd name="connsiteY25" fmla="*/ 511923 h 1353297"/>
              <a:gd name="connsiteX26" fmla="*/ 8609185 w 10678681"/>
              <a:gd name="connsiteY26" fmla="*/ 531525 h 1353297"/>
              <a:gd name="connsiteX27" fmla="*/ 8537091 w 10678681"/>
              <a:gd name="connsiteY27" fmla="*/ 574933 h 1353297"/>
              <a:gd name="connsiteX28" fmla="*/ 8435931 w 10678681"/>
              <a:gd name="connsiteY28" fmla="*/ 617926 h 1353297"/>
              <a:gd name="connsiteX29" fmla="*/ 8348623 w 10678681"/>
              <a:gd name="connsiteY29" fmla="*/ 600607 h 1353297"/>
              <a:gd name="connsiteX30" fmla="*/ 8344233 w 10678681"/>
              <a:gd name="connsiteY30" fmla="*/ 610922 h 1353297"/>
              <a:gd name="connsiteX31" fmla="*/ 8290622 w 10678681"/>
              <a:gd name="connsiteY31" fmla="*/ 622687 h 1353297"/>
              <a:gd name="connsiteX32" fmla="*/ 8086698 w 10678681"/>
              <a:gd name="connsiteY32" fmla="*/ 605185 h 1353297"/>
              <a:gd name="connsiteX33" fmla="*/ 7982378 w 10678681"/>
              <a:gd name="connsiteY33" fmla="*/ 629799 h 1353297"/>
              <a:gd name="connsiteX34" fmla="*/ 7947952 w 10678681"/>
              <a:gd name="connsiteY34" fmla="*/ 648003 h 1353297"/>
              <a:gd name="connsiteX35" fmla="*/ 7890112 w 10678681"/>
              <a:gd name="connsiteY35" fmla="*/ 677915 h 1353297"/>
              <a:gd name="connsiteX36" fmla="*/ 7853284 w 10678681"/>
              <a:gd name="connsiteY36" fmla="*/ 723588 h 1353297"/>
              <a:gd name="connsiteX37" fmla="*/ 7802383 w 10678681"/>
              <a:gd name="connsiteY37" fmla="*/ 739359 h 1353297"/>
              <a:gd name="connsiteX38" fmla="*/ 7730518 w 10678681"/>
              <a:gd name="connsiteY38" fmla="*/ 739526 h 1353297"/>
              <a:gd name="connsiteX39" fmla="*/ 7652907 w 10678681"/>
              <a:gd name="connsiteY39" fmla="*/ 783273 h 1353297"/>
              <a:gd name="connsiteX40" fmla="*/ 7606008 w 10678681"/>
              <a:gd name="connsiteY40" fmla="*/ 800717 h 1353297"/>
              <a:gd name="connsiteX41" fmla="*/ 7480223 w 10678681"/>
              <a:gd name="connsiteY41" fmla="*/ 856821 h 1353297"/>
              <a:gd name="connsiteX42" fmla="*/ 7356005 w 10678681"/>
              <a:gd name="connsiteY42" fmla="*/ 919462 h 1353297"/>
              <a:gd name="connsiteX43" fmla="*/ 7305396 w 10678681"/>
              <a:gd name="connsiteY43" fmla="*/ 986228 h 1353297"/>
              <a:gd name="connsiteX44" fmla="*/ 7266251 w 10678681"/>
              <a:gd name="connsiteY44" fmla="*/ 967864 h 1353297"/>
              <a:gd name="connsiteX45" fmla="*/ 7269396 w 10678681"/>
              <a:gd name="connsiteY45" fmla="*/ 989282 h 1353297"/>
              <a:gd name="connsiteX46" fmla="*/ 7258094 w 10678681"/>
              <a:gd name="connsiteY46" fmla="*/ 990679 h 1353297"/>
              <a:gd name="connsiteX47" fmla="*/ 7257893 w 10678681"/>
              <a:gd name="connsiteY47" fmla="*/ 991204 h 1353297"/>
              <a:gd name="connsiteX48" fmla="*/ 7247153 w 10678681"/>
              <a:gd name="connsiteY48" fmla="*/ 991550 h 1353297"/>
              <a:gd name="connsiteX49" fmla="*/ 7193612 w 10678681"/>
              <a:gd name="connsiteY49" fmla="*/ 987042 h 1353297"/>
              <a:gd name="connsiteX50" fmla="*/ 7132632 w 10678681"/>
              <a:gd name="connsiteY50" fmla="*/ 1042036 h 1353297"/>
              <a:gd name="connsiteX51" fmla="*/ 7105610 w 10678681"/>
              <a:gd name="connsiteY51" fmla="*/ 1053537 h 1353297"/>
              <a:gd name="connsiteX52" fmla="*/ 7069148 w 10678681"/>
              <a:gd name="connsiteY52" fmla="*/ 1047163 h 1353297"/>
              <a:gd name="connsiteX53" fmla="*/ 7039634 w 10678681"/>
              <a:gd name="connsiteY53" fmla="*/ 1059971 h 1353297"/>
              <a:gd name="connsiteX54" fmla="*/ 7033445 w 10678681"/>
              <a:gd name="connsiteY54" fmla="*/ 1063314 h 1353297"/>
              <a:gd name="connsiteX55" fmla="*/ 6999157 w 10678681"/>
              <a:gd name="connsiteY55" fmla="*/ 1055282 h 1353297"/>
              <a:gd name="connsiteX56" fmla="*/ 6981874 w 10678681"/>
              <a:gd name="connsiteY56" fmla="*/ 1053827 h 1353297"/>
              <a:gd name="connsiteX57" fmla="*/ 6976102 w 10678681"/>
              <a:gd name="connsiteY57" fmla="*/ 1047854 h 1353297"/>
              <a:gd name="connsiteX58" fmla="*/ 6951040 w 10678681"/>
              <a:gd name="connsiteY58" fmla="*/ 1048531 h 1353297"/>
              <a:gd name="connsiteX59" fmla="*/ 6948497 w 10678681"/>
              <a:gd name="connsiteY59" fmla="*/ 1050706 h 1353297"/>
              <a:gd name="connsiteX60" fmla="*/ 6926582 w 10678681"/>
              <a:gd name="connsiteY60" fmla="*/ 1043462 h 1353297"/>
              <a:gd name="connsiteX61" fmla="*/ 6833743 w 10678681"/>
              <a:gd name="connsiteY61" fmla="*/ 1027960 h 1353297"/>
              <a:gd name="connsiteX62" fmla="*/ 6687090 w 10678681"/>
              <a:gd name="connsiteY62" fmla="*/ 1063250 h 1353297"/>
              <a:gd name="connsiteX63" fmla="*/ 6437450 w 10678681"/>
              <a:gd name="connsiteY63" fmla="*/ 1101075 h 1353297"/>
              <a:gd name="connsiteX64" fmla="*/ 6327795 w 10678681"/>
              <a:gd name="connsiteY64" fmla="*/ 1088142 h 1353297"/>
              <a:gd name="connsiteX65" fmla="*/ 6136549 w 10678681"/>
              <a:gd name="connsiteY65" fmla="*/ 1100268 h 1353297"/>
              <a:gd name="connsiteX66" fmla="*/ 6004655 w 10678681"/>
              <a:gd name="connsiteY66" fmla="*/ 1114946 h 1353297"/>
              <a:gd name="connsiteX67" fmla="*/ 5936643 w 10678681"/>
              <a:gd name="connsiteY67" fmla="*/ 1095428 h 1353297"/>
              <a:gd name="connsiteX68" fmla="*/ 5912484 w 10678681"/>
              <a:gd name="connsiteY68" fmla="*/ 1112624 h 1353297"/>
              <a:gd name="connsiteX69" fmla="*/ 5908387 w 10678681"/>
              <a:gd name="connsiteY69" fmla="*/ 1116018 h 1353297"/>
              <a:gd name="connsiteX70" fmla="*/ 5890495 w 10678681"/>
              <a:gd name="connsiteY70" fmla="*/ 1120268 h 1353297"/>
              <a:gd name="connsiteX71" fmla="*/ 5887318 w 10678681"/>
              <a:gd name="connsiteY71" fmla="*/ 1133134 h 1353297"/>
              <a:gd name="connsiteX72" fmla="*/ 5861726 w 10678681"/>
              <a:gd name="connsiteY72" fmla="*/ 1147891 h 1353297"/>
              <a:gd name="connsiteX73" fmla="*/ 5805823 w 10678681"/>
              <a:gd name="connsiteY73" fmla="*/ 1152457 h 1353297"/>
              <a:gd name="connsiteX74" fmla="*/ 5689841 w 10678681"/>
              <a:gd name="connsiteY74" fmla="*/ 1176232 h 1353297"/>
              <a:gd name="connsiteX75" fmla="*/ 5605119 w 10678681"/>
              <a:gd name="connsiteY75" fmla="*/ 1190202 h 1353297"/>
              <a:gd name="connsiteX76" fmla="*/ 5488513 w 10678681"/>
              <a:gd name="connsiteY76" fmla="*/ 1205367 h 1353297"/>
              <a:gd name="connsiteX77" fmla="*/ 5402905 w 10678681"/>
              <a:gd name="connsiteY77" fmla="*/ 1241191 h 1353297"/>
              <a:gd name="connsiteX78" fmla="*/ 5285593 w 10678681"/>
              <a:gd name="connsiteY78" fmla="*/ 1273569 h 1353297"/>
              <a:gd name="connsiteX79" fmla="*/ 5192893 w 10678681"/>
              <a:gd name="connsiteY79" fmla="*/ 1247188 h 1353297"/>
              <a:gd name="connsiteX80" fmla="*/ 5186475 w 10678681"/>
              <a:gd name="connsiteY80" fmla="*/ 1257028 h 1353297"/>
              <a:gd name="connsiteX81" fmla="*/ 5126038 w 10678681"/>
              <a:gd name="connsiteY81" fmla="*/ 1263189 h 1353297"/>
              <a:gd name="connsiteX82" fmla="*/ 4894688 w 10678681"/>
              <a:gd name="connsiteY82" fmla="*/ 1247184 h 1353297"/>
              <a:gd name="connsiteX83" fmla="*/ 4788036 w 10678681"/>
              <a:gd name="connsiteY83" fmla="*/ 1238182 h 1353297"/>
              <a:gd name="connsiteX84" fmla="*/ 4747555 w 10678681"/>
              <a:gd name="connsiteY84" fmla="*/ 1252768 h 1353297"/>
              <a:gd name="connsiteX85" fmla="*/ 4679644 w 10678681"/>
              <a:gd name="connsiteY85" fmla="*/ 1276603 h 1353297"/>
              <a:gd name="connsiteX86" fmla="*/ 4632222 w 10678681"/>
              <a:gd name="connsiteY86" fmla="*/ 1318360 h 1353297"/>
              <a:gd name="connsiteX87" fmla="*/ 4617358 w 10678681"/>
              <a:gd name="connsiteY87" fmla="*/ 1327690 h 1353297"/>
              <a:gd name="connsiteX88" fmla="*/ 4589102 w 10678681"/>
              <a:gd name="connsiteY88" fmla="*/ 1321223 h 1353297"/>
              <a:gd name="connsiteX89" fmla="*/ 4578184 w 10678681"/>
              <a:gd name="connsiteY89" fmla="*/ 1326745 h 1353297"/>
              <a:gd name="connsiteX90" fmla="*/ 4574270 w 10678681"/>
              <a:gd name="connsiteY90" fmla="*/ 1325878 h 1353297"/>
              <a:gd name="connsiteX91" fmla="*/ 4564919 w 10678681"/>
              <a:gd name="connsiteY91" fmla="*/ 1325507 h 1353297"/>
              <a:gd name="connsiteX92" fmla="*/ 4566586 w 10678681"/>
              <a:gd name="connsiteY92" fmla="*/ 1316963 h 1353297"/>
              <a:gd name="connsiteX93" fmla="*/ 4556303 w 10678681"/>
              <a:gd name="connsiteY93" fmla="*/ 1300262 h 1353297"/>
              <a:gd name="connsiteX94" fmla="*/ 4502358 w 10678681"/>
              <a:gd name="connsiteY94" fmla="*/ 1302558 h 1353297"/>
              <a:gd name="connsiteX95" fmla="*/ 4498919 w 10678681"/>
              <a:gd name="connsiteY95" fmla="*/ 1312115 h 1353297"/>
              <a:gd name="connsiteX96" fmla="*/ 4492075 w 10678681"/>
              <a:gd name="connsiteY96" fmla="*/ 1313357 h 1353297"/>
              <a:gd name="connsiteX97" fmla="*/ 4487466 w 10678681"/>
              <a:gd name="connsiteY97" fmla="*/ 1304102 h 1353297"/>
              <a:gd name="connsiteX98" fmla="*/ 4398292 w 10678681"/>
              <a:gd name="connsiteY98" fmla="*/ 1278410 h 1353297"/>
              <a:gd name="connsiteX99" fmla="*/ 4306088 w 10678681"/>
              <a:gd name="connsiteY99" fmla="*/ 1282512 h 1353297"/>
              <a:gd name="connsiteX100" fmla="*/ 4188995 w 10678681"/>
              <a:gd name="connsiteY100" fmla="*/ 1296718 h 1353297"/>
              <a:gd name="connsiteX101" fmla="*/ 4136582 w 10678681"/>
              <a:gd name="connsiteY101" fmla="*/ 1287687 h 1353297"/>
              <a:gd name="connsiteX102" fmla="*/ 4064614 w 10678681"/>
              <a:gd name="connsiteY102" fmla="*/ 1296118 h 1353297"/>
              <a:gd name="connsiteX103" fmla="*/ 3906561 w 10678681"/>
              <a:gd name="connsiteY103" fmla="*/ 1352435 h 1353297"/>
              <a:gd name="connsiteX104" fmla="*/ 3787890 w 10678681"/>
              <a:gd name="connsiteY104" fmla="*/ 1352442 h 1353297"/>
              <a:gd name="connsiteX105" fmla="*/ 3745993 w 10678681"/>
              <a:gd name="connsiteY105" fmla="*/ 1342630 h 1353297"/>
              <a:gd name="connsiteX106" fmla="*/ 3675785 w 10678681"/>
              <a:gd name="connsiteY106" fmla="*/ 1326802 h 1353297"/>
              <a:gd name="connsiteX107" fmla="*/ 3623856 w 10678681"/>
              <a:gd name="connsiteY107" fmla="*/ 1290804 h 1353297"/>
              <a:gd name="connsiteX108" fmla="*/ 3564933 w 10678681"/>
              <a:gd name="connsiteY108" fmla="*/ 1287147 h 1353297"/>
              <a:gd name="connsiteX109" fmla="*/ 3550537 w 10678681"/>
              <a:gd name="connsiteY109" fmla="*/ 1317552 h 1353297"/>
              <a:gd name="connsiteX110" fmla="*/ 3487736 w 10678681"/>
              <a:gd name="connsiteY110" fmla="*/ 1303493 h 1353297"/>
              <a:gd name="connsiteX111" fmla="*/ 3392548 w 10678681"/>
              <a:gd name="connsiteY111" fmla="*/ 1278741 h 1353297"/>
              <a:gd name="connsiteX112" fmla="*/ 3337466 w 10678681"/>
              <a:gd name="connsiteY112" fmla="*/ 1272537 h 1353297"/>
              <a:gd name="connsiteX113" fmla="*/ 3187206 w 10678681"/>
              <a:gd name="connsiteY113" fmla="*/ 1246821 h 1353297"/>
              <a:gd name="connsiteX114" fmla="*/ 3036856 w 10678681"/>
              <a:gd name="connsiteY114" fmla="*/ 1214383 h 1353297"/>
              <a:gd name="connsiteX115" fmla="*/ 2824973 w 10678681"/>
              <a:gd name="connsiteY115" fmla="*/ 1134864 h 1353297"/>
              <a:gd name="connsiteX116" fmla="*/ 2804398 w 10678681"/>
              <a:gd name="connsiteY116" fmla="*/ 1125556 h 1353297"/>
              <a:gd name="connsiteX117" fmla="*/ 2775396 w 10678681"/>
              <a:gd name="connsiteY117" fmla="*/ 1130148 h 1353297"/>
              <a:gd name="connsiteX118" fmla="*/ 2659096 w 10678681"/>
              <a:gd name="connsiteY118" fmla="*/ 1150294 h 1353297"/>
              <a:gd name="connsiteX119" fmla="*/ 2567088 w 10678681"/>
              <a:gd name="connsiteY119" fmla="*/ 1181781 h 1353297"/>
              <a:gd name="connsiteX120" fmla="*/ 2454501 w 10678681"/>
              <a:gd name="connsiteY120" fmla="*/ 1155455 h 1353297"/>
              <a:gd name="connsiteX121" fmla="*/ 2385161 w 10678681"/>
              <a:gd name="connsiteY121" fmla="*/ 1161312 h 1353297"/>
              <a:gd name="connsiteX122" fmla="*/ 2273361 w 10678681"/>
              <a:gd name="connsiteY122" fmla="*/ 1134090 h 1353297"/>
              <a:gd name="connsiteX123" fmla="*/ 2132003 w 10678681"/>
              <a:gd name="connsiteY123" fmla="*/ 1139225 h 1353297"/>
              <a:gd name="connsiteX124" fmla="*/ 2041224 w 10678681"/>
              <a:gd name="connsiteY124" fmla="*/ 1147536 h 1353297"/>
              <a:gd name="connsiteX125" fmla="*/ 2010157 w 10678681"/>
              <a:gd name="connsiteY125" fmla="*/ 1152767 h 1353297"/>
              <a:gd name="connsiteX126" fmla="*/ 1901837 w 10678681"/>
              <a:gd name="connsiteY126" fmla="*/ 1221762 h 1353297"/>
              <a:gd name="connsiteX127" fmla="*/ 1836762 w 10678681"/>
              <a:gd name="connsiteY127" fmla="*/ 1237387 h 1353297"/>
              <a:gd name="connsiteX128" fmla="*/ 1735877 w 10678681"/>
              <a:gd name="connsiteY128" fmla="*/ 1246527 h 1353297"/>
              <a:gd name="connsiteX129" fmla="*/ 1705069 w 10678681"/>
              <a:gd name="connsiteY129" fmla="*/ 1251989 h 1353297"/>
              <a:gd name="connsiteX130" fmla="*/ 1307888 w 10678681"/>
              <a:gd name="connsiteY130" fmla="*/ 1283156 h 1353297"/>
              <a:gd name="connsiteX131" fmla="*/ 1220734 w 10678681"/>
              <a:gd name="connsiteY131" fmla="*/ 1257811 h 1353297"/>
              <a:gd name="connsiteX132" fmla="*/ 1021737 w 10678681"/>
              <a:gd name="connsiteY132" fmla="*/ 1238739 h 1353297"/>
              <a:gd name="connsiteX133" fmla="*/ 959820 w 10678681"/>
              <a:gd name="connsiteY133" fmla="*/ 1275863 h 1353297"/>
              <a:gd name="connsiteX134" fmla="*/ 929137 w 10678681"/>
              <a:gd name="connsiteY134" fmla="*/ 1273957 h 1353297"/>
              <a:gd name="connsiteX135" fmla="*/ 878849 w 10678681"/>
              <a:gd name="connsiteY135" fmla="*/ 1266740 h 1353297"/>
              <a:gd name="connsiteX136" fmla="*/ 800667 w 10678681"/>
              <a:gd name="connsiteY136" fmla="*/ 1282041 h 1353297"/>
              <a:gd name="connsiteX137" fmla="*/ 644906 w 10678681"/>
              <a:gd name="connsiteY137" fmla="*/ 1273685 h 1353297"/>
              <a:gd name="connsiteX138" fmla="*/ 379869 w 10678681"/>
              <a:gd name="connsiteY138" fmla="*/ 1339165 h 1353297"/>
              <a:gd name="connsiteX139" fmla="*/ 137696 w 10678681"/>
              <a:gd name="connsiteY139" fmla="*/ 1319217 h 1353297"/>
              <a:gd name="connsiteX140" fmla="*/ 54250 w 10678681"/>
              <a:gd name="connsiteY140" fmla="*/ 1315838 h 1353297"/>
              <a:gd name="connsiteX141" fmla="*/ 28042 w 10678681"/>
              <a:gd name="connsiteY141" fmla="*/ 1297822 h 1353297"/>
              <a:gd name="connsiteX142" fmla="*/ 0 w 10678681"/>
              <a:gd name="connsiteY142" fmla="*/ 1294612 h 1353297"/>
              <a:gd name="connsiteX143" fmla="*/ 0 w 10678681"/>
              <a:gd name="connsiteY143" fmla="*/ 0 h 1353297"/>
              <a:gd name="connsiteX0" fmla="*/ 0 w 10678681"/>
              <a:gd name="connsiteY0" fmla="*/ 0 h 1353297"/>
              <a:gd name="connsiteX1" fmla="*/ 10678681 w 10678681"/>
              <a:gd name="connsiteY1" fmla="*/ 0 h 1353297"/>
              <a:gd name="connsiteX2" fmla="*/ 10666019 w 10678681"/>
              <a:gd name="connsiteY2" fmla="*/ 7876 h 1353297"/>
              <a:gd name="connsiteX3" fmla="*/ 10632825 w 10678681"/>
              <a:gd name="connsiteY3" fmla="*/ 32153 h 1353297"/>
              <a:gd name="connsiteX4" fmla="*/ 10510605 w 10678681"/>
              <a:gd name="connsiteY4" fmla="*/ 30449 h 1353297"/>
              <a:gd name="connsiteX5" fmla="*/ 10456989 w 10678681"/>
              <a:gd name="connsiteY5" fmla="*/ 979 h 1353297"/>
              <a:gd name="connsiteX6" fmla="*/ 10438642 w 10678681"/>
              <a:gd name="connsiteY6" fmla="*/ 1524 h 1353297"/>
              <a:gd name="connsiteX7" fmla="*/ 10407146 w 10678681"/>
              <a:gd name="connsiteY7" fmla="*/ 43659 h 1353297"/>
              <a:gd name="connsiteX8" fmla="*/ 10357996 w 10678681"/>
              <a:gd name="connsiteY8" fmla="*/ 50836 h 1353297"/>
              <a:gd name="connsiteX9" fmla="*/ 10306667 w 10678681"/>
              <a:gd name="connsiteY9" fmla="*/ 109739 h 1353297"/>
              <a:gd name="connsiteX10" fmla="*/ 10115334 w 10678681"/>
              <a:gd name="connsiteY10" fmla="*/ 155658 h 1353297"/>
              <a:gd name="connsiteX11" fmla="*/ 10068157 w 10678681"/>
              <a:gd name="connsiteY11" fmla="*/ 215673 h 1353297"/>
              <a:gd name="connsiteX12" fmla="*/ 10045431 w 10678681"/>
              <a:gd name="connsiteY12" fmla="*/ 229568 h 1353297"/>
              <a:gd name="connsiteX13" fmla="*/ 10013265 w 10678681"/>
              <a:gd name="connsiteY13" fmla="*/ 284757 h 1353297"/>
              <a:gd name="connsiteX14" fmla="*/ 9862496 w 10678681"/>
              <a:gd name="connsiteY14" fmla="*/ 223033 h 1353297"/>
              <a:gd name="connsiteX15" fmla="*/ 9679638 w 10678681"/>
              <a:gd name="connsiteY15" fmla="*/ 277462 h 1353297"/>
              <a:gd name="connsiteX16" fmla="*/ 9498347 w 10678681"/>
              <a:gd name="connsiteY16" fmla="*/ 244723 h 1353297"/>
              <a:gd name="connsiteX17" fmla="*/ 9399702 w 10678681"/>
              <a:gd name="connsiteY17" fmla="*/ 276316 h 1353297"/>
              <a:gd name="connsiteX18" fmla="*/ 9378439 w 10678681"/>
              <a:gd name="connsiteY18" fmla="*/ 326244 h 1353297"/>
              <a:gd name="connsiteX19" fmla="*/ 9121744 w 10678681"/>
              <a:gd name="connsiteY19" fmla="*/ 365177 h 1353297"/>
              <a:gd name="connsiteX20" fmla="*/ 9061654 w 10678681"/>
              <a:gd name="connsiteY20" fmla="*/ 393730 h 1353297"/>
              <a:gd name="connsiteX21" fmla="*/ 8997577 w 10678681"/>
              <a:gd name="connsiteY21" fmla="*/ 380865 h 1353297"/>
              <a:gd name="connsiteX22" fmla="*/ 8907968 w 10678681"/>
              <a:gd name="connsiteY22" fmla="*/ 447345 h 1353297"/>
              <a:gd name="connsiteX23" fmla="*/ 8764163 w 10678681"/>
              <a:gd name="connsiteY23" fmla="*/ 471000 h 1353297"/>
              <a:gd name="connsiteX24" fmla="*/ 8680155 w 10678681"/>
              <a:gd name="connsiteY24" fmla="*/ 492404 h 1353297"/>
              <a:gd name="connsiteX25" fmla="*/ 8651436 w 10678681"/>
              <a:gd name="connsiteY25" fmla="*/ 511923 h 1353297"/>
              <a:gd name="connsiteX26" fmla="*/ 8609185 w 10678681"/>
              <a:gd name="connsiteY26" fmla="*/ 531525 h 1353297"/>
              <a:gd name="connsiteX27" fmla="*/ 8537091 w 10678681"/>
              <a:gd name="connsiteY27" fmla="*/ 574933 h 1353297"/>
              <a:gd name="connsiteX28" fmla="*/ 8435931 w 10678681"/>
              <a:gd name="connsiteY28" fmla="*/ 617926 h 1353297"/>
              <a:gd name="connsiteX29" fmla="*/ 8348623 w 10678681"/>
              <a:gd name="connsiteY29" fmla="*/ 600607 h 1353297"/>
              <a:gd name="connsiteX30" fmla="*/ 8344233 w 10678681"/>
              <a:gd name="connsiteY30" fmla="*/ 610922 h 1353297"/>
              <a:gd name="connsiteX31" fmla="*/ 8290622 w 10678681"/>
              <a:gd name="connsiteY31" fmla="*/ 622687 h 1353297"/>
              <a:gd name="connsiteX32" fmla="*/ 8086698 w 10678681"/>
              <a:gd name="connsiteY32" fmla="*/ 605185 h 1353297"/>
              <a:gd name="connsiteX33" fmla="*/ 7982378 w 10678681"/>
              <a:gd name="connsiteY33" fmla="*/ 629799 h 1353297"/>
              <a:gd name="connsiteX34" fmla="*/ 7947952 w 10678681"/>
              <a:gd name="connsiteY34" fmla="*/ 648003 h 1353297"/>
              <a:gd name="connsiteX35" fmla="*/ 7890112 w 10678681"/>
              <a:gd name="connsiteY35" fmla="*/ 677915 h 1353297"/>
              <a:gd name="connsiteX36" fmla="*/ 7853284 w 10678681"/>
              <a:gd name="connsiteY36" fmla="*/ 723588 h 1353297"/>
              <a:gd name="connsiteX37" fmla="*/ 7802383 w 10678681"/>
              <a:gd name="connsiteY37" fmla="*/ 739359 h 1353297"/>
              <a:gd name="connsiteX38" fmla="*/ 7730518 w 10678681"/>
              <a:gd name="connsiteY38" fmla="*/ 739526 h 1353297"/>
              <a:gd name="connsiteX39" fmla="*/ 7652907 w 10678681"/>
              <a:gd name="connsiteY39" fmla="*/ 783273 h 1353297"/>
              <a:gd name="connsiteX40" fmla="*/ 7606008 w 10678681"/>
              <a:gd name="connsiteY40" fmla="*/ 800717 h 1353297"/>
              <a:gd name="connsiteX41" fmla="*/ 7480223 w 10678681"/>
              <a:gd name="connsiteY41" fmla="*/ 856821 h 1353297"/>
              <a:gd name="connsiteX42" fmla="*/ 7356005 w 10678681"/>
              <a:gd name="connsiteY42" fmla="*/ 919462 h 1353297"/>
              <a:gd name="connsiteX43" fmla="*/ 7305396 w 10678681"/>
              <a:gd name="connsiteY43" fmla="*/ 986228 h 1353297"/>
              <a:gd name="connsiteX44" fmla="*/ 7266251 w 10678681"/>
              <a:gd name="connsiteY44" fmla="*/ 967864 h 1353297"/>
              <a:gd name="connsiteX45" fmla="*/ 7269396 w 10678681"/>
              <a:gd name="connsiteY45" fmla="*/ 989282 h 1353297"/>
              <a:gd name="connsiteX46" fmla="*/ 7258094 w 10678681"/>
              <a:gd name="connsiteY46" fmla="*/ 990679 h 1353297"/>
              <a:gd name="connsiteX47" fmla="*/ 7257893 w 10678681"/>
              <a:gd name="connsiteY47" fmla="*/ 991204 h 1353297"/>
              <a:gd name="connsiteX48" fmla="*/ 7247153 w 10678681"/>
              <a:gd name="connsiteY48" fmla="*/ 991550 h 1353297"/>
              <a:gd name="connsiteX49" fmla="*/ 7193612 w 10678681"/>
              <a:gd name="connsiteY49" fmla="*/ 987042 h 1353297"/>
              <a:gd name="connsiteX50" fmla="*/ 7132632 w 10678681"/>
              <a:gd name="connsiteY50" fmla="*/ 1042036 h 1353297"/>
              <a:gd name="connsiteX51" fmla="*/ 7105610 w 10678681"/>
              <a:gd name="connsiteY51" fmla="*/ 1053537 h 1353297"/>
              <a:gd name="connsiteX52" fmla="*/ 7069148 w 10678681"/>
              <a:gd name="connsiteY52" fmla="*/ 1047163 h 1353297"/>
              <a:gd name="connsiteX53" fmla="*/ 7039634 w 10678681"/>
              <a:gd name="connsiteY53" fmla="*/ 1059971 h 1353297"/>
              <a:gd name="connsiteX54" fmla="*/ 7033445 w 10678681"/>
              <a:gd name="connsiteY54" fmla="*/ 1063314 h 1353297"/>
              <a:gd name="connsiteX55" fmla="*/ 6999157 w 10678681"/>
              <a:gd name="connsiteY55" fmla="*/ 1055282 h 1353297"/>
              <a:gd name="connsiteX56" fmla="*/ 6981874 w 10678681"/>
              <a:gd name="connsiteY56" fmla="*/ 1053827 h 1353297"/>
              <a:gd name="connsiteX57" fmla="*/ 6976102 w 10678681"/>
              <a:gd name="connsiteY57" fmla="*/ 1047854 h 1353297"/>
              <a:gd name="connsiteX58" fmla="*/ 6951040 w 10678681"/>
              <a:gd name="connsiteY58" fmla="*/ 1048531 h 1353297"/>
              <a:gd name="connsiteX59" fmla="*/ 6948497 w 10678681"/>
              <a:gd name="connsiteY59" fmla="*/ 1050706 h 1353297"/>
              <a:gd name="connsiteX60" fmla="*/ 6926582 w 10678681"/>
              <a:gd name="connsiteY60" fmla="*/ 1043462 h 1353297"/>
              <a:gd name="connsiteX61" fmla="*/ 6833743 w 10678681"/>
              <a:gd name="connsiteY61" fmla="*/ 1027960 h 1353297"/>
              <a:gd name="connsiteX62" fmla="*/ 6687090 w 10678681"/>
              <a:gd name="connsiteY62" fmla="*/ 1063250 h 1353297"/>
              <a:gd name="connsiteX63" fmla="*/ 6437450 w 10678681"/>
              <a:gd name="connsiteY63" fmla="*/ 1101075 h 1353297"/>
              <a:gd name="connsiteX64" fmla="*/ 6327795 w 10678681"/>
              <a:gd name="connsiteY64" fmla="*/ 1088142 h 1353297"/>
              <a:gd name="connsiteX65" fmla="*/ 6136549 w 10678681"/>
              <a:gd name="connsiteY65" fmla="*/ 1100268 h 1353297"/>
              <a:gd name="connsiteX66" fmla="*/ 6004655 w 10678681"/>
              <a:gd name="connsiteY66" fmla="*/ 1114946 h 1353297"/>
              <a:gd name="connsiteX67" fmla="*/ 5936643 w 10678681"/>
              <a:gd name="connsiteY67" fmla="*/ 1095428 h 1353297"/>
              <a:gd name="connsiteX68" fmla="*/ 5912484 w 10678681"/>
              <a:gd name="connsiteY68" fmla="*/ 1112624 h 1353297"/>
              <a:gd name="connsiteX69" fmla="*/ 5908387 w 10678681"/>
              <a:gd name="connsiteY69" fmla="*/ 1116018 h 1353297"/>
              <a:gd name="connsiteX70" fmla="*/ 5890495 w 10678681"/>
              <a:gd name="connsiteY70" fmla="*/ 1120268 h 1353297"/>
              <a:gd name="connsiteX71" fmla="*/ 5887318 w 10678681"/>
              <a:gd name="connsiteY71" fmla="*/ 1133134 h 1353297"/>
              <a:gd name="connsiteX72" fmla="*/ 5861726 w 10678681"/>
              <a:gd name="connsiteY72" fmla="*/ 1147891 h 1353297"/>
              <a:gd name="connsiteX73" fmla="*/ 5805823 w 10678681"/>
              <a:gd name="connsiteY73" fmla="*/ 1152457 h 1353297"/>
              <a:gd name="connsiteX74" fmla="*/ 5689841 w 10678681"/>
              <a:gd name="connsiteY74" fmla="*/ 1176232 h 1353297"/>
              <a:gd name="connsiteX75" fmla="*/ 5605119 w 10678681"/>
              <a:gd name="connsiteY75" fmla="*/ 1190202 h 1353297"/>
              <a:gd name="connsiteX76" fmla="*/ 5488513 w 10678681"/>
              <a:gd name="connsiteY76" fmla="*/ 1205367 h 1353297"/>
              <a:gd name="connsiteX77" fmla="*/ 5402905 w 10678681"/>
              <a:gd name="connsiteY77" fmla="*/ 1241191 h 1353297"/>
              <a:gd name="connsiteX78" fmla="*/ 5285593 w 10678681"/>
              <a:gd name="connsiteY78" fmla="*/ 1273569 h 1353297"/>
              <a:gd name="connsiteX79" fmla="*/ 5192893 w 10678681"/>
              <a:gd name="connsiteY79" fmla="*/ 1247188 h 1353297"/>
              <a:gd name="connsiteX80" fmla="*/ 5186475 w 10678681"/>
              <a:gd name="connsiteY80" fmla="*/ 1257028 h 1353297"/>
              <a:gd name="connsiteX81" fmla="*/ 5126038 w 10678681"/>
              <a:gd name="connsiteY81" fmla="*/ 1263189 h 1353297"/>
              <a:gd name="connsiteX82" fmla="*/ 4894688 w 10678681"/>
              <a:gd name="connsiteY82" fmla="*/ 1247184 h 1353297"/>
              <a:gd name="connsiteX83" fmla="*/ 4788036 w 10678681"/>
              <a:gd name="connsiteY83" fmla="*/ 1238182 h 1353297"/>
              <a:gd name="connsiteX84" fmla="*/ 4747555 w 10678681"/>
              <a:gd name="connsiteY84" fmla="*/ 1252768 h 1353297"/>
              <a:gd name="connsiteX85" fmla="*/ 4679644 w 10678681"/>
              <a:gd name="connsiteY85" fmla="*/ 1276603 h 1353297"/>
              <a:gd name="connsiteX86" fmla="*/ 4632222 w 10678681"/>
              <a:gd name="connsiteY86" fmla="*/ 1318360 h 1353297"/>
              <a:gd name="connsiteX87" fmla="*/ 4617358 w 10678681"/>
              <a:gd name="connsiteY87" fmla="*/ 1327690 h 1353297"/>
              <a:gd name="connsiteX88" fmla="*/ 4589102 w 10678681"/>
              <a:gd name="connsiteY88" fmla="*/ 1321223 h 1353297"/>
              <a:gd name="connsiteX89" fmla="*/ 4578184 w 10678681"/>
              <a:gd name="connsiteY89" fmla="*/ 1326745 h 1353297"/>
              <a:gd name="connsiteX90" fmla="*/ 4574270 w 10678681"/>
              <a:gd name="connsiteY90" fmla="*/ 1325878 h 1353297"/>
              <a:gd name="connsiteX91" fmla="*/ 4564919 w 10678681"/>
              <a:gd name="connsiteY91" fmla="*/ 1325507 h 1353297"/>
              <a:gd name="connsiteX92" fmla="*/ 4566586 w 10678681"/>
              <a:gd name="connsiteY92" fmla="*/ 1316963 h 1353297"/>
              <a:gd name="connsiteX93" fmla="*/ 4556303 w 10678681"/>
              <a:gd name="connsiteY93" fmla="*/ 1300262 h 1353297"/>
              <a:gd name="connsiteX94" fmla="*/ 4502358 w 10678681"/>
              <a:gd name="connsiteY94" fmla="*/ 1302558 h 1353297"/>
              <a:gd name="connsiteX95" fmla="*/ 4498919 w 10678681"/>
              <a:gd name="connsiteY95" fmla="*/ 1312115 h 1353297"/>
              <a:gd name="connsiteX96" fmla="*/ 4492075 w 10678681"/>
              <a:gd name="connsiteY96" fmla="*/ 1313357 h 1353297"/>
              <a:gd name="connsiteX97" fmla="*/ 4487466 w 10678681"/>
              <a:gd name="connsiteY97" fmla="*/ 1304102 h 1353297"/>
              <a:gd name="connsiteX98" fmla="*/ 4398292 w 10678681"/>
              <a:gd name="connsiteY98" fmla="*/ 1278410 h 1353297"/>
              <a:gd name="connsiteX99" fmla="*/ 4306088 w 10678681"/>
              <a:gd name="connsiteY99" fmla="*/ 1282512 h 1353297"/>
              <a:gd name="connsiteX100" fmla="*/ 4188995 w 10678681"/>
              <a:gd name="connsiteY100" fmla="*/ 1296718 h 1353297"/>
              <a:gd name="connsiteX101" fmla="*/ 4136582 w 10678681"/>
              <a:gd name="connsiteY101" fmla="*/ 1287687 h 1353297"/>
              <a:gd name="connsiteX102" fmla="*/ 4064614 w 10678681"/>
              <a:gd name="connsiteY102" fmla="*/ 1296118 h 1353297"/>
              <a:gd name="connsiteX103" fmla="*/ 3906561 w 10678681"/>
              <a:gd name="connsiteY103" fmla="*/ 1352435 h 1353297"/>
              <a:gd name="connsiteX104" fmla="*/ 3787890 w 10678681"/>
              <a:gd name="connsiteY104" fmla="*/ 1352442 h 1353297"/>
              <a:gd name="connsiteX105" fmla="*/ 3745993 w 10678681"/>
              <a:gd name="connsiteY105" fmla="*/ 1342630 h 1353297"/>
              <a:gd name="connsiteX106" fmla="*/ 3675785 w 10678681"/>
              <a:gd name="connsiteY106" fmla="*/ 1326802 h 1353297"/>
              <a:gd name="connsiteX107" fmla="*/ 3623856 w 10678681"/>
              <a:gd name="connsiteY107" fmla="*/ 1290804 h 1353297"/>
              <a:gd name="connsiteX108" fmla="*/ 3564933 w 10678681"/>
              <a:gd name="connsiteY108" fmla="*/ 1287147 h 1353297"/>
              <a:gd name="connsiteX109" fmla="*/ 3550537 w 10678681"/>
              <a:gd name="connsiteY109" fmla="*/ 1317552 h 1353297"/>
              <a:gd name="connsiteX110" fmla="*/ 3487736 w 10678681"/>
              <a:gd name="connsiteY110" fmla="*/ 1303493 h 1353297"/>
              <a:gd name="connsiteX111" fmla="*/ 3392548 w 10678681"/>
              <a:gd name="connsiteY111" fmla="*/ 1278741 h 1353297"/>
              <a:gd name="connsiteX112" fmla="*/ 3337466 w 10678681"/>
              <a:gd name="connsiteY112" fmla="*/ 1272537 h 1353297"/>
              <a:gd name="connsiteX113" fmla="*/ 3187206 w 10678681"/>
              <a:gd name="connsiteY113" fmla="*/ 1246821 h 1353297"/>
              <a:gd name="connsiteX114" fmla="*/ 3036856 w 10678681"/>
              <a:gd name="connsiteY114" fmla="*/ 1214383 h 1353297"/>
              <a:gd name="connsiteX115" fmla="*/ 2824973 w 10678681"/>
              <a:gd name="connsiteY115" fmla="*/ 1134864 h 1353297"/>
              <a:gd name="connsiteX116" fmla="*/ 2804398 w 10678681"/>
              <a:gd name="connsiteY116" fmla="*/ 1125556 h 1353297"/>
              <a:gd name="connsiteX117" fmla="*/ 2775396 w 10678681"/>
              <a:gd name="connsiteY117" fmla="*/ 1130148 h 1353297"/>
              <a:gd name="connsiteX118" fmla="*/ 2659096 w 10678681"/>
              <a:gd name="connsiteY118" fmla="*/ 1150294 h 1353297"/>
              <a:gd name="connsiteX119" fmla="*/ 2567088 w 10678681"/>
              <a:gd name="connsiteY119" fmla="*/ 1181781 h 1353297"/>
              <a:gd name="connsiteX120" fmla="*/ 2454501 w 10678681"/>
              <a:gd name="connsiteY120" fmla="*/ 1155455 h 1353297"/>
              <a:gd name="connsiteX121" fmla="*/ 2385161 w 10678681"/>
              <a:gd name="connsiteY121" fmla="*/ 1161312 h 1353297"/>
              <a:gd name="connsiteX122" fmla="*/ 2273361 w 10678681"/>
              <a:gd name="connsiteY122" fmla="*/ 1134090 h 1353297"/>
              <a:gd name="connsiteX123" fmla="*/ 2132003 w 10678681"/>
              <a:gd name="connsiteY123" fmla="*/ 1139225 h 1353297"/>
              <a:gd name="connsiteX124" fmla="*/ 2041224 w 10678681"/>
              <a:gd name="connsiteY124" fmla="*/ 1147536 h 1353297"/>
              <a:gd name="connsiteX125" fmla="*/ 2010157 w 10678681"/>
              <a:gd name="connsiteY125" fmla="*/ 1152767 h 1353297"/>
              <a:gd name="connsiteX126" fmla="*/ 1901837 w 10678681"/>
              <a:gd name="connsiteY126" fmla="*/ 1221762 h 1353297"/>
              <a:gd name="connsiteX127" fmla="*/ 1836762 w 10678681"/>
              <a:gd name="connsiteY127" fmla="*/ 1237387 h 1353297"/>
              <a:gd name="connsiteX128" fmla="*/ 1735877 w 10678681"/>
              <a:gd name="connsiteY128" fmla="*/ 1246527 h 1353297"/>
              <a:gd name="connsiteX129" fmla="*/ 1705069 w 10678681"/>
              <a:gd name="connsiteY129" fmla="*/ 1251989 h 1353297"/>
              <a:gd name="connsiteX130" fmla="*/ 1307888 w 10678681"/>
              <a:gd name="connsiteY130" fmla="*/ 1283156 h 1353297"/>
              <a:gd name="connsiteX131" fmla="*/ 1220734 w 10678681"/>
              <a:gd name="connsiteY131" fmla="*/ 1257811 h 1353297"/>
              <a:gd name="connsiteX132" fmla="*/ 1021737 w 10678681"/>
              <a:gd name="connsiteY132" fmla="*/ 1238739 h 1353297"/>
              <a:gd name="connsiteX133" fmla="*/ 959820 w 10678681"/>
              <a:gd name="connsiteY133" fmla="*/ 1275863 h 1353297"/>
              <a:gd name="connsiteX134" fmla="*/ 929137 w 10678681"/>
              <a:gd name="connsiteY134" fmla="*/ 1273957 h 1353297"/>
              <a:gd name="connsiteX135" fmla="*/ 878849 w 10678681"/>
              <a:gd name="connsiteY135" fmla="*/ 1266740 h 1353297"/>
              <a:gd name="connsiteX136" fmla="*/ 800667 w 10678681"/>
              <a:gd name="connsiteY136" fmla="*/ 1282041 h 1353297"/>
              <a:gd name="connsiteX137" fmla="*/ 644906 w 10678681"/>
              <a:gd name="connsiteY137" fmla="*/ 1273685 h 1353297"/>
              <a:gd name="connsiteX138" fmla="*/ 379869 w 10678681"/>
              <a:gd name="connsiteY138" fmla="*/ 1339165 h 1353297"/>
              <a:gd name="connsiteX139" fmla="*/ 137696 w 10678681"/>
              <a:gd name="connsiteY139" fmla="*/ 1319217 h 1353297"/>
              <a:gd name="connsiteX140" fmla="*/ 54250 w 10678681"/>
              <a:gd name="connsiteY140" fmla="*/ 1315838 h 1353297"/>
              <a:gd name="connsiteX141" fmla="*/ 28042 w 10678681"/>
              <a:gd name="connsiteY141" fmla="*/ 1297822 h 1353297"/>
              <a:gd name="connsiteX142" fmla="*/ 0 w 10678681"/>
              <a:gd name="connsiteY142" fmla="*/ 1294612 h 1353297"/>
              <a:gd name="connsiteX143" fmla="*/ 0 w 10678681"/>
              <a:gd name="connsiteY143" fmla="*/ 0 h 1353297"/>
              <a:gd name="connsiteX0" fmla="*/ 0 w 10678681"/>
              <a:gd name="connsiteY0" fmla="*/ 0 h 1353297"/>
              <a:gd name="connsiteX1" fmla="*/ 10678681 w 10678681"/>
              <a:gd name="connsiteY1" fmla="*/ 0 h 1353297"/>
              <a:gd name="connsiteX2" fmla="*/ 10666019 w 10678681"/>
              <a:gd name="connsiteY2" fmla="*/ 7876 h 1353297"/>
              <a:gd name="connsiteX3" fmla="*/ 10632825 w 10678681"/>
              <a:gd name="connsiteY3" fmla="*/ 32153 h 1353297"/>
              <a:gd name="connsiteX4" fmla="*/ 10510605 w 10678681"/>
              <a:gd name="connsiteY4" fmla="*/ 30449 h 1353297"/>
              <a:gd name="connsiteX5" fmla="*/ 10456989 w 10678681"/>
              <a:gd name="connsiteY5" fmla="*/ 979 h 1353297"/>
              <a:gd name="connsiteX6" fmla="*/ 10438642 w 10678681"/>
              <a:gd name="connsiteY6" fmla="*/ 1524 h 1353297"/>
              <a:gd name="connsiteX7" fmla="*/ 10407146 w 10678681"/>
              <a:gd name="connsiteY7" fmla="*/ 43659 h 1353297"/>
              <a:gd name="connsiteX8" fmla="*/ 10357996 w 10678681"/>
              <a:gd name="connsiteY8" fmla="*/ 50836 h 1353297"/>
              <a:gd name="connsiteX9" fmla="*/ 10306667 w 10678681"/>
              <a:gd name="connsiteY9" fmla="*/ 109739 h 1353297"/>
              <a:gd name="connsiteX10" fmla="*/ 10115334 w 10678681"/>
              <a:gd name="connsiteY10" fmla="*/ 155658 h 1353297"/>
              <a:gd name="connsiteX11" fmla="*/ 10068157 w 10678681"/>
              <a:gd name="connsiteY11" fmla="*/ 215673 h 1353297"/>
              <a:gd name="connsiteX12" fmla="*/ 10045431 w 10678681"/>
              <a:gd name="connsiteY12" fmla="*/ 229568 h 1353297"/>
              <a:gd name="connsiteX13" fmla="*/ 10013265 w 10678681"/>
              <a:gd name="connsiteY13" fmla="*/ 284757 h 1353297"/>
              <a:gd name="connsiteX14" fmla="*/ 9862496 w 10678681"/>
              <a:gd name="connsiteY14" fmla="*/ 223033 h 1353297"/>
              <a:gd name="connsiteX15" fmla="*/ 9679638 w 10678681"/>
              <a:gd name="connsiteY15" fmla="*/ 277462 h 1353297"/>
              <a:gd name="connsiteX16" fmla="*/ 9498347 w 10678681"/>
              <a:gd name="connsiteY16" fmla="*/ 244723 h 1353297"/>
              <a:gd name="connsiteX17" fmla="*/ 9399702 w 10678681"/>
              <a:gd name="connsiteY17" fmla="*/ 276316 h 1353297"/>
              <a:gd name="connsiteX18" fmla="*/ 9378439 w 10678681"/>
              <a:gd name="connsiteY18" fmla="*/ 326244 h 1353297"/>
              <a:gd name="connsiteX19" fmla="*/ 9121744 w 10678681"/>
              <a:gd name="connsiteY19" fmla="*/ 365177 h 1353297"/>
              <a:gd name="connsiteX20" fmla="*/ 9061654 w 10678681"/>
              <a:gd name="connsiteY20" fmla="*/ 393730 h 1353297"/>
              <a:gd name="connsiteX21" fmla="*/ 8997577 w 10678681"/>
              <a:gd name="connsiteY21" fmla="*/ 380865 h 1353297"/>
              <a:gd name="connsiteX22" fmla="*/ 8907968 w 10678681"/>
              <a:gd name="connsiteY22" fmla="*/ 447345 h 1353297"/>
              <a:gd name="connsiteX23" fmla="*/ 8764163 w 10678681"/>
              <a:gd name="connsiteY23" fmla="*/ 471000 h 1353297"/>
              <a:gd name="connsiteX24" fmla="*/ 8680155 w 10678681"/>
              <a:gd name="connsiteY24" fmla="*/ 492404 h 1353297"/>
              <a:gd name="connsiteX25" fmla="*/ 8651436 w 10678681"/>
              <a:gd name="connsiteY25" fmla="*/ 511923 h 1353297"/>
              <a:gd name="connsiteX26" fmla="*/ 8609185 w 10678681"/>
              <a:gd name="connsiteY26" fmla="*/ 531525 h 1353297"/>
              <a:gd name="connsiteX27" fmla="*/ 8537091 w 10678681"/>
              <a:gd name="connsiteY27" fmla="*/ 574933 h 1353297"/>
              <a:gd name="connsiteX28" fmla="*/ 8435931 w 10678681"/>
              <a:gd name="connsiteY28" fmla="*/ 617926 h 1353297"/>
              <a:gd name="connsiteX29" fmla="*/ 8348623 w 10678681"/>
              <a:gd name="connsiteY29" fmla="*/ 600607 h 1353297"/>
              <a:gd name="connsiteX30" fmla="*/ 8344233 w 10678681"/>
              <a:gd name="connsiteY30" fmla="*/ 610922 h 1353297"/>
              <a:gd name="connsiteX31" fmla="*/ 8290622 w 10678681"/>
              <a:gd name="connsiteY31" fmla="*/ 622687 h 1353297"/>
              <a:gd name="connsiteX32" fmla="*/ 8086698 w 10678681"/>
              <a:gd name="connsiteY32" fmla="*/ 605185 h 1353297"/>
              <a:gd name="connsiteX33" fmla="*/ 7982378 w 10678681"/>
              <a:gd name="connsiteY33" fmla="*/ 629799 h 1353297"/>
              <a:gd name="connsiteX34" fmla="*/ 7947952 w 10678681"/>
              <a:gd name="connsiteY34" fmla="*/ 648003 h 1353297"/>
              <a:gd name="connsiteX35" fmla="*/ 7890112 w 10678681"/>
              <a:gd name="connsiteY35" fmla="*/ 677915 h 1353297"/>
              <a:gd name="connsiteX36" fmla="*/ 7853284 w 10678681"/>
              <a:gd name="connsiteY36" fmla="*/ 723588 h 1353297"/>
              <a:gd name="connsiteX37" fmla="*/ 7802383 w 10678681"/>
              <a:gd name="connsiteY37" fmla="*/ 739359 h 1353297"/>
              <a:gd name="connsiteX38" fmla="*/ 7730518 w 10678681"/>
              <a:gd name="connsiteY38" fmla="*/ 739526 h 1353297"/>
              <a:gd name="connsiteX39" fmla="*/ 7652907 w 10678681"/>
              <a:gd name="connsiteY39" fmla="*/ 783273 h 1353297"/>
              <a:gd name="connsiteX40" fmla="*/ 7606008 w 10678681"/>
              <a:gd name="connsiteY40" fmla="*/ 800717 h 1353297"/>
              <a:gd name="connsiteX41" fmla="*/ 7480223 w 10678681"/>
              <a:gd name="connsiteY41" fmla="*/ 856821 h 1353297"/>
              <a:gd name="connsiteX42" fmla="*/ 7356005 w 10678681"/>
              <a:gd name="connsiteY42" fmla="*/ 919462 h 1353297"/>
              <a:gd name="connsiteX43" fmla="*/ 7305396 w 10678681"/>
              <a:gd name="connsiteY43" fmla="*/ 986228 h 1353297"/>
              <a:gd name="connsiteX44" fmla="*/ 7266251 w 10678681"/>
              <a:gd name="connsiteY44" fmla="*/ 967864 h 1353297"/>
              <a:gd name="connsiteX45" fmla="*/ 7269396 w 10678681"/>
              <a:gd name="connsiteY45" fmla="*/ 989282 h 1353297"/>
              <a:gd name="connsiteX46" fmla="*/ 7258094 w 10678681"/>
              <a:gd name="connsiteY46" fmla="*/ 990679 h 1353297"/>
              <a:gd name="connsiteX47" fmla="*/ 7257893 w 10678681"/>
              <a:gd name="connsiteY47" fmla="*/ 991204 h 1353297"/>
              <a:gd name="connsiteX48" fmla="*/ 7247153 w 10678681"/>
              <a:gd name="connsiteY48" fmla="*/ 991550 h 1353297"/>
              <a:gd name="connsiteX49" fmla="*/ 7193612 w 10678681"/>
              <a:gd name="connsiteY49" fmla="*/ 987042 h 1353297"/>
              <a:gd name="connsiteX50" fmla="*/ 7132632 w 10678681"/>
              <a:gd name="connsiteY50" fmla="*/ 1042036 h 1353297"/>
              <a:gd name="connsiteX51" fmla="*/ 7105610 w 10678681"/>
              <a:gd name="connsiteY51" fmla="*/ 1053537 h 1353297"/>
              <a:gd name="connsiteX52" fmla="*/ 7069148 w 10678681"/>
              <a:gd name="connsiteY52" fmla="*/ 1047163 h 1353297"/>
              <a:gd name="connsiteX53" fmla="*/ 7039634 w 10678681"/>
              <a:gd name="connsiteY53" fmla="*/ 1059971 h 1353297"/>
              <a:gd name="connsiteX54" fmla="*/ 7033445 w 10678681"/>
              <a:gd name="connsiteY54" fmla="*/ 1063314 h 1353297"/>
              <a:gd name="connsiteX55" fmla="*/ 6999157 w 10678681"/>
              <a:gd name="connsiteY55" fmla="*/ 1055282 h 1353297"/>
              <a:gd name="connsiteX56" fmla="*/ 6981874 w 10678681"/>
              <a:gd name="connsiteY56" fmla="*/ 1053827 h 1353297"/>
              <a:gd name="connsiteX57" fmla="*/ 6976102 w 10678681"/>
              <a:gd name="connsiteY57" fmla="*/ 1047854 h 1353297"/>
              <a:gd name="connsiteX58" fmla="*/ 6951040 w 10678681"/>
              <a:gd name="connsiteY58" fmla="*/ 1048531 h 1353297"/>
              <a:gd name="connsiteX59" fmla="*/ 6948497 w 10678681"/>
              <a:gd name="connsiteY59" fmla="*/ 1050706 h 1353297"/>
              <a:gd name="connsiteX60" fmla="*/ 6926582 w 10678681"/>
              <a:gd name="connsiteY60" fmla="*/ 1043462 h 1353297"/>
              <a:gd name="connsiteX61" fmla="*/ 6833743 w 10678681"/>
              <a:gd name="connsiteY61" fmla="*/ 1027960 h 1353297"/>
              <a:gd name="connsiteX62" fmla="*/ 6687090 w 10678681"/>
              <a:gd name="connsiteY62" fmla="*/ 1063250 h 1353297"/>
              <a:gd name="connsiteX63" fmla="*/ 6437450 w 10678681"/>
              <a:gd name="connsiteY63" fmla="*/ 1101075 h 1353297"/>
              <a:gd name="connsiteX64" fmla="*/ 6327795 w 10678681"/>
              <a:gd name="connsiteY64" fmla="*/ 1088142 h 1353297"/>
              <a:gd name="connsiteX65" fmla="*/ 6136549 w 10678681"/>
              <a:gd name="connsiteY65" fmla="*/ 1100268 h 1353297"/>
              <a:gd name="connsiteX66" fmla="*/ 6004655 w 10678681"/>
              <a:gd name="connsiteY66" fmla="*/ 1114946 h 1353297"/>
              <a:gd name="connsiteX67" fmla="*/ 5936643 w 10678681"/>
              <a:gd name="connsiteY67" fmla="*/ 1095428 h 1353297"/>
              <a:gd name="connsiteX68" fmla="*/ 5912484 w 10678681"/>
              <a:gd name="connsiteY68" fmla="*/ 1112624 h 1353297"/>
              <a:gd name="connsiteX69" fmla="*/ 5908387 w 10678681"/>
              <a:gd name="connsiteY69" fmla="*/ 1116018 h 1353297"/>
              <a:gd name="connsiteX70" fmla="*/ 5890495 w 10678681"/>
              <a:gd name="connsiteY70" fmla="*/ 1120268 h 1353297"/>
              <a:gd name="connsiteX71" fmla="*/ 5887318 w 10678681"/>
              <a:gd name="connsiteY71" fmla="*/ 1133134 h 1353297"/>
              <a:gd name="connsiteX72" fmla="*/ 5861726 w 10678681"/>
              <a:gd name="connsiteY72" fmla="*/ 1147891 h 1353297"/>
              <a:gd name="connsiteX73" fmla="*/ 5805823 w 10678681"/>
              <a:gd name="connsiteY73" fmla="*/ 1152457 h 1353297"/>
              <a:gd name="connsiteX74" fmla="*/ 5689841 w 10678681"/>
              <a:gd name="connsiteY74" fmla="*/ 1176232 h 1353297"/>
              <a:gd name="connsiteX75" fmla="*/ 5605119 w 10678681"/>
              <a:gd name="connsiteY75" fmla="*/ 1190202 h 1353297"/>
              <a:gd name="connsiteX76" fmla="*/ 5488513 w 10678681"/>
              <a:gd name="connsiteY76" fmla="*/ 1205367 h 1353297"/>
              <a:gd name="connsiteX77" fmla="*/ 5402905 w 10678681"/>
              <a:gd name="connsiteY77" fmla="*/ 1241191 h 1353297"/>
              <a:gd name="connsiteX78" fmla="*/ 5285593 w 10678681"/>
              <a:gd name="connsiteY78" fmla="*/ 1273569 h 1353297"/>
              <a:gd name="connsiteX79" fmla="*/ 5192893 w 10678681"/>
              <a:gd name="connsiteY79" fmla="*/ 1247188 h 1353297"/>
              <a:gd name="connsiteX80" fmla="*/ 5186475 w 10678681"/>
              <a:gd name="connsiteY80" fmla="*/ 1257028 h 1353297"/>
              <a:gd name="connsiteX81" fmla="*/ 5126038 w 10678681"/>
              <a:gd name="connsiteY81" fmla="*/ 1263189 h 1353297"/>
              <a:gd name="connsiteX82" fmla="*/ 4894688 w 10678681"/>
              <a:gd name="connsiteY82" fmla="*/ 1247184 h 1353297"/>
              <a:gd name="connsiteX83" fmla="*/ 4788036 w 10678681"/>
              <a:gd name="connsiteY83" fmla="*/ 1238182 h 1353297"/>
              <a:gd name="connsiteX84" fmla="*/ 4747555 w 10678681"/>
              <a:gd name="connsiteY84" fmla="*/ 1252768 h 1353297"/>
              <a:gd name="connsiteX85" fmla="*/ 4679644 w 10678681"/>
              <a:gd name="connsiteY85" fmla="*/ 1276603 h 1353297"/>
              <a:gd name="connsiteX86" fmla="*/ 4632222 w 10678681"/>
              <a:gd name="connsiteY86" fmla="*/ 1318360 h 1353297"/>
              <a:gd name="connsiteX87" fmla="*/ 4617358 w 10678681"/>
              <a:gd name="connsiteY87" fmla="*/ 1327690 h 1353297"/>
              <a:gd name="connsiteX88" fmla="*/ 4589102 w 10678681"/>
              <a:gd name="connsiteY88" fmla="*/ 1321223 h 1353297"/>
              <a:gd name="connsiteX89" fmla="*/ 4578184 w 10678681"/>
              <a:gd name="connsiteY89" fmla="*/ 1326745 h 1353297"/>
              <a:gd name="connsiteX90" fmla="*/ 4574270 w 10678681"/>
              <a:gd name="connsiteY90" fmla="*/ 1325878 h 1353297"/>
              <a:gd name="connsiteX91" fmla="*/ 4564919 w 10678681"/>
              <a:gd name="connsiteY91" fmla="*/ 1325507 h 1353297"/>
              <a:gd name="connsiteX92" fmla="*/ 4566586 w 10678681"/>
              <a:gd name="connsiteY92" fmla="*/ 1316963 h 1353297"/>
              <a:gd name="connsiteX93" fmla="*/ 4556303 w 10678681"/>
              <a:gd name="connsiteY93" fmla="*/ 1300262 h 1353297"/>
              <a:gd name="connsiteX94" fmla="*/ 4502358 w 10678681"/>
              <a:gd name="connsiteY94" fmla="*/ 1302558 h 1353297"/>
              <a:gd name="connsiteX95" fmla="*/ 4498919 w 10678681"/>
              <a:gd name="connsiteY95" fmla="*/ 1312115 h 1353297"/>
              <a:gd name="connsiteX96" fmla="*/ 4492075 w 10678681"/>
              <a:gd name="connsiteY96" fmla="*/ 1313357 h 1353297"/>
              <a:gd name="connsiteX97" fmla="*/ 4487466 w 10678681"/>
              <a:gd name="connsiteY97" fmla="*/ 1304102 h 1353297"/>
              <a:gd name="connsiteX98" fmla="*/ 4398292 w 10678681"/>
              <a:gd name="connsiteY98" fmla="*/ 1278410 h 1353297"/>
              <a:gd name="connsiteX99" fmla="*/ 4306088 w 10678681"/>
              <a:gd name="connsiteY99" fmla="*/ 1282512 h 1353297"/>
              <a:gd name="connsiteX100" fmla="*/ 4188995 w 10678681"/>
              <a:gd name="connsiteY100" fmla="*/ 1296718 h 1353297"/>
              <a:gd name="connsiteX101" fmla="*/ 4136582 w 10678681"/>
              <a:gd name="connsiteY101" fmla="*/ 1287687 h 1353297"/>
              <a:gd name="connsiteX102" fmla="*/ 4064614 w 10678681"/>
              <a:gd name="connsiteY102" fmla="*/ 1296118 h 1353297"/>
              <a:gd name="connsiteX103" fmla="*/ 3906561 w 10678681"/>
              <a:gd name="connsiteY103" fmla="*/ 1352435 h 1353297"/>
              <a:gd name="connsiteX104" fmla="*/ 3787890 w 10678681"/>
              <a:gd name="connsiteY104" fmla="*/ 1352442 h 1353297"/>
              <a:gd name="connsiteX105" fmla="*/ 3745993 w 10678681"/>
              <a:gd name="connsiteY105" fmla="*/ 1342630 h 1353297"/>
              <a:gd name="connsiteX106" fmla="*/ 3675785 w 10678681"/>
              <a:gd name="connsiteY106" fmla="*/ 1326802 h 1353297"/>
              <a:gd name="connsiteX107" fmla="*/ 3623856 w 10678681"/>
              <a:gd name="connsiteY107" fmla="*/ 1290804 h 1353297"/>
              <a:gd name="connsiteX108" fmla="*/ 3564933 w 10678681"/>
              <a:gd name="connsiteY108" fmla="*/ 1287147 h 1353297"/>
              <a:gd name="connsiteX109" fmla="*/ 3550537 w 10678681"/>
              <a:gd name="connsiteY109" fmla="*/ 1317552 h 1353297"/>
              <a:gd name="connsiteX110" fmla="*/ 3487736 w 10678681"/>
              <a:gd name="connsiteY110" fmla="*/ 1303493 h 1353297"/>
              <a:gd name="connsiteX111" fmla="*/ 3392548 w 10678681"/>
              <a:gd name="connsiteY111" fmla="*/ 1278741 h 1353297"/>
              <a:gd name="connsiteX112" fmla="*/ 3337466 w 10678681"/>
              <a:gd name="connsiteY112" fmla="*/ 1272537 h 1353297"/>
              <a:gd name="connsiteX113" fmla="*/ 3187206 w 10678681"/>
              <a:gd name="connsiteY113" fmla="*/ 1246821 h 1353297"/>
              <a:gd name="connsiteX114" fmla="*/ 3036856 w 10678681"/>
              <a:gd name="connsiteY114" fmla="*/ 1214383 h 1353297"/>
              <a:gd name="connsiteX115" fmla="*/ 2824973 w 10678681"/>
              <a:gd name="connsiteY115" fmla="*/ 1134864 h 1353297"/>
              <a:gd name="connsiteX116" fmla="*/ 2804398 w 10678681"/>
              <a:gd name="connsiteY116" fmla="*/ 1125556 h 1353297"/>
              <a:gd name="connsiteX117" fmla="*/ 2775396 w 10678681"/>
              <a:gd name="connsiteY117" fmla="*/ 1130148 h 1353297"/>
              <a:gd name="connsiteX118" fmla="*/ 2659096 w 10678681"/>
              <a:gd name="connsiteY118" fmla="*/ 1150294 h 1353297"/>
              <a:gd name="connsiteX119" fmla="*/ 2567088 w 10678681"/>
              <a:gd name="connsiteY119" fmla="*/ 1181781 h 1353297"/>
              <a:gd name="connsiteX120" fmla="*/ 2454501 w 10678681"/>
              <a:gd name="connsiteY120" fmla="*/ 1155455 h 1353297"/>
              <a:gd name="connsiteX121" fmla="*/ 2385161 w 10678681"/>
              <a:gd name="connsiteY121" fmla="*/ 1161312 h 1353297"/>
              <a:gd name="connsiteX122" fmla="*/ 2273361 w 10678681"/>
              <a:gd name="connsiteY122" fmla="*/ 1134090 h 1353297"/>
              <a:gd name="connsiteX123" fmla="*/ 2132003 w 10678681"/>
              <a:gd name="connsiteY123" fmla="*/ 1139225 h 1353297"/>
              <a:gd name="connsiteX124" fmla="*/ 2041224 w 10678681"/>
              <a:gd name="connsiteY124" fmla="*/ 1147536 h 1353297"/>
              <a:gd name="connsiteX125" fmla="*/ 2010157 w 10678681"/>
              <a:gd name="connsiteY125" fmla="*/ 1152767 h 1353297"/>
              <a:gd name="connsiteX126" fmla="*/ 1836762 w 10678681"/>
              <a:gd name="connsiteY126" fmla="*/ 1237387 h 1353297"/>
              <a:gd name="connsiteX127" fmla="*/ 1735877 w 10678681"/>
              <a:gd name="connsiteY127" fmla="*/ 1246527 h 1353297"/>
              <a:gd name="connsiteX128" fmla="*/ 1705069 w 10678681"/>
              <a:gd name="connsiteY128" fmla="*/ 1251989 h 1353297"/>
              <a:gd name="connsiteX129" fmla="*/ 1307888 w 10678681"/>
              <a:gd name="connsiteY129" fmla="*/ 1283156 h 1353297"/>
              <a:gd name="connsiteX130" fmla="*/ 1220734 w 10678681"/>
              <a:gd name="connsiteY130" fmla="*/ 1257811 h 1353297"/>
              <a:gd name="connsiteX131" fmla="*/ 1021737 w 10678681"/>
              <a:gd name="connsiteY131" fmla="*/ 1238739 h 1353297"/>
              <a:gd name="connsiteX132" fmla="*/ 959820 w 10678681"/>
              <a:gd name="connsiteY132" fmla="*/ 1275863 h 1353297"/>
              <a:gd name="connsiteX133" fmla="*/ 929137 w 10678681"/>
              <a:gd name="connsiteY133" fmla="*/ 1273957 h 1353297"/>
              <a:gd name="connsiteX134" fmla="*/ 878849 w 10678681"/>
              <a:gd name="connsiteY134" fmla="*/ 1266740 h 1353297"/>
              <a:gd name="connsiteX135" fmla="*/ 800667 w 10678681"/>
              <a:gd name="connsiteY135" fmla="*/ 1282041 h 1353297"/>
              <a:gd name="connsiteX136" fmla="*/ 644906 w 10678681"/>
              <a:gd name="connsiteY136" fmla="*/ 1273685 h 1353297"/>
              <a:gd name="connsiteX137" fmla="*/ 379869 w 10678681"/>
              <a:gd name="connsiteY137" fmla="*/ 1339165 h 1353297"/>
              <a:gd name="connsiteX138" fmla="*/ 137696 w 10678681"/>
              <a:gd name="connsiteY138" fmla="*/ 1319217 h 1353297"/>
              <a:gd name="connsiteX139" fmla="*/ 54250 w 10678681"/>
              <a:gd name="connsiteY139" fmla="*/ 1315838 h 1353297"/>
              <a:gd name="connsiteX140" fmla="*/ 28042 w 10678681"/>
              <a:gd name="connsiteY140" fmla="*/ 1297822 h 1353297"/>
              <a:gd name="connsiteX141" fmla="*/ 0 w 10678681"/>
              <a:gd name="connsiteY141" fmla="*/ 1294612 h 1353297"/>
              <a:gd name="connsiteX142" fmla="*/ 0 w 10678681"/>
              <a:gd name="connsiteY142" fmla="*/ 0 h 1353297"/>
              <a:gd name="connsiteX0" fmla="*/ 0 w 10678681"/>
              <a:gd name="connsiteY0" fmla="*/ 0 h 1353297"/>
              <a:gd name="connsiteX1" fmla="*/ 10678681 w 10678681"/>
              <a:gd name="connsiteY1" fmla="*/ 0 h 1353297"/>
              <a:gd name="connsiteX2" fmla="*/ 10666019 w 10678681"/>
              <a:gd name="connsiteY2" fmla="*/ 7876 h 1353297"/>
              <a:gd name="connsiteX3" fmla="*/ 10632825 w 10678681"/>
              <a:gd name="connsiteY3" fmla="*/ 32153 h 1353297"/>
              <a:gd name="connsiteX4" fmla="*/ 10510605 w 10678681"/>
              <a:gd name="connsiteY4" fmla="*/ 30449 h 1353297"/>
              <a:gd name="connsiteX5" fmla="*/ 10456989 w 10678681"/>
              <a:gd name="connsiteY5" fmla="*/ 979 h 1353297"/>
              <a:gd name="connsiteX6" fmla="*/ 10438642 w 10678681"/>
              <a:gd name="connsiteY6" fmla="*/ 1524 h 1353297"/>
              <a:gd name="connsiteX7" fmla="*/ 10407146 w 10678681"/>
              <a:gd name="connsiteY7" fmla="*/ 43659 h 1353297"/>
              <a:gd name="connsiteX8" fmla="*/ 10357996 w 10678681"/>
              <a:gd name="connsiteY8" fmla="*/ 50836 h 1353297"/>
              <a:gd name="connsiteX9" fmla="*/ 10306667 w 10678681"/>
              <a:gd name="connsiteY9" fmla="*/ 109739 h 1353297"/>
              <a:gd name="connsiteX10" fmla="*/ 10115334 w 10678681"/>
              <a:gd name="connsiteY10" fmla="*/ 155658 h 1353297"/>
              <a:gd name="connsiteX11" fmla="*/ 10068157 w 10678681"/>
              <a:gd name="connsiteY11" fmla="*/ 215673 h 1353297"/>
              <a:gd name="connsiteX12" fmla="*/ 10045431 w 10678681"/>
              <a:gd name="connsiteY12" fmla="*/ 229568 h 1353297"/>
              <a:gd name="connsiteX13" fmla="*/ 10013265 w 10678681"/>
              <a:gd name="connsiteY13" fmla="*/ 284757 h 1353297"/>
              <a:gd name="connsiteX14" fmla="*/ 9862496 w 10678681"/>
              <a:gd name="connsiteY14" fmla="*/ 223033 h 1353297"/>
              <a:gd name="connsiteX15" fmla="*/ 9679638 w 10678681"/>
              <a:gd name="connsiteY15" fmla="*/ 277462 h 1353297"/>
              <a:gd name="connsiteX16" fmla="*/ 9498347 w 10678681"/>
              <a:gd name="connsiteY16" fmla="*/ 244723 h 1353297"/>
              <a:gd name="connsiteX17" fmla="*/ 9399702 w 10678681"/>
              <a:gd name="connsiteY17" fmla="*/ 276316 h 1353297"/>
              <a:gd name="connsiteX18" fmla="*/ 9378439 w 10678681"/>
              <a:gd name="connsiteY18" fmla="*/ 326244 h 1353297"/>
              <a:gd name="connsiteX19" fmla="*/ 9121744 w 10678681"/>
              <a:gd name="connsiteY19" fmla="*/ 365177 h 1353297"/>
              <a:gd name="connsiteX20" fmla="*/ 9061654 w 10678681"/>
              <a:gd name="connsiteY20" fmla="*/ 393730 h 1353297"/>
              <a:gd name="connsiteX21" fmla="*/ 8997577 w 10678681"/>
              <a:gd name="connsiteY21" fmla="*/ 380865 h 1353297"/>
              <a:gd name="connsiteX22" fmla="*/ 8907968 w 10678681"/>
              <a:gd name="connsiteY22" fmla="*/ 447345 h 1353297"/>
              <a:gd name="connsiteX23" fmla="*/ 8764163 w 10678681"/>
              <a:gd name="connsiteY23" fmla="*/ 471000 h 1353297"/>
              <a:gd name="connsiteX24" fmla="*/ 8680155 w 10678681"/>
              <a:gd name="connsiteY24" fmla="*/ 492404 h 1353297"/>
              <a:gd name="connsiteX25" fmla="*/ 8651436 w 10678681"/>
              <a:gd name="connsiteY25" fmla="*/ 511923 h 1353297"/>
              <a:gd name="connsiteX26" fmla="*/ 8609185 w 10678681"/>
              <a:gd name="connsiteY26" fmla="*/ 531525 h 1353297"/>
              <a:gd name="connsiteX27" fmla="*/ 8537091 w 10678681"/>
              <a:gd name="connsiteY27" fmla="*/ 574933 h 1353297"/>
              <a:gd name="connsiteX28" fmla="*/ 8435931 w 10678681"/>
              <a:gd name="connsiteY28" fmla="*/ 617926 h 1353297"/>
              <a:gd name="connsiteX29" fmla="*/ 8348623 w 10678681"/>
              <a:gd name="connsiteY29" fmla="*/ 600607 h 1353297"/>
              <a:gd name="connsiteX30" fmla="*/ 8344233 w 10678681"/>
              <a:gd name="connsiteY30" fmla="*/ 610922 h 1353297"/>
              <a:gd name="connsiteX31" fmla="*/ 8290622 w 10678681"/>
              <a:gd name="connsiteY31" fmla="*/ 622687 h 1353297"/>
              <a:gd name="connsiteX32" fmla="*/ 8086698 w 10678681"/>
              <a:gd name="connsiteY32" fmla="*/ 605185 h 1353297"/>
              <a:gd name="connsiteX33" fmla="*/ 7982378 w 10678681"/>
              <a:gd name="connsiteY33" fmla="*/ 629799 h 1353297"/>
              <a:gd name="connsiteX34" fmla="*/ 7947952 w 10678681"/>
              <a:gd name="connsiteY34" fmla="*/ 648003 h 1353297"/>
              <a:gd name="connsiteX35" fmla="*/ 7890112 w 10678681"/>
              <a:gd name="connsiteY35" fmla="*/ 677915 h 1353297"/>
              <a:gd name="connsiteX36" fmla="*/ 7853284 w 10678681"/>
              <a:gd name="connsiteY36" fmla="*/ 723588 h 1353297"/>
              <a:gd name="connsiteX37" fmla="*/ 7802383 w 10678681"/>
              <a:gd name="connsiteY37" fmla="*/ 739359 h 1353297"/>
              <a:gd name="connsiteX38" fmla="*/ 7730518 w 10678681"/>
              <a:gd name="connsiteY38" fmla="*/ 739526 h 1353297"/>
              <a:gd name="connsiteX39" fmla="*/ 7652907 w 10678681"/>
              <a:gd name="connsiteY39" fmla="*/ 783273 h 1353297"/>
              <a:gd name="connsiteX40" fmla="*/ 7606008 w 10678681"/>
              <a:gd name="connsiteY40" fmla="*/ 800717 h 1353297"/>
              <a:gd name="connsiteX41" fmla="*/ 7480223 w 10678681"/>
              <a:gd name="connsiteY41" fmla="*/ 856821 h 1353297"/>
              <a:gd name="connsiteX42" fmla="*/ 7356005 w 10678681"/>
              <a:gd name="connsiteY42" fmla="*/ 919462 h 1353297"/>
              <a:gd name="connsiteX43" fmla="*/ 7305396 w 10678681"/>
              <a:gd name="connsiteY43" fmla="*/ 986228 h 1353297"/>
              <a:gd name="connsiteX44" fmla="*/ 7266251 w 10678681"/>
              <a:gd name="connsiteY44" fmla="*/ 967864 h 1353297"/>
              <a:gd name="connsiteX45" fmla="*/ 7269396 w 10678681"/>
              <a:gd name="connsiteY45" fmla="*/ 989282 h 1353297"/>
              <a:gd name="connsiteX46" fmla="*/ 7258094 w 10678681"/>
              <a:gd name="connsiteY46" fmla="*/ 990679 h 1353297"/>
              <a:gd name="connsiteX47" fmla="*/ 7257893 w 10678681"/>
              <a:gd name="connsiteY47" fmla="*/ 991204 h 1353297"/>
              <a:gd name="connsiteX48" fmla="*/ 7247153 w 10678681"/>
              <a:gd name="connsiteY48" fmla="*/ 991550 h 1353297"/>
              <a:gd name="connsiteX49" fmla="*/ 7193612 w 10678681"/>
              <a:gd name="connsiteY49" fmla="*/ 987042 h 1353297"/>
              <a:gd name="connsiteX50" fmla="*/ 7132632 w 10678681"/>
              <a:gd name="connsiteY50" fmla="*/ 1042036 h 1353297"/>
              <a:gd name="connsiteX51" fmla="*/ 7105610 w 10678681"/>
              <a:gd name="connsiteY51" fmla="*/ 1053537 h 1353297"/>
              <a:gd name="connsiteX52" fmla="*/ 7069148 w 10678681"/>
              <a:gd name="connsiteY52" fmla="*/ 1047163 h 1353297"/>
              <a:gd name="connsiteX53" fmla="*/ 7039634 w 10678681"/>
              <a:gd name="connsiteY53" fmla="*/ 1059971 h 1353297"/>
              <a:gd name="connsiteX54" fmla="*/ 7033445 w 10678681"/>
              <a:gd name="connsiteY54" fmla="*/ 1063314 h 1353297"/>
              <a:gd name="connsiteX55" fmla="*/ 6999157 w 10678681"/>
              <a:gd name="connsiteY55" fmla="*/ 1055282 h 1353297"/>
              <a:gd name="connsiteX56" fmla="*/ 6981874 w 10678681"/>
              <a:gd name="connsiteY56" fmla="*/ 1053827 h 1353297"/>
              <a:gd name="connsiteX57" fmla="*/ 6976102 w 10678681"/>
              <a:gd name="connsiteY57" fmla="*/ 1047854 h 1353297"/>
              <a:gd name="connsiteX58" fmla="*/ 6951040 w 10678681"/>
              <a:gd name="connsiteY58" fmla="*/ 1048531 h 1353297"/>
              <a:gd name="connsiteX59" fmla="*/ 6948497 w 10678681"/>
              <a:gd name="connsiteY59" fmla="*/ 1050706 h 1353297"/>
              <a:gd name="connsiteX60" fmla="*/ 6926582 w 10678681"/>
              <a:gd name="connsiteY60" fmla="*/ 1043462 h 1353297"/>
              <a:gd name="connsiteX61" fmla="*/ 6833743 w 10678681"/>
              <a:gd name="connsiteY61" fmla="*/ 1027960 h 1353297"/>
              <a:gd name="connsiteX62" fmla="*/ 6687090 w 10678681"/>
              <a:gd name="connsiteY62" fmla="*/ 1063250 h 1353297"/>
              <a:gd name="connsiteX63" fmla="*/ 6437450 w 10678681"/>
              <a:gd name="connsiteY63" fmla="*/ 1101075 h 1353297"/>
              <a:gd name="connsiteX64" fmla="*/ 6327795 w 10678681"/>
              <a:gd name="connsiteY64" fmla="*/ 1088142 h 1353297"/>
              <a:gd name="connsiteX65" fmla="*/ 6136549 w 10678681"/>
              <a:gd name="connsiteY65" fmla="*/ 1100268 h 1353297"/>
              <a:gd name="connsiteX66" fmla="*/ 6004655 w 10678681"/>
              <a:gd name="connsiteY66" fmla="*/ 1114946 h 1353297"/>
              <a:gd name="connsiteX67" fmla="*/ 5936643 w 10678681"/>
              <a:gd name="connsiteY67" fmla="*/ 1095428 h 1353297"/>
              <a:gd name="connsiteX68" fmla="*/ 5912484 w 10678681"/>
              <a:gd name="connsiteY68" fmla="*/ 1112624 h 1353297"/>
              <a:gd name="connsiteX69" fmla="*/ 5908387 w 10678681"/>
              <a:gd name="connsiteY69" fmla="*/ 1116018 h 1353297"/>
              <a:gd name="connsiteX70" fmla="*/ 5890495 w 10678681"/>
              <a:gd name="connsiteY70" fmla="*/ 1120268 h 1353297"/>
              <a:gd name="connsiteX71" fmla="*/ 5887318 w 10678681"/>
              <a:gd name="connsiteY71" fmla="*/ 1133134 h 1353297"/>
              <a:gd name="connsiteX72" fmla="*/ 5861726 w 10678681"/>
              <a:gd name="connsiteY72" fmla="*/ 1147891 h 1353297"/>
              <a:gd name="connsiteX73" fmla="*/ 5805823 w 10678681"/>
              <a:gd name="connsiteY73" fmla="*/ 1152457 h 1353297"/>
              <a:gd name="connsiteX74" fmla="*/ 5689841 w 10678681"/>
              <a:gd name="connsiteY74" fmla="*/ 1176232 h 1353297"/>
              <a:gd name="connsiteX75" fmla="*/ 5605119 w 10678681"/>
              <a:gd name="connsiteY75" fmla="*/ 1190202 h 1353297"/>
              <a:gd name="connsiteX76" fmla="*/ 5488513 w 10678681"/>
              <a:gd name="connsiteY76" fmla="*/ 1205367 h 1353297"/>
              <a:gd name="connsiteX77" fmla="*/ 5402905 w 10678681"/>
              <a:gd name="connsiteY77" fmla="*/ 1241191 h 1353297"/>
              <a:gd name="connsiteX78" fmla="*/ 5285593 w 10678681"/>
              <a:gd name="connsiteY78" fmla="*/ 1273569 h 1353297"/>
              <a:gd name="connsiteX79" fmla="*/ 5192893 w 10678681"/>
              <a:gd name="connsiteY79" fmla="*/ 1247188 h 1353297"/>
              <a:gd name="connsiteX80" fmla="*/ 5186475 w 10678681"/>
              <a:gd name="connsiteY80" fmla="*/ 1257028 h 1353297"/>
              <a:gd name="connsiteX81" fmla="*/ 5126038 w 10678681"/>
              <a:gd name="connsiteY81" fmla="*/ 1263189 h 1353297"/>
              <a:gd name="connsiteX82" fmla="*/ 4894688 w 10678681"/>
              <a:gd name="connsiteY82" fmla="*/ 1247184 h 1353297"/>
              <a:gd name="connsiteX83" fmla="*/ 4788036 w 10678681"/>
              <a:gd name="connsiteY83" fmla="*/ 1238182 h 1353297"/>
              <a:gd name="connsiteX84" fmla="*/ 4747555 w 10678681"/>
              <a:gd name="connsiteY84" fmla="*/ 1252768 h 1353297"/>
              <a:gd name="connsiteX85" fmla="*/ 4679644 w 10678681"/>
              <a:gd name="connsiteY85" fmla="*/ 1276603 h 1353297"/>
              <a:gd name="connsiteX86" fmla="*/ 4632222 w 10678681"/>
              <a:gd name="connsiteY86" fmla="*/ 1318360 h 1353297"/>
              <a:gd name="connsiteX87" fmla="*/ 4617358 w 10678681"/>
              <a:gd name="connsiteY87" fmla="*/ 1327690 h 1353297"/>
              <a:gd name="connsiteX88" fmla="*/ 4589102 w 10678681"/>
              <a:gd name="connsiteY88" fmla="*/ 1321223 h 1353297"/>
              <a:gd name="connsiteX89" fmla="*/ 4578184 w 10678681"/>
              <a:gd name="connsiteY89" fmla="*/ 1326745 h 1353297"/>
              <a:gd name="connsiteX90" fmla="*/ 4574270 w 10678681"/>
              <a:gd name="connsiteY90" fmla="*/ 1325878 h 1353297"/>
              <a:gd name="connsiteX91" fmla="*/ 4564919 w 10678681"/>
              <a:gd name="connsiteY91" fmla="*/ 1325507 h 1353297"/>
              <a:gd name="connsiteX92" fmla="*/ 4566586 w 10678681"/>
              <a:gd name="connsiteY92" fmla="*/ 1316963 h 1353297"/>
              <a:gd name="connsiteX93" fmla="*/ 4556303 w 10678681"/>
              <a:gd name="connsiteY93" fmla="*/ 1300262 h 1353297"/>
              <a:gd name="connsiteX94" fmla="*/ 4502358 w 10678681"/>
              <a:gd name="connsiteY94" fmla="*/ 1302558 h 1353297"/>
              <a:gd name="connsiteX95" fmla="*/ 4498919 w 10678681"/>
              <a:gd name="connsiteY95" fmla="*/ 1312115 h 1353297"/>
              <a:gd name="connsiteX96" fmla="*/ 4492075 w 10678681"/>
              <a:gd name="connsiteY96" fmla="*/ 1313357 h 1353297"/>
              <a:gd name="connsiteX97" fmla="*/ 4487466 w 10678681"/>
              <a:gd name="connsiteY97" fmla="*/ 1304102 h 1353297"/>
              <a:gd name="connsiteX98" fmla="*/ 4398292 w 10678681"/>
              <a:gd name="connsiteY98" fmla="*/ 1278410 h 1353297"/>
              <a:gd name="connsiteX99" fmla="*/ 4306088 w 10678681"/>
              <a:gd name="connsiteY99" fmla="*/ 1282512 h 1353297"/>
              <a:gd name="connsiteX100" fmla="*/ 4188995 w 10678681"/>
              <a:gd name="connsiteY100" fmla="*/ 1296718 h 1353297"/>
              <a:gd name="connsiteX101" fmla="*/ 4136582 w 10678681"/>
              <a:gd name="connsiteY101" fmla="*/ 1287687 h 1353297"/>
              <a:gd name="connsiteX102" fmla="*/ 4064614 w 10678681"/>
              <a:gd name="connsiteY102" fmla="*/ 1296118 h 1353297"/>
              <a:gd name="connsiteX103" fmla="*/ 3906561 w 10678681"/>
              <a:gd name="connsiteY103" fmla="*/ 1352435 h 1353297"/>
              <a:gd name="connsiteX104" fmla="*/ 3787890 w 10678681"/>
              <a:gd name="connsiteY104" fmla="*/ 1352442 h 1353297"/>
              <a:gd name="connsiteX105" fmla="*/ 3745993 w 10678681"/>
              <a:gd name="connsiteY105" fmla="*/ 1342630 h 1353297"/>
              <a:gd name="connsiteX106" fmla="*/ 3675785 w 10678681"/>
              <a:gd name="connsiteY106" fmla="*/ 1326802 h 1353297"/>
              <a:gd name="connsiteX107" fmla="*/ 3623856 w 10678681"/>
              <a:gd name="connsiteY107" fmla="*/ 1290804 h 1353297"/>
              <a:gd name="connsiteX108" fmla="*/ 3564933 w 10678681"/>
              <a:gd name="connsiteY108" fmla="*/ 1287147 h 1353297"/>
              <a:gd name="connsiteX109" fmla="*/ 3550537 w 10678681"/>
              <a:gd name="connsiteY109" fmla="*/ 1317552 h 1353297"/>
              <a:gd name="connsiteX110" fmla="*/ 3487736 w 10678681"/>
              <a:gd name="connsiteY110" fmla="*/ 1303493 h 1353297"/>
              <a:gd name="connsiteX111" fmla="*/ 3392548 w 10678681"/>
              <a:gd name="connsiteY111" fmla="*/ 1278741 h 1353297"/>
              <a:gd name="connsiteX112" fmla="*/ 3337466 w 10678681"/>
              <a:gd name="connsiteY112" fmla="*/ 1272537 h 1353297"/>
              <a:gd name="connsiteX113" fmla="*/ 3187206 w 10678681"/>
              <a:gd name="connsiteY113" fmla="*/ 1246821 h 1353297"/>
              <a:gd name="connsiteX114" fmla="*/ 3036856 w 10678681"/>
              <a:gd name="connsiteY114" fmla="*/ 1214383 h 1353297"/>
              <a:gd name="connsiteX115" fmla="*/ 2824973 w 10678681"/>
              <a:gd name="connsiteY115" fmla="*/ 1134864 h 1353297"/>
              <a:gd name="connsiteX116" fmla="*/ 2804398 w 10678681"/>
              <a:gd name="connsiteY116" fmla="*/ 1125556 h 1353297"/>
              <a:gd name="connsiteX117" fmla="*/ 2775396 w 10678681"/>
              <a:gd name="connsiteY117" fmla="*/ 1130148 h 1353297"/>
              <a:gd name="connsiteX118" fmla="*/ 2659096 w 10678681"/>
              <a:gd name="connsiteY118" fmla="*/ 1150294 h 1353297"/>
              <a:gd name="connsiteX119" fmla="*/ 2567088 w 10678681"/>
              <a:gd name="connsiteY119" fmla="*/ 1181781 h 1353297"/>
              <a:gd name="connsiteX120" fmla="*/ 2454501 w 10678681"/>
              <a:gd name="connsiteY120" fmla="*/ 1155455 h 1353297"/>
              <a:gd name="connsiteX121" fmla="*/ 2385161 w 10678681"/>
              <a:gd name="connsiteY121" fmla="*/ 1161312 h 1353297"/>
              <a:gd name="connsiteX122" fmla="*/ 2273361 w 10678681"/>
              <a:gd name="connsiteY122" fmla="*/ 1134090 h 1353297"/>
              <a:gd name="connsiteX123" fmla="*/ 2132003 w 10678681"/>
              <a:gd name="connsiteY123" fmla="*/ 1139225 h 1353297"/>
              <a:gd name="connsiteX124" fmla="*/ 2041224 w 10678681"/>
              <a:gd name="connsiteY124" fmla="*/ 1147536 h 1353297"/>
              <a:gd name="connsiteX125" fmla="*/ 2010157 w 10678681"/>
              <a:gd name="connsiteY125" fmla="*/ 1152767 h 1353297"/>
              <a:gd name="connsiteX126" fmla="*/ 1859213 w 10678681"/>
              <a:gd name="connsiteY126" fmla="*/ 1199540 h 1353297"/>
              <a:gd name="connsiteX127" fmla="*/ 1735877 w 10678681"/>
              <a:gd name="connsiteY127" fmla="*/ 1246527 h 1353297"/>
              <a:gd name="connsiteX128" fmla="*/ 1705069 w 10678681"/>
              <a:gd name="connsiteY128" fmla="*/ 1251989 h 1353297"/>
              <a:gd name="connsiteX129" fmla="*/ 1307888 w 10678681"/>
              <a:gd name="connsiteY129" fmla="*/ 1283156 h 1353297"/>
              <a:gd name="connsiteX130" fmla="*/ 1220734 w 10678681"/>
              <a:gd name="connsiteY130" fmla="*/ 1257811 h 1353297"/>
              <a:gd name="connsiteX131" fmla="*/ 1021737 w 10678681"/>
              <a:gd name="connsiteY131" fmla="*/ 1238739 h 1353297"/>
              <a:gd name="connsiteX132" fmla="*/ 959820 w 10678681"/>
              <a:gd name="connsiteY132" fmla="*/ 1275863 h 1353297"/>
              <a:gd name="connsiteX133" fmla="*/ 929137 w 10678681"/>
              <a:gd name="connsiteY133" fmla="*/ 1273957 h 1353297"/>
              <a:gd name="connsiteX134" fmla="*/ 878849 w 10678681"/>
              <a:gd name="connsiteY134" fmla="*/ 1266740 h 1353297"/>
              <a:gd name="connsiteX135" fmla="*/ 800667 w 10678681"/>
              <a:gd name="connsiteY135" fmla="*/ 1282041 h 1353297"/>
              <a:gd name="connsiteX136" fmla="*/ 644906 w 10678681"/>
              <a:gd name="connsiteY136" fmla="*/ 1273685 h 1353297"/>
              <a:gd name="connsiteX137" fmla="*/ 379869 w 10678681"/>
              <a:gd name="connsiteY137" fmla="*/ 1339165 h 1353297"/>
              <a:gd name="connsiteX138" fmla="*/ 137696 w 10678681"/>
              <a:gd name="connsiteY138" fmla="*/ 1319217 h 1353297"/>
              <a:gd name="connsiteX139" fmla="*/ 54250 w 10678681"/>
              <a:gd name="connsiteY139" fmla="*/ 1315838 h 1353297"/>
              <a:gd name="connsiteX140" fmla="*/ 28042 w 10678681"/>
              <a:gd name="connsiteY140" fmla="*/ 1297822 h 1353297"/>
              <a:gd name="connsiteX141" fmla="*/ 0 w 10678681"/>
              <a:gd name="connsiteY141" fmla="*/ 1294612 h 1353297"/>
              <a:gd name="connsiteX142" fmla="*/ 0 w 10678681"/>
              <a:gd name="connsiteY142" fmla="*/ 0 h 1353297"/>
              <a:gd name="connsiteX0" fmla="*/ 0 w 10678681"/>
              <a:gd name="connsiteY0" fmla="*/ 0 h 1353297"/>
              <a:gd name="connsiteX1" fmla="*/ 10678681 w 10678681"/>
              <a:gd name="connsiteY1" fmla="*/ 0 h 1353297"/>
              <a:gd name="connsiteX2" fmla="*/ 10666019 w 10678681"/>
              <a:gd name="connsiteY2" fmla="*/ 7876 h 1353297"/>
              <a:gd name="connsiteX3" fmla="*/ 10632825 w 10678681"/>
              <a:gd name="connsiteY3" fmla="*/ 32153 h 1353297"/>
              <a:gd name="connsiteX4" fmla="*/ 10510605 w 10678681"/>
              <a:gd name="connsiteY4" fmla="*/ 30449 h 1353297"/>
              <a:gd name="connsiteX5" fmla="*/ 10456989 w 10678681"/>
              <a:gd name="connsiteY5" fmla="*/ 979 h 1353297"/>
              <a:gd name="connsiteX6" fmla="*/ 10438642 w 10678681"/>
              <a:gd name="connsiteY6" fmla="*/ 1524 h 1353297"/>
              <a:gd name="connsiteX7" fmla="*/ 10407146 w 10678681"/>
              <a:gd name="connsiteY7" fmla="*/ 43659 h 1353297"/>
              <a:gd name="connsiteX8" fmla="*/ 10357996 w 10678681"/>
              <a:gd name="connsiteY8" fmla="*/ 50836 h 1353297"/>
              <a:gd name="connsiteX9" fmla="*/ 10306667 w 10678681"/>
              <a:gd name="connsiteY9" fmla="*/ 109739 h 1353297"/>
              <a:gd name="connsiteX10" fmla="*/ 10115334 w 10678681"/>
              <a:gd name="connsiteY10" fmla="*/ 155658 h 1353297"/>
              <a:gd name="connsiteX11" fmla="*/ 10068157 w 10678681"/>
              <a:gd name="connsiteY11" fmla="*/ 215673 h 1353297"/>
              <a:gd name="connsiteX12" fmla="*/ 10045431 w 10678681"/>
              <a:gd name="connsiteY12" fmla="*/ 229568 h 1353297"/>
              <a:gd name="connsiteX13" fmla="*/ 10013265 w 10678681"/>
              <a:gd name="connsiteY13" fmla="*/ 284757 h 1353297"/>
              <a:gd name="connsiteX14" fmla="*/ 9862496 w 10678681"/>
              <a:gd name="connsiteY14" fmla="*/ 223033 h 1353297"/>
              <a:gd name="connsiteX15" fmla="*/ 9679638 w 10678681"/>
              <a:gd name="connsiteY15" fmla="*/ 277462 h 1353297"/>
              <a:gd name="connsiteX16" fmla="*/ 9498347 w 10678681"/>
              <a:gd name="connsiteY16" fmla="*/ 244723 h 1353297"/>
              <a:gd name="connsiteX17" fmla="*/ 9399702 w 10678681"/>
              <a:gd name="connsiteY17" fmla="*/ 276316 h 1353297"/>
              <a:gd name="connsiteX18" fmla="*/ 9378439 w 10678681"/>
              <a:gd name="connsiteY18" fmla="*/ 326244 h 1353297"/>
              <a:gd name="connsiteX19" fmla="*/ 9121744 w 10678681"/>
              <a:gd name="connsiteY19" fmla="*/ 365177 h 1353297"/>
              <a:gd name="connsiteX20" fmla="*/ 9061654 w 10678681"/>
              <a:gd name="connsiteY20" fmla="*/ 393730 h 1353297"/>
              <a:gd name="connsiteX21" fmla="*/ 8997577 w 10678681"/>
              <a:gd name="connsiteY21" fmla="*/ 380865 h 1353297"/>
              <a:gd name="connsiteX22" fmla="*/ 8907968 w 10678681"/>
              <a:gd name="connsiteY22" fmla="*/ 447345 h 1353297"/>
              <a:gd name="connsiteX23" fmla="*/ 8764163 w 10678681"/>
              <a:gd name="connsiteY23" fmla="*/ 471000 h 1353297"/>
              <a:gd name="connsiteX24" fmla="*/ 8680155 w 10678681"/>
              <a:gd name="connsiteY24" fmla="*/ 492404 h 1353297"/>
              <a:gd name="connsiteX25" fmla="*/ 8651436 w 10678681"/>
              <a:gd name="connsiteY25" fmla="*/ 511923 h 1353297"/>
              <a:gd name="connsiteX26" fmla="*/ 8609185 w 10678681"/>
              <a:gd name="connsiteY26" fmla="*/ 531525 h 1353297"/>
              <a:gd name="connsiteX27" fmla="*/ 8537091 w 10678681"/>
              <a:gd name="connsiteY27" fmla="*/ 574933 h 1353297"/>
              <a:gd name="connsiteX28" fmla="*/ 8435931 w 10678681"/>
              <a:gd name="connsiteY28" fmla="*/ 617926 h 1353297"/>
              <a:gd name="connsiteX29" fmla="*/ 8348623 w 10678681"/>
              <a:gd name="connsiteY29" fmla="*/ 600607 h 1353297"/>
              <a:gd name="connsiteX30" fmla="*/ 8344233 w 10678681"/>
              <a:gd name="connsiteY30" fmla="*/ 610922 h 1353297"/>
              <a:gd name="connsiteX31" fmla="*/ 8290622 w 10678681"/>
              <a:gd name="connsiteY31" fmla="*/ 622687 h 1353297"/>
              <a:gd name="connsiteX32" fmla="*/ 8086698 w 10678681"/>
              <a:gd name="connsiteY32" fmla="*/ 605185 h 1353297"/>
              <a:gd name="connsiteX33" fmla="*/ 7982378 w 10678681"/>
              <a:gd name="connsiteY33" fmla="*/ 629799 h 1353297"/>
              <a:gd name="connsiteX34" fmla="*/ 7947952 w 10678681"/>
              <a:gd name="connsiteY34" fmla="*/ 648003 h 1353297"/>
              <a:gd name="connsiteX35" fmla="*/ 7890112 w 10678681"/>
              <a:gd name="connsiteY35" fmla="*/ 677915 h 1353297"/>
              <a:gd name="connsiteX36" fmla="*/ 7853284 w 10678681"/>
              <a:gd name="connsiteY36" fmla="*/ 723588 h 1353297"/>
              <a:gd name="connsiteX37" fmla="*/ 7802383 w 10678681"/>
              <a:gd name="connsiteY37" fmla="*/ 739359 h 1353297"/>
              <a:gd name="connsiteX38" fmla="*/ 7730518 w 10678681"/>
              <a:gd name="connsiteY38" fmla="*/ 739526 h 1353297"/>
              <a:gd name="connsiteX39" fmla="*/ 7652907 w 10678681"/>
              <a:gd name="connsiteY39" fmla="*/ 783273 h 1353297"/>
              <a:gd name="connsiteX40" fmla="*/ 7606008 w 10678681"/>
              <a:gd name="connsiteY40" fmla="*/ 800717 h 1353297"/>
              <a:gd name="connsiteX41" fmla="*/ 7480223 w 10678681"/>
              <a:gd name="connsiteY41" fmla="*/ 856821 h 1353297"/>
              <a:gd name="connsiteX42" fmla="*/ 7356005 w 10678681"/>
              <a:gd name="connsiteY42" fmla="*/ 919462 h 1353297"/>
              <a:gd name="connsiteX43" fmla="*/ 7305396 w 10678681"/>
              <a:gd name="connsiteY43" fmla="*/ 986228 h 1353297"/>
              <a:gd name="connsiteX44" fmla="*/ 7266251 w 10678681"/>
              <a:gd name="connsiteY44" fmla="*/ 967864 h 1353297"/>
              <a:gd name="connsiteX45" fmla="*/ 7269396 w 10678681"/>
              <a:gd name="connsiteY45" fmla="*/ 989282 h 1353297"/>
              <a:gd name="connsiteX46" fmla="*/ 7258094 w 10678681"/>
              <a:gd name="connsiteY46" fmla="*/ 990679 h 1353297"/>
              <a:gd name="connsiteX47" fmla="*/ 7257893 w 10678681"/>
              <a:gd name="connsiteY47" fmla="*/ 991204 h 1353297"/>
              <a:gd name="connsiteX48" fmla="*/ 7247153 w 10678681"/>
              <a:gd name="connsiteY48" fmla="*/ 991550 h 1353297"/>
              <a:gd name="connsiteX49" fmla="*/ 7193612 w 10678681"/>
              <a:gd name="connsiteY49" fmla="*/ 987042 h 1353297"/>
              <a:gd name="connsiteX50" fmla="*/ 7132632 w 10678681"/>
              <a:gd name="connsiteY50" fmla="*/ 1042036 h 1353297"/>
              <a:gd name="connsiteX51" fmla="*/ 7105610 w 10678681"/>
              <a:gd name="connsiteY51" fmla="*/ 1053537 h 1353297"/>
              <a:gd name="connsiteX52" fmla="*/ 7069148 w 10678681"/>
              <a:gd name="connsiteY52" fmla="*/ 1047163 h 1353297"/>
              <a:gd name="connsiteX53" fmla="*/ 7039634 w 10678681"/>
              <a:gd name="connsiteY53" fmla="*/ 1059971 h 1353297"/>
              <a:gd name="connsiteX54" fmla="*/ 7033445 w 10678681"/>
              <a:gd name="connsiteY54" fmla="*/ 1063314 h 1353297"/>
              <a:gd name="connsiteX55" fmla="*/ 6999157 w 10678681"/>
              <a:gd name="connsiteY55" fmla="*/ 1055282 h 1353297"/>
              <a:gd name="connsiteX56" fmla="*/ 6981874 w 10678681"/>
              <a:gd name="connsiteY56" fmla="*/ 1053827 h 1353297"/>
              <a:gd name="connsiteX57" fmla="*/ 6976102 w 10678681"/>
              <a:gd name="connsiteY57" fmla="*/ 1047854 h 1353297"/>
              <a:gd name="connsiteX58" fmla="*/ 6951040 w 10678681"/>
              <a:gd name="connsiteY58" fmla="*/ 1048531 h 1353297"/>
              <a:gd name="connsiteX59" fmla="*/ 6948497 w 10678681"/>
              <a:gd name="connsiteY59" fmla="*/ 1050706 h 1353297"/>
              <a:gd name="connsiteX60" fmla="*/ 6926582 w 10678681"/>
              <a:gd name="connsiteY60" fmla="*/ 1043462 h 1353297"/>
              <a:gd name="connsiteX61" fmla="*/ 6833743 w 10678681"/>
              <a:gd name="connsiteY61" fmla="*/ 1027960 h 1353297"/>
              <a:gd name="connsiteX62" fmla="*/ 6687090 w 10678681"/>
              <a:gd name="connsiteY62" fmla="*/ 1063250 h 1353297"/>
              <a:gd name="connsiteX63" fmla="*/ 6437450 w 10678681"/>
              <a:gd name="connsiteY63" fmla="*/ 1101075 h 1353297"/>
              <a:gd name="connsiteX64" fmla="*/ 6327795 w 10678681"/>
              <a:gd name="connsiteY64" fmla="*/ 1088142 h 1353297"/>
              <a:gd name="connsiteX65" fmla="*/ 6136549 w 10678681"/>
              <a:gd name="connsiteY65" fmla="*/ 1100268 h 1353297"/>
              <a:gd name="connsiteX66" fmla="*/ 6004655 w 10678681"/>
              <a:gd name="connsiteY66" fmla="*/ 1114946 h 1353297"/>
              <a:gd name="connsiteX67" fmla="*/ 5936643 w 10678681"/>
              <a:gd name="connsiteY67" fmla="*/ 1095428 h 1353297"/>
              <a:gd name="connsiteX68" fmla="*/ 5912484 w 10678681"/>
              <a:gd name="connsiteY68" fmla="*/ 1112624 h 1353297"/>
              <a:gd name="connsiteX69" fmla="*/ 5908387 w 10678681"/>
              <a:gd name="connsiteY69" fmla="*/ 1116018 h 1353297"/>
              <a:gd name="connsiteX70" fmla="*/ 5890495 w 10678681"/>
              <a:gd name="connsiteY70" fmla="*/ 1120268 h 1353297"/>
              <a:gd name="connsiteX71" fmla="*/ 5887318 w 10678681"/>
              <a:gd name="connsiteY71" fmla="*/ 1133134 h 1353297"/>
              <a:gd name="connsiteX72" fmla="*/ 5861726 w 10678681"/>
              <a:gd name="connsiteY72" fmla="*/ 1147891 h 1353297"/>
              <a:gd name="connsiteX73" fmla="*/ 5805823 w 10678681"/>
              <a:gd name="connsiteY73" fmla="*/ 1152457 h 1353297"/>
              <a:gd name="connsiteX74" fmla="*/ 5689841 w 10678681"/>
              <a:gd name="connsiteY74" fmla="*/ 1176232 h 1353297"/>
              <a:gd name="connsiteX75" fmla="*/ 5605119 w 10678681"/>
              <a:gd name="connsiteY75" fmla="*/ 1190202 h 1353297"/>
              <a:gd name="connsiteX76" fmla="*/ 5488513 w 10678681"/>
              <a:gd name="connsiteY76" fmla="*/ 1205367 h 1353297"/>
              <a:gd name="connsiteX77" fmla="*/ 5402905 w 10678681"/>
              <a:gd name="connsiteY77" fmla="*/ 1241191 h 1353297"/>
              <a:gd name="connsiteX78" fmla="*/ 5285593 w 10678681"/>
              <a:gd name="connsiteY78" fmla="*/ 1273569 h 1353297"/>
              <a:gd name="connsiteX79" fmla="*/ 5192893 w 10678681"/>
              <a:gd name="connsiteY79" fmla="*/ 1247188 h 1353297"/>
              <a:gd name="connsiteX80" fmla="*/ 5186475 w 10678681"/>
              <a:gd name="connsiteY80" fmla="*/ 1257028 h 1353297"/>
              <a:gd name="connsiteX81" fmla="*/ 5126038 w 10678681"/>
              <a:gd name="connsiteY81" fmla="*/ 1263189 h 1353297"/>
              <a:gd name="connsiteX82" fmla="*/ 4894688 w 10678681"/>
              <a:gd name="connsiteY82" fmla="*/ 1247184 h 1353297"/>
              <a:gd name="connsiteX83" fmla="*/ 4788036 w 10678681"/>
              <a:gd name="connsiteY83" fmla="*/ 1238182 h 1353297"/>
              <a:gd name="connsiteX84" fmla="*/ 4747555 w 10678681"/>
              <a:gd name="connsiteY84" fmla="*/ 1252768 h 1353297"/>
              <a:gd name="connsiteX85" fmla="*/ 4679644 w 10678681"/>
              <a:gd name="connsiteY85" fmla="*/ 1276603 h 1353297"/>
              <a:gd name="connsiteX86" fmla="*/ 4632222 w 10678681"/>
              <a:gd name="connsiteY86" fmla="*/ 1318360 h 1353297"/>
              <a:gd name="connsiteX87" fmla="*/ 4617358 w 10678681"/>
              <a:gd name="connsiteY87" fmla="*/ 1327690 h 1353297"/>
              <a:gd name="connsiteX88" fmla="*/ 4589102 w 10678681"/>
              <a:gd name="connsiteY88" fmla="*/ 1321223 h 1353297"/>
              <a:gd name="connsiteX89" fmla="*/ 4578184 w 10678681"/>
              <a:gd name="connsiteY89" fmla="*/ 1326745 h 1353297"/>
              <a:gd name="connsiteX90" fmla="*/ 4574270 w 10678681"/>
              <a:gd name="connsiteY90" fmla="*/ 1325878 h 1353297"/>
              <a:gd name="connsiteX91" fmla="*/ 4564919 w 10678681"/>
              <a:gd name="connsiteY91" fmla="*/ 1325507 h 1353297"/>
              <a:gd name="connsiteX92" fmla="*/ 4566586 w 10678681"/>
              <a:gd name="connsiteY92" fmla="*/ 1316963 h 1353297"/>
              <a:gd name="connsiteX93" fmla="*/ 4556303 w 10678681"/>
              <a:gd name="connsiteY93" fmla="*/ 1300262 h 1353297"/>
              <a:gd name="connsiteX94" fmla="*/ 4502358 w 10678681"/>
              <a:gd name="connsiteY94" fmla="*/ 1302558 h 1353297"/>
              <a:gd name="connsiteX95" fmla="*/ 4498919 w 10678681"/>
              <a:gd name="connsiteY95" fmla="*/ 1312115 h 1353297"/>
              <a:gd name="connsiteX96" fmla="*/ 4492075 w 10678681"/>
              <a:gd name="connsiteY96" fmla="*/ 1313357 h 1353297"/>
              <a:gd name="connsiteX97" fmla="*/ 4487466 w 10678681"/>
              <a:gd name="connsiteY97" fmla="*/ 1304102 h 1353297"/>
              <a:gd name="connsiteX98" fmla="*/ 4398292 w 10678681"/>
              <a:gd name="connsiteY98" fmla="*/ 1278410 h 1353297"/>
              <a:gd name="connsiteX99" fmla="*/ 4306088 w 10678681"/>
              <a:gd name="connsiteY99" fmla="*/ 1282512 h 1353297"/>
              <a:gd name="connsiteX100" fmla="*/ 4188995 w 10678681"/>
              <a:gd name="connsiteY100" fmla="*/ 1296718 h 1353297"/>
              <a:gd name="connsiteX101" fmla="*/ 4136582 w 10678681"/>
              <a:gd name="connsiteY101" fmla="*/ 1287687 h 1353297"/>
              <a:gd name="connsiteX102" fmla="*/ 4064614 w 10678681"/>
              <a:gd name="connsiteY102" fmla="*/ 1296118 h 1353297"/>
              <a:gd name="connsiteX103" fmla="*/ 3906561 w 10678681"/>
              <a:gd name="connsiteY103" fmla="*/ 1352435 h 1353297"/>
              <a:gd name="connsiteX104" fmla="*/ 3787890 w 10678681"/>
              <a:gd name="connsiteY104" fmla="*/ 1352442 h 1353297"/>
              <a:gd name="connsiteX105" fmla="*/ 3745993 w 10678681"/>
              <a:gd name="connsiteY105" fmla="*/ 1342630 h 1353297"/>
              <a:gd name="connsiteX106" fmla="*/ 3675785 w 10678681"/>
              <a:gd name="connsiteY106" fmla="*/ 1326802 h 1353297"/>
              <a:gd name="connsiteX107" fmla="*/ 3623856 w 10678681"/>
              <a:gd name="connsiteY107" fmla="*/ 1290804 h 1353297"/>
              <a:gd name="connsiteX108" fmla="*/ 3564933 w 10678681"/>
              <a:gd name="connsiteY108" fmla="*/ 1287147 h 1353297"/>
              <a:gd name="connsiteX109" fmla="*/ 3550537 w 10678681"/>
              <a:gd name="connsiteY109" fmla="*/ 1317552 h 1353297"/>
              <a:gd name="connsiteX110" fmla="*/ 3487736 w 10678681"/>
              <a:gd name="connsiteY110" fmla="*/ 1303493 h 1353297"/>
              <a:gd name="connsiteX111" fmla="*/ 3392548 w 10678681"/>
              <a:gd name="connsiteY111" fmla="*/ 1278741 h 1353297"/>
              <a:gd name="connsiteX112" fmla="*/ 3337466 w 10678681"/>
              <a:gd name="connsiteY112" fmla="*/ 1272537 h 1353297"/>
              <a:gd name="connsiteX113" fmla="*/ 3187206 w 10678681"/>
              <a:gd name="connsiteY113" fmla="*/ 1246821 h 1353297"/>
              <a:gd name="connsiteX114" fmla="*/ 3036856 w 10678681"/>
              <a:gd name="connsiteY114" fmla="*/ 1214383 h 1353297"/>
              <a:gd name="connsiteX115" fmla="*/ 2824973 w 10678681"/>
              <a:gd name="connsiteY115" fmla="*/ 1134864 h 1353297"/>
              <a:gd name="connsiteX116" fmla="*/ 2804398 w 10678681"/>
              <a:gd name="connsiteY116" fmla="*/ 1125556 h 1353297"/>
              <a:gd name="connsiteX117" fmla="*/ 2736109 w 10678681"/>
              <a:gd name="connsiteY117" fmla="*/ 1137717 h 1353297"/>
              <a:gd name="connsiteX118" fmla="*/ 2659096 w 10678681"/>
              <a:gd name="connsiteY118" fmla="*/ 1150294 h 1353297"/>
              <a:gd name="connsiteX119" fmla="*/ 2567088 w 10678681"/>
              <a:gd name="connsiteY119" fmla="*/ 1181781 h 1353297"/>
              <a:gd name="connsiteX120" fmla="*/ 2454501 w 10678681"/>
              <a:gd name="connsiteY120" fmla="*/ 1155455 h 1353297"/>
              <a:gd name="connsiteX121" fmla="*/ 2385161 w 10678681"/>
              <a:gd name="connsiteY121" fmla="*/ 1161312 h 1353297"/>
              <a:gd name="connsiteX122" fmla="*/ 2273361 w 10678681"/>
              <a:gd name="connsiteY122" fmla="*/ 1134090 h 1353297"/>
              <a:gd name="connsiteX123" fmla="*/ 2132003 w 10678681"/>
              <a:gd name="connsiteY123" fmla="*/ 1139225 h 1353297"/>
              <a:gd name="connsiteX124" fmla="*/ 2041224 w 10678681"/>
              <a:gd name="connsiteY124" fmla="*/ 1147536 h 1353297"/>
              <a:gd name="connsiteX125" fmla="*/ 2010157 w 10678681"/>
              <a:gd name="connsiteY125" fmla="*/ 1152767 h 1353297"/>
              <a:gd name="connsiteX126" fmla="*/ 1859213 w 10678681"/>
              <a:gd name="connsiteY126" fmla="*/ 1199540 h 1353297"/>
              <a:gd name="connsiteX127" fmla="*/ 1735877 w 10678681"/>
              <a:gd name="connsiteY127" fmla="*/ 1246527 h 1353297"/>
              <a:gd name="connsiteX128" fmla="*/ 1705069 w 10678681"/>
              <a:gd name="connsiteY128" fmla="*/ 1251989 h 1353297"/>
              <a:gd name="connsiteX129" fmla="*/ 1307888 w 10678681"/>
              <a:gd name="connsiteY129" fmla="*/ 1283156 h 1353297"/>
              <a:gd name="connsiteX130" fmla="*/ 1220734 w 10678681"/>
              <a:gd name="connsiteY130" fmla="*/ 1257811 h 1353297"/>
              <a:gd name="connsiteX131" fmla="*/ 1021737 w 10678681"/>
              <a:gd name="connsiteY131" fmla="*/ 1238739 h 1353297"/>
              <a:gd name="connsiteX132" fmla="*/ 959820 w 10678681"/>
              <a:gd name="connsiteY132" fmla="*/ 1275863 h 1353297"/>
              <a:gd name="connsiteX133" fmla="*/ 929137 w 10678681"/>
              <a:gd name="connsiteY133" fmla="*/ 1273957 h 1353297"/>
              <a:gd name="connsiteX134" fmla="*/ 878849 w 10678681"/>
              <a:gd name="connsiteY134" fmla="*/ 1266740 h 1353297"/>
              <a:gd name="connsiteX135" fmla="*/ 800667 w 10678681"/>
              <a:gd name="connsiteY135" fmla="*/ 1282041 h 1353297"/>
              <a:gd name="connsiteX136" fmla="*/ 644906 w 10678681"/>
              <a:gd name="connsiteY136" fmla="*/ 1273685 h 1353297"/>
              <a:gd name="connsiteX137" fmla="*/ 379869 w 10678681"/>
              <a:gd name="connsiteY137" fmla="*/ 1339165 h 1353297"/>
              <a:gd name="connsiteX138" fmla="*/ 137696 w 10678681"/>
              <a:gd name="connsiteY138" fmla="*/ 1319217 h 1353297"/>
              <a:gd name="connsiteX139" fmla="*/ 54250 w 10678681"/>
              <a:gd name="connsiteY139" fmla="*/ 1315838 h 1353297"/>
              <a:gd name="connsiteX140" fmla="*/ 28042 w 10678681"/>
              <a:gd name="connsiteY140" fmla="*/ 1297822 h 1353297"/>
              <a:gd name="connsiteX141" fmla="*/ 0 w 10678681"/>
              <a:gd name="connsiteY141" fmla="*/ 1294612 h 1353297"/>
              <a:gd name="connsiteX142" fmla="*/ 0 w 10678681"/>
              <a:gd name="connsiteY142" fmla="*/ 0 h 1353297"/>
              <a:gd name="connsiteX0" fmla="*/ 0 w 10678681"/>
              <a:gd name="connsiteY0" fmla="*/ 0 h 1353297"/>
              <a:gd name="connsiteX1" fmla="*/ 10678681 w 10678681"/>
              <a:gd name="connsiteY1" fmla="*/ 0 h 1353297"/>
              <a:gd name="connsiteX2" fmla="*/ 10666019 w 10678681"/>
              <a:gd name="connsiteY2" fmla="*/ 7876 h 1353297"/>
              <a:gd name="connsiteX3" fmla="*/ 10632825 w 10678681"/>
              <a:gd name="connsiteY3" fmla="*/ 32153 h 1353297"/>
              <a:gd name="connsiteX4" fmla="*/ 10510605 w 10678681"/>
              <a:gd name="connsiteY4" fmla="*/ 30449 h 1353297"/>
              <a:gd name="connsiteX5" fmla="*/ 10456989 w 10678681"/>
              <a:gd name="connsiteY5" fmla="*/ 979 h 1353297"/>
              <a:gd name="connsiteX6" fmla="*/ 10438642 w 10678681"/>
              <a:gd name="connsiteY6" fmla="*/ 1524 h 1353297"/>
              <a:gd name="connsiteX7" fmla="*/ 10407146 w 10678681"/>
              <a:gd name="connsiteY7" fmla="*/ 43659 h 1353297"/>
              <a:gd name="connsiteX8" fmla="*/ 10357996 w 10678681"/>
              <a:gd name="connsiteY8" fmla="*/ 50836 h 1353297"/>
              <a:gd name="connsiteX9" fmla="*/ 10306667 w 10678681"/>
              <a:gd name="connsiteY9" fmla="*/ 109739 h 1353297"/>
              <a:gd name="connsiteX10" fmla="*/ 10115334 w 10678681"/>
              <a:gd name="connsiteY10" fmla="*/ 155658 h 1353297"/>
              <a:gd name="connsiteX11" fmla="*/ 10068157 w 10678681"/>
              <a:gd name="connsiteY11" fmla="*/ 215673 h 1353297"/>
              <a:gd name="connsiteX12" fmla="*/ 10045431 w 10678681"/>
              <a:gd name="connsiteY12" fmla="*/ 229568 h 1353297"/>
              <a:gd name="connsiteX13" fmla="*/ 10013265 w 10678681"/>
              <a:gd name="connsiteY13" fmla="*/ 284757 h 1353297"/>
              <a:gd name="connsiteX14" fmla="*/ 9862496 w 10678681"/>
              <a:gd name="connsiteY14" fmla="*/ 223033 h 1353297"/>
              <a:gd name="connsiteX15" fmla="*/ 9679638 w 10678681"/>
              <a:gd name="connsiteY15" fmla="*/ 277462 h 1353297"/>
              <a:gd name="connsiteX16" fmla="*/ 9498347 w 10678681"/>
              <a:gd name="connsiteY16" fmla="*/ 244723 h 1353297"/>
              <a:gd name="connsiteX17" fmla="*/ 9399702 w 10678681"/>
              <a:gd name="connsiteY17" fmla="*/ 276316 h 1353297"/>
              <a:gd name="connsiteX18" fmla="*/ 9378439 w 10678681"/>
              <a:gd name="connsiteY18" fmla="*/ 326244 h 1353297"/>
              <a:gd name="connsiteX19" fmla="*/ 9121744 w 10678681"/>
              <a:gd name="connsiteY19" fmla="*/ 365177 h 1353297"/>
              <a:gd name="connsiteX20" fmla="*/ 9061654 w 10678681"/>
              <a:gd name="connsiteY20" fmla="*/ 393730 h 1353297"/>
              <a:gd name="connsiteX21" fmla="*/ 8997577 w 10678681"/>
              <a:gd name="connsiteY21" fmla="*/ 380865 h 1353297"/>
              <a:gd name="connsiteX22" fmla="*/ 8907968 w 10678681"/>
              <a:gd name="connsiteY22" fmla="*/ 447345 h 1353297"/>
              <a:gd name="connsiteX23" fmla="*/ 8764163 w 10678681"/>
              <a:gd name="connsiteY23" fmla="*/ 471000 h 1353297"/>
              <a:gd name="connsiteX24" fmla="*/ 8680155 w 10678681"/>
              <a:gd name="connsiteY24" fmla="*/ 492404 h 1353297"/>
              <a:gd name="connsiteX25" fmla="*/ 8651436 w 10678681"/>
              <a:gd name="connsiteY25" fmla="*/ 511923 h 1353297"/>
              <a:gd name="connsiteX26" fmla="*/ 8609185 w 10678681"/>
              <a:gd name="connsiteY26" fmla="*/ 531525 h 1353297"/>
              <a:gd name="connsiteX27" fmla="*/ 8537091 w 10678681"/>
              <a:gd name="connsiteY27" fmla="*/ 574933 h 1353297"/>
              <a:gd name="connsiteX28" fmla="*/ 8435931 w 10678681"/>
              <a:gd name="connsiteY28" fmla="*/ 617926 h 1353297"/>
              <a:gd name="connsiteX29" fmla="*/ 8348623 w 10678681"/>
              <a:gd name="connsiteY29" fmla="*/ 600607 h 1353297"/>
              <a:gd name="connsiteX30" fmla="*/ 8344233 w 10678681"/>
              <a:gd name="connsiteY30" fmla="*/ 610922 h 1353297"/>
              <a:gd name="connsiteX31" fmla="*/ 8290622 w 10678681"/>
              <a:gd name="connsiteY31" fmla="*/ 622687 h 1353297"/>
              <a:gd name="connsiteX32" fmla="*/ 8086698 w 10678681"/>
              <a:gd name="connsiteY32" fmla="*/ 605185 h 1353297"/>
              <a:gd name="connsiteX33" fmla="*/ 7982378 w 10678681"/>
              <a:gd name="connsiteY33" fmla="*/ 629799 h 1353297"/>
              <a:gd name="connsiteX34" fmla="*/ 7947952 w 10678681"/>
              <a:gd name="connsiteY34" fmla="*/ 648003 h 1353297"/>
              <a:gd name="connsiteX35" fmla="*/ 7890112 w 10678681"/>
              <a:gd name="connsiteY35" fmla="*/ 677915 h 1353297"/>
              <a:gd name="connsiteX36" fmla="*/ 7853284 w 10678681"/>
              <a:gd name="connsiteY36" fmla="*/ 723588 h 1353297"/>
              <a:gd name="connsiteX37" fmla="*/ 7802383 w 10678681"/>
              <a:gd name="connsiteY37" fmla="*/ 739359 h 1353297"/>
              <a:gd name="connsiteX38" fmla="*/ 7730518 w 10678681"/>
              <a:gd name="connsiteY38" fmla="*/ 739526 h 1353297"/>
              <a:gd name="connsiteX39" fmla="*/ 7652907 w 10678681"/>
              <a:gd name="connsiteY39" fmla="*/ 783273 h 1353297"/>
              <a:gd name="connsiteX40" fmla="*/ 7606008 w 10678681"/>
              <a:gd name="connsiteY40" fmla="*/ 800717 h 1353297"/>
              <a:gd name="connsiteX41" fmla="*/ 7480223 w 10678681"/>
              <a:gd name="connsiteY41" fmla="*/ 856821 h 1353297"/>
              <a:gd name="connsiteX42" fmla="*/ 7356005 w 10678681"/>
              <a:gd name="connsiteY42" fmla="*/ 919462 h 1353297"/>
              <a:gd name="connsiteX43" fmla="*/ 7305396 w 10678681"/>
              <a:gd name="connsiteY43" fmla="*/ 986228 h 1353297"/>
              <a:gd name="connsiteX44" fmla="*/ 7266251 w 10678681"/>
              <a:gd name="connsiteY44" fmla="*/ 967864 h 1353297"/>
              <a:gd name="connsiteX45" fmla="*/ 7269396 w 10678681"/>
              <a:gd name="connsiteY45" fmla="*/ 989282 h 1353297"/>
              <a:gd name="connsiteX46" fmla="*/ 7258094 w 10678681"/>
              <a:gd name="connsiteY46" fmla="*/ 990679 h 1353297"/>
              <a:gd name="connsiteX47" fmla="*/ 7257893 w 10678681"/>
              <a:gd name="connsiteY47" fmla="*/ 991204 h 1353297"/>
              <a:gd name="connsiteX48" fmla="*/ 7247153 w 10678681"/>
              <a:gd name="connsiteY48" fmla="*/ 991550 h 1353297"/>
              <a:gd name="connsiteX49" fmla="*/ 7193612 w 10678681"/>
              <a:gd name="connsiteY49" fmla="*/ 987042 h 1353297"/>
              <a:gd name="connsiteX50" fmla="*/ 7132632 w 10678681"/>
              <a:gd name="connsiteY50" fmla="*/ 1042036 h 1353297"/>
              <a:gd name="connsiteX51" fmla="*/ 7105610 w 10678681"/>
              <a:gd name="connsiteY51" fmla="*/ 1053537 h 1353297"/>
              <a:gd name="connsiteX52" fmla="*/ 7069148 w 10678681"/>
              <a:gd name="connsiteY52" fmla="*/ 1047163 h 1353297"/>
              <a:gd name="connsiteX53" fmla="*/ 7039634 w 10678681"/>
              <a:gd name="connsiteY53" fmla="*/ 1059971 h 1353297"/>
              <a:gd name="connsiteX54" fmla="*/ 7033445 w 10678681"/>
              <a:gd name="connsiteY54" fmla="*/ 1063314 h 1353297"/>
              <a:gd name="connsiteX55" fmla="*/ 6999157 w 10678681"/>
              <a:gd name="connsiteY55" fmla="*/ 1055282 h 1353297"/>
              <a:gd name="connsiteX56" fmla="*/ 6981874 w 10678681"/>
              <a:gd name="connsiteY56" fmla="*/ 1053827 h 1353297"/>
              <a:gd name="connsiteX57" fmla="*/ 6976102 w 10678681"/>
              <a:gd name="connsiteY57" fmla="*/ 1047854 h 1353297"/>
              <a:gd name="connsiteX58" fmla="*/ 6951040 w 10678681"/>
              <a:gd name="connsiteY58" fmla="*/ 1048531 h 1353297"/>
              <a:gd name="connsiteX59" fmla="*/ 6948497 w 10678681"/>
              <a:gd name="connsiteY59" fmla="*/ 1050706 h 1353297"/>
              <a:gd name="connsiteX60" fmla="*/ 6926582 w 10678681"/>
              <a:gd name="connsiteY60" fmla="*/ 1043462 h 1353297"/>
              <a:gd name="connsiteX61" fmla="*/ 6833743 w 10678681"/>
              <a:gd name="connsiteY61" fmla="*/ 1027960 h 1353297"/>
              <a:gd name="connsiteX62" fmla="*/ 6687090 w 10678681"/>
              <a:gd name="connsiteY62" fmla="*/ 1063250 h 1353297"/>
              <a:gd name="connsiteX63" fmla="*/ 6437450 w 10678681"/>
              <a:gd name="connsiteY63" fmla="*/ 1101075 h 1353297"/>
              <a:gd name="connsiteX64" fmla="*/ 6327795 w 10678681"/>
              <a:gd name="connsiteY64" fmla="*/ 1088142 h 1353297"/>
              <a:gd name="connsiteX65" fmla="*/ 6136549 w 10678681"/>
              <a:gd name="connsiteY65" fmla="*/ 1100268 h 1353297"/>
              <a:gd name="connsiteX66" fmla="*/ 6004655 w 10678681"/>
              <a:gd name="connsiteY66" fmla="*/ 1114946 h 1353297"/>
              <a:gd name="connsiteX67" fmla="*/ 5936643 w 10678681"/>
              <a:gd name="connsiteY67" fmla="*/ 1095428 h 1353297"/>
              <a:gd name="connsiteX68" fmla="*/ 5912484 w 10678681"/>
              <a:gd name="connsiteY68" fmla="*/ 1112624 h 1353297"/>
              <a:gd name="connsiteX69" fmla="*/ 5908387 w 10678681"/>
              <a:gd name="connsiteY69" fmla="*/ 1116018 h 1353297"/>
              <a:gd name="connsiteX70" fmla="*/ 5890495 w 10678681"/>
              <a:gd name="connsiteY70" fmla="*/ 1120268 h 1353297"/>
              <a:gd name="connsiteX71" fmla="*/ 5887318 w 10678681"/>
              <a:gd name="connsiteY71" fmla="*/ 1133134 h 1353297"/>
              <a:gd name="connsiteX72" fmla="*/ 5861726 w 10678681"/>
              <a:gd name="connsiteY72" fmla="*/ 1147891 h 1353297"/>
              <a:gd name="connsiteX73" fmla="*/ 5805823 w 10678681"/>
              <a:gd name="connsiteY73" fmla="*/ 1152457 h 1353297"/>
              <a:gd name="connsiteX74" fmla="*/ 5689841 w 10678681"/>
              <a:gd name="connsiteY74" fmla="*/ 1176232 h 1353297"/>
              <a:gd name="connsiteX75" fmla="*/ 5605119 w 10678681"/>
              <a:gd name="connsiteY75" fmla="*/ 1190202 h 1353297"/>
              <a:gd name="connsiteX76" fmla="*/ 5488513 w 10678681"/>
              <a:gd name="connsiteY76" fmla="*/ 1205367 h 1353297"/>
              <a:gd name="connsiteX77" fmla="*/ 5402905 w 10678681"/>
              <a:gd name="connsiteY77" fmla="*/ 1241191 h 1353297"/>
              <a:gd name="connsiteX78" fmla="*/ 5285593 w 10678681"/>
              <a:gd name="connsiteY78" fmla="*/ 1273569 h 1353297"/>
              <a:gd name="connsiteX79" fmla="*/ 5192893 w 10678681"/>
              <a:gd name="connsiteY79" fmla="*/ 1247188 h 1353297"/>
              <a:gd name="connsiteX80" fmla="*/ 5186475 w 10678681"/>
              <a:gd name="connsiteY80" fmla="*/ 1257028 h 1353297"/>
              <a:gd name="connsiteX81" fmla="*/ 5126038 w 10678681"/>
              <a:gd name="connsiteY81" fmla="*/ 1263189 h 1353297"/>
              <a:gd name="connsiteX82" fmla="*/ 4894688 w 10678681"/>
              <a:gd name="connsiteY82" fmla="*/ 1247184 h 1353297"/>
              <a:gd name="connsiteX83" fmla="*/ 4788036 w 10678681"/>
              <a:gd name="connsiteY83" fmla="*/ 1238182 h 1353297"/>
              <a:gd name="connsiteX84" fmla="*/ 4747555 w 10678681"/>
              <a:gd name="connsiteY84" fmla="*/ 1252768 h 1353297"/>
              <a:gd name="connsiteX85" fmla="*/ 4679644 w 10678681"/>
              <a:gd name="connsiteY85" fmla="*/ 1276603 h 1353297"/>
              <a:gd name="connsiteX86" fmla="*/ 4632222 w 10678681"/>
              <a:gd name="connsiteY86" fmla="*/ 1318360 h 1353297"/>
              <a:gd name="connsiteX87" fmla="*/ 4617358 w 10678681"/>
              <a:gd name="connsiteY87" fmla="*/ 1327690 h 1353297"/>
              <a:gd name="connsiteX88" fmla="*/ 4589102 w 10678681"/>
              <a:gd name="connsiteY88" fmla="*/ 1321223 h 1353297"/>
              <a:gd name="connsiteX89" fmla="*/ 4578184 w 10678681"/>
              <a:gd name="connsiteY89" fmla="*/ 1326745 h 1353297"/>
              <a:gd name="connsiteX90" fmla="*/ 4574270 w 10678681"/>
              <a:gd name="connsiteY90" fmla="*/ 1325878 h 1353297"/>
              <a:gd name="connsiteX91" fmla="*/ 4564919 w 10678681"/>
              <a:gd name="connsiteY91" fmla="*/ 1325507 h 1353297"/>
              <a:gd name="connsiteX92" fmla="*/ 4566586 w 10678681"/>
              <a:gd name="connsiteY92" fmla="*/ 1316963 h 1353297"/>
              <a:gd name="connsiteX93" fmla="*/ 4556303 w 10678681"/>
              <a:gd name="connsiteY93" fmla="*/ 1300262 h 1353297"/>
              <a:gd name="connsiteX94" fmla="*/ 4502358 w 10678681"/>
              <a:gd name="connsiteY94" fmla="*/ 1302558 h 1353297"/>
              <a:gd name="connsiteX95" fmla="*/ 4498919 w 10678681"/>
              <a:gd name="connsiteY95" fmla="*/ 1312115 h 1353297"/>
              <a:gd name="connsiteX96" fmla="*/ 4492075 w 10678681"/>
              <a:gd name="connsiteY96" fmla="*/ 1313357 h 1353297"/>
              <a:gd name="connsiteX97" fmla="*/ 4487466 w 10678681"/>
              <a:gd name="connsiteY97" fmla="*/ 1304102 h 1353297"/>
              <a:gd name="connsiteX98" fmla="*/ 4398292 w 10678681"/>
              <a:gd name="connsiteY98" fmla="*/ 1278410 h 1353297"/>
              <a:gd name="connsiteX99" fmla="*/ 4306088 w 10678681"/>
              <a:gd name="connsiteY99" fmla="*/ 1282512 h 1353297"/>
              <a:gd name="connsiteX100" fmla="*/ 4188995 w 10678681"/>
              <a:gd name="connsiteY100" fmla="*/ 1296718 h 1353297"/>
              <a:gd name="connsiteX101" fmla="*/ 4136582 w 10678681"/>
              <a:gd name="connsiteY101" fmla="*/ 1287687 h 1353297"/>
              <a:gd name="connsiteX102" fmla="*/ 4064614 w 10678681"/>
              <a:gd name="connsiteY102" fmla="*/ 1296118 h 1353297"/>
              <a:gd name="connsiteX103" fmla="*/ 3906561 w 10678681"/>
              <a:gd name="connsiteY103" fmla="*/ 1352435 h 1353297"/>
              <a:gd name="connsiteX104" fmla="*/ 3787890 w 10678681"/>
              <a:gd name="connsiteY104" fmla="*/ 1352442 h 1353297"/>
              <a:gd name="connsiteX105" fmla="*/ 3745993 w 10678681"/>
              <a:gd name="connsiteY105" fmla="*/ 1342630 h 1353297"/>
              <a:gd name="connsiteX106" fmla="*/ 3675785 w 10678681"/>
              <a:gd name="connsiteY106" fmla="*/ 1326802 h 1353297"/>
              <a:gd name="connsiteX107" fmla="*/ 3623856 w 10678681"/>
              <a:gd name="connsiteY107" fmla="*/ 1290804 h 1353297"/>
              <a:gd name="connsiteX108" fmla="*/ 3564933 w 10678681"/>
              <a:gd name="connsiteY108" fmla="*/ 1287147 h 1353297"/>
              <a:gd name="connsiteX109" fmla="*/ 3550537 w 10678681"/>
              <a:gd name="connsiteY109" fmla="*/ 1317552 h 1353297"/>
              <a:gd name="connsiteX110" fmla="*/ 3487736 w 10678681"/>
              <a:gd name="connsiteY110" fmla="*/ 1303493 h 1353297"/>
              <a:gd name="connsiteX111" fmla="*/ 3392548 w 10678681"/>
              <a:gd name="connsiteY111" fmla="*/ 1278741 h 1353297"/>
              <a:gd name="connsiteX112" fmla="*/ 3337466 w 10678681"/>
              <a:gd name="connsiteY112" fmla="*/ 1272537 h 1353297"/>
              <a:gd name="connsiteX113" fmla="*/ 3175981 w 10678681"/>
              <a:gd name="connsiteY113" fmla="*/ 1208973 h 1353297"/>
              <a:gd name="connsiteX114" fmla="*/ 3036856 w 10678681"/>
              <a:gd name="connsiteY114" fmla="*/ 1214383 h 1353297"/>
              <a:gd name="connsiteX115" fmla="*/ 2824973 w 10678681"/>
              <a:gd name="connsiteY115" fmla="*/ 1134864 h 1353297"/>
              <a:gd name="connsiteX116" fmla="*/ 2804398 w 10678681"/>
              <a:gd name="connsiteY116" fmla="*/ 1125556 h 1353297"/>
              <a:gd name="connsiteX117" fmla="*/ 2736109 w 10678681"/>
              <a:gd name="connsiteY117" fmla="*/ 1137717 h 1353297"/>
              <a:gd name="connsiteX118" fmla="*/ 2659096 w 10678681"/>
              <a:gd name="connsiteY118" fmla="*/ 1150294 h 1353297"/>
              <a:gd name="connsiteX119" fmla="*/ 2567088 w 10678681"/>
              <a:gd name="connsiteY119" fmla="*/ 1181781 h 1353297"/>
              <a:gd name="connsiteX120" fmla="*/ 2454501 w 10678681"/>
              <a:gd name="connsiteY120" fmla="*/ 1155455 h 1353297"/>
              <a:gd name="connsiteX121" fmla="*/ 2385161 w 10678681"/>
              <a:gd name="connsiteY121" fmla="*/ 1161312 h 1353297"/>
              <a:gd name="connsiteX122" fmla="*/ 2273361 w 10678681"/>
              <a:gd name="connsiteY122" fmla="*/ 1134090 h 1353297"/>
              <a:gd name="connsiteX123" fmla="*/ 2132003 w 10678681"/>
              <a:gd name="connsiteY123" fmla="*/ 1139225 h 1353297"/>
              <a:gd name="connsiteX124" fmla="*/ 2041224 w 10678681"/>
              <a:gd name="connsiteY124" fmla="*/ 1147536 h 1353297"/>
              <a:gd name="connsiteX125" fmla="*/ 2010157 w 10678681"/>
              <a:gd name="connsiteY125" fmla="*/ 1152767 h 1353297"/>
              <a:gd name="connsiteX126" fmla="*/ 1859213 w 10678681"/>
              <a:gd name="connsiteY126" fmla="*/ 1199540 h 1353297"/>
              <a:gd name="connsiteX127" fmla="*/ 1735877 w 10678681"/>
              <a:gd name="connsiteY127" fmla="*/ 1246527 h 1353297"/>
              <a:gd name="connsiteX128" fmla="*/ 1705069 w 10678681"/>
              <a:gd name="connsiteY128" fmla="*/ 1251989 h 1353297"/>
              <a:gd name="connsiteX129" fmla="*/ 1307888 w 10678681"/>
              <a:gd name="connsiteY129" fmla="*/ 1283156 h 1353297"/>
              <a:gd name="connsiteX130" fmla="*/ 1220734 w 10678681"/>
              <a:gd name="connsiteY130" fmla="*/ 1257811 h 1353297"/>
              <a:gd name="connsiteX131" fmla="*/ 1021737 w 10678681"/>
              <a:gd name="connsiteY131" fmla="*/ 1238739 h 1353297"/>
              <a:gd name="connsiteX132" fmla="*/ 959820 w 10678681"/>
              <a:gd name="connsiteY132" fmla="*/ 1275863 h 1353297"/>
              <a:gd name="connsiteX133" fmla="*/ 929137 w 10678681"/>
              <a:gd name="connsiteY133" fmla="*/ 1273957 h 1353297"/>
              <a:gd name="connsiteX134" fmla="*/ 878849 w 10678681"/>
              <a:gd name="connsiteY134" fmla="*/ 1266740 h 1353297"/>
              <a:gd name="connsiteX135" fmla="*/ 800667 w 10678681"/>
              <a:gd name="connsiteY135" fmla="*/ 1282041 h 1353297"/>
              <a:gd name="connsiteX136" fmla="*/ 644906 w 10678681"/>
              <a:gd name="connsiteY136" fmla="*/ 1273685 h 1353297"/>
              <a:gd name="connsiteX137" fmla="*/ 379869 w 10678681"/>
              <a:gd name="connsiteY137" fmla="*/ 1339165 h 1353297"/>
              <a:gd name="connsiteX138" fmla="*/ 137696 w 10678681"/>
              <a:gd name="connsiteY138" fmla="*/ 1319217 h 1353297"/>
              <a:gd name="connsiteX139" fmla="*/ 54250 w 10678681"/>
              <a:gd name="connsiteY139" fmla="*/ 1315838 h 1353297"/>
              <a:gd name="connsiteX140" fmla="*/ 28042 w 10678681"/>
              <a:gd name="connsiteY140" fmla="*/ 1297822 h 1353297"/>
              <a:gd name="connsiteX141" fmla="*/ 0 w 10678681"/>
              <a:gd name="connsiteY141" fmla="*/ 1294612 h 1353297"/>
              <a:gd name="connsiteX142" fmla="*/ 0 w 10678681"/>
              <a:gd name="connsiteY142" fmla="*/ 0 h 1353297"/>
              <a:gd name="connsiteX0" fmla="*/ 0 w 10678681"/>
              <a:gd name="connsiteY0" fmla="*/ 0 h 1352443"/>
              <a:gd name="connsiteX1" fmla="*/ 10678681 w 10678681"/>
              <a:gd name="connsiteY1" fmla="*/ 0 h 1352443"/>
              <a:gd name="connsiteX2" fmla="*/ 10666019 w 10678681"/>
              <a:gd name="connsiteY2" fmla="*/ 7876 h 1352443"/>
              <a:gd name="connsiteX3" fmla="*/ 10632825 w 10678681"/>
              <a:gd name="connsiteY3" fmla="*/ 32153 h 1352443"/>
              <a:gd name="connsiteX4" fmla="*/ 10510605 w 10678681"/>
              <a:gd name="connsiteY4" fmla="*/ 30449 h 1352443"/>
              <a:gd name="connsiteX5" fmla="*/ 10456989 w 10678681"/>
              <a:gd name="connsiteY5" fmla="*/ 979 h 1352443"/>
              <a:gd name="connsiteX6" fmla="*/ 10438642 w 10678681"/>
              <a:gd name="connsiteY6" fmla="*/ 1524 h 1352443"/>
              <a:gd name="connsiteX7" fmla="*/ 10407146 w 10678681"/>
              <a:gd name="connsiteY7" fmla="*/ 43659 h 1352443"/>
              <a:gd name="connsiteX8" fmla="*/ 10357996 w 10678681"/>
              <a:gd name="connsiteY8" fmla="*/ 50836 h 1352443"/>
              <a:gd name="connsiteX9" fmla="*/ 10306667 w 10678681"/>
              <a:gd name="connsiteY9" fmla="*/ 109739 h 1352443"/>
              <a:gd name="connsiteX10" fmla="*/ 10115334 w 10678681"/>
              <a:gd name="connsiteY10" fmla="*/ 155658 h 1352443"/>
              <a:gd name="connsiteX11" fmla="*/ 10068157 w 10678681"/>
              <a:gd name="connsiteY11" fmla="*/ 215673 h 1352443"/>
              <a:gd name="connsiteX12" fmla="*/ 10045431 w 10678681"/>
              <a:gd name="connsiteY12" fmla="*/ 229568 h 1352443"/>
              <a:gd name="connsiteX13" fmla="*/ 10013265 w 10678681"/>
              <a:gd name="connsiteY13" fmla="*/ 284757 h 1352443"/>
              <a:gd name="connsiteX14" fmla="*/ 9862496 w 10678681"/>
              <a:gd name="connsiteY14" fmla="*/ 223033 h 1352443"/>
              <a:gd name="connsiteX15" fmla="*/ 9679638 w 10678681"/>
              <a:gd name="connsiteY15" fmla="*/ 277462 h 1352443"/>
              <a:gd name="connsiteX16" fmla="*/ 9498347 w 10678681"/>
              <a:gd name="connsiteY16" fmla="*/ 244723 h 1352443"/>
              <a:gd name="connsiteX17" fmla="*/ 9399702 w 10678681"/>
              <a:gd name="connsiteY17" fmla="*/ 276316 h 1352443"/>
              <a:gd name="connsiteX18" fmla="*/ 9378439 w 10678681"/>
              <a:gd name="connsiteY18" fmla="*/ 326244 h 1352443"/>
              <a:gd name="connsiteX19" fmla="*/ 9121744 w 10678681"/>
              <a:gd name="connsiteY19" fmla="*/ 365177 h 1352443"/>
              <a:gd name="connsiteX20" fmla="*/ 9061654 w 10678681"/>
              <a:gd name="connsiteY20" fmla="*/ 393730 h 1352443"/>
              <a:gd name="connsiteX21" fmla="*/ 8997577 w 10678681"/>
              <a:gd name="connsiteY21" fmla="*/ 380865 h 1352443"/>
              <a:gd name="connsiteX22" fmla="*/ 8907968 w 10678681"/>
              <a:gd name="connsiteY22" fmla="*/ 447345 h 1352443"/>
              <a:gd name="connsiteX23" fmla="*/ 8764163 w 10678681"/>
              <a:gd name="connsiteY23" fmla="*/ 471000 h 1352443"/>
              <a:gd name="connsiteX24" fmla="*/ 8680155 w 10678681"/>
              <a:gd name="connsiteY24" fmla="*/ 492404 h 1352443"/>
              <a:gd name="connsiteX25" fmla="*/ 8651436 w 10678681"/>
              <a:gd name="connsiteY25" fmla="*/ 511923 h 1352443"/>
              <a:gd name="connsiteX26" fmla="*/ 8609185 w 10678681"/>
              <a:gd name="connsiteY26" fmla="*/ 531525 h 1352443"/>
              <a:gd name="connsiteX27" fmla="*/ 8537091 w 10678681"/>
              <a:gd name="connsiteY27" fmla="*/ 574933 h 1352443"/>
              <a:gd name="connsiteX28" fmla="*/ 8435931 w 10678681"/>
              <a:gd name="connsiteY28" fmla="*/ 617926 h 1352443"/>
              <a:gd name="connsiteX29" fmla="*/ 8348623 w 10678681"/>
              <a:gd name="connsiteY29" fmla="*/ 600607 h 1352443"/>
              <a:gd name="connsiteX30" fmla="*/ 8344233 w 10678681"/>
              <a:gd name="connsiteY30" fmla="*/ 610922 h 1352443"/>
              <a:gd name="connsiteX31" fmla="*/ 8290622 w 10678681"/>
              <a:gd name="connsiteY31" fmla="*/ 622687 h 1352443"/>
              <a:gd name="connsiteX32" fmla="*/ 8086698 w 10678681"/>
              <a:gd name="connsiteY32" fmla="*/ 605185 h 1352443"/>
              <a:gd name="connsiteX33" fmla="*/ 7982378 w 10678681"/>
              <a:gd name="connsiteY33" fmla="*/ 629799 h 1352443"/>
              <a:gd name="connsiteX34" fmla="*/ 7947952 w 10678681"/>
              <a:gd name="connsiteY34" fmla="*/ 648003 h 1352443"/>
              <a:gd name="connsiteX35" fmla="*/ 7890112 w 10678681"/>
              <a:gd name="connsiteY35" fmla="*/ 677915 h 1352443"/>
              <a:gd name="connsiteX36" fmla="*/ 7853284 w 10678681"/>
              <a:gd name="connsiteY36" fmla="*/ 723588 h 1352443"/>
              <a:gd name="connsiteX37" fmla="*/ 7802383 w 10678681"/>
              <a:gd name="connsiteY37" fmla="*/ 739359 h 1352443"/>
              <a:gd name="connsiteX38" fmla="*/ 7730518 w 10678681"/>
              <a:gd name="connsiteY38" fmla="*/ 739526 h 1352443"/>
              <a:gd name="connsiteX39" fmla="*/ 7652907 w 10678681"/>
              <a:gd name="connsiteY39" fmla="*/ 783273 h 1352443"/>
              <a:gd name="connsiteX40" fmla="*/ 7606008 w 10678681"/>
              <a:gd name="connsiteY40" fmla="*/ 800717 h 1352443"/>
              <a:gd name="connsiteX41" fmla="*/ 7480223 w 10678681"/>
              <a:gd name="connsiteY41" fmla="*/ 856821 h 1352443"/>
              <a:gd name="connsiteX42" fmla="*/ 7356005 w 10678681"/>
              <a:gd name="connsiteY42" fmla="*/ 919462 h 1352443"/>
              <a:gd name="connsiteX43" fmla="*/ 7305396 w 10678681"/>
              <a:gd name="connsiteY43" fmla="*/ 986228 h 1352443"/>
              <a:gd name="connsiteX44" fmla="*/ 7266251 w 10678681"/>
              <a:gd name="connsiteY44" fmla="*/ 967864 h 1352443"/>
              <a:gd name="connsiteX45" fmla="*/ 7269396 w 10678681"/>
              <a:gd name="connsiteY45" fmla="*/ 989282 h 1352443"/>
              <a:gd name="connsiteX46" fmla="*/ 7258094 w 10678681"/>
              <a:gd name="connsiteY46" fmla="*/ 990679 h 1352443"/>
              <a:gd name="connsiteX47" fmla="*/ 7257893 w 10678681"/>
              <a:gd name="connsiteY47" fmla="*/ 991204 h 1352443"/>
              <a:gd name="connsiteX48" fmla="*/ 7247153 w 10678681"/>
              <a:gd name="connsiteY48" fmla="*/ 991550 h 1352443"/>
              <a:gd name="connsiteX49" fmla="*/ 7193612 w 10678681"/>
              <a:gd name="connsiteY49" fmla="*/ 987042 h 1352443"/>
              <a:gd name="connsiteX50" fmla="*/ 7132632 w 10678681"/>
              <a:gd name="connsiteY50" fmla="*/ 1042036 h 1352443"/>
              <a:gd name="connsiteX51" fmla="*/ 7105610 w 10678681"/>
              <a:gd name="connsiteY51" fmla="*/ 1053537 h 1352443"/>
              <a:gd name="connsiteX52" fmla="*/ 7069148 w 10678681"/>
              <a:gd name="connsiteY52" fmla="*/ 1047163 h 1352443"/>
              <a:gd name="connsiteX53" fmla="*/ 7039634 w 10678681"/>
              <a:gd name="connsiteY53" fmla="*/ 1059971 h 1352443"/>
              <a:gd name="connsiteX54" fmla="*/ 7033445 w 10678681"/>
              <a:gd name="connsiteY54" fmla="*/ 1063314 h 1352443"/>
              <a:gd name="connsiteX55" fmla="*/ 6999157 w 10678681"/>
              <a:gd name="connsiteY55" fmla="*/ 1055282 h 1352443"/>
              <a:gd name="connsiteX56" fmla="*/ 6981874 w 10678681"/>
              <a:gd name="connsiteY56" fmla="*/ 1053827 h 1352443"/>
              <a:gd name="connsiteX57" fmla="*/ 6976102 w 10678681"/>
              <a:gd name="connsiteY57" fmla="*/ 1047854 h 1352443"/>
              <a:gd name="connsiteX58" fmla="*/ 6951040 w 10678681"/>
              <a:gd name="connsiteY58" fmla="*/ 1048531 h 1352443"/>
              <a:gd name="connsiteX59" fmla="*/ 6948497 w 10678681"/>
              <a:gd name="connsiteY59" fmla="*/ 1050706 h 1352443"/>
              <a:gd name="connsiteX60" fmla="*/ 6926582 w 10678681"/>
              <a:gd name="connsiteY60" fmla="*/ 1043462 h 1352443"/>
              <a:gd name="connsiteX61" fmla="*/ 6833743 w 10678681"/>
              <a:gd name="connsiteY61" fmla="*/ 1027960 h 1352443"/>
              <a:gd name="connsiteX62" fmla="*/ 6687090 w 10678681"/>
              <a:gd name="connsiteY62" fmla="*/ 1063250 h 1352443"/>
              <a:gd name="connsiteX63" fmla="*/ 6437450 w 10678681"/>
              <a:gd name="connsiteY63" fmla="*/ 1101075 h 1352443"/>
              <a:gd name="connsiteX64" fmla="*/ 6327795 w 10678681"/>
              <a:gd name="connsiteY64" fmla="*/ 1088142 h 1352443"/>
              <a:gd name="connsiteX65" fmla="*/ 6136549 w 10678681"/>
              <a:gd name="connsiteY65" fmla="*/ 1100268 h 1352443"/>
              <a:gd name="connsiteX66" fmla="*/ 6004655 w 10678681"/>
              <a:gd name="connsiteY66" fmla="*/ 1114946 h 1352443"/>
              <a:gd name="connsiteX67" fmla="*/ 5936643 w 10678681"/>
              <a:gd name="connsiteY67" fmla="*/ 1095428 h 1352443"/>
              <a:gd name="connsiteX68" fmla="*/ 5912484 w 10678681"/>
              <a:gd name="connsiteY68" fmla="*/ 1112624 h 1352443"/>
              <a:gd name="connsiteX69" fmla="*/ 5908387 w 10678681"/>
              <a:gd name="connsiteY69" fmla="*/ 1116018 h 1352443"/>
              <a:gd name="connsiteX70" fmla="*/ 5890495 w 10678681"/>
              <a:gd name="connsiteY70" fmla="*/ 1120268 h 1352443"/>
              <a:gd name="connsiteX71" fmla="*/ 5887318 w 10678681"/>
              <a:gd name="connsiteY71" fmla="*/ 1133134 h 1352443"/>
              <a:gd name="connsiteX72" fmla="*/ 5861726 w 10678681"/>
              <a:gd name="connsiteY72" fmla="*/ 1147891 h 1352443"/>
              <a:gd name="connsiteX73" fmla="*/ 5805823 w 10678681"/>
              <a:gd name="connsiteY73" fmla="*/ 1152457 h 1352443"/>
              <a:gd name="connsiteX74" fmla="*/ 5689841 w 10678681"/>
              <a:gd name="connsiteY74" fmla="*/ 1176232 h 1352443"/>
              <a:gd name="connsiteX75" fmla="*/ 5605119 w 10678681"/>
              <a:gd name="connsiteY75" fmla="*/ 1190202 h 1352443"/>
              <a:gd name="connsiteX76" fmla="*/ 5488513 w 10678681"/>
              <a:gd name="connsiteY76" fmla="*/ 1205367 h 1352443"/>
              <a:gd name="connsiteX77" fmla="*/ 5402905 w 10678681"/>
              <a:gd name="connsiteY77" fmla="*/ 1241191 h 1352443"/>
              <a:gd name="connsiteX78" fmla="*/ 5285593 w 10678681"/>
              <a:gd name="connsiteY78" fmla="*/ 1273569 h 1352443"/>
              <a:gd name="connsiteX79" fmla="*/ 5192893 w 10678681"/>
              <a:gd name="connsiteY79" fmla="*/ 1247188 h 1352443"/>
              <a:gd name="connsiteX80" fmla="*/ 5186475 w 10678681"/>
              <a:gd name="connsiteY80" fmla="*/ 1257028 h 1352443"/>
              <a:gd name="connsiteX81" fmla="*/ 5126038 w 10678681"/>
              <a:gd name="connsiteY81" fmla="*/ 1263189 h 1352443"/>
              <a:gd name="connsiteX82" fmla="*/ 4894688 w 10678681"/>
              <a:gd name="connsiteY82" fmla="*/ 1247184 h 1352443"/>
              <a:gd name="connsiteX83" fmla="*/ 4788036 w 10678681"/>
              <a:gd name="connsiteY83" fmla="*/ 1238182 h 1352443"/>
              <a:gd name="connsiteX84" fmla="*/ 4747555 w 10678681"/>
              <a:gd name="connsiteY84" fmla="*/ 1252768 h 1352443"/>
              <a:gd name="connsiteX85" fmla="*/ 4679644 w 10678681"/>
              <a:gd name="connsiteY85" fmla="*/ 1276603 h 1352443"/>
              <a:gd name="connsiteX86" fmla="*/ 4632222 w 10678681"/>
              <a:gd name="connsiteY86" fmla="*/ 1318360 h 1352443"/>
              <a:gd name="connsiteX87" fmla="*/ 4617358 w 10678681"/>
              <a:gd name="connsiteY87" fmla="*/ 1327690 h 1352443"/>
              <a:gd name="connsiteX88" fmla="*/ 4589102 w 10678681"/>
              <a:gd name="connsiteY88" fmla="*/ 1321223 h 1352443"/>
              <a:gd name="connsiteX89" fmla="*/ 4578184 w 10678681"/>
              <a:gd name="connsiteY89" fmla="*/ 1326745 h 1352443"/>
              <a:gd name="connsiteX90" fmla="*/ 4574270 w 10678681"/>
              <a:gd name="connsiteY90" fmla="*/ 1325878 h 1352443"/>
              <a:gd name="connsiteX91" fmla="*/ 4564919 w 10678681"/>
              <a:gd name="connsiteY91" fmla="*/ 1325507 h 1352443"/>
              <a:gd name="connsiteX92" fmla="*/ 4566586 w 10678681"/>
              <a:gd name="connsiteY92" fmla="*/ 1316963 h 1352443"/>
              <a:gd name="connsiteX93" fmla="*/ 4556303 w 10678681"/>
              <a:gd name="connsiteY93" fmla="*/ 1300262 h 1352443"/>
              <a:gd name="connsiteX94" fmla="*/ 4502358 w 10678681"/>
              <a:gd name="connsiteY94" fmla="*/ 1302558 h 1352443"/>
              <a:gd name="connsiteX95" fmla="*/ 4498919 w 10678681"/>
              <a:gd name="connsiteY95" fmla="*/ 1312115 h 1352443"/>
              <a:gd name="connsiteX96" fmla="*/ 4492075 w 10678681"/>
              <a:gd name="connsiteY96" fmla="*/ 1313357 h 1352443"/>
              <a:gd name="connsiteX97" fmla="*/ 4487466 w 10678681"/>
              <a:gd name="connsiteY97" fmla="*/ 1304102 h 1352443"/>
              <a:gd name="connsiteX98" fmla="*/ 4398292 w 10678681"/>
              <a:gd name="connsiteY98" fmla="*/ 1278410 h 1352443"/>
              <a:gd name="connsiteX99" fmla="*/ 4306088 w 10678681"/>
              <a:gd name="connsiteY99" fmla="*/ 1282512 h 1352443"/>
              <a:gd name="connsiteX100" fmla="*/ 4188995 w 10678681"/>
              <a:gd name="connsiteY100" fmla="*/ 1296718 h 1352443"/>
              <a:gd name="connsiteX101" fmla="*/ 4136582 w 10678681"/>
              <a:gd name="connsiteY101" fmla="*/ 1287687 h 1352443"/>
              <a:gd name="connsiteX102" fmla="*/ 4064614 w 10678681"/>
              <a:gd name="connsiteY102" fmla="*/ 1296118 h 1352443"/>
              <a:gd name="connsiteX103" fmla="*/ 3900948 w 10678681"/>
              <a:gd name="connsiteY103" fmla="*/ 1322156 h 1352443"/>
              <a:gd name="connsiteX104" fmla="*/ 3787890 w 10678681"/>
              <a:gd name="connsiteY104" fmla="*/ 1352442 h 1352443"/>
              <a:gd name="connsiteX105" fmla="*/ 3745993 w 10678681"/>
              <a:gd name="connsiteY105" fmla="*/ 1342630 h 1352443"/>
              <a:gd name="connsiteX106" fmla="*/ 3675785 w 10678681"/>
              <a:gd name="connsiteY106" fmla="*/ 1326802 h 1352443"/>
              <a:gd name="connsiteX107" fmla="*/ 3623856 w 10678681"/>
              <a:gd name="connsiteY107" fmla="*/ 1290804 h 1352443"/>
              <a:gd name="connsiteX108" fmla="*/ 3564933 w 10678681"/>
              <a:gd name="connsiteY108" fmla="*/ 1287147 h 1352443"/>
              <a:gd name="connsiteX109" fmla="*/ 3550537 w 10678681"/>
              <a:gd name="connsiteY109" fmla="*/ 1317552 h 1352443"/>
              <a:gd name="connsiteX110" fmla="*/ 3487736 w 10678681"/>
              <a:gd name="connsiteY110" fmla="*/ 1303493 h 1352443"/>
              <a:gd name="connsiteX111" fmla="*/ 3392548 w 10678681"/>
              <a:gd name="connsiteY111" fmla="*/ 1278741 h 1352443"/>
              <a:gd name="connsiteX112" fmla="*/ 3337466 w 10678681"/>
              <a:gd name="connsiteY112" fmla="*/ 1272537 h 1352443"/>
              <a:gd name="connsiteX113" fmla="*/ 3175981 w 10678681"/>
              <a:gd name="connsiteY113" fmla="*/ 1208973 h 1352443"/>
              <a:gd name="connsiteX114" fmla="*/ 3036856 w 10678681"/>
              <a:gd name="connsiteY114" fmla="*/ 1214383 h 1352443"/>
              <a:gd name="connsiteX115" fmla="*/ 2824973 w 10678681"/>
              <a:gd name="connsiteY115" fmla="*/ 1134864 h 1352443"/>
              <a:gd name="connsiteX116" fmla="*/ 2804398 w 10678681"/>
              <a:gd name="connsiteY116" fmla="*/ 1125556 h 1352443"/>
              <a:gd name="connsiteX117" fmla="*/ 2736109 w 10678681"/>
              <a:gd name="connsiteY117" fmla="*/ 1137717 h 1352443"/>
              <a:gd name="connsiteX118" fmla="*/ 2659096 w 10678681"/>
              <a:gd name="connsiteY118" fmla="*/ 1150294 h 1352443"/>
              <a:gd name="connsiteX119" fmla="*/ 2567088 w 10678681"/>
              <a:gd name="connsiteY119" fmla="*/ 1181781 h 1352443"/>
              <a:gd name="connsiteX120" fmla="*/ 2454501 w 10678681"/>
              <a:gd name="connsiteY120" fmla="*/ 1155455 h 1352443"/>
              <a:gd name="connsiteX121" fmla="*/ 2385161 w 10678681"/>
              <a:gd name="connsiteY121" fmla="*/ 1161312 h 1352443"/>
              <a:gd name="connsiteX122" fmla="*/ 2273361 w 10678681"/>
              <a:gd name="connsiteY122" fmla="*/ 1134090 h 1352443"/>
              <a:gd name="connsiteX123" fmla="*/ 2132003 w 10678681"/>
              <a:gd name="connsiteY123" fmla="*/ 1139225 h 1352443"/>
              <a:gd name="connsiteX124" fmla="*/ 2041224 w 10678681"/>
              <a:gd name="connsiteY124" fmla="*/ 1147536 h 1352443"/>
              <a:gd name="connsiteX125" fmla="*/ 2010157 w 10678681"/>
              <a:gd name="connsiteY125" fmla="*/ 1152767 h 1352443"/>
              <a:gd name="connsiteX126" fmla="*/ 1859213 w 10678681"/>
              <a:gd name="connsiteY126" fmla="*/ 1199540 h 1352443"/>
              <a:gd name="connsiteX127" fmla="*/ 1735877 w 10678681"/>
              <a:gd name="connsiteY127" fmla="*/ 1246527 h 1352443"/>
              <a:gd name="connsiteX128" fmla="*/ 1705069 w 10678681"/>
              <a:gd name="connsiteY128" fmla="*/ 1251989 h 1352443"/>
              <a:gd name="connsiteX129" fmla="*/ 1307888 w 10678681"/>
              <a:gd name="connsiteY129" fmla="*/ 1283156 h 1352443"/>
              <a:gd name="connsiteX130" fmla="*/ 1220734 w 10678681"/>
              <a:gd name="connsiteY130" fmla="*/ 1257811 h 1352443"/>
              <a:gd name="connsiteX131" fmla="*/ 1021737 w 10678681"/>
              <a:gd name="connsiteY131" fmla="*/ 1238739 h 1352443"/>
              <a:gd name="connsiteX132" fmla="*/ 959820 w 10678681"/>
              <a:gd name="connsiteY132" fmla="*/ 1275863 h 1352443"/>
              <a:gd name="connsiteX133" fmla="*/ 929137 w 10678681"/>
              <a:gd name="connsiteY133" fmla="*/ 1273957 h 1352443"/>
              <a:gd name="connsiteX134" fmla="*/ 878849 w 10678681"/>
              <a:gd name="connsiteY134" fmla="*/ 1266740 h 1352443"/>
              <a:gd name="connsiteX135" fmla="*/ 800667 w 10678681"/>
              <a:gd name="connsiteY135" fmla="*/ 1282041 h 1352443"/>
              <a:gd name="connsiteX136" fmla="*/ 644906 w 10678681"/>
              <a:gd name="connsiteY136" fmla="*/ 1273685 h 1352443"/>
              <a:gd name="connsiteX137" fmla="*/ 379869 w 10678681"/>
              <a:gd name="connsiteY137" fmla="*/ 1339165 h 1352443"/>
              <a:gd name="connsiteX138" fmla="*/ 137696 w 10678681"/>
              <a:gd name="connsiteY138" fmla="*/ 1319217 h 1352443"/>
              <a:gd name="connsiteX139" fmla="*/ 54250 w 10678681"/>
              <a:gd name="connsiteY139" fmla="*/ 1315838 h 1352443"/>
              <a:gd name="connsiteX140" fmla="*/ 28042 w 10678681"/>
              <a:gd name="connsiteY140" fmla="*/ 1297822 h 1352443"/>
              <a:gd name="connsiteX141" fmla="*/ 0 w 10678681"/>
              <a:gd name="connsiteY141" fmla="*/ 1294612 h 1352443"/>
              <a:gd name="connsiteX142" fmla="*/ 0 w 10678681"/>
              <a:gd name="connsiteY142" fmla="*/ 0 h 1352443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0605 w 10678681"/>
              <a:gd name="connsiteY4" fmla="*/ 30449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57996 w 10678681"/>
              <a:gd name="connsiteY8" fmla="*/ 50836 h 1342734"/>
              <a:gd name="connsiteX9" fmla="*/ 10306667 w 10678681"/>
              <a:gd name="connsiteY9" fmla="*/ 10973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10013265 w 10678681"/>
              <a:gd name="connsiteY13" fmla="*/ 284757 h 1342734"/>
              <a:gd name="connsiteX14" fmla="*/ 9862496 w 10678681"/>
              <a:gd name="connsiteY14" fmla="*/ 223033 h 1342734"/>
              <a:gd name="connsiteX15" fmla="*/ 9679638 w 10678681"/>
              <a:gd name="connsiteY15" fmla="*/ 277462 h 1342734"/>
              <a:gd name="connsiteX16" fmla="*/ 9498347 w 10678681"/>
              <a:gd name="connsiteY16" fmla="*/ 244723 h 1342734"/>
              <a:gd name="connsiteX17" fmla="*/ 9399702 w 10678681"/>
              <a:gd name="connsiteY17" fmla="*/ 276316 h 1342734"/>
              <a:gd name="connsiteX18" fmla="*/ 9378439 w 10678681"/>
              <a:gd name="connsiteY18" fmla="*/ 326244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344233 w 10678681"/>
              <a:gd name="connsiteY30" fmla="*/ 610922 h 1342734"/>
              <a:gd name="connsiteX31" fmla="*/ 8290622 w 10678681"/>
              <a:gd name="connsiteY31" fmla="*/ 622687 h 1342734"/>
              <a:gd name="connsiteX32" fmla="*/ 8086698 w 10678681"/>
              <a:gd name="connsiteY32" fmla="*/ 605185 h 1342734"/>
              <a:gd name="connsiteX33" fmla="*/ 7982378 w 10678681"/>
              <a:gd name="connsiteY33" fmla="*/ 629799 h 1342734"/>
              <a:gd name="connsiteX34" fmla="*/ 7947952 w 10678681"/>
              <a:gd name="connsiteY34" fmla="*/ 648003 h 1342734"/>
              <a:gd name="connsiteX35" fmla="*/ 7890112 w 10678681"/>
              <a:gd name="connsiteY35" fmla="*/ 677915 h 1342734"/>
              <a:gd name="connsiteX36" fmla="*/ 7853284 w 10678681"/>
              <a:gd name="connsiteY36" fmla="*/ 723588 h 1342734"/>
              <a:gd name="connsiteX37" fmla="*/ 7802383 w 10678681"/>
              <a:gd name="connsiteY37" fmla="*/ 739359 h 1342734"/>
              <a:gd name="connsiteX38" fmla="*/ 7730518 w 10678681"/>
              <a:gd name="connsiteY38" fmla="*/ 739526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69396 w 10678681"/>
              <a:gd name="connsiteY45" fmla="*/ 989282 h 1342734"/>
              <a:gd name="connsiteX46" fmla="*/ 7258094 w 10678681"/>
              <a:gd name="connsiteY46" fmla="*/ 990679 h 1342734"/>
              <a:gd name="connsiteX47" fmla="*/ 7257893 w 10678681"/>
              <a:gd name="connsiteY47" fmla="*/ 991204 h 1342734"/>
              <a:gd name="connsiteX48" fmla="*/ 7247153 w 10678681"/>
              <a:gd name="connsiteY48" fmla="*/ 991550 h 1342734"/>
              <a:gd name="connsiteX49" fmla="*/ 7193612 w 10678681"/>
              <a:gd name="connsiteY49" fmla="*/ 987042 h 1342734"/>
              <a:gd name="connsiteX50" fmla="*/ 7132632 w 10678681"/>
              <a:gd name="connsiteY50" fmla="*/ 1042036 h 1342734"/>
              <a:gd name="connsiteX51" fmla="*/ 7105610 w 10678681"/>
              <a:gd name="connsiteY51" fmla="*/ 1053537 h 1342734"/>
              <a:gd name="connsiteX52" fmla="*/ 7069148 w 10678681"/>
              <a:gd name="connsiteY52" fmla="*/ 1047163 h 1342734"/>
              <a:gd name="connsiteX53" fmla="*/ 7039634 w 10678681"/>
              <a:gd name="connsiteY53" fmla="*/ 1059971 h 1342734"/>
              <a:gd name="connsiteX54" fmla="*/ 7033445 w 10678681"/>
              <a:gd name="connsiteY54" fmla="*/ 1063314 h 1342734"/>
              <a:gd name="connsiteX55" fmla="*/ 6999157 w 10678681"/>
              <a:gd name="connsiteY55" fmla="*/ 1055282 h 1342734"/>
              <a:gd name="connsiteX56" fmla="*/ 6981874 w 10678681"/>
              <a:gd name="connsiteY56" fmla="*/ 1053827 h 1342734"/>
              <a:gd name="connsiteX57" fmla="*/ 6976102 w 10678681"/>
              <a:gd name="connsiteY57" fmla="*/ 1047854 h 1342734"/>
              <a:gd name="connsiteX58" fmla="*/ 6951040 w 10678681"/>
              <a:gd name="connsiteY58" fmla="*/ 1048531 h 1342734"/>
              <a:gd name="connsiteX59" fmla="*/ 6948497 w 10678681"/>
              <a:gd name="connsiteY59" fmla="*/ 1050706 h 1342734"/>
              <a:gd name="connsiteX60" fmla="*/ 6926582 w 10678681"/>
              <a:gd name="connsiteY60" fmla="*/ 1043462 h 1342734"/>
              <a:gd name="connsiteX61" fmla="*/ 6833743 w 10678681"/>
              <a:gd name="connsiteY61" fmla="*/ 1027960 h 1342734"/>
              <a:gd name="connsiteX62" fmla="*/ 6687090 w 10678681"/>
              <a:gd name="connsiteY62" fmla="*/ 1063250 h 1342734"/>
              <a:gd name="connsiteX63" fmla="*/ 6437450 w 10678681"/>
              <a:gd name="connsiteY63" fmla="*/ 1101075 h 1342734"/>
              <a:gd name="connsiteX64" fmla="*/ 6327795 w 10678681"/>
              <a:gd name="connsiteY64" fmla="*/ 1088142 h 1342734"/>
              <a:gd name="connsiteX65" fmla="*/ 6136549 w 10678681"/>
              <a:gd name="connsiteY65" fmla="*/ 1100268 h 1342734"/>
              <a:gd name="connsiteX66" fmla="*/ 6004655 w 10678681"/>
              <a:gd name="connsiteY66" fmla="*/ 1114946 h 1342734"/>
              <a:gd name="connsiteX67" fmla="*/ 5936643 w 10678681"/>
              <a:gd name="connsiteY67" fmla="*/ 1095428 h 1342734"/>
              <a:gd name="connsiteX68" fmla="*/ 5912484 w 10678681"/>
              <a:gd name="connsiteY68" fmla="*/ 1112624 h 1342734"/>
              <a:gd name="connsiteX69" fmla="*/ 5908387 w 10678681"/>
              <a:gd name="connsiteY69" fmla="*/ 1116018 h 1342734"/>
              <a:gd name="connsiteX70" fmla="*/ 5890495 w 10678681"/>
              <a:gd name="connsiteY70" fmla="*/ 1120268 h 1342734"/>
              <a:gd name="connsiteX71" fmla="*/ 5887318 w 10678681"/>
              <a:gd name="connsiteY71" fmla="*/ 1133134 h 1342734"/>
              <a:gd name="connsiteX72" fmla="*/ 5861726 w 10678681"/>
              <a:gd name="connsiteY72" fmla="*/ 1147891 h 1342734"/>
              <a:gd name="connsiteX73" fmla="*/ 5805823 w 10678681"/>
              <a:gd name="connsiteY73" fmla="*/ 1152457 h 1342734"/>
              <a:gd name="connsiteX74" fmla="*/ 5689841 w 10678681"/>
              <a:gd name="connsiteY74" fmla="*/ 1176232 h 1342734"/>
              <a:gd name="connsiteX75" fmla="*/ 5605119 w 10678681"/>
              <a:gd name="connsiteY75" fmla="*/ 1190202 h 1342734"/>
              <a:gd name="connsiteX76" fmla="*/ 5488513 w 10678681"/>
              <a:gd name="connsiteY76" fmla="*/ 1205367 h 1342734"/>
              <a:gd name="connsiteX77" fmla="*/ 5402905 w 10678681"/>
              <a:gd name="connsiteY77" fmla="*/ 1241191 h 1342734"/>
              <a:gd name="connsiteX78" fmla="*/ 5285593 w 10678681"/>
              <a:gd name="connsiteY78" fmla="*/ 1273569 h 1342734"/>
              <a:gd name="connsiteX79" fmla="*/ 5192893 w 10678681"/>
              <a:gd name="connsiteY79" fmla="*/ 1247188 h 1342734"/>
              <a:gd name="connsiteX80" fmla="*/ 5186475 w 10678681"/>
              <a:gd name="connsiteY80" fmla="*/ 1257028 h 1342734"/>
              <a:gd name="connsiteX81" fmla="*/ 5126038 w 10678681"/>
              <a:gd name="connsiteY81" fmla="*/ 1263189 h 1342734"/>
              <a:gd name="connsiteX82" fmla="*/ 4894688 w 10678681"/>
              <a:gd name="connsiteY82" fmla="*/ 1247184 h 1342734"/>
              <a:gd name="connsiteX83" fmla="*/ 4788036 w 10678681"/>
              <a:gd name="connsiteY83" fmla="*/ 1238182 h 1342734"/>
              <a:gd name="connsiteX84" fmla="*/ 4747555 w 10678681"/>
              <a:gd name="connsiteY84" fmla="*/ 1252768 h 1342734"/>
              <a:gd name="connsiteX85" fmla="*/ 4679644 w 10678681"/>
              <a:gd name="connsiteY85" fmla="*/ 1276603 h 1342734"/>
              <a:gd name="connsiteX86" fmla="*/ 4632222 w 10678681"/>
              <a:gd name="connsiteY86" fmla="*/ 1318360 h 1342734"/>
              <a:gd name="connsiteX87" fmla="*/ 4617358 w 10678681"/>
              <a:gd name="connsiteY87" fmla="*/ 1327690 h 1342734"/>
              <a:gd name="connsiteX88" fmla="*/ 4589102 w 10678681"/>
              <a:gd name="connsiteY88" fmla="*/ 1321223 h 1342734"/>
              <a:gd name="connsiteX89" fmla="*/ 4578184 w 10678681"/>
              <a:gd name="connsiteY89" fmla="*/ 1326745 h 1342734"/>
              <a:gd name="connsiteX90" fmla="*/ 4574270 w 10678681"/>
              <a:gd name="connsiteY90" fmla="*/ 1325878 h 1342734"/>
              <a:gd name="connsiteX91" fmla="*/ 4564919 w 10678681"/>
              <a:gd name="connsiteY91" fmla="*/ 1325507 h 1342734"/>
              <a:gd name="connsiteX92" fmla="*/ 4566586 w 10678681"/>
              <a:gd name="connsiteY92" fmla="*/ 1316963 h 1342734"/>
              <a:gd name="connsiteX93" fmla="*/ 4556303 w 10678681"/>
              <a:gd name="connsiteY93" fmla="*/ 1300262 h 1342734"/>
              <a:gd name="connsiteX94" fmla="*/ 4502358 w 10678681"/>
              <a:gd name="connsiteY94" fmla="*/ 1302558 h 1342734"/>
              <a:gd name="connsiteX95" fmla="*/ 4498919 w 10678681"/>
              <a:gd name="connsiteY95" fmla="*/ 1312115 h 1342734"/>
              <a:gd name="connsiteX96" fmla="*/ 4492075 w 10678681"/>
              <a:gd name="connsiteY96" fmla="*/ 1313357 h 1342734"/>
              <a:gd name="connsiteX97" fmla="*/ 4487466 w 10678681"/>
              <a:gd name="connsiteY97" fmla="*/ 1304102 h 1342734"/>
              <a:gd name="connsiteX98" fmla="*/ 4398292 w 10678681"/>
              <a:gd name="connsiteY98" fmla="*/ 1278410 h 1342734"/>
              <a:gd name="connsiteX99" fmla="*/ 4306088 w 10678681"/>
              <a:gd name="connsiteY99" fmla="*/ 1282512 h 1342734"/>
              <a:gd name="connsiteX100" fmla="*/ 4188995 w 10678681"/>
              <a:gd name="connsiteY100" fmla="*/ 1296718 h 1342734"/>
              <a:gd name="connsiteX101" fmla="*/ 4136582 w 10678681"/>
              <a:gd name="connsiteY101" fmla="*/ 1287687 h 1342734"/>
              <a:gd name="connsiteX102" fmla="*/ 4064614 w 10678681"/>
              <a:gd name="connsiteY102" fmla="*/ 1296118 h 1342734"/>
              <a:gd name="connsiteX103" fmla="*/ 3900948 w 10678681"/>
              <a:gd name="connsiteY103" fmla="*/ 1322156 h 1342734"/>
              <a:gd name="connsiteX104" fmla="*/ 3787890 w 10678681"/>
              <a:gd name="connsiteY104" fmla="*/ 1322164 h 1342734"/>
              <a:gd name="connsiteX105" fmla="*/ 3745993 w 10678681"/>
              <a:gd name="connsiteY105" fmla="*/ 1342630 h 1342734"/>
              <a:gd name="connsiteX106" fmla="*/ 3675785 w 10678681"/>
              <a:gd name="connsiteY106" fmla="*/ 1326802 h 1342734"/>
              <a:gd name="connsiteX107" fmla="*/ 3623856 w 10678681"/>
              <a:gd name="connsiteY107" fmla="*/ 1290804 h 1342734"/>
              <a:gd name="connsiteX108" fmla="*/ 3564933 w 10678681"/>
              <a:gd name="connsiteY108" fmla="*/ 1287147 h 1342734"/>
              <a:gd name="connsiteX109" fmla="*/ 3550537 w 10678681"/>
              <a:gd name="connsiteY109" fmla="*/ 1317552 h 1342734"/>
              <a:gd name="connsiteX110" fmla="*/ 3487736 w 10678681"/>
              <a:gd name="connsiteY110" fmla="*/ 1303493 h 1342734"/>
              <a:gd name="connsiteX111" fmla="*/ 3392548 w 10678681"/>
              <a:gd name="connsiteY111" fmla="*/ 1278741 h 1342734"/>
              <a:gd name="connsiteX112" fmla="*/ 3337466 w 10678681"/>
              <a:gd name="connsiteY112" fmla="*/ 1272537 h 1342734"/>
              <a:gd name="connsiteX113" fmla="*/ 3175981 w 10678681"/>
              <a:gd name="connsiteY113" fmla="*/ 1208973 h 1342734"/>
              <a:gd name="connsiteX114" fmla="*/ 3036856 w 10678681"/>
              <a:gd name="connsiteY114" fmla="*/ 1214383 h 1342734"/>
              <a:gd name="connsiteX115" fmla="*/ 2824973 w 10678681"/>
              <a:gd name="connsiteY115" fmla="*/ 1134864 h 1342734"/>
              <a:gd name="connsiteX116" fmla="*/ 2804398 w 10678681"/>
              <a:gd name="connsiteY116" fmla="*/ 1125556 h 1342734"/>
              <a:gd name="connsiteX117" fmla="*/ 2736109 w 10678681"/>
              <a:gd name="connsiteY117" fmla="*/ 1137717 h 1342734"/>
              <a:gd name="connsiteX118" fmla="*/ 2659096 w 10678681"/>
              <a:gd name="connsiteY118" fmla="*/ 1150294 h 1342734"/>
              <a:gd name="connsiteX119" fmla="*/ 2567088 w 10678681"/>
              <a:gd name="connsiteY119" fmla="*/ 1181781 h 1342734"/>
              <a:gd name="connsiteX120" fmla="*/ 2454501 w 10678681"/>
              <a:gd name="connsiteY120" fmla="*/ 1155455 h 1342734"/>
              <a:gd name="connsiteX121" fmla="*/ 2385161 w 10678681"/>
              <a:gd name="connsiteY121" fmla="*/ 1161312 h 1342734"/>
              <a:gd name="connsiteX122" fmla="*/ 2273361 w 10678681"/>
              <a:gd name="connsiteY122" fmla="*/ 1134090 h 1342734"/>
              <a:gd name="connsiteX123" fmla="*/ 2132003 w 10678681"/>
              <a:gd name="connsiteY123" fmla="*/ 1139225 h 1342734"/>
              <a:gd name="connsiteX124" fmla="*/ 2041224 w 10678681"/>
              <a:gd name="connsiteY124" fmla="*/ 1147536 h 1342734"/>
              <a:gd name="connsiteX125" fmla="*/ 2010157 w 10678681"/>
              <a:gd name="connsiteY125" fmla="*/ 1152767 h 1342734"/>
              <a:gd name="connsiteX126" fmla="*/ 1859213 w 10678681"/>
              <a:gd name="connsiteY126" fmla="*/ 1199540 h 1342734"/>
              <a:gd name="connsiteX127" fmla="*/ 1735877 w 10678681"/>
              <a:gd name="connsiteY127" fmla="*/ 1246527 h 1342734"/>
              <a:gd name="connsiteX128" fmla="*/ 1705069 w 10678681"/>
              <a:gd name="connsiteY128" fmla="*/ 1251989 h 1342734"/>
              <a:gd name="connsiteX129" fmla="*/ 1307888 w 10678681"/>
              <a:gd name="connsiteY129" fmla="*/ 1283156 h 1342734"/>
              <a:gd name="connsiteX130" fmla="*/ 1220734 w 10678681"/>
              <a:gd name="connsiteY130" fmla="*/ 1257811 h 1342734"/>
              <a:gd name="connsiteX131" fmla="*/ 1021737 w 10678681"/>
              <a:gd name="connsiteY131" fmla="*/ 1238739 h 1342734"/>
              <a:gd name="connsiteX132" fmla="*/ 959820 w 10678681"/>
              <a:gd name="connsiteY132" fmla="*/ 1275863 h 1342734"/>
              <a:gd name="connsiteX133" fmla="*/ 929137 w 10678681"/>
              <a:gd name="connsiteY133" fmla="*/ 1273957 h 1342734"/>
              <a:gd name="connsiteX134" fmla="*/ 878849 w 10678681"/>
              <a:gd name="connsiteY134" fmla="*/ 1266740 h 1342734"/>
              <a:gd name="connsiteX135" fmla="*/ 800667 w 10678681"/>
              <a:gd name="connsiteY135" fmla="*/ 1282041 h 1342734"/>
              <a:gd name="connsiteX136" fmla="*/ 644906 w 10678681"/>
              <a:gd name="connsiteY136" fmla="*/ 1273685 h 1342734"/>
              <a:gd name="connsiteX137" fmla="*/ 379869 w 10678681"/>
              <a:gd name="connsiteY137" fmla="*/ 1339165 h 1342734"/>
              <a:gd name="connsiteX138" fmla="*/ 137696 w 10678681"/>
              <a:gd name="connsiteY138" fmla="*/ 1319217 h 1342734"/>
              <a:gd name="connsiteX139" fmla="*/ 54250 w 10678681"/>
              <a:gd name="connsiteY139" fmla="*/ 1315838 h 1342734"/>
              <a:gd name="connsiteX140" fmla="*/ 28042 w 10678681"/>
              <a:gd name="connsiteY140" fmla="*/ 1297822 h 1342734"/>
              <a:gd name="connsiteX141" fmla="*/ 0 w 10678681"/>
              <a:gd name="connsiteY141" fmla="*/ 1294612 h 1342734"/>
              <a:gd name="connsiteX142" fmla="*/ 0 w 10678681"/>
              <a:gd name="connsiteY142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0605 w 10678681"/>
              <a:gd name="connsiteY4" fmla="*/ 30449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57996 w 10678681"/>
              <a:gd name="connsiteY8" fmla="*/ 50836 h 1342734"/>
              <a:gd name="connsiteX9" fmla="*/ 10306667 w 10678681"/>
              <a:gd name="connsiteY9" fmla="*/ 10973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10013265 w 10678681"/>
              <a:gd name="connsiteY13" fmla="*/ 284757 h 1342734"/>
              <a:gd name="connsiteX14" fmla="*/ 9862496 w 10678681"/>
              <a:gd name="connsiteY14" fmla="*/ 223033 h 1342734"/>
              <a:gd name="connsiteX15" fmla="*/ 9679638 w 10678681"/>
              <a:gd name="connsiteY15" fmla="*/ 277462 h 1342734"/>
              <a:gd name="connsiteX16" fmla="*/ 9498347 w 10678681"/>
              <a:gd name="connsiteY16" fmla="*/ 244723 h 1342734"/>
              <a:gd name="connsiteX17" fmla="*/ 9399702 w 10678681"/>
              <a:gd name="connsiteY17" fmla="*/ 276316 h 1342734"/>
              <a:gd name="connsiteX18" fmla="*/ 9378439 w 10678681"/>
              <a:gd name="connsiteY18" fmla="*/ 326244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344233 w 10678681"/>
              <a:gd name="connsiteY30" fmla="*/ 610922 h 1342734"/>
              <a:gd name="connsiteX31" fmla="*/ 8290622 w 10678681"/>
              <a:gd name="connsiteY31" fmla="*/ 622687 h 1342734"/>
              <a:gd name="connsiteX32" fmla="*/ 8086698 w 10678681"/>
              <a:gd name="connsiteY32" fmla="*/ 605185 h 1342734"/>
              <a:gd name="connsiteX33" fmla="*/ 7982378 w 10678681"/>
              <a:gd name="connsiteY33" fmla="*/ 629799 h 1342734"/>
              <a:gd name="connsiteX34" fmla="*/ 7947952 w 10678681"/>
              <a:gd name="connsiteY34" fmla="*/ 648003 h 1342734"/>
              <a:gd name="connsiteX35" fmla="*/ 7890112 w 10678681"/>
              <a:gd name="connsiteY35" fmla="*/ 677915 h 1342734"/>
              <a:gd name="connsiteX36" fmla="*/ 7853284 w 10678681"/>
              <a:gd name="connsiteY36" fmla="*/ 723588 h 1342734"/>
              <a:gd name="connsiteX37" fmla="*/ 7802383 w 10678681"/>
              <a:gd name="connsiteY37" fmla="*/ 739359 h 1342734"/>
              <a:gd name="connsiteX38" fmla="*/ 7730518 w 10678681"/>
              <a:gd name="connsiteY38" fmla="*/ 739526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69396 w 10678681"/>
              <a:gd name="connsiteY45" fmla="*/ 989282 h 1342734"/>
              <a:gd name="connsiteX46" fmla="*/ 7258094 w 10678681"/>
              <a:gd name="connsiteY46" fmla="*/ 990679 h 1342734"/>
              <a:gd name="connsiteX47" fmla="*/ 7257893 w 10678681"/>
              <a:gd name="connsiteY47" fmla="*/ 991204 h 1342734"/>
              <a:gd name="connsiteX48" fmla="*/ 7247153 w 10678681"/>
              <a:gd name="connsiteY48" fmla="*/ 991550 h 1342734"/>
              <a:gd name="connsiteX49" fmla="*/ 7193612 w 10678681"/>
              <a:gd name="connsiteY49" fmla="*/ 987042 h 1342734"/>
              <a:gd name="connsiteX50" fmla="*/ 7132632 w 10678681"/>
              <a:gd name="connsiteY50" fmla="*/ 1042036 h 1342734"/>
              <a:gd name="connsiteX51" fmla="*/ 7105610 w 10678681"/>
              <a:gd name="connsiteY51" fmla="*/ 1053537 h 1342734"/>
              <a:gd name="connsiteX52" fmla="*/ 7069148 w 10678681"/>
              <a:gd name="connsiteY52" fmla="*/ 1047163 h 1342734"/>
              <a:gd name="connsiteX53" fmla="*/ 7039634 w 10678681"/>
              <a:gd name="connsiteY53" fmla="*/ 1059971 h 1342734"/>
              <a:gd name="connsiteX54" fmla="*/ 7033445 w 10678681"/>
              <a:gd name="connsiteY54" fmla="*/ 1063314 h 1342734"/>
              <a:gd name="connsiteX55" fmla="*/ 6999157 w 10678681"/>
              <a:gd name="connsiteY55" fmla="*/ 1055282 h 1342734"/>
              <a:gd name="connsiteX56" fmla="*/ 6981874 w 10678681"/>
              <a:gd name="connsiteY56" fmla="*/ 1053827 h 1342734"/>
              <a:gd name="connsiteX57" fmla="*/ 6976102 w 10678681"/>
              <a:gd name="connsiteY57" fmla="*/ 1047854 h 1342734"/>
              <a:gd name="connsiteX58" fmla="*/ 6951040 w 10678681"/>
              <a:gd name="connsiteY58" fmla="*/ 1048531 h 1342734"/>
              <a:gd name="connsiteX59" fmla="*/ 6948497 w 10678681"/>
              <a:gd name="connsiteY59" fmla="*/ 1050706 h 1342734"/>
              <a:gd name="connsiteX60" fmla="*/ 6926582 w 10678681"/>
              <a:gd name="connsiteY60" fmla="*/ 1043462 h 1342734"/>
              <a:gd name="connsiteX61" fmla="*/ 6833743 w 10678681"/>
              <a:gd name="connsiteY61" fmla="*/ 1027960 h 1342734"/>
              <a:gd name="connsiteX62" fmla="*/ 6687090 w 10678681"/>
              <a:gd name="connsiteY62" fmla="*/ 1063250 h 1342734"/>
              <a:gd name="connsiteX63" fmla="*/ 6437450 w 10678681"/>
              <a:gd name="connsiteY63" fmla="*/ 1101075 h 1342734"/>
              <a:gd name="connsiteX64" fmla="*/ 6327795 w 10678681"/>
              <a:gd name="connsiteY64" fmla="*/ 1088142 h 1342734"/>
              <a:gd name="connsiteX65" fmla="*/ 6136549 w 10678681"/>
              <a:gd name="connsiteY65" fmla="*/ 1100268 h 1342734"/>
              <a:gd name="connsiteX66" fmla="*/ 6004655 w 10678681"/>
              <a:gd name="connsiteY66" fmla="*/ 1114946 h 1342734"/>
              <a:gd name="connsiteX67" fmla="*/ 5936643 w 10678681"/>
              <a:gd name="connsiteY67" fmla="*/ 1095428 h 1342734"/>
              <a:gd name="connsiteX68" fmla="*/ 5912484 w 10678681"/>
              <a:gd name="connsiteY68" fmla="*/ 1112624 h 1342734"/>
              <a:gd name="connsiteX69" fmla="*/ 5908387 w 10678681"/>
              <a:gd name="connsiteY69" fmla="*/ 1116018 h 1342734"/>
              <a:gd name="connsiteX70" fmla="*/ 5890495 w 10678681"/>
              <a:gd name="connsiteY70" fmla="*/ 1120268 h 1342734"/>
              <a:gd name="connsiteX71" fmla="*/ 5887318 w 10678681"/>
              <a:gd name="connsiteY71" fmla="*/ 1133134 h 1342734"/>
              <a:gd name="connsiteX72" fmla="*/ 5861726 w 10678681"/>
              <a:gd name="connsiteY72" fmla="*/ 1147891 h 1342734"/>
              <a:gd name="connsiteX73" fmla="*/ 5805823 w 10678681"/>
              <a:gd name="connsiteY73" fmla="*/ 1152457 h 1342734"/>
              <a:gd name="connsiteX74" fmla="*/ 5689841 w 10678681"/>
              <a:gd name="connsiteY74" fmla="*/ 1176232 h 1342734"/>
              <a:gd name="connsiteX75" fmla="*/ 5605119 w 10678681"/>
              <a:gd name="connsiteY75" fmla="*/ 1190202 h 1342734"/>
              <a:gd name="connsiteX76" fmla="*/ 5488513 w 10678681"/>
              <a:gd name="connsiteY76" fmla="*/ 1205367 h 1342734"/>
              <a:gd name="connsiteX77" fmla="*/ 5402905 w 10678681"/>
              <a:gd name="connsiteY77" fmla="*/ 1241191 h 1342734"/>
              <a:gd name="connsiteX78" fmla="*/ 5285593 w 10678681"/>
              <a:gd name="connsiteY78" fmla="*/ 1273569 h 1342734"/>
              <a:gd name="connsiteX79" fmla="*/ 5192893 w 10678681"/>
              <a:gd name="connsiteY79" fmla="*/ 1247188 h 1342734"/>
              <a:gd name="connsiteX80" fmla="*/ 5186475 w 10678681"/>
              <a:gd name="connsiteY80" fmla="*/ 1257028 h 1342734"/>
              <a:gd name="connsiteX81" fmla="*/ 5126038 w 10678681"/>
              <a:gd name="connsiteY81" fmla="*/ 1263189 h 1342734"/>
              <a:gd name="connsiteX82" fmla="*/ 4894688 w 10678681"/>
              <a:gd name="connsiteY82" fmla="*/ 1247184 h 1342734"/>
              <a:gd name="connsiteX83" fmla="*/ 4788036 w 10678681"/>
              <a:gd name="connsiteY83" fmla="*/ 1238182 h 1342734"/>
              <a:gd name="connsiteX84" fmla="*/ 4747555 w 10678681"/>
              <a:gd name="connsiteY84" fmla="*/ 1252768 h 1342734"/>
              <a:gd name="connsiteX85" fmla="*/ 4679644 w 10678681"/>
              <a:gd name="connsiteY85" fmla="*/ 1276603 h 1342734"/>
              <a:gd name="connsiteX86" fmla="*/ 4632222 w 10678681"/>
              <a:gd name="connsiteY86" fmla="*/ 1318360 h 1342734"/>
              <a:gd name="connsiteX87" fmla="*/ 4617358 w 10678681"/>
              <a:gd name="connsiteY87" fmla="*/ 1327690 h 1342734"/>
              <a:gd name="connsiteX88" fmla="*/ 4589102 w 10678681"/>
              <a:gd name="connsiteY88" fmla="*/ 1321223 h 1342734"/>
              <a:gd name="connsiteX89" fmla="*/ 4578184 w 10678681"/>
              <a:gd name="connsiteY89" fmla="*/ 1326745 h 1342734"/>
              <a:gd name="connsiteX90" fmla="*/ 4574270 w 10678681"/>
              <a:gd name="connsiteY90" fmla="*/ 1325878 h 1342734"/>
              <a:gd name="connsiteX91" fmla="*/ 4564919 w 10678681"/>
              <a:gd name="connsiteY91" fmla="*/ 1325507 h 1342734"/>
              <a:gd name="connsiteX92" fmla="*/ 4566586 w 10678681"/>
              <a:gd name="connsiteY92" fmla="*/ 1316963 h 1342734"/>
              <a:gd name="connsiteX93" fmla="*/ 4556303 w 10678681"/>
              <a:gd name="connsiteY93" fmla="*/ 1300262 h 1342734"/>
              <a:gd name="connsiteX94" fmla="*/ 4502358 w 10678681"/>
              <a:gd name="connsiteY94" fmla="*/ 1302558 h 1342734"/>
              <a:gd name="connsiteX95" fmla="*/ 4498919 w 10678681"/>
              <a:gd name="connsiteY95" fmla="*/ 1312115 h 1342734"/>
              <a:gd name="connsiteX96" fmla="*/ 4492075 w 10678681"/>
              <a:gd name="connsiteY96" fmla="*/ 1313357 h 1342734"/>
              <a:gd name="connsiteX97" fmla="*/ 4487466 w 10678681"/>
              <a:gd name="connsiteY97" fmla="*/ 1304102 h 1342734"/>
              <a:gd name="connsiteX98" fmla="*/ 4398292 w 10678681"/>
              <a:gd name="connsiteY98" fmla="*/ 1278410 h 1342734"/>
              <a:gd name="connsiteX99" fmla="*/ 4306088 w 10678681"/>
              <a:gd name="connsiteY99" fmla="*/ 1282512 h 1342734"/>
              <a:gd name="connsiteX100" fmla="*/ 4188995 w 10678681"/>
              <a:gd name="connsiteY100" fmla="*/ 1296718 h 1342734"/>
              <a:gd name="connsiteX101" fmla="*/ 4136582 w 10678681"/>
              <a:gd name="connsiteY101" fmla="*/ 1287687 h 1342734"/>
              <a:gd name="connsiteX102" fmla="*/ 4064614 w 10678681"/>
              <a:gd name="connsiteY102" fmla="*/ 1296118 h 1342734"/>
              <a:gd name="connsiteX103" fmla="*/ 3900948 w 10678681"/>
              <a:gd name="connsiteY103" fmla="*/ 1322156 h 1342734"/>
              <a:gd name="connsiteX104" fmla="*/ 3787890 w 10678681"/>
              <a:gd name="connsiteY104" fmla="*/ 1322164 h 1342734"/>
              <a:gd name="connsiteX105" fmla="*/ 3745993 w 10678681"/>
              <a:gd name="connsiteY105" fmla="*/ 1342630 h 1342734"/>
              <a:gd name="connsiteX106" fmla="*/ 3675785 w 10678681"/>
              <a:gd name="connsiteY106" fmla="*/ 1326802 h 1342734"/>
              <a:gd name="connsiteX107" fmla="*/ 3623856 w 10678681"/>
              <a:gd name="connsiteY107" fmla="*/ 1290804 h 1342734"/>
              <a:gd name="connsiteX108" fmla="*/ 3564933 w 10678681"/>
              <a:gd name="connsiteY108" fmla="*/ 1287147 h 1342734"/>
              <a:gd name="connsiteX109" fmla="*/ 3550537 w 10678681"/>
              <a:gd name="connsiteY109" fmla="*/ 1317552 h 1342734"/>
              <a:gd name="connsiteX110" fmla="*/ 3487736 w 10678681"/>
              <a:gd name="connsiteY110" fmla="*/ 1303493 h 1342734"/>
              <a:gd name="connsiteX111" fmla="*/ 3392548 w 10678681"/>
              <a:gd name="connsiteY111" fmla="*/ 1278741 h 1342734"/>
              <a:gd name="connsiteX112" fmla="*/ 3337466 w 10678681"/>
              <a:gd name="connsiteY112" fmla="*/ 1272537 h 1342734"/>
              <a:gd name="connsiteX113" fmla="*/ 3175981 w 10678681"/>
              <a:gd name="connsiteY113" fmla="*/ 1208973 h 1342734"/>
              <a:gd name="connsiteX114" fmla="*/ 3036856 w 10678681"/>
              <a:gd name="connsiteY114" fmla="*/ 1214383 h 1342734"/>
              <a:gd name="connsiteX115" fmla="*/ 2824973 w 10678681"/>
              <a:gd name="connsiteY115" fmla="*/ 1134864 h 1342734"/>
              <a:gd name="connsiteX116" fmla="*/ 2804398 w 10678681"/>
              <a:gd name="connsiteY116" fmla="*/ 1125556 h 1342734"/>
              <a:gd name="connsiteX117" fmla="*/ 2736109 w 10678681"/>
              <a:gd name="connsiteY117" fmla="*/ 1137717 h 1342734"/>
              <a:gd name="connsiteX118" fmla="*/ 2659096 w 10678681"/>
              <a:gd name="connsiteY118" fmla="*/ 1150294 h 1342734"/>
              <a:gd name="connsiteX119" fmla="*/ 2567088 w 10678681"/>
              <a:gd name="connsiteY119" fmla="*/ 1181781 h 1342734"/>
              <a:gd name="connsiteX120" fmla="*/ 2454501 w 10678681"/>
              <a:gd name="connsiteY120" fmla="*/ 1155455 h 1342734"/>
              <a:gd name="connsiteX121" fmla="*/ 2385161 w 10678681"/>
              <a:gd name="connsiteY121" fmla="*/ 1161312 h 1342734"/>
              <a:gd name="connsiteX122" fmla="*/ 2273361 w 10678681"/>
              <a:gd name="connsiteY122" fmla="*/ 1134090 h 1342734"/>
              <a:gd name="connsiteX123" fmla="*/ 2132003 w 10678681"/>
              <a:gd name="connsiteY123" fmla="*/ 1139225 h 1342734"/>
              <a:gd name="connsiteX124" fmla="*/ 2041224 w 10678681"/>
              <a:gd name="connsiteY124" fmla="*/ 1147536 h 1342734"/>
              <a:gd name="connsiteX125" fmla="*/ 2010157 w 10678681"/>
              <a:gd name="connsiteY125" fmla="*/ 1152767 h 1342734"/>
              <a:gd name="connsiteX126" fmla="*/ 1859213 w 10678681"/>
              <a:gd name="connsiteY126" fmla="*/ 1199540 h 1342734"/>
              <a:gd name="connsiteX127" fmla="*/ 1735877 w 10678681"/>
              <a:gd name="connsiteY127" fmla="*/ 1246527 h 1342734"/>
              <a:gd name="connsiteX128" fmla="*/ 1705069 w 10678681"/>
              <a:gd name="connsiteY128" fmla="*/ 1251989 h 1342734"/>
              <a:gd name="connsiteX129" fmla="*/ 1307888 w 10678681"/>
              <a:gd name="connsiteY129" fmla="*/ 1283156 h 1342734"/>
              <a:gd name="connsiteX130" fmla="*/ 1220734 w 10678681"/>
              <a:gd name="connsiteY130" fmla="*/ 1257811 h 1342734"/>
              <a:gd name="connsiteX131" fmla="*/ 1021737 w 10678681"/>
              <a:gd name="connsiteY131" fmla="*/ 1238739 h 1342734"/>
              <a:gd name="connsiteX132" fmla="*/ 959820 w 10678681"/>
              <a:gd name="connsiteY132" fmla="*/ 1275863 h 1342734"/>
              <a:gd name="connsiteX133" fmla="*/ 929137 w 10678681"/>
              <a:gd name="connsiteY133" fmla="*/ 1273957 h 1342734"/>
              <a:gd name="connsiteX134" fmla="*/ 878849 w 10678681"/>
              <a:gd name="connsiteY134" fmla="*/ 1266740 h 1342734"/>
              <a:gd name="connsiteX135" fmla="*/ 800667 w 10678681"/>
              <a:gd name="connsiteY135" fmla="*/ 1282041 h 1342734"/>
              <a:gd name="connsiteX136" fmla="*/ 644906 w 10678681"/>
              <a:gd name="connsiteY136" fmla="*/ 1273685 h 1342734"/>
              <a:gd name="connsiteX137" fmla="*/ 379869 w 10678681"/>
              <a:gd name="connsiteY137" fmla="*/ 1339165 h 1342734"/>
              <a:gd name="connsiteX138" fmla="*/ 137696 w 10678681"/>
              <a:gd name="connsiteY138" fmla="*/ 1319217 h 1342734"/>
              <a:gd name="connsiteX139" fmla="*/ 54250 w 10678681"/>
              <a:gd name="connsiteY139" fmla="*/ 1315838 h 1342734"/>
              <a:gd name="connsiteX140" fmla="*/ 28042 w 10678681"/>
              <a:gd name="connsiteY140" fmla="*/ 1297822 h 1342734"/>
              <a:gd name="connsiteX141" fmla="*/ 0 w 10678681"/>
              <a:gd name="connsiteY141" fmla="*/ 1294612 h 1342734"/>
              <a:gd name="connsiteX142" fmla="*/ 0 w 10678681"/>
              <a:gd name="connsiteY142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0605 w 10678681"/>
              <a:gd name="connsiteY4" fmla="*/ 30449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57996 w 10678681"/>
              <a:gd name="connsiteY8" fmla="*/ 50836 h 1342734"/>
              <a:gd name="connsiteX9" fmla="*/ 10306667 w 10678681"/>
              <a:gd name="connsiteY9" fmla="*/ 10973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10013265 w 10678681"/>
              <a:gd name="connsiteY13" fmla="*/ 284757 h 1342734"/>
              <a:gd name="connsiteX14" fmla="*/ 9862496 w 10678681"/>
              <a:gd name="connsiteY14" fmla="*/ 223033 h 1342734"/>
              <a:gd name="connsiteX15" fmla="*/ 9679638 w 10678681"/>
              <a:gd name="connsiteY15" fmla="*/ 277462 h 1342734"/>
              <a:gd name="connsiteX16" fmla="*/ 9498347 w 10678681"/>
              <a:gd name="connsiteY16" fmla="*/ 244723 h 1342734"/>
              <a:gd name="connsiteX17" fmla="*/ 9399702 w 10678681"/>
              <a:gd name="connsiteY17" fmla="*/ 276316 h 1342734"/>
              <a:gd name="connsiteX18" fmla="*/ 9378439 w 10678681"/>
              <a:gd name="connsiteY18" fmla="*/ 326244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344233 w 10678681"/>
              <a:gd name="connsiteY30" fmla="*/ 610922 h 1342734"/>
              <a:gd name="connsiteX31" fmla="*/ 8290622 w 10678681"/>
              <a:gd name="connsiteY31" fmla="*/ 622687 h 1342734"/>
              <a:gd name="connsiteX32" fmla="*/ 8086698 w 10678681"/>
              <a:gd name="connsiteY32" fmla="*/ 605185 h 1342734"/>
              <a:gd name="connsiteX33" fmla="*/ 7982378 w 10678681"/>
              <a:gd name="connsiteY33" fmla="*/ 629799 h 1342734"/>
              <a:gd name="connsiteX34" fmla="*/ 7947952 w 10678681"/>
              <a:gd name="connsiteY34" fmla="*/ 648003 h 1342734"/>
              <a:gd name="connsiteX35" fmla="*/ 7890112 w 10678681"/>
              <a:gd name="connsiteY35" fmla="*/ 677915 h 1342734"/>
              <a:gd name="connsiteX36" fmla="*/ 7853284 w 10678681"/>
              <a:gd name="connsiteY36" fmla="*/ 723588 h 1342734"/>
              <a:gd name="connsiteX37" fmla="*/ 7802383 w 10678681"/>
              <a:gd name="connsiteY37" fmla="*/ 739359 h 1342734"/>
              <a:gd name="connsiteX38" fmla="*/ 7730518 w 10678681"/>
              <a:gd name="connsiteY38" fmla="*/ 739526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69396 w 10678681"/>
              <a:gd name="connsiteY45" fmla="*/ 989282 h 1342734"/>
              <a:gd name="connsiteX46" fmla="*/ 7258094 w 10678681"/>
              <a:gd name="connsiteY46" fmla="*/ 990679 h 1342734"/>
              <a:gd name="connsiteX47" fmla="*/ 7257893 w 10678681"/>
              <a:gd name="connsiteY47" fmla="*/ 991204 h 1342734"/>
              <a:gd name="connsiteX48" fmla="*/ 7247153 w 10678681"/>
              <a:gd name="connsiteY48" fmla="*/ 991550 h 1342734"/>
              <a:gd name="connsiteX49" fmla="*/ 7193612 w 10678681"/>
              <a:gd name="connsiteY49" fmla="*/ 987042 h 1342734"/>
              <a:gd name="connsiteX50" fmla="*/ 7132632 w 10678681"/>
              <a:gd name="connsiteY50" fmla="*/ 1042036 h 1342734"/>
              <a:gd name="connsiteX51" fmla="*/ 7105610 w 10678681"/>
              <a:gd name="connsiteY51" fmla="*/ 1053537 h 1342734"/>
              <a:gd name="connsiteX52" fmla="*/ 7069148 w 10678681"/>
              <a:gd name="connsiteY52" fmla="*/ 1047163 h 1342734"/>
              <a:gd name="connsiteX53" fmla="*/ 7039634 w 10678681"/>
              <a:gd name="connsiteY53" fmla="*/ 1059971 h 1342734"/>
              <a:gd name="connsiteX54" fmla="*/ 7033445 w 10678681"/>
              <a:gd name="connsiteY54" fmla="*/ 1063314 h 1342734"/>
              <a:gd name="connsiteX55" fmla="*/ 6999157 w 10678681"/>
              <a:gd name="connsiteY55" fmla="*/ 1055282 h 1342734"/>
              <a:gd name="connsiteX56" fmla="*/ 6981874 w 10678681"/>
              <a:gd name="connsiteY56" fmla="*/ 1053827 h 1342734"/>
              <a:gd name="connsiteX57" fmla="*/ 6976102 w 10678681"/>
              <a:gd name="connsiteY57" fmla="*/ 1047854 h 1342734"/>
              <a:gd name="connsiteX58" fmla="*/ 6951040 w 10678681"/>
              <a:gd name="connsiteY58" fmla="*/ 1048531 h 1342734"/>
              <a:gd name="connsiteX59" fmla="*/ 6948497 w 10678681"/>
              <a:gd name="connsiteY59" fmla="*/ 1050706 h 1342734"/>
              <a:gd name="connsiteX60" fmla="*/ 6926582 w 10678681"/>
              <a:gd name="connsiteY60" fmla="*/ 1043462 h 1342734"/>
              <a:gd name="connsiteX61" fmla="*/ 6833743 w 10678681"/>
              <a:gd name="connsiteY61" fmla="*/ 1027960 h 1342734"/>
              <a:gd name="connsiteX62" fmla="*/ 6687090 w 10678681"/>
              <a:gd name="connsiteY62" fmla="*/ 1063250 h 1342734"/>
              <a:gd name="connsiteX63" fmla="*/ 6437450 w 10678681"/>
              <a:gd name="connsiteY63" fmla="*/ 1101075 h 1342734"/>
              <a:gd name="connsiteX64" fmla="*/ 6327795 w 10678681"/>
              <a:gd name="connsiteY64" fmla="*/ 1088142 h 1342734"/>
              <a:gd name="connsiteX65" fmla="*/ 6136549 w 10678681"/>
              <a:gd name="connsiteY65" fmla="*/ 1100268 h 1342734"/>
              <a:gd name="connsiteX66" fmla="*/ 6004655 w 10678681"/>
              <a:gd name="connsiteY66" fmla="*/ 1114946 h 1342734"/>
              <a:gd name="connsiteX67" fmla="*/ 5936643 w 10678681"/>
              <a:gd name="connsiteY67" fmla="*/ 1095428 h 1342734"/>
              <a:gd name="connsiteX68" fmla="*/ 5912484 w 10678681"/>
              <a:gd name="connsiteY68" fmla="*/ 1112624 h 1342734"/>
              <a:gd name="connsiteX69" fmla="*/ 5908387 w 10678681"/>
              <a:gd name="connsiteY69" fmla="*/ 1116018 h 1342734"/>
              <a:gd name="connsiteX70" fmla="*/ 5890495 w 10678681"/>
              <a:gd name="connsiteY70" fmla="*/ 1120268 h 1342734"/>
              <a:gd name="connsiteX71" fmla="*/ 5887318 w 10678681"/>
              <a:gd name="connsiteY71" fmla="*/ 1133134 h 1342734"/>
              <a:gd name="connsiteX72" fmla="*/ 5861726 w 10678681"/>
              <a:gd name="connsiteY72" fmla="*/ 1147891 h 1342734"/>
              <a:gd name="connsiteX73" fmla="*/ 5805823 w 10678681"/>
              <a:gd name="connsiteY73" fmla="*/ 1152457 h 1342734"/>
              <a:gd name="connsiteX74" fmla="*/ 5689841 w 10678681"/>
              <a:gd name="connsiteY74" fmla="*/ 1176232 h 1342734"/>
              <a:gd name="connsiteX75" fmla="*/ 5605119 w 10678681"/>
              <a:gd name="connsiteY75" fmla="*/ 1190202 h 1342734"/>
              <a:gd name="connsiteX76" fmla="*/ 5488513 w 10678681"/>
              <a:gd name="connsiteY76" fmla="*/ 1205367 h 1342734"/>
              <a:gd name="connsiteX77" fmla="*/ 5402905 w 10678681"/>
              <a:gd name="connsiteY77" fmla="*/ 1241191 h 1342734"/>
              <a:gd name="connsiteX78" fmla="*/ 5285593 w 10678681"/>
              <a:gd name="connsiteY78" fmla="*/ 1273569 h 1342734"/>
              <a:gd name="connsiteX79" fmla="*/ 5192893 w 10678681"/>
              <a:gd name="connsiteY79" fmla="*/ 1247188 h 1342734"/>
              <a:gd name="connsiteX80" fmla="*/ 5186475 w 10678681"/>
              <a:gd name="connsiteY80" fmla="*/ 1257028 h 1342734"/>
              <a:gd name="connsiteX81" fmla="*/ 5126038 w 10678681"/>
              <a:gd name="connsiteY81" fmla="*/ 1263189 h 1342734"/>
              <a:gd name="connsiteX82" fmla="*/ 4894688 w 10678681"/>
              <a:gd name="connsiteY82" fmla="*/ 1247184 h 1342734"/>
              <a:gd name="connsiteX83" fmla="*/ 4788036 w 10678681"/>
              <a:gd name="connsiteY83" fmla="*/ 1238182 h 1342734"/>
              <a:gd name="connsiteX84" fmla="*/ 4747555 w 10678681"/>
              <a:gd name="connsiteY84" fmla="*/ 1252768 h 1342734"/>
              <a:gd name="connsiteX85" fmla="*/ 4679644 w 10678681"/>
              <a:gd name="connsiteY85" fmla="*/ 1276603 h 1342734"/>
              <a:gd name="connsiteX86" fmla="*/ 4632222 w 10678681"/>
              <a:gd name="connsiteY86" fmla="*/ 1318360 h 1342734"/>
              <a:gd name="connsiteX87" fmla="*/ 4617358 w 10678681"/>
              <a:gd name="connsiteY87" fmla="*/ 1327690 h 1342734"/>
              <a:gd name="connsiteX88" fmla="*/ 4589102 w 10678681"/>
              <a:gd name="connsiteY88" fmla="*/ 1321223 h 1342734"/>
              <a:gd name="connsiteX89" fmla="*/ 4578184 w 10678681"/>
              <a:gd name="connsiteY89" fmla="*/ 1326745 h 1342734"/>
              <a:gd name="connsiteX90" fmla="*/ 4574270 w 10678681"/>
              <a:gd name="connsiteY90" fmla="*/ 1325878 h 1342734"/>
              <a:gd name="connsiteX91" fmla="*/ 4564919 w 10678681"/>
              <a:gd name="connsiteY91" fmla="*/ 1325507 h 1342734"/>
              <a:gd name="connsiteX92" fmla="*/ 4566586 w 10678681"/>
              <a:gd name="connsiteY92" fmla="*/ 1316963 h 1342734"/>
              <a:gd name="connsiteX93" fmla="*/ 4556303 w 10678681"/>
              <a:gd name="connsiteY93" fmla="*/ 1300262 h 1342734"/>
              <a:gd name="connsiteX94" fmla="*/ 4502358 w 10678681"/>
              <a:gd name="connsiteY94" fmla="*/ 1302558 h 1342734"/>
              <a:gd name="connsiteX95" fmla="*/ 4498919 w 10678681"/>
              <a:gd name="connsiteY95" fmla="*/ 1312115 h 1342734"/>
              <a:gd name="connsiteX96" fmla="*/ 4492075 w 10678681"/>
              <a:gd name="connsiteY96" fmla="*/ 1313357 h 1342734"/>
              <a:gd name="connsiteX97" fmla="*/ 4487466 w 10678681"/>
              <a:gd name="connsiteY97" fmla="*/ 1304102 h 1342734"/>
              <a:gd name="connsiteX98" fmla="*/ 4398292 w 10678681"/>
              <a:gd name="connsiteY98" fmla="*/ 1278410 h 1342734"/>
              <a:gd name="connsiteX99" fmla="*/ 4306088 w 10678681"/>
              <a:gd name="connsiteY99" fmla="*/ 1282512 h 1342734"/>
              <a:gd name="connsiteX100" fmla="*/ 4188995 w 10678681"/>
              <a:gd name="connsiteY100" fmla="*/ 1296718 h 1342734"/>
              <a:gd name="connsiteX101" fmla="*/ 4136582 w 10678681"/>
              <a:gd name="connsiteY101" fmla="*/ 1287687 h 1342734"/>
              <a:gd name="connsiteX102" fmla="*/ 4064614 w 10678681"/>
              <a:gd name="connsiteY102" fmla="*/ 1296118 h 1342734"/>
              <a:gd name="connsiteX103" fmla="*/ 3900948 w 10678681"/>
              <a:gd name="connsiteY103" fmla="*/ 1322156 h 1342734"/>
              <a:gd name="connsiteX104" fmla="*/ 3787890 w 10678681"/>
              <a:gd name="connsiteY104" fmla="*/ 1322164 h 1342734"/>
              <a:gd name="connsiteX105" fmla="*/ 3745993 w 10678681"/>
              <a:gd name="connsiteY105" fmla="*/ 1342630 h 1342734"/>
              <a:gd name="connsiteX106" fmla="*/ 3675785 w 10678681"/>
              <a:gd name="connsiteY106" fmla="*/ 1326802 h 1342734"/>
              <a:gd name="connsiteX107" fmla="*/ 3623856 w 10678681"/>
              <a:gd name="connsiteY107" fmla="*/ 1290804 h 1342734"/>
              <a:gd name="connsiteX108" fmla="*/ 3564933 w 10678681"/>
              <a:gd name="connsiteY108" fmla="*/ 1287147 h 1342734"/>
              <a:gd name="connsiteX109" fmla="*/ 3550537 w 10678681"/>
              <a:gd name="connsiteY109" fmla="*/ 1317552 h 1342734"/>
              <a:gd name="connsiteX110" fmla="*/ 3487736 w 10678681"/>
              <a:gd name="connsiteY110" fmla="*/ 1303493 h 1342734"/>
              <a:gd name="connsiteX111" fmla="*/ 3392548 w 10678681"/>
              <a:gd name="connsiteY111" fmla="*/ 1278741 h 1342734"/>
              <a:gd name="connsiteX112" fmla="*/ 3337466 w 10678681"/>
              <a:gd name="connsiteY112" fmla="*/ 1272537 h 1342734"/>
              <a:gd name="connsiteX113" fmla="*/ 3175981 w 10678681"/>
              <a:gd name="connsiteY113" fmla="*/ 1208973 h 1342734"/>
              <a:gd name="connsiteX114" fmla="*/ 3036856 w 10678681"/>
              <a:gd name="connsiteY114" fmla="*/ 1214383 h 1342734"/>
              <a:gd name="connsiteX115" fmla="*/ 2824973 w 10678681"/>
              <a:gd name="connsiteY115" fmla="*/ 1134864 h 1342734"/>
              <a:gd name="connsiteX116" fmla="*/ 2804398 w 10678681"/>
              <a:gd name="connsiteY116" fmla="*/ 1125556 h 1342734"/>
              <a:gd name="connsiteX117" fmla="*/ 2736109 w 10678681"/>
              <a:gd name="connsiteY117" fmla="*/ 1137717 h 1342734"/>
              <a:gd name="connsiteX118" fmla="*/ 2659096 w 10678681"/>
              <a:gd name="connsiteY118" fmla="*/ 1150294 h 1342734"/>
              <a:gd name="connsiteX119" fmla="*/ 2567088 w 10678681"/>
              <a:gd name="connsiteY119" fmla="*/ 1181781 h 1342734"/>
              <a:gd name="connsiteX120" fmla="*/ 2454501 w 10678681"/>
              <a:gd name="connsiteY120" fmla="*/ 1155455 h 1342734"/>
              <a:gd name="connsiteX121" fmla="*/ 2385161 w 10678681"/>
              <a:gd name="connsiteY121" fmla="*/ 1161312 h 1342734"/>
              <a:gd name="connsiteX122" fmla="*/ 2273361 w 10678681"/>
              <a:gd name="connsiteY122" fmla="*/ 1134090 h 1342734"/>
              <a:gd name="connsiteX123" fmla="*/ 2132003 w 10678681"/>
              <a:gd name="connsiteY123" fmla="*/ 1139225 h 1342734"/>
              <a:gd name="connsiteX124" fmla="*/ 2041224 w 10678681"/>
              <a:gd name="connsiteY124" fmla="*/ 1147536 h 1342734"/>
              <a:gd name="connsiteX125" fmla="*/ 2010157 w 10678681"/>
              <a:gd name="connsiteY125" fmla="*/ 1152767 h 1342734"/>
              <a:gd name="connsiteX126" fmla="*/ 1859213 w 10678681"/>
              <a:gd name="connsiteY126" fmla="*/ 1199540 h 1342734"/>
              <a:gd name="connsiteX127" fmla="*/ 1735877 w 10678681"/>
              <a:gd name="connsiteY127" fmla="*/ 1246527 h 1342734"/>
              <a:gd name="connsiteX128" fmla="*/ 1705069 w 10678681"/>
              <a:gd name="connsiteY128" fmla="*/ 1251989 h 1342734"/>
              <a:gd name="connsiteX129" fmla="*/ 1307888 w 10678681"/>
              <a:gd name="connsiteY129" fmla="*/ 1283156 h 1342734"/>
              <a:gd name="connsiteX130" fmla="*/ 1220734 w 10678681"/>
              <a:gd name="connsiteY130" fmla="*/ 1257811 h 1342734"/>
              <a:gd name="connsiteX131" fmla="*/ 1021737 w 10678681"/>
              <a:gd name="connsiteY131" fmla="*/ 1238739 h 1342734"/>
              <a:gd name="connsiteX132" fmla="*/ 959820 w 10678681"/>
              <a:gd name="connsiteY132" fmla="*/ 1275863 h 1342734"/>
              <a:gd name="connsiteX133" fmla="*/ 929137 w 10678681"/>
              <a:gd name="connsiteY133" fmla="*/ 1273957 h 1342734"/>
              <a:gd name="connsiteX134" fmla="*/ 878849 w 10678681"/>
              <a:gd name="connsiteY134" fmla="*/ 1266740 h 1342734"/>
              <a:gd name="connsiteX135" fmla="*/ 800667 w 10678681"/>
              <a:gd name="connsiteY135" fmla="*/ 1282041 h 1342734"/>
              <a:gd name="connsiteX136" fmla="*/ 644906 w 10678681"/>
              <a:gd name="connsiteY136" fmla="*/ 1273685 h 1342734"/>
              <a:gd name="connsiteX137" fmla="*/ 379869 w 10678681"/>
              <a:gd name="connsiteY137" fmla="*/ 1339165 h 1342734"/>
              <a:gd name="connsiteX138" fmla="*/ 137696 w 10678681"/>
              <a:gd name="connsiteY138" fmla="*/ 1319217 h 1342734"/>
              <a:gd name="connsiteX139" fmla="*/ 54250 w 10678681"/>
              <a:gd name="connsiteY139" fmla="*/ 1315838 h 1342734"/>
              <a:gd name="connsiteX140" fmla="*/ 28042 w 10678681"/>
              <a:gd name="connsiteY140" fmla="*/ 1297822 h 1342734"/>
              <a:gd name="connsiteX141" fmla="*/ 0 w 10678681"/>
              <a:gd name="connsiteY141" fmla="*/ 1294612 h 1342734"/>
              <a:gd name="connsiteX142" fmla="*/ 0 w 10678681"/>
              <a:gd name="connsiteY142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0605 w 10678681"/>
              <a:gd name="connsiteY4" fmla="*/ 30449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57996 w 10678681"/>
              <a:gd name="connsiteY8" fmla="*/ 50836 h 1342734"/>
              <a:gd name="connsiteX9" fmla="*/ 10306667 w 10678681"/>
              <a:gd name="connsiteY9" fmla="*/ 10973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10013265 w 10678681"/>
              <a:gd name="connsiteY13" fmla="*/ 284757 h 1342734"/>
              <a:gd name="connsiteX14" fmla="*/ 9862496 w 10678681"/>
              <a:gd name="connsiteY14" fmla="*/ 223033 h 1342734"/>
              <a:gd name="connsiteX15" fmla="*/ 9679638 w 10678681"/>
              <a:gd name="connsiteY15" fmla="*/ 277462 h 1342734"/>
              <a:gd name="connsiteX16" fmla="*/ 9498347 w 10678681"/>
              <a:gd name="connsiteY16" fmla="*/ 244723 h 1342734"/>
              <a:gd name="connsiteX17" fmla="*/ 9399702 w 10678681"/>
              <a:gd name="connsiteY17" fmla="*/ 276316 h 1342734"/>
              <a:gd name="connsiteX18" fmla="*/ 9378439 w 10678681"/>
              <a:gd name="connsiteY18" fmla="*/ 326244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344233 w 10678681"/>
              <a:gd name="connsiteY30" fmla="*/ 610922 h 1342734"/>
              <a:gd name="connsiteX31" fmla="*/ 8290622 w 10678681"/>
              <a:gd name="connsiteY31" fmla="*/ 622687 h 1342734"/>
              <a:gd name="connsiteX32" fmla="*/ 8086698 w 10678681"/>
              <a:gd name="connsiteY32" fmla="*/ 605185 h 1342734"/>
              <a:gd name="connsiteX33" fmla="*/ 7982378 w 10678681"/>
              <a:gd name="connsiteY33" fmla="*/ 629799 h 1342734"/>
              <a:gd name="connsiteX34" fmla="*/ 7947952 w 10678681"/>
              <a:gd name="connsiteY34" fmla="*/ 648003 h 1342734"/>
              <a:gd name="connsiteX35" fmla="*/ 7890112 w 10678681"/>
              <a:gd name="connsiteY35" fmla="*/ 677915 h 1342734"/>
              <a:gd name="connsiteX36" fmla="*/ 7853284 w 10678681"/>
              <a:gd name="connsiteY36" fmla="*/ 723588 h 1342734"/>
              <a:gd name="connsiteX37" fmla="*/ 7802383 w 10678681"/>
              <a:gd name="connsiteY37" fmla="*/ 739359 h 1342734"/>
              <a:gd name="connsiteX38" fmla="*/ 7730518 w 10678681"/>
              <a:gd name="connsiteY38" fmla="*/ 739526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69396 w 10678681"/>
              <a:gd name="connsiteY45" fmla="*/ 989282 h 1342734"/>
              <a:gd name="connsiteX46" fmla="*/ 7258094 w 10678681"/>
              <a:gd name="connsiteY46" fmla="*/ 990679 h 1342734"/>
              <a:gd name="connsiteX47" fmla="*/ 7257893 w 10678681"/>
              <a:gd name="connsiteY47" fmla="*/ 991204 h 1342734"/>
              <a:gd name="connsiteX48" fmla="*/ 7247153 w 10678681"/>
              <a:gd name="connsiteY48" fmla="*/ 991550 h 1342734"/>
              <a:gd name="connsiteX49" fmla="*/ 7193612 w 10678681"/>
              <a:gd name="connsiteY49" fmla="*/ 987042 h 1342734"/>
              <a:gd name="connsiteX50" fmla="*/ 7132632 w 10678681"/>
              <a:gd name="connsiteY50" fmla="*/ 1042036 h 1342734"/>
              <a:gd name="connsiteX51" fmla="*/ 7105610 w 10678681"/>
              <a:gd name="connsiteY51" fmla="*/ 1053537 h 1342734"/>
              <a:gd name="connsiteX52" fmla="*/ 7069148 w 10678681"/>
              <a:gd name="connsiteY52" fmla="*/ 1047163 h 1342734"/>
              <a:gd name="connsiteX53" fmla="*/ 7039634 w 10678681"/>
              <a:gd name="connsiteY53" fmla="*/ 1059971 h 1342734"/>
              <a:gd name="connsiteX54" fmla="*/ 7033445 w 10678681"/>
              <a:gd name="connsiteY54" fmla="*/ 1063314 h 1342734"/>
              <a:gd name="connsiteX55" fmla="*/ 6999157 w 10678681"/>
              <a:gd name="connsiteY55" fmla="*/ 1055282 h 1342734"/>
              <a:gd name="connsiteX56" fmla="*/ 6981874 w 10678681"/>
              <a:gd name="connsiteY56" fmla="*/ 1053827 h 1342734"/>
              <a:gd name="connsiteX57" fmla="*/ 6976102 w 10678681"/>
              <a:gd name="connsiteY57" fmla="*/ 1047854 h 1342734"/>
              <a:gd name="connsiteX58" fmla="*/ 6951040 w 10678681"/>
              <a:gd name="connsiteY58" fmla="*/ 1048531 h 1342734"/>
              <a:gd name="connsiteX59" fmla="*/ 6948497 w 10678681"/>
              <a:gd name="connsiteY59" fmla="*/ 1050706 h 1342734"/>
              <a:gd name="connsiteX60" fmla="*/ 6926582 w 10678681"/>
              <a:gd name="connsiteY60" fmla="*/ 1043462 h 1342734"/>
              <a:gd name="connsiteX61" fmla="*/ 6833743 w 10678681"/>
              <a:gd name="connsiteY61" fmla="*/ 1027960 h 1342734"/>
              <a:gd name="connsiteX62" fmla="*/ 6687090 w 10678681"/>
              <a:gd name="connsiteY62" fmla="*/ 1063250 h 1342734"/>
              <a:gd name="connsiteX63" fmla="*/ 6437450 w 10678681"/>
              <a:gd name="connsiteY63" fmla="*/ 1101075 h 1342734"/>
              <a:gd name="connsiteX64" fmla="*/ 6327795 w 10678681"/>
              <a:gd name="connsiteY64" fmla="*/ 1088142 h 1342734"/>
              <a:gd name="connsiteX65" fmla="*/ 6136549 w 10678681"/>
              <a:gd name="connsiteY65" fmla="*/ 1100268 h 1342734"/>
              <a:gd name="connsiteX66" fmla="*/ 6004655 w 10678681"/>
              <a:gd name="connsiteY66" fmla="*/ 1114946 h 1342734"/>
              <a:gd name="connsiteX67" fmla="*/ 5936643 w 10678681"/>
              <a:gd name="connsiteY67" fmla="*/ 1095428 h 1342734"/>
              <a:gd name="connsiteX68" fmla="*/ 5912484 w 10678681"/>
              <a:gd name="connsiteY68" fmla="*/ 1112624 h 1342734"/>
              <a:gd name="connsiteX69" fmla="*/ 5908387 w 10678681"/>
              <a:gd name="connsiteY69" fmla="*/ 1116018 h 1342734"/>
              <a:gd name="connsiteX70" fmla="*/ 5890495 w 10678681"/>
              <a:gd name="connsiteY70" fmla="*/ 1120268 h 1342734"/>
              <a:gd name="connsiteX71" fmla="*/ 5887318 w 10678681"/>
              <a:gd name="connsiteY71" fmla="*/ 1133134 h 1342734"/>
              <a:gd name="connsiteX72" fmla="*/ 5861726 w 10678681"/>
              <a:gd name="connsiteY72" fmla="*/ 1147891 h 1342734"/>
              <a:gd name="connsiteX73" fmla="*/ 5805823 w 10678681"/>
              <a:gd name="connsiteY73" fmla="*/ 1152457 h 1342734"/>
              <a:gd name="connsiteX74" fmla="*/ 5689841 w 10678681"/>
              <a:gd name="connsiteY74" fmla="*/ 1176232 h 1342734"/>
              <a:gd name="connsiteX75" fmla="*/ 5605119 w 10678681"/>
              <a:gd name="connsiteY75" fmla="*/ 1190202 h 1342734"/>
              <a:gd name="connsiteX76" fmla="*/ 5488513 w 10678681"/>
              <a:gd name="connsiteY76" fmla="*/ 1205367 h 1342734"/>
              <a:gd name="connsiteX77" fmla="*/ 5402905 w 10678681"/>
              <a:gd name="connsiteY77" fmla="*/ 1241191 h 1342734"/>
              <a:gd name="connsiteX78" fmla="*/ 5285593 w 10678681"/>
              <a:gd name="connsiteY78" fmla="*/ 1273569 h 1342734"/>
              <a:gd name="connsiteX79" fmla="*/ 5192893 w 10678681"/>
              <a:gd name="connsiteY79" fmla="*/ 1247188 h 1342734"/>
              <a:gd name="connsiteX80" fmla="*/ 5186475 w 10678681"/>
              <a:gd name="connsiteY80" fmla="*/ 1257028 h 1342734"/>
              <a:gd name="connsiteX81" fmla="*/ 5126038 w 10678681"/>
              <a:gd name="connsiteY81" fmla="*/ 1263189 h 1342734"/>
              <a:gd name="connsiteX82" fmla="*/ 4894688 w 10678681"/>
              <a:gd name="connsiteY82" fmla="*/ 1247184 h 1342734"/>
              <a:gd name="connsiteX83" fmla="*/ 4788036 w 10678681"/>
              <a:gd name="connsiteY83" fmla="*/ 1238182 h 1342734"/>
              <a:gd name="connsiteX84" fmla="*/ 4747555 w 10678681"/>
              <a:gd name="connsiteY84" fmla="*/ 1252768 h 1342734"/>
              <a:gd name="connsiteX85" fmla="*/ 4679644 w 10678681"/>
              <a:gd name="connsiteY85" fmla="*/ 1276603 h 1342734"/>
              <a:gd name="connsiteX86" fmla="*/ 4632222 w 10678681"/>
              <a:gd name="connsiteY86" fmla="*/ 1318360 h 1342734"/>
              <a:gd name="connsiteX87" fmla="*/ 4617358 w 10678681"/>
              <a:gd name="connsiteY87" fmla="*/ 1327690 h 1342734"/>
              <a:gd name="connsiteX88" fmla="*/ 4589102 w 10678681"/>
              <a:gd name="connsiteY88" fmla="*/ 1321223 h 1342734"/>
              <a:gd name="connsiteX89" fmla="*/ 4578184 w 10678681"/>
              <a:gd name="connsiteY89" fmla="*/ 1326745 h 1342734"/>
              <a:gd name="connsiteX90" fmla="*/ 4574270 w 10678681"/>
              <a:gd name="connsiteY90" fmla="*/ 1325878 h 1342734"/>
              <a:gd name="connsiteX91" fmla="*/ 4564919 w 10678681"/>
              <a:gd name="connsiteY91" fmla="*/ 1325507 h 1342734"/>
              <a:gd name="connsiteX92" fmla="*/ 4566586 w 10678681"/>
              <a:gd name="connsiteY92" fmla="*/ 1316963 h 1342734"/>
              <a:gd name="connsiteX93" fmla="*/ 4556303 w 10678681"/>
              <a:gd name="connsiteY93" fmla="*/ 1300262 h 1342734"/>
              <a:gd name="connsiteX94" fmla="*/ 4502358 w 10678681"/>
              <a:gd name="connsiteY94" fmla="*/ 1302558 h 1342734"/>
              <a:gd name="connsiteX95" fmla="*/ 4498919 w 10678681"/>
              <a:gd name="connsiteY95" fmla="*/ 1312115 h 1342734"/>
              <a:gd name="connsiteX96" fmla="*/ 4492075 w 10678681"/>
              <a:gd name="connsiteY96" fmla="*/ 1313357 h 1342734"/>
              <a:gd name="connsiteX97" fmla="*/ 4487466 w 10678681"/>
              <a:gd name="connsiteY97" fmla="*/ 1304102 h 1342734"/>
              <a:gd name="connsiteX98" fmla="*/ 4398292 w 10678681"/>
              <a:gd name="connsiteY98" fmla="*/ 1278410 h 1342734"/>
              <a:gd name="connsiteX99" fmla="*/ 4306088 w 10678681"/>
              <a:gd name="connsiteY99" fmla="*/ 1282512 h 1342734"/>
              <a:gd name="connsiteX100" fmla="*/ 4188995 w 10678681"/>
              <a:gd name="connsiteY100" fmla="*/ 1296718 h 1342734"/>
              <a:gd name="connsiteX101" fmla="*/ 4136582 w 10678681"/>
              <a:gd name="connsiteY101" fmla="*/ 1287687 h 1342734"/>
              <a:gd name="connsiteX102" fmla="*/ 4064614 w 10678681"/>
              <a:gd name="connsiteY102" fmla="*/ 1296118 h 1342734"/>
              <a:gd name="connsiteX103" fmla="*/ 3900948 w 10678681"/>
              <a:gd name="connsiteY103" fmla="*/ 1322156 h 1342734"/>
              <a:gd name="connsiteX104" fmla="*/ 3787890 w 10678681"/>
              <a:gd name="connsiteY104" fmla="*/ 1322164 h 1342734"/>
              <a:gd name="connsiteX105" fmla="*/ 3745993 w 10678681"/>
              <a:gd name="connsiteY105" fmla="*/ 1342630 h 1342734"/>
              <a:gd name="connsiteX106" fmla="*/ 3675785 w 10678681"/>
              <a:gd name="connsiteY106" fmla="*/ 1326802 h 1342734"/>
              <a:gd name="connsiteX107" fmla="*/ 3623856 w 10678681"/>
              <a:gd name="connsiteY107" fmla="*/ 1290804 h 1342734"/>
              <a:gd name="connsiteX108" fmla="*/ 3564933 w 10678681"/>
              <a:gd name="connsiteY108" fmla="*/ 1287147 h 1342734"/>
              <a:gd name="connsiteX109" fmla="*/ 3550537 w 10678681"/>
              <a:gd name="connsiteY109" fmla="*/ 1317552 h 1342734"/>
              <a:gd name="connsiteX110" fmla="*/ 3487736 w 10678681"/>
              <a:gd name="connsiteY110" fmla="*/ 1303493 h 1342734"/>
              <a:gd name="connsiteX111" fmla="*/ 3392548 w 10678681"/>
              <a:gd name="connsiteY111" fmla="*/ 1278741 h 1342734"/>
              <a:gd name="connsiteX112" fmla="*/ 3337466 w 10678681"/>
              <a:gd name="connsiteY112" fmla="*/ 1272537 h 1342734"/>
              <a:gd name="connsiteX113" fmla="*/ 3175981 w 10678681"/>
              <a:gd name="connsiteY113" fmla="*/ 1208973 h 1342734"/>
              <a:gd name="connsiteX114" fmla="*/ 3036856 w 10678681"/>
              <a:gd name="connsiteY114" fmla="*/ 1214383 h 1342734"/>
              <a:gd name="connsiteX115" fmla="*/ 2824973 w 10678681"/>
              <a:gd name="connsiteY115" fmla="*/ 1134864 h 1342734"/>
              <a:gd name="connsiteX116" fmla="*/ 2804398 w 10678681"/>
              <a:gd name="connsiteY116" fmla="*/ 1125556 h 1342734"/>
              <a:gd name="connsiteX117" fmla="*/ 2736109 w 10678681"/>
              <a:gd name="connsiteY117" fmla="*/ 1137717 h 1342734"/>
              <a:gd name="connsiteX118" fmla="*/ 2659096 w 10678681"/>
              <a:gd name="connsiteY118" fmla="*/ 1150294 h 1342734"/>
              <a:gd name="connsiteX119" fmla="*/ 2567088 w 10678681"/>
              <a:gd name="connsiteY119" fmla="*/ 1181781 h 1342734"/>
              <a:gd name="connsiteX120" fmla="*/ 2454501 w 10678681"/>
              <a:gd name="connsiteY120" fmla="*/ 1155455 h 1342734"/>
              <a:gd name="connsiteX121" fmla="*/ 2385161 w 10678681"/>
              <a:gd name="connsiteY121" fmla="*/ 1161312 h 1342734"/>
              <a:gd name="connsiteX122" fmla="*/ 2273361 w 10678681"/>
              <a:gd name="connsiteY122" fmla="*/ 1134090 h 1342734"/>
              <a:gd name="connsiteX123" fmla="*/ 2132003 w 10678681"/>
              <a:gd name="connsiteY123" fmla="*/ 1139225 h 1342734"/>
              <a:gd name="connsiteX124" fmla="*/ 2041224 w 10678681"/>
              <a:gd name="connsiteY124" fmla="*/ 1147536 h 1342734"/>
              <a:gd name="connsiteX125" fmla="*/ 2010157 w 10678681"/>
              <a:gd name="connsiteY125" fmla="*/ 1152767 h 1342734"/>
              <a:gd name="connsiteX126" fmla="*/ 1859213 w 10678681"/>
              <a:gd name="connsiteY126" fmla="*/ 1199540 h 1342734"/>
              <a:gd name="connsiteX127" fmla="*/ 1735877 w 10678681"/>
              <a:gd name="connsiteY127" fmla="*/ 1246527 h 1342734"/>
              <a:gd name="connsiteX128" fmla="*/ 1705069 w 10678681"/>
              <a:gd name="connsiteY128" fmla="*/ 1251989 h 1342734"/>
              <a:gd name="connsiteX129" fmla="*/ 1307888 w 10678681"/>
              <a:gd name="connsiteY129" fmla="*/ 1283156 h 1342734"/>
              <a:gd name="connsiteX130" fmla="*/ 1220734 w 10678681"/>
              <a:gd name="connsiteY130" fmla="*/ 1257811 h 1342734"/>
              <a:gd name="connsiteX131" fmla="*/ 1021737 w 10678681"/>
              <a:gd name="connsiteY131" fmla="*/ 1238739 h 1342734"/>
              <a:gd name="connsiteX132" fmla="*/ 959820 w 10678681"/>
              <a:gd name="connsiteY132" fmla="*/ 1275863 h 1342734"/>
              <a:gd name="connsiteX133" fmla="*/ 929137 w 10678681"/>
              <a:gd name="connsiteY133" fmla="*/ 1273957 h 1342734"/>
              <a:gd name="connsiteX134" fmla="*/ 878849 w 10678681"/>
              <a:gd name="connsiteY134" fmla="*/ 1266740 h 1342734"/>
              <a:gd name="connsiteX135" fmla="*/ 800667 w 10678681"/>
              <a:gd name="connsiteY135" fmla="*/ 1282041 h 1342734"/>
              <a:gd name="connsiteX136" fmla="*/ 644906 w 10678681"/>
              <a:gd name="connsiteY136" fmla="*/ 1273685 h 1342734"/>
              <a:gd name="connsiteX137" fmla="*/ 379869 w 10678681"/>
              <a:gd name="connsiteY137" fmla="*/ 1339165 h 1342734"/>
              <a:gd name="connsiteX138" fmla="*/ 137696 w 10678681"/>
              <a:gd name="connsiteY138" fmla="*/ 1319217 h 1342734"/>
              <a:gd name="connsiteX139" fmla="*/ 54250 w 10678681"/>
              <a:gd name="connsiteY139" fmla="*/ 1315838 h 1342734"/>
              <a:gd name="connsiteX140" fmla="*/ 28042 w 10678681"/>
              <a:gd name="connsiteY140" fmla="*/ 1297822 h 1342734"/>
              <a:gd name="connsiteX141" fmla="*/ 0 w 10678681"/>
              <a:gd name="connsiteY141" fmla="*/ 1294612 h 1342734"/>
              <a:gd name="connsiteX142" fmla="*/ 0 w 10678681"/>
              <a:gd name="connsiteY142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0605 w 10678681"/>
              <a:gd name="connsiteY4" fmla="*/ 30449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57996 w 10678681"/>
              <a:gd name="connsiteY8" fmla="*/ 50836 h 1342734"/>
              <a:gd name="connsiteX9" fmla="*/ 10306667 w 10678681"/>
              <a:gd name="connsiteY9" fmla="*/ 10973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10013265 w 10678681"/>
              <a:gd name="connsiteY13" fmla="*/ 284757 h 1342734"/>
              <a:gd name="connsiteX14" fmla="*/ 9862496 w 10678681"/>
              <a:gd name="connsiteY14" fmla="*/ 223033 h 1342734"/>
              <a:gd name="connsiteX15" fmla="*/ 9679638 w 10678681"/>
              <a:gd name="connsiteY15" fmla="*/ 277462 h 1342734"/>
              <a:gd name="connsiteX16" fmla="*/ 9498347 w 10678681"/>
              <a:gd name="connsiteY16" fmla="*/ 244723 h 1342734"/>
              <a:gd name="connsiteX17" fmla="*/ 9399702 w 10678681"/>
              <a:gd name="connsiteY17" fmla="*/ 276316 h 1342734"/>
              <a:gd name="connsiteX18" fmla="*/ 9378439 w 10678681"/>
              <a:gd name="connsiteY18" fmla="*/ 326244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344233 w 10678681"/>
              <a:gd name="connsiteY30" fmla="*/ 610922 h 1342734"/>
              <a:gd name="connsiteX31" fmla="*/ 8290622 w 10678681"/>
              <a:gd name="connsiteY31" fmla="*/ 622687 h 1342734"/>
              <a:gd name="connsiteX32" fmla="*/ 8086698 w 10678681"/>
              <a:gd name="connsiteY32" fmla="*/ 605185 h 1342734"/>
              <a:gd name="connsiteX33" fmla="*/ 7982378 w 10678681"/>
              <a:gd name="connsiteY33" fmla="*/ 629799 h 1342734"/>
              <a:gd name="connsiteX34" fmla="*/ 7947952 w 10678681"/>
              <a:gd name="connsiteY34" fmla="*/ 648003 h 1342734"/>
              <a:gd name="connsiteX35" fmla="*/ 7890112 w 10678681"/>
              <a:gd name="connsiteY35" fmla="*/ 677915 h 1342734"/>
              <a:gd name="connsiteX36" fmla="*/ 7853284 w 10678681"/>
              <a:gd name="connsiteY36" fmla="*/ 723588 h 1342734"/>
              <a:gd name="connsiteX37" fmla="*/ 7802383 w 10678681"/>
              <a:gd name="connsiteY37" fmla="*/ 739359 h 1342734"/>
              <a:gd name="connsiteX38" fmla="*/ 7730518 w 10678681"/>
              <a:gd name="connsiteY38" fmla="*/ 739526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69396 w 10678681"/>
              <a:gd name="connsiteY45" fmla="*/ 989282 h 1342734"/>
              <a:gd name="connsiteX46" fmla="*/ 7258094 w 10678681"/>
              <a:gd name="connsiteY46" fmla="*/ 990679 h 1342734"/>
              <a:gd name="connsiteX47" fmla="*/ 7257893 w 10678681"/>
              <a:gd name="connsiteY47" fmla="*/ 991204 h 1342734"/>
              <a:gd name="connsiteX48" fmla="*/ 7247153 w 10678681"/>
              <a:gd name="connsiteY48" fmla="*/ 991550 h 1342734"/>
              <a:gd name="connsiteX49" fmla="*/ 7193612 w 10678681"/>
              <a:gd name="connsiteY49" fmla="*/ 987042 h 1342734"/>
              <a:gd name="connsiteX50" fmla="*/ 7132632 w 10678681"/>
              <a:gd name="connsiteY50" fmla="*/ 1042036 h 1342734"/>
              <a:gd name="connsiteX51" fmla="*/ 7105610 w 10678681"/>
              <a:gd name="connsiteY51" fmla="*/ 1053537 h 1342734"/>
              <a:gd name="connsiteX52" fmla="*/ 7069148 w 10678681"/>
              <a:gd name="connsiteY52" fmla="*/ 1047163 h 1342734"/>
              <a:gd name="connsiteX53" fmla="*/ 7039634 w 10678681"/>
              <a:gd name="connsiteY53" fmla="*/ 1059971 h 1342734"/>
              <a:gd name="connsiteX54" fmla="*/ 7033445 w 10678681"/>
              <a:gd name="connsiteY54" fmla="*/ 1063314 h 1342734"/>
              <a:gd name="connsiteX55" fmla="*/ 6999157 w 10678681"/>
              <a:gd name="connsiteY55" fmla="*/ 1055282 h 1342734"/>
              <a:gd name="connsiteX56" fmla="*/ 6981874 w 10678681"/>
              <a:gd name="connsiteY56" fmla="*/ 1053827 h 1342734"/>
              <a:gd name="connsiteX57" fmla="*/ 6976102 w 10678681"/>
              <a:gd name="connsiteY57" fmla="*/ 1047854 h 1342734"/>
              <a:gd name="connsiteX58" fmla="*/ 6951040 w 10678681"/>
              <a:gd name="connsiteY58" fmla="*/ 1048531 h 1342734"/>
              <a:gd name="connsiteX59" fmla="*/ 6948497 w 10678681"/>
              <a:gd name="connsiteY59" fmla="*/ 1050706 h 1342734"/>
              <a:gd name="connsiteX60" fmla="*/ 6926582 w 10678681"/>
              <a:gd name="connsiteY60" fmla="*/ 1043462 h 1342734"/>
              <a:gd name="connsiteX61" fmla="*/ 6833743 w 10678681"/>
              <a:gd name="connsiteY61" fmla="*/ 1027960 h 1342734"/>
              <a:gd name="connsiteX62" fmla="*/ 6687090 w 10678681"/>
              <a:gd name="connsiteY62" fmla="*/ 1063250 h 1342734"/>
              <a:gd name="connsiteX63" fmla="*/ 6437450 w 10678681"/>
              <a:gd name="connsiteY63" fmla="*/ 1101075 h 1342734"/>
              <a:gd name="connsiteX64" fmla="*/ 6327795 w 10678681"/>
              <a:gd name="connsiteY64" fmla="*/ 1088142 h 1342734"/>
              <a:gd name="connsiteX65" fmla="*/ 6136549 w 10678681"/>
              <a:gd name="connsiteY65" fmla="*/ 1100268 h 1342734"/>
              <a:gd name="connsiteX66" fmla="*/ 6004655 w 10678681"/>
              <a:gd name="connsiteY66" fmla="*/ 1114946 h 1342734"/>
              <a:gd name="connsiteX67" fmla="*/ 5936643 w 10678681"/>
              <a:gd name="connsiteY67" fmla="*/ 1095428 h 1342734"/>
              <a:gd name="connsiteX68" fmla="*/ 5912484 w 10678681"/>
              <a:gd name="connsiteY68" fmla="*/ 1112624 h 1342734"/>
              <a:gd name="connsiteX69" fmla="*/ 5908387 w 10678681"/>
              <a:gd name="connsiteY69" fmla="*/ 1116018 h 1342734"/>
              <a:gd name="connsiteX70" fmla="*/ 5890495 w 10678681"/>
              <a:gd name="connsiteY70" fmla="*/ 1120268 h 1342734"/>
              <a:gd name="connsiteX71" fmla="*/ 5887318 w 10678681"/>
              <a:gd name="connsiteY71" fmla="*/ 1133134 h 1342734"/>
              <a:gd name="connsiteX72" fmla="*/ 5861726 w 10678681"/>
              <a:gd name="connsiteY72" fmla="*/ 1147891 h 1342734"/>
              <a:gd name="connsiteX73" fmla="*/ 5805823 w 10678681"/>
              <a:gd name="connsiteY73" fmla="*/ 1152457 h 1342734"/>
              <a:gd name="connsiteX74" fmla="*/ 5689841 w 10678681"/>
              <a:gd name="connsiteY74" fmla="*/ 1176232 h 1342734"/>
              <a:gd name="connsiteX75" fmla="*/ 5605119 w 10678681"/>
              <a:gd name="connsiteY75" fmla="*/ 1190202 h 1342734"/>
              <a:gd name="connsiteX76" fmla="*/ 5488513 w 10678681"/>
              <a:gd name="connsiteY76" fmla="*/ 1205367 h 1342734"/>
              <a:gd name="connsiteX77" fmla="*/ 5402905 w 10678681"/>
              <a:gd name="connsiteY77" fmla="*/ 1241191 h 1342734"/>
              <a:gd name="connsiteX78" fmla="*/ 5285593 w 10678681"/>
              <a:gd name="connsiteY78" fmla="*/ 1273569 h 1342734"/>
              <a:gd name="connsiteX79" fmla="*/ 5192893 w 10678681"/>
              <a:gd name="connsiteY79" fmla="*/ 1247188 h 1342734"/>
              <a:gd name="connsiteX80" fmla="*/ 5186475 w 10678681"/>
              <a:gd name="connsiteY80" fmla="*/ 1257028 h 1342734"/>
              <a:gd name="connsiteX81" fmla="*/ 5126038 w 10678681"/>
              <a:gd name="connsiteY81" fmla="*/ 1263189 h 1342734"/>
              <a:gd name="connsiteX82" fmla="*/ 4894688 w 10678681"/>
              <a:gd name="connsiteY82" fmla="*/ 1247184 h 1342734"/>
              <a:gd name="connsiteX83" fmla="*/ 4788036 w 10678681"/>
              <a:gd name="connsiteY83" fmla="*/ 1238182 h 1342734"/>
              <a:gd name="connsiteX84" fmla="*/ 4747555 w 10678681"/>
              <a:gd name="connsiteY84" fmla="*/ 1252768 h 1342734"/>
              <a:gd name="connsiteX85" fmla="*/ 4679644 w 10678681"/>
              <a:gd name="connsiteY85" fmla="*/ 1276603 h 1342734"/>
              <a:gd name="connsiteX86" fmla="*/ 4632222 w 10678681"/>
              <a:gd name="connsiteY86" fmla="*/ 1318360 h 1342734"/>
              <a:gd name="connsiteX87" fmla="*/ 4617358 w 10678681"/>
              <a:gd name="connsiteY87" fmla="*/ 1327690 h 1342734"/>
              <a:gd name="connsiteX88" fmla="*/ 4589102 w 10678681"/>
              <a:gd name="connsiteY88" fmla="*/ 1321223 h 1342734"/>
              <a:gd name="connsiteX89" fmla="*/ 4578184 w 10678681"/>
              <a:gd name="connsiteY89" fmla="*/ 1326745 h 1342734"/>
              <a:gd name="connsiteX90" fmla="*/ 4574270 w 10678681"/>
              <a:gd name="connsiteY90" fmla="*/ 1325878 h 1342734"/>
              <a:gd name="connsiteX91" fmla="*/ 4564919 w 10678681"/>
              <a:gd name="connsiteY91" fmla="*/ 1325507 h 1342734"/>
              <a:gd name="connsiteX92" fmla="*/ 4566586 w 10678681"/>
              <a:gd name="connsiteY92" fmla="*/ 1316963 h 1342734"/>
              <a:gd name="connsiteX93" fmla="*/ 4556303 w 10678681"/>
              <a:gd name="connsiteY93" fmla="*/ 1300262 h 1342734"/>
              <a:gd name="connsiteX94" fmla="*/ 4502358 w 10678681"/>
              <a:gd name="connsiteY94" fmla="*/ 1302558 h 1342734"/>
              <a:gd name="connsiteX95" fmla="*/ 4498919 w 10678681"/>
              <a:gd name="connsiteY95" fmla="*/ 1312115 h 1342734"/>
              <a:gd name="connsiteX96" fmla="*/ 4492075 w 10678681"/>
              <a:gd name="connsiteY96" fmla="*/ 1313357 h 1342734"/>
              <a:gd name="connsiteX97" fmla="*/ 4487466 w 10678681"/>
              <a:gd name="connsiteY97" fmla="*/ 1304102 h 1342734"/>
              <a:gd name="connsiteX98" fmla="*/ 4398292 w 10678681"/>
              <a:gd name="connsiteY98" fmla="*/ 1278410 h 1342734"/>
              <a:gd name="connsiteX99" fmla="*/ 4306088 w 10678681"/>
              <a:gd name="connsiteY99" fmla="*/ 1282512 h 1342734"/>
              <a:gd name="connsiteX100" fmla="*/ 4188995 w 10678681"/>
              <a:gd name="connsiteY100" fmla="*/ 1296718 h 1342734"/>
              <a:gd name="connsiteX101" fmla="*/ 4136582 w 10678681"/>
              <a:gd name="connsiteY101" fmla="*/ 1287687 h 1342734"/>
              <a:gd name="connsiteX102" fmla="*/ 4064614 w 10678681"/>
              <a:gd name="connsiteY102" fmla="*/ 1296118 h 1342734"/>
              <a:gd name="connsiteX103" fmla="*/ 3900948 w 10678681"/>
              <a:gd name="connsiteY103" fmla="*/ 1322156 h 1342734"/>
              <a:gd name="connsiteX104" fmla="*/ 3787890 w 10678681"/>
              <a:gd name="connsiteY104" fmla="*/ 1322164 h 1342734"/>
              <a:gd name="connsiteX105" fmla="*/ 3745993 w 10678681"/>
              <a:gd name="connsiteY105" fmla="*/ 1342630 h 1342734"/>
              <a:gd name="connsiteX106" fmla="*/ 3675785 w 10678681"/>
              <a:gd name="connsiteY106" fmla="*/ 1326802 h 1342734"/>
              <a:gd name="connsiteX107" fmla="*/ 3623856 w 10678681"/>
              <a:gd name="connsiteY107" fmla="*/ 1290804 h 1342734"/>
              <a:gd name="connsiteX108" fmla="*/ 3564933 w 10678681"/>
              <a:gd name="connsiteY108" fmla="*/ 1287147 h 1342734"/>
              <a:gd name="connsiteX109" fmla="*/ 3550537 w 10678681"/>
              <a:gd name="connsiteY109" fmla="*/ 1317552 h 1342734"/>
              <a:gd name="connsiteX110" fmla="*/ 3487736 w 10678681"/>
              <a:gd name="connsiteY110" fmla="*/ 1303493 h 1342734"/>
              <a:gd name="connsiteX111" fmla="*/ 3392548 w 10678681"/>
              <a:gd name="connsiteY111" fmla="*/ 1278741 h 1342734"/>
              <a:gd name="connsiteX112" fmla="*/ 3337466 w 10678681"/>
              <a:gd name="connsiteY112" fmla="*/ 1272537 h 1342734"/>
              <a:gd name="connsiteX113" fmla="*/ 3175981 w 10678681"/>
              <a:gd name="connsiteY113" fmla="*/ 1208973 h 1342734"/>
              <a:gd name="connsiteX114" fmla="*/ 3036856 w 10678681"/>
              <a:gd name="connsiteY114" fmla="*/ 1214383 h 1342734"/>
              <a:gd name="connsiteX115" fmla="*/ 2824973 w 10678681"/>
              <a:gd name="connsiteY115" fmla="*/ 1134864 h 1342734"/>
              <a:gd name="connsiteX116" fmla="*/ 2804398 w 10678681"/>
              <a:gd name="connsiteY116" fmla="*/ 1125556 h 1342734"/>
              <a:gd name="connsiteX117" fmla="*/ 2736109 w 10678681"/>
              <a:gd name="connsiteY117" fmla="*/ 1137717 h 1342734"/>
              <a:gd name="connsiteX118" fmla="*/ 2659096 w 10678681"/>
              <a:gd name="connsiteY118" fmla="*/ 1150294 h 1342734"/>
              <a:gd name="connsiteX119" fmla="*/ 2567088 w 10678681"/>
              <a:gd name="connsiteY119" fmla="*/ 1181781 h 1342734"/>
              <a:gd name="connsiteX120" fmla="*/ 2454501 w 10678681"/>
              <a:gd name="connsiteY120" fmla="*/ 1155455 h 1342734"/>
              <a:gd name="connsiteX121" fmla="*/ 2385161 w 10678681"/>
              <a:gd name="connsiteY121" fmla="*/ 1161312 h 1342734"/>
              <a:gd name="connsiteX122" fmla="*/ 2273361 w 10678681"/>
              <a:gd name="connsiteY122" fmla="*/ 1134090 h 1342734"/>
              <a:gd name="connsiteX123" fmla="*/ 2132003 w 10678681"/>
              <a:gd name="connsiteY123" fmla="*/ 1139225 h 1342734"/>
              <a:gd name="connsiteX124" fmla="*/ 2041224 w 10678681"/>
              <a:gd name="connsiteY124" fmla="*/ 1147536 h 1342734"/>
              <a:gd name="connsiteX125" fmla="*/ 2010157 w 10678681"/>
              <a:gd name="connsiteY125" fmla="*/ 1152767 h 1342734"/>
              <a:gd name="connsiteX126" fmla="*/ 1859213 w 10678681"/>
              <a:gd name="connsiteY126" fmla="*/ 1199540 h 1342734"/>
              <a:gd name="connsiteX127" fmla="*/ 1735877 w 10678681"/>
              <a:gd name="connsiteY127" fmla="*/ 1246527 h 1342734"/>
              <a:gd name="connsiteX128" fmla="*/ 1705069 w 10678681"/>
              <a:gd name="connsiteY128" fmla="*/ 1251989 h 1342734"/>
              <a:gd name="connsiteX129" fmla="*/ 1307888 w 10678681"/>
              <a:gd name="connsiteY129" fmla="*/ 1283156 h 1342734"/>
              <a:gd name="connsiteX130" fmla="*/ 1220734 w 10678681"/>
              <a:gd name="connsiteY130" fmla="*/ 1257811 h 1342734"/>
              <a:gd name="connsiteX131" fmla="*/ 1021737 w 10678681"/>
              <a:gd name="connsiteY131" fmla="*/ 1238739 h 1342734"/>
              <a:gd name="connsiteX132" fmla="*/ 959820 w 10678681"/>
              <a:gd name="connsiteY132" fmla="*/ 1275863 h 1342734"/>
              <a:gd name="connsiteX133" fmla="*/ 929137 w 10678681"/>
              <a:gd name="connsiteY133" fmla="*/ 1273957 h 1342734"/>
              <a:gd name="connsiteX134" fmla="*/ 878849 w 10678681"/>
              <a:gd name="connsiteY134" fmla="*/ 1266740 h 1342734"/>
              <a:gd name="connsiteX135" fmla="*/ 800667 w 10678681"/>
              <a:gd name="connsiteY135" fmla="*/ 1282041 h 1342734"/>
              <a:gd name="connsiteX136" fmla="*/ 644906 w 10678681"/>
              <a:gd name="connsiteY136" fmla="*/ 1273685 h 1342734"/>
              <a:gd name="connsiteX137" fmla="*/ 379869 w 10678681"/>
              <a:gd name="connsiteY137" fmla="*/ 1339165 h 1342734"/>
              <a:gd name="connsiteX138" fmla="*/ 137696 w 10678681"/>
              <a:gd name="connsiteY138" fmla="*/ 1319217 h 1342734"/>
              <a:gd name="connsiteX139" fmla="*/ 54250 w 10678681"/>
              <a:gd name="connsiteY139" fmla="*/ 1315838 h 1342734"/>
              <a:gd name="connsiteX140" fmla="*/ 28042 w 10678681"/>
              <a:gd name="connsiteY140" fmla="*/ 1297822 h 1342734"/>
              <a:gd name="connsiteX141" fmla="*/ 0 w 10678681"/>
              <a:gd name="connsiteY141" fmla="*/ 1294612 h 1342734"/>
              <a:gd name="connsiteX142" fmla="*/ 0 w 10678681"/>
              <a:gd name="connsiteY142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0605 w 10678681"/>
              <a:gd name="connsiteY4" fmla="*/ 30449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57996 w 10678681"/>
              <a:gd name="connsiteY8" fmla="*/ 50836 h 1342734"/>
              <a:gd name="connsiteX9" fmla="*/ 10306667 w 10678681"/>
              <a:gd name="connsiteY9" fmla="*/ 10973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10013265 w 10678681"/>
              <a:gd name="connsiteY13" fmla="*/ 284757 h 1342734"/>
              <a:gd name="connsiteX14" fmla="*/ 9840045 w 10678681"/>
              <a:gd name="connsiteY14" fmla="*/ 223033 h 1342734"/>
              <a:gd name="connsiteX15" fmla="*/ 9679638 w 10678681"/>
              <a:gd name="connsiteY15" fmla="*/ 277462 h 1342734"/>
              <a:gd name="connsiteX16" fmla="*/ 9498347 w 10678681"/>
              <a:gd name="connsiteY16" fmla="*/ 244723 h 1342734"/>
              <a:gd name="connsiteX17" fmla="*/ 9399702 w 10678681"/>
              <a:gd name="connsiteY17" fmla="*/ 276316 h 1342734"/>
              <a:gd name="connsiteX18" fmla="*/ 9378439 w 10678681"/>
              <a:gd name="connsiteY18" fmla="*/ 326244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344233 w 10678681"/>
              <a:gd name="connsiteY30" fmla="*/ 610922 h 1342734"/>
              <a:gd name="connsiteX31" fmla="*/ 8290622 w 10678681"/>
              <a:gd name="connsiteY31" fmla="*/ 622687 h 1342734"/>
              <a:gd name="connsiteX32" fmla="*/ 8086698 w 10678681"/>
              <a:gd name="connsiteY32" fmla="*/ 605185 h 1342734"/>
              <a:gd name="connsiteX33" fmla="*/ 7982378 w 10678681"/>
              <a:gd name="connsiteY33" fmla="*/ 629799 h 1342734"/>
              <a:gd name="connsiteX34" fmla="*/ 7947952 w 10678681"/>
              <a:gd name="connsiteY34" fmla="*/ 648003 h 1342734"/>
              <a:gd name="connsiteX35" fmla="*/ 7890112 w 10678681"/>
              <a:gd name="connsiteY35" fmla="*/ 677915 h 1342734"/>
              <a:gd name="connsiteX36" fmla="*/ 7853284 w 10678681"/>
              <a:gd name="connsiteY36" fmla="*/ 723588 h 1342734"/>
              <a:gd name="connsiteX37" fmla="*/ 7802383 w 10678681"/>
              <a:gd name="connsiteY37" fmla="*/ 739359 h 1342734"/>
              <a:gd name="connsiteX38" fmla="*/ 7730518 w 10678681"/>
              <a:gd name="connsiteY38" fmla="*/ 739526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69396 w 10678681"/>
              <a:gd name="connsiteY45" fmla="*/ 989282 h 1342734"/>
              <a:gd name="connsiteX46" fmla="*/ 7258094 w 10678681"/>
              <a:gd name="connsiteY46" fmla="*/ 990679 h 1342734"/>
              <a:gd name="connsiteX47" fmla="*/ 7257893 w 10678681"/>
              <a:gd name="connsiteY47" fmla="*/ 991204 h 1342734"/>
              <a:gd name="connsiteX48" fmla="*/ 7247153 w 10678681"/>
              <a:gd name="connsiteY48" fmla="*/ 991550 h 1342734"/>
              <a:gd name="connsiteX49" fmla="*/ 7193612 w 10678681"/>
              <a:gd name="connsiteY49" fmla="*/ 987042 h 1342734"/>
              <a:gd name="connsiteX50" fmla="*/ 7132632 w 10678681"/>
              <a:gd name="connsiteY50" fmla="*/ 1042036 h 1342734"/>
              <a:gd name="connsiteX51" fmla="*/ 7105610 w 10678681"/>
              <a:gd name="connsiteY51" fmla="*/ 1053537 h 1342734"/>
              <a:gd name="connsiteX52" fmla="*/ 7069148 w 10678681"/>
              <a:gd name="connsiteY52" fmla="*/ 1047163 h 1342734"/>
              <a:gd name="connsiteX53" fmla="*/ 7039634 w 10678681"/>
              <a:gd name="connsiteY53" fmla="*/ 1059971 h 1342734"/>
              <a:gd name="connsiteX54" fmla="*/ 7033445 w 10678681"/>
              <a:gd name="connsiteY54" fmla="*/ 1063314 h 1342734"/>
              <a:gd name="connsiteX55" fmla="*/ 6999157 w 10678681"/>
              <a:gd name="connsiteY55" fmla="*/ 1055282 h 1342734"/>
              <a:gd name="connsiteX56" fmla="*/ 6981874 w 10678681"/>
              <a:gd name="connsiteY56" fmla="*/ 1053827 h 1342734"/>
              <a:gd name="connsiteX57" fmla="*/ 6976102 w 10678681"/>
              <a:gd name="connsiteY57" fmla="*/ 1047854 h 1342734"/>
              <a:gd name="connsiteX58" fmla="*/ 6951040 w 10678681"/>
              <a:gd name="connsiteY58" fmla="*/ 1048531 h 1342734"/>
              <a:gd name="connsiteX59" fmla="*/ 6948497 w 10678681"/>
              <a:gd name="connsiteY59" fmla="*/ 1050706 h 1342734"/>
              <a:gd name="connsiteX60" fmla="*/ 6926582 w 10678681"/>
              <a:gd name="connsiteY60" fmla="*/ 1043462 h 1342734"/>
              <a:gd name="connsiteX61" fmla="*/ 6833743 w 10678681"/>
              <a:gd name="connsiteY61" fmla="*/ 1027960 h 1342734"/>
              <a:gd name="connsiteX62" fmla="*/ 6687090 w 10678681"/>
              <a:gd name="connsiteY62" fmla="*/ 1063250 h 1342734"/>
              <a:gd name="connsiteX63" fmla="*/ 6437450 w 10678681"/>
              <a:gd name="connsiteY63" fmla="*/ 1101075 h 1342734"/>
              <a:gd name="connsiteX64" fmla="*/ 6327795 w 10678681"/>
              <a:gd name="connsiteY64" fmla="*/ 1088142 h 1342734"/>
              <a:gd name="connsiteX65" fmla="*/ 6136549 w 10678681"/>
              <a:gd name="connsiteY65" fmla="*/ 1100268 h 1342734"/>
              <a:gd name="connsiteX66" fmla="*/ 6004655 w 10678681"/>
              <a:gd name="connsiteY66" fmla="*/ 1114946 h 1342734"/>
              <a:gd name="connsiteX67" fmla="*/ 5936643 w 10678681"/>
              <a:gd name="connsiteY67" fmla="*/ 1095428 h 1342734"/>
              <a:gd name="connsiteX68" fmla="*/ 5912484 w 10678681"/>
              <a:gd name="connsiteY68" fmla="*/ 1112624 h 1342734"/>
              <a:gd name="connsiteX69" fmla="*/ 5908387 w 10678681"/>
              <a:gd name="connsiteY69" fmla="*/ 1116018 h 1342734"/>
              <a:gd name="connsiteX70" fmla="*/ 5890495 w 10678681"/>
              <a:gd name="connsiteY70" fmla="*/ 1120268 h 1342734"/>
              <a:gd name="connsiteX71" fmla="*/ 5887318 w 10678681"/>
              <a:gd name="connsiteY71" fmla="*/ 1133134 h 1342734"/>
              <a:gd name="connsiteX72" fmla="*/ 5861726 w 10678681"/>
              <a:gd name="connsiteY72" fmla="*/ 1147891 h 1342734"/>
              <a:gd name="connsiteX73" fmla="*/ 5805823 w 10678681"/>
              <a:gd name="connsiteY73" fmla="*/ 1152457 h 1342734"/>
              <a:gd name="connsiteX74" fmla="*/ 5689841 w 10678681"/>
              <a:gd name="connsiteY74" fmla="*/ 1176232 h 1342734"/>
              <a:gd name="connsiteX75" fmla="*/ 5605119 w 10678681"/>
              <a:gd name="connsiteY75" fmla="*/ 1190202 h 1342734"/>
              <a:gd name="connsiteX76" fmla="*/ 5488513 w 10678681"/>
              <a:gd name="connsiteY76" fmla="*/ 1205367 h 1342734"/>
              <a:gd name="connsiteX77" fmla="*/ 5402905 w 10678681"/>
              <a:gd name="connsiteY77" fmla="*/ 1241191 h 1342734"/>
              <a:gd name="connsiteX78" fmla="*/ 5285593 w 10678681"/>
              <a:gd name="connsiteY78" fmla="*/ 1273569 h 1342734"/>
              <a:gd name="connsiteX79" fmla="*/ 5192893 w 10678681"/>
              <a:gd name="connsiteY79" fmla="*/ 1247188 h 1342734"/>
              <a:gd name="connsiteX80" fmla="*/ 5186475 w 10678681"/>
              <a:gd name="connsiteY80" fmla="*/ 1257028 h 1342734"/>
              <a:gd name="connsiteX81" fmla="*/ 5126038 w 10678681"/>
              <a:gd name="connsiteY81" fmla="*/ 1263189 h 1342734"/>
              <a:gd name="connsiteX82" fmla="*/ 4894688 w 10678681"/>
              <a:gd name="connsiteY82" fmla="*/ 1247184 h 1342734"/>
              <a:gd name="connsiteX83" fmla="*/ 4788036 w 10678681"/>
              <a:gd name="connsiteY83" fmla="*/ 1238182 h 1342734"/>
              <a:gd name="connsiteX84" fmla="*/ 4747555 w 10678681"/>
              <a:gd name="connsiteY84" fmla="*/ 1252768 h 1342734"/>
              <a:gd name="connsiteX85" fmla="*/ 4679644 w 10678681"/>
              <a:gd name="connsiteY85" fmla="*/ 1276603 h 1342734"/>
              <a:gd name="connsiteX86" fmla="*/ 4632222 w 10678681"/>
              <a:gd name="connsiteY86" fmla="*/ 1318360 h 1342734"/>
              <a:gd name="connsiteX87" fmla="*/ 4617358 w 10678681"/>
              <a:gd name="connsiteY87" fmla="*/ 1327690 h 1342734"/>
              <a:gd name="connsiteX88" fmla="*/ 4589102 w 10678681"/>
              <a:gd name="connsiteY88" fmla="*/ 1321223 h 1342734"/>
              <a:gd name="connsiteX89" fmla="*/ 4578184 w 10678681"/>
              <a:gd name="connsiteY89" fmla="*/ 1326745 h 1342734"/>
              <a:gd name="connsiteX90" fmla="*/ 4574270 w 10678681"/>
              <a:gd name="connsiteY90" fmla="*/ 1325878 h 1342734"/>
              <a:gd name="connsiteX91" fmla="*/ 4564919 w 10678681"/>
              <a:gd name="connsiteY91" fmla="*/ 1325507 h 1342734"/>
              <a:gd name="connsiteX92" fmla="*/ 4566586 w 10678681"/>
              <a:gd name="connsiteY92" fmla="*/ 1316963 h 1342734"/>
              <a:gd name="connsiteX93" fmla="*/ 4556303 w 10678681"/>
              <a:gd name="connsiteY93" fmla="*/ 1300262 h 1342734"/>
              <a:gd name="connsiteX94" fmla="*/ 4502358 w 10678681"/>
              <a:gd name="connsiteY94" fmla="*/ 1302558 h 1342734"/>
              <a:gd name="connsiteX95" fmla="*/ 4498919 w 10678681"/>
              <a:gd name="connsiteY95" fmla="*/ 1312115 h 1342734"/>
              <a:gd name="connsiteX96" fmla="*/ 4492075 w 10678681"/>
              <a:gd name="connsiteY96" fmla="*/ 1313357 h 1342734"/>
              <a:gd name="connsiteX97" fmla="*/ 4487466 w 10678681"/>
              <a:gd name="connsiteY97" fmla="*/ 1304102 h 1342734"/>
              <a:gd name="connsiteX98" fmla="*/ 4398292 w 10678681"/>
              <a:gd name="connsiteY98" fmla="*/ 1278410 h 1342734"/>
              <a:gd name="connsiteX99" fmla="*/ 4306088 w 10678681"/>
              <a:gd name="connsiteY99" fmla="*/ 1282512 h 1342734"/>
              <a:gd name="connsiteX100" fmla="*/ 4188995 w 10678681"/>
              <a:gd name="connsiteY100" fmla="*/ 1296718 h 1342734"/>
              <a:gd name="connsiteX101" fmla="*/ 4136582 w 10678681"/>
              <a:gd name="connsiteY101" fmla="*/ 1287687 h 1342734"/>
              <a:gd name="connsiteX102" fmla="*/ 4064614 w 10678681"/>
              <a:gd name="connsiteY102" fmla="*/ 1296118 h 1342734"/>
              <a:gd name="connsiteX103" fmla="*/ 3900948 w 10678681"/>
              <a:gd name="connsiteY103" fmla="*/ 1322156 h 1342734"/>
              <a:gd name="connsiteX104" fmla="*/ 3787890 w 10678681"/>
              <a:gd name="connsiteY104" fmla="*/ 1322164 h 1342734"/>
              <a:gd name="connsiteX105" fmla="*/ 3745993 w 10678681"/>
              <a:gd name="connsiteY105" fmla="*/ 1342630 h 1342734"/>
              <a:gd name="connsiteX106" fmla="*/ 3675785 w 10678681"/>
              <a:gd name="connsiteY106" fmla="*/ 1326802 h 1342734"/>
              <a:gd name="connsiteX107" fmla="*/ 3623856 w 10678681"/>
              <a:gd name="connsiteY107" fmla="*/ 1290804 h 1342734"/>
              <a:gd name="connsiteX108" fmla="*/ 3564933 w 10678681"/>
              <a:gd name="connsiteY108" fmla="*/ 1287147 h 1342734"/>
              <a:gd name="connsiteX109" fmla="*/ 3550537 w 10678681"/>
              <a:gd name="connsiteY109" fmla="*/ 1317552 h 1342734"/>
              <a:gd name="connsiteX110" fmla="*/ 3487736 w 10678681"/>
              <a:gd name="connsiteY110" fmla="*/ 1303493 h 1342734"/>
              <a:gd name="connsiteX111" fmla="*/ 3392548 w 10678681"/>
              <a:gd name="connsiteY111" fmla="*/ 1278741 h 1342734"/>
              <a:gd name="connsiteX112" fmla="*/ 3337466 w 10678681"/>
              <a:gd name="connsiteY112" fmla="*/ 1272537 h 1342734"/>
              <a:gd name="connsiteX113" fmla="*/ 3175981 w 10678681"/>
              <a:gd name="connsiteY113" fmla="*/ 1208973 h 1342734"/>
              <a:gd name="connsiteX114" fmla="*/ 3036856 w 10678681"/>
              <a:gd name="connsiteY114" fmla="*/ 1214383 h 1342734"/>
              <a:gd name="connsiteX115" fmla="*/ 2824973 w 10678681"/>
              <a:gd name="connsiteY115" fmla="*/ 1134864 h 1342734"/>
              <a:gd name="connsiteX116" fmla="*/ 2804398 w 10678681"/>
              <a:gd name="connsiteY116" fmla="*/ 1125556 h 1342734"/>
              <a:gd name="connsiteX117" fmla="*/ 2736109 w 10678681"/>
              <a:gd name="connsiteY117" fmla="*/ 1137717 h 1342734"/>
              <a:gd name="connsiteX118" fmla="*/ 2659096 w 10678681"/>
              <a:gd name="connsiteY118" fmla="*/ 1150294 h 1342734"/>
              <a:gd name="connsiteX119" fmla="*/ 2567088 w 10678681"/>
              <a:gd name="connsiteY119" fmla="*/ 1181781 h 1342734"/>
              <a:gd name="connsiteX120" fmla="*/ 2454501 w 10678681"/>
              <a:gd name="connsiteY120" fmla="*/ 1155455 h 1342734"/>
              <a:gd name="connsiteX121" fmla="*/ 2385161 w 10678681"/>
              <a:gd name="connsiteY121" fmla="*/ 1161312 h 1342734"/>
              <a:gd name="connsiteX122" fmla="*/ 2273361 w 10678681"/>
              <a:gd name="connsiteY122" fmla="*/ 1134090 h 1342734"/>
              <a:gd name="connsiteX123" fmla="*/ 2132003 w 10678681"/>
              <a:gd name="connsiteY123" fmla="*/ 1139225 h 1342734"/>
              <a:gd name="connsiteX124" fmla="*/ 2041224 w 10678681"/>
              <a:gd name="connsiteY124" fmla="*/ 1147536 h 1342734"/>
              <a:gd name="connsiteX125" fmla="*/ 2010157 w 10678681"/>
              <a:gd name="connsiteY125" fmla="*/ 1152767 h 1342734"/>
              <a:gd name="connsiteX126" fmla="*/ 1859213 w 10678681"/>
              <a:gd name="connsiteY126" fmla="*/ 1199540 h 1342734"/>
              <a:gd name="connsiteX127" fmla="*/ 1735877 w 10678681"/>
              <a:gd name="connsiteY127" fmla="*/ 1246527 h 1342734"/>
              <a:gd name="connsiteX128" fmla="*/ 1705069 w 10678681"/>
              <a:gd name="connsiteY128" fmla="*/ 1251989 h 1342734"/>
              <a:gd name="connsiteX129" fmla="*/ 1307888 w 10678681"/>
              <a:gd name="connsiteY129" fmla="*/ 1283156 h 1342734"/>
              <a:gd name="connsiteX130" fmla="*/ 1220734 w 10678681"/>
              <a:gd name="connsiteY130" fmla="*/ 1257811 h 1342734"/>
              <a:gd name="connsiteX131" fmla="*/ 1021737 w 10678681"/>
              <a:gd name="connsiteY131" fmla="*/ 1238739 h 1342734"/>
              <a:gd name="connsiteX132" fmla="*/ 959820 w 10678681"/>
              <a:gd name="connsiteY132" fmla="*/ 1275863 h 1342734"/>
              <a:gd name="connsiteX133" fmla="*/ 929137 w 10678681"/>
              <a:gd name="connsiteY133" fmla="*/ 1273957 h 1342734"/>
              <a:gd name="connsiteX134" fmla="*/ 878849 w 10678681"/>
              <a:gd name="connsiteY134" fmla="*/ 1266740 h 1342734"/>
              <a:gd name="connsiteX135" fmla="*/ 800667 w 10678681"/>
              <a:gd name="connsiteY135" fmla="*/ 1282041 h 1342734"/>
              <a:gd name="connsiteX136" fmla="*/ 644906 w 10678681"/>
              <a:gd name="connsiteY136" fmla="*/ 1273685 h 1342734"/>
              <a:gd name="connsiteX137" fmla="*/ 379869 w 10678681"/>
              <a:gd name="connsiteY137" fmla="*/ 1339165 h 1342734"/>
              <a:gd name="connsiteX138" fmla="*/ 137696 w 10678681"/>
              <a:gd name="connsiteY138" fmla="*/ 1319217 h 1342734"/>
              <a:gd name="connsiteX139" fmla="*/ 54250 w 10678681"/>
              <a:gd name="connsiteY139" fmla="*/ 1315838 h 1342734"/>
              <a:gd name="connsiteX140" fmla="*/ 28042 w 10678681"/>
              <a:gd name="connsiteY140" fmla="*/ 1297822 h 1342734"/>
              <a:gd name="connsiteX141" fmla="*/ 0 w 10678681"/>
              <a:gd name="connsiteY141" fmla="*/ 1294612 h 1342734"/>
              <a:gd name="connsiteX142" fmla="*/ 0 w 10678681"/>
              <a:gd name="connsiteY142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0605 w 10678681"/>
              <a:gd name="connsiteY4" fmla="*/ 30449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57996 w 10678681"/>
              <a:gd name="connsiteY8" fmla="*/ 50836 h 1342734"/>
              <a:gd name="connsiteX9" fmla="*/ 10306667 w 10678681"/>
              <a:gd name="connsiteY9" fmla="*/ 10973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9929077 w 10678681"/>
              <a:gd name="connsiteY13" fmla="*/ 254478 h 1342734"/>
              <a:gd name="connsiteX14" fmla="*/ 9840045 w 10678681"/>
              <a:gd name="connsiteY14" fmla="*/ 223033 h 1342734"/>
              <a:gd name="connsiteX15" fmla="*/ 9679638 w 10678681"/>
              <a:gd name="connsiteY15" fmla="*/ 277462 h 1342734"/>
              <a:gd name="connsiteX16" fmla="*/ 9498347 w 10678681"/>
              <a:gd name="connsiteY16" fmla="*/ 244723 h 1342734"/>
              <a:gd name="connsiteX17" fmla="*/ 9399702 w 10678681"/>
              <a:gd name="connsiteY17" fmla="*/ 276316 h 1342734"/>
              <a:gd name="connsiteX18" fmla="*/ 9378439 w 10678681"/>
              <a:gd name="connsiteY18" fmla="*/ 326244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344233 w 10678681"/>
              <a:gd name="connsiteY30" fmla="*/ 610922 h 1342734"/>
              <a:gd name="connsiteX31" fmla="*/ 8290622 w 10678681"/>
              <a:gd name="connsiteY31" fmla="*/ 622687 h 1342734"/>
              <a:gd name="connsiteX32" fmla="*/ 8086698 w 10678681"/>
              <a:gd name="connsiteY32" fmla="*/ 605185 h 1342734"/>
              <a:gd name="connsiteX33" fmla="*/ 7982378 w 10678681"/>
              <a:gd name="connsiteY33" fmla="*/ 629799 h 1342734"/>
              <a:gd name="connsiteX34" fmla="*/ 7947952 w 10678681"/>
              <a:gd name="connsiteY34" fmla="*/ 648003 h 1342734"/>
              <a:gd name="connsiteX35" fmla="*/ 7890112 w 10678681"/>
              <a:gd name="connsiteY35" fmla="*/ 677915 h 1342734"/>
              <a:gd name="connsiteX36" fmla="*/ 7853284 w 10678681"/>
              <a:gd name="connsiteY36" fmla="*/ 723588 h 1342734"/>
              <a:gd name="connsiteX37" fmla="*/ 7802383 w 10678681"/>
              <a:gd name="connsiteY37" fmla="*/ 739359 h 1342734"/>
              <a:gd name="connsiteX38" fmla="*/ 7730518 w 10678681"/>
              <a:gd name="connsiteY38" fmla="*/ 739526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69396 w 10678681"/>
              <a:gd name="connsiteY45" fmla="*/ 989282 h 1342734"/>
              <a:gd name="connsiteX46" fmla="*/ 7258094 w 10678681"/>
              <a:gd name="connsiteY46" fmla="*/ 990679 h 1342734"/>
              <a:gd name="connsiteX47" fmla="*/ 7257893 w 10678681"/>
              <a:gd name="connsiteY47" fmla="*/ 991204 h 1342734"/>
              <a:gd name="connsiteX48" fmla="*/ 7247153 w 10678681"/>
              <a:gd name="connsiteY48" fmla="*/ 991550 h 1342734"/>
              <a:gd name="connsiteX49" fmla="*/ 7193612 w 10678681"/>
              <a:gd name="connsiteY49" fmla="*/ 987042 h 1342734"/>
              <a:gd name="connsiteX50" fmla="*/ 7132632 w 10678681"/>
              <a:gd name="connsiteY50" fmla="*/ 1042036 h 1342734"/>
              <a:gd name="connsiteX51" fmla="*/ 7105610 w 10678681"/>
              <a:gd name="connsiteY51" fmla="*/ 1053537 h 1342734"/>
              <a:gd name="connsiteX52" fmla="*/ 7069148 w 10678681"/>
              <a:gd name="connsiteY52" fmla="*/ 1047163 h 1342734"/>
              <a:gd name="connsiteX53" fmla="*/ 7039634 w 10678681"/>
              <a:gd name="connsiteY53" fmla="*/ 1059971 h 1342734"/>
              <a:gd name="connsiteX54" fmla="*/ 7033445 w 10678681"/>
              <a:gd name="connsiteY54" fmla="*/ 1063314 h 1342734"/>
              <a:gd name="connsiteX55" fmla="*/ 6999157 w 10678681"/>
              <a:gd name="connsiteY55" fmla="*/ 1055282 h 1342734"/>
              <a:gd name="connsiteX56" fmla="*/ 6981874 w 10678681"/>
              <a:gd name="connsiteY56" fmla="*/ 1053827 h 1342734"/>
              <a:gd name="connsiteX57" fmla="*/ 6976102 w 10678681"/>
              <a:gd name="connsiteY57" fmla="*/ 1047854 h 1342734"/>
              <a:gd name="connsiteX58" fmla="*/ 6951040 w 10678681"/>
              <a:gd name="connsiteY58" fmla="*/ 1048531 h 1342734"/>
              <a:gd name="connsiteX59" fmla="*/ 6948497 w 10678681"/>
              <a:gd name="connsiteY59" fmla="*/ 1050706 h 1342734"/>
              <a:gd name="connsiteX60" fmla="*/ 6926582 w 10678681"/>
              <a:gd name="connsiteY60" fmla="*/ 1043462 h 1342734"/>
              <a:gd name="connsiteX61" fmla="*/ 6833743 w 10678681"/>
              <a:gd name="connsiteY61" fmla="*/ 1027960 h 1342734"/>
              <a:gd name="connsiteX62" fmla="*/ 6687090 w 10678681"/>
              <a:gd name="connsiteY62" fmla="*/ 1063250 h 1342734"/>
              <a:gd name="connsiteX63" fmla="*/ 6437450 w 10678681"/>
              <a:gd name="connsiteY63" fmla="*/ 1101075 h 1342734"/>
              <a:gd name="connsiteX64" fmla="*/ 6327795 w 10678681"/>
              <a:gd name="connsiteY64" fmla="*/ 1088142 h 1342734"/>
              <a:gd name="connsiteX65" fmla="*/ 6136549 w 10678681"/>
              <a:gd name="connsiteY65" fmla="*/ 1100268 h 1342734"/>
              <a:gd name="connsiteX66" fmla="*/ 6004655 w 10678681"/>
              <a:gd name="connsiteY66" fmla="*/ 1114946 h 1342734"/>
              <a:gd name="connsiteX67" fmla="*/ 5936643 w 10678681"/>
              <a:gd name="connsiteY67" fmla="*/ 1095428 h 1342734"/>
              <a:gd name="connsiteX68" fmla="*/ 5912484 w 10678681"/>
              <a:gd name="connsiteY68" fmla="*/ 1112624 h 1342734"/>
              <a:gd name="connsiteX69" fmla="*/ 5908387 w 10678681"/>
              <a:gd name="connsiteY69" fmla="*/ 1116018 h 1342734"/>
              <a:gd name="connsiteX70" fmla="*/ 5890495 w 10678681"/>
              <a:gd name="connsiteY70" fmla="*/ 1120268 h 1342734"/>
              <a:gd name="connsiteX71" fmla="*/ 5887318 w 10678681"/>
              <a:gd name="connsiteY71" fmla="*/ 1133134 h 1342734"/>
              <a:gd name="connsiteX72" fmla="*/ 5861726 w 10678681"/>
              <a:gd name="connsiteY72" fmla="*/ 1147891 h 1342734"/>
              <a:gd name="connsiteX73" fmla="*/ 5805823 w 10678681"/>
              <a:gd name="connsiteY73" fmla="*/ 1152457 h 1342734"/>
              <a:gd name="connsiteX74" fmla="*/ 5689841 w 10678681"/>
              <a:gd name="connsiteY74" fmla="*/ 1176232 h 1342734"/>
              <a:gd name="connsiteX75" fmla="*/ 5605119 w 10678681"/>
              <a:gd name="connsiteY75" fmla="*/ 1190202 h 1342734"/>
              <a:gd name="connsiteX76" fmla="*/ 5488513 w 10678681"/>
              <a:gd name="connsiteY76" fmla="*/ 1205367 h 1342734"/>
              <a:gd name="connsiteX77" fmla="*/ 5402905 w 10678681"/>
              <a:gd name="connsiteY77" fmla="*/ 1241191 h 1342734"/>
              <a:gd name="connsiteX78" fmla="*/ 5285593 w 10678681"/>
              <a:gd name="connsiteY78" fmla="*/ 1273569 h 1342734"/>
              <a:gd name="connsiteX79" fmla="*/ 5192893 w 10678681"/>
              <a:gd name="connsiteY79" fmla="*/ 1247188 h 1342734"/>
              <a:gd name="connsiteX80" fmla="*/ 5186475 w 10678681"/>
              <a:gd name="connsiteY80" fmla="*/ 1257028 h 1342734"/>
              <a:gd name="connsiteX81" fmla="*/ 5126038 w 10678681"/>
              <a:gd name="connsiteY81" fmla="*/ 1263189 h 1342734"/>
              <a:gd name="connsiteX82" fmla="*/ 4894688 w 10678681"/>
              <a:gd name="connsiteY82" fmla="*/ 1247184 h 1342734"/>
              <a:gd name="connsiteX83" fmla="*/ 4788036 w 10678681"/>
              <a:gd name="connsiteY83" fmla="*/ 1238182 h 1342734"/>
              <a:gd name="connsiteX84" fmla="*/ 4747555 w 10678681"/>
              <a:gd name="connsiteY84" fmla="*/ 1252768 h 1342734"/>
              <a:gd name="connsiteX85" fmla="*/ 4679644 w 10678681"/>
              <a:gd name="connsiteY85" fmla="*/ 1276603 h 1342734"/>
              <a:gd name="connsiteX86" fmla="*/ 4632222 w 10678681"/>
              <a:gd name="connsiteY86" fmla="*/ 1318360 h 1342734"/>
              <a:gd name="connsiteX87" fmla="*/ 4617358 w 10678681"/>
              <a:gd name="connsiteY87" fmla="*/ 1327690 h 1342734"/>
              <a:gd name="connsiteX88" fmla="*/ 4589102 w 10678681"/>
              <a:gd name="connsiteY88" fmla="*/ 1321223 h 1342734"/>
              <a:gd name="connsiteX89" fmla="*/ 4578184 w 10678681"/>
              <a:gd name="connsiteY89" fmla="*/ 1326745 h 1342734"/>
              <a:gd name="connsiteX90" fmla="*/ 4574270 w 10678681"/>
              <a:gd name="connsiteY90" fmla="*/ 1325878 h 1342734"/>
              <a:gd name="connsiteX91" fmla="*/ 4564919 w 10678681"/>
              <a:gd name="connsiteY91" fmla="*/ 1325507 h 1342734"/>
              <a:gd name="connsiteX92" fmla="*/ 4566586 w 10678681"/>
              <a:gd name="connsiteY92" fmla="*/ 1316963 h 1342734"/>
              <a:gd name="connsiteX93" fmla="*/ 4556303 w 10678681"/>
              <a:gd name="connsiteY93" fmla="*/ 1300262 h 1342734"/>
              <a:gd name="connsiteX94" fmla="*/ 4502358 w 10678681"/>
              <a:gd name="connsiteY94" fmla="*/ 1302558 h 1342734"/>
              <a:gd name="connsiteX95" fmla="*/ 4498919 w 10678681"/>
              <a:gd name="connsiteY95" fmla="*/ 1312115 h 1342734"/>
              <a:gd name="connsiteX96" fmla="*/ 4492075 w 10678681"/>
              <a:gd name="connsiteY96" fmla="*/ 1313357 h 1342734"/>
              <a:gd name="connsiteX97" fmla="*/ 4487466 w 10678681"/>
              <a:gd name="connsiteY97" fmla="*/ 1304102 h 1342734"/>
              <a:gd name="connsiteX98" fmla="*/ 4398292 w 10678681"/>
              <a:gd name="connsiteY98" fmla="*/ 1278410 h 1342734"/>
              <a:gd name="connsiteX99" fmla="*/ 4306088 w 10678681"/>
              <a:gd name="connsiteY99" fmla="*/ 1282512 h 1342734"/>
              <a:gd name="connsiteX100" fmla="*/ 4188995 w 10678681"/>
              <a:gd name="connsiteY100" fmla="*/ 1296718 h 1342734"/>
              <a:gd name="connsiteX101" fmla="*/ 4136582 w 10678681"/>
              <a:gd name="connsiteY101" fmla="*/ 1287687 h 1342734"/>
              <a:gd name="connsiteX102" fmla="*/ 4064614 w 10678681"/>
              <a:gd name="connsiteY102" fmla="*/ 1296118 h 1342734"/>
              <a:gd name="connsiteX103" fmla="*/ 3900948 w 10678681"/>
              <a:gd name="connsiteY103" fmla="*/ 1322156 h 1342734"/>
              <a:gd name="connsiteX104" fmla="*/ 3787890 w 10678681"/>
              <a:gd name="connsiteY104" fmla="*/ 1322164 h 1342734"/>
              <a:gd name="connsiteX105" fmla="*/ 3745993 w 10678681"/>
              <a:gd name="connsiteY105" fmla="*/ 1342630 h 1342734"/>
              <a:gd name="connsiteX106" fmla="*/ 3675785 w 10678681"/>
              <a:gd name="connsiteY106" fmla="*/ 1326802 h 1342734"/>
              <a:gd name="connsiteX107" fmla="*/ 3623856 w 10678681"/>
              <a:gd name="connsiteY107" fmla="*/ 1290804 h 1342734"/>
              <a:gd name="connsiteX108" fmla="*/ 3564933 w 10678681"/>
              <a:gd name="connsiteY108" fmla="*/ 1287147 h 1342734"/>
              <a:gd name="connsiteX109" fmla="*/ 3550537 w 10678681"/>
              <a:gd name="connsiteY109" fmla="*/ 1317552 h 1342734"/>
              <a:gd name="connsiteX110" fmla="*/ 3487736 w 10678681"/>
              <a:gd name="connsiteY110" fmla="*/ 1303493 h 1342734"/>
              <a:gd name="connsiteX111" fmla="*/ 3392548 w 10678681"/>
              <a:gd name="connsiteY111" fmla="*/ 1278741 h 1342734"/>
              <a:gd name="connsiteX112" fmla="*/ 3337466 w 10678681"/>
              <a:gd name="connsiteY112" fmla="*/ 1272537 h 1342734"/>
              <a:gd name="connsiteX113" fmla="*/ 3175981 w 10678681"/>
              <a:gd name="connsiteY113" fmla="*/ 1208973 h 1342734"/>
              <a:gd name="connsiteX114" fmla="*/ 3036856 w 10678681"/>
              <a:gd name="connsiteY114" fmla="*/ 1214383 h 1342734"/>
              <a:gd name="connsiteX115" fmla="*/ 2824973 w 10678681"/>
              <a:gd name="connsiteY115" fmla="*/ 1134864 h 1342734"/>
              <a:gd name="connsiteX116" fmla="*/ 2804398 w 10678681"/>
              <a:gd name="connsiteY116" fmla="*/ 1125556 h 1342734"/>
              <a:gd name="connsiteX117" fmla="*/ 2736109 w 10678681"/>
              <a:gd name="connsiteY117" fmla="*/ 1137717 h 1342734"/>
              <a:gd name="connsiteX118" fmla="*/ 2659096 w 10678681"/>
              <a:gd name="connsiteY118" fmla="*/ 1150294 h 1342734"/>
              <a:gd name="connsiteX119" fmla="*/ 2567088 w 10678681"/>
              <a:gd name="connsiteY119" fmla="*/ 1181781 h 1342734"/>
              <a:gd name="connsiteX120" fmla="*/ 2454501 w 10678681"/>
              <a:gd name="connsiteY120" fmla="*/ 1155455 h 1342734"/>
              <a:gd name="connsiteX121" fmla="*/ 2385161 w 10678681"/>
              <a:gd name="connsiteY121" fmla="*/ 1161312 h 1342734"/>
              <a:gd name="connsiteX122" fmla="*/ 2273361 w 10678681"/>
              <a:gd name="connsiteY122" fmla="*/ 1134090 h 1342734"/>
              <a:gd name="connsiteX123" fmla="*/ 2132003 w 10678681"/>
              <a:gd name="connsiteY123" fmla="*/ 1139225 h 1342734"/>
              <a:gd name="connsiteX124" fmla="*/ 2041224 w 10678681"/>
              <a:gd name="connsiteY124" fmla="*/ 1147536 h 1342734"/>
              <a:gd name="connsiteX125" fmla="*/ 2010157 w 10678681"/>
              <a:gd name="connsiteY125" fmla="*/ 1152767 h 1342734"/>
              <a:gd name="connsiteX126" fmla="*/ 1859213 w 10678681"/>
              <a:gd name="connsiteY126" fmla="*/ 1199540 h 1342734"/>
              <a:gd name="connsiteX127" fmla="*/ 1735877 w 10678681"/>
              <a:gd name="connsiteY127" fmla="*/ 1246527 h 1342734"/>
              <a:gd name="connsiteX128" fmla="*/ 1705069 w 10678681"/>
              <a:gd name="connsiteY128" fmla="*/ 1251989 h 1342734"/>
              <a:gd name="connsiteX129" fmla="*/ 1307888 w 10678681"/>
              <a:gd name="connsiteY129" fmla="*/ 1283156 h 1342734"/>
              <a:gd name="connsiteX130" fmla="*/ 1220734 w 10678681"/>
              <a:gd name="connsiteY130" fmla="*/ 1257811 h 1342734"/>
              <a:gd name="connsiteX131" fmla="*/ 1021737 w 10678681"/>
              <a:gd name="connsiteY131" fmla="*/ 1238739 h 1342734"/>
              <a:gd name="connsiteX132" fmla="*/ 959820 w 10678681"/>
              <a:gd name="connsiteY132" fmla="*/ 1275863 h 1342734"/>
              <a:gd name="connsiteX133" fmla="*/ 929137 w 10678681"/>
              <a:gd name="connsiteY133" fmla="*/ 1273957 h 1342734"/>
              <a:gd name="connsiteX134" fmla="*/ 878849 w 10678681"/>
              <a:gd name="connsiteY134" fmla="*/ 1266740 h 1342734"/>
              <a:gd name="connsiteX135" fmla="*/ 800667 w 10678681"/>
              <a:gd name="connsiteY135" fmla="*/ 1282041 h 1342734"/>
              <a:gd name="connsiteX136" fmla="*/ 644906 w 10678681"/>
              <a:gd name="connsiteY136" fmla="*/ 1273685 h 1342734"/>
              <a:gd name="connsiteX137" fmla="*/ 379869 w 10678681"/>
              <a:gd name="connsiteY137" fmla="*/ 1339165 h 1342734"/>
              <a:gd name="connsiteX138" fmla="*/ 137696 w 10678681"/>
              <a:gd name="connsiteY138" fmla="*/ 1319217 h 1342734"/>
              <a:gd name="connsiteX139" fmla="*/ 54250 w 10678681"/>
              <a:gd name="connsiteY139" fmla="*/ 1315838 h 1342734"/>
              <a:gd name="connsiteX140" fmla="*/ 28042 w 10678681"/>
              <a:gd name="connsiteY140" fmla="*/ 1297822 h 1342734"/>
              <a:gd name="connsiteX141" fmla="*/ 0 w 10678681"/>
              <a:gd name="connsiteY141" fmla="*/ 1294612 h 1342734"/>
              <a:gd name="connsiteX142" fmla="*/ 0 w 10678681"/>
              <a:gd name="connsiteY142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0605 w 10678681"/>
              <a:gd name="connsiteY4" fmla="*/ 30449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57996 w 10678681"/>
              <a:gd name="connsiteY8" fmla="*/ 50836 h 1342734"/>
              <a:gd name="connsiteX9" fmla="*/ 10306667 w 10678681"/>
              <a:gd name="connsiteY9" fmla="*/ 10973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9929077 w 10678681"/>
              <a:gd name="connsiteY13" fmla="*/ 254478 h 1342734"/>
              <a:gd name="connsiteX14" fmla="*/ 9840045 w 10678681"/>
              <a:gd name="connsiteY14" fmla="*/ 223033 h 1342734"/>
              <a:gd name="connsiteX15" fmla="*/ 9679638 w 10678681"/>
              <a:gd name="connsiteY15" fmla="*/ 277462 h 1342734"/>
              <a:gd name="connsiteX16" fmla="*/ 9498347 w 10678681"/>
              <a:gd name="connsiteY16" fmla="*/ 244723 h 1342734"/>
              <a:gd name="connsiteX17" fmla="*/ 9399702 w 10678681"/>
              <a:gd name="connsiteY17" fmla="*/ 276316 h 1342734"/>
              <a:gd name="connsiteX18" fmla="*/ 9378439 w 10678681"/>
              <a:gd name="connsiteY18" fmla="*/ 326244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344233 w 10678681"/>
              <a:gd name="connsiteY30" fmla="*/ 610922 h 1342734"/>
              <a:gd name="connsiteX31" fmla="*/ 8290622 w 10678681"/>
              <a:gd name="connsiteY31" fmla="*/ 622687 h 1342734"/>
              <a:gd name="connsiteX32" fmla="*/ 8086698 w 10678681"/>
              <a:gd name="connsiteY32" fmla="*/ 605185 h 1342734"/>
              <a:gd name="connsiteX33" fmla="*/ 7982378 w 10678681"/>
              <a:gd name="connsiteY33" fmla="*/ 629799 h 1342734"/>
              <a:gd name="connsiteX34" fmla="*/ 7947952 w 10678681"/>
              <a:gd name="connsiteY34" fmla="*/ 648003 h 1342734"/>
              <a:gd name="connsiteX35" fmla="*/ 7890112 w 10678681"/>
              <a:gd name="connsiteY35" fmla="*/ 677915 h 1342734"/>
              <a:gd name="connsiteX36" fmla="*/ 7853284 w 10678681"/>
              <a:gd name="connsiteY36" fmla="*/ 723588 h 1342734"/>
              <a:gd name="connsiteX37" fmla="*/ 7802383 w 10678681"/>
              <a:gd name="connsiteY37" fmla="*/ 739359 h 1342734"/>
              <a:gd name="connsiteX38" fmla="*/ 7730518 w 10678681"/>
              <a:gd name="connsiteY38" fmla="*/ 739526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69396 w 10678681"/>
              <a:gd name="connsiteY45" fmla="*/ 989282 h 1342734"/>
              <a:gd name="connsiteX46" fmla="*/ 7258094 w 10678681"/>
              <a:gd name="connsiteY46" fmla="*/ 990679 h 1342734"/>
              <a:gd name="connsiteX47" fmla="*/ 7257893 w 10678681"/>
              <a:gd name="connsiteY47" fmla="*/ 991204 h 1342734"/>
              <a:gd name="connsiteX48" fmla="*/ 7247153 w 10678681"/>
              <a:gd name="connsiteY48" fmla="*/ 991550 h 1342734"/>
              <a:gd name="connsiteX49" fmla="*/ 7193612 w 10678681"/>
              <a:gd name="connsiteY49" fmla="*/ 987042 h 1342734"/>
              <a:gd name="connsiteX50" fmla="*/ 7132632 w 10678681"/>
              <a:gd name="connsiteY50" fmla="*/ 1042036 h 1342734"/>
              <a:gd name="connsiteX51" fmla="*/ 7105610 w 10678681"/>
              <a:gd name="connsiteY51" fmla="*/ 1053537 h 1342734"/>
              <a:gd name="connsiteX52" fmla="*/ 7069148 w 10678681"/>
              <a:gd name="connsiteY52" fmla="*/ 1047163 h 1342734"/>
              <a:gd name="connsiteX53" fmla="*/ 7039634 w 10678681"/>
              <a:gd name="connsiteY53" fmla="*/ 1059971 h 1342734"/>
              <a:gd name="connsiteX54" fmla="*/ 7033445 w 10678681"/>
              <a:gd name="connsiteY54" fmla="*/ 1063314 h 1342734"/>
              <a:gd name="connsiteX55" fmla="*/ 6999157 w 10678681"/>
              <a:gd name="connsiteY55" fmla="*/ 1055282 h 1342734"/>
              <a:gd name="connsiteX56" fmla="*/ 6981874 w 10678681"/>
              <a:gd name="connsiteY56" fmla="*/ 1053827 h 1342734"/>
              <a:gd name="connsiteX57" fmla="*/ 6976102 w 10678681"/>
              <a:gd name="connsiteY57" fmla="*/ 1047854 h 1342734"/>
              <a:gd name="connsiteX58" fmla="*/ 6951040 w 10678681"/>
              <a:gd name="connsiteY58" fmla="*/ 1048531 h 1342734"/>
              <a:gd name="connsiteX59" fmla="*/ 6948497 w 10678681"/>
              <a:gd name="connsiteY59" fmla="*/ 1050706 h 1342734"/>
              <a:gd name="connsiteX60" fmla="*/ 6926582 w 10678681"/>
              <a:gd name="connsiteY60" fmla="*/ 1043462 h 1342734"/>
              <a:gd name="connsiteX61" fmla="*/ 6833743 w 10678681"/>
              <a:gd name="connsiteY61" fmla="*/ 1027960 h 1342734"/>
              <a:gd name="connsiteX62" fmla="*/ 6687090 w 10678681"/>
              <a:gd name="connsiteY62" fmla="*/ 1063250 h 1342734"/>
              <a:gd name="connsiteX63" fmla="*/ 6437450 w 10678681"/>
              <a:gd name="connsiteY63" fmla="*/ 1101075 h 1342734"/>
              <a:gd name="connsiteX64" fmla="*/ 6327795 w 10678681"/>
              <a:gd name="connsiteY64" fmla="*/ 1088142 h 1342734"/>
              <a:gd name="connsiteX65" fmla="*/ 6136549 w 10678681"/>
              <a:gd name="connsiteY65" fmla="*/ 1100268 h 1342734"/>
              <a:gd name="connsiteX66" fmla="*/ 6004655 w 10678681"/>
              <a:gd name="connsiteY66" fmla="*/ 1114946 h 1342734"/>
              <a:gd name="connsiteX67" fmla="*/ 5936643 w 10678681"/>
              <a:gd name="connsiteY67" fmla="*/ 1095428 h 1342734"/>
              <a:gd name="connsiteX68" fmla="*/ 5912484 w 10678681"/>
              <a:gd name="connsiteY68" fmla="*/ 1112624 h 1342734"/>
              <a:gd name="connsiteX69" fmla="*/ 5908387 w 10678681"/>
              <a:gd name="connsiteY69" fmla="*/ 1116018 h 1342734"/>
              <a:gd name="connsiteX70" fmla="*/ 5890495 w 10678681"/>
              <a:gd name="connsiteY70" fmla="*/ 1120268 h 1342734"/>
              <a:gd name="connsiteX71" fmla="*/ 5887318 w 10678681"/>
              <a:gd name="connsiteY71" fmla="*/ 1133134 h 1342734"/>
              <a:gd name="connsiteX72" fmla="*/ 5861726 w 10678681"/>
              <a:gd name="connsiteY72" fmla="*/ 1147891 h 1342734"/>
              <a:gd name="connsiteX73" fmla="*/ 5805823 w 10678681"/>
              <a:gd name="connsiteY73" fmla="*/ 1152457 h 1342734"/>
              <a:gd name="connsiteX74" fmla="*/ 5689841 w 10678681"/>
              <a:gd name="connsiteY74" fmla="*/ 1176232 h 1342734"/>
              <a:gd name="connsiteX75" fmla="*/ 5605119 w 10678681"/>
              <a:gd name="connsiteY75" fmla="*/ 1190202 h 1342734"/>
              <a:gd name="connsiteX76" fmla="*/ 5488513 w 10678681"/>
              <a:gd name="connsiteY76" fmla="*/ 1205367 h 1342734"/>
              <a:gd name="connsiteX77" fmla="*/ 5402905 w 10678681"/>
              <a:gd name="connsiteY77" fmla="*/ 1241191 h 1342734"/>
              <a:gd name="connsiteX78" fmla="*/ 5285593 w 10678681"/>
              <a:gd name="connsiteY78" fmla="*/ 1273569 h 1342734"/>
              <a:gd name="connsiteX79" fmla="*/ 5192893 w 10678681"/>
              <a:gd name="connsiteY79" fmla="*/ 1247188 h 1342734"/>
              <a:gd name="connsiteX80" fmla="*/ 5186475 w 10678681"/>
              <a:gd name="connsiteY80" fmla="*/ 1257028 h 1342734"/>
              <a:gd name="connsiteX81" fmla="*/ 5126038 w 10678681"/>
              <a:gd name="connsiteY81" fmla="*/ 1263189 h 1342734"/>
              <a:gd name="connsiteX82" fmla="*/ 4894688 w 10678681"/>
              <a:gd name="connsiteY82" fmla="*/ 1247184 h 1342734"/>
              <a:gd name="connsiteX83" fmla="*/ 4788036 w 10678681"/>
              <a:gd name="connsiteY83" fmla="*/ 1238182 h 1342734"/>
              <a:gd name="connsiteX84" fmla="*/ 4747555 w 10678681"/>
              <a:gd name="connsiteY84" fmla="*/ 1252768 h 1342734"/>
              <a:gd name="connsiteX85" fmla="*/ 4679644 w 10678681"/>
              <a:gd name="connsiteY85" fmla="*/ 1276603 h 1342734"/>
              <a:gd name="connsiteX86" fmla="*/ 4632222 w 10678681"/>
              <a:gd name="connsiteY86" fmla="*/ 1318360 h 1342734"/>
              <a:gd name="connsiteX87" fmla="*/ 4617358 w 10678681"/>
              <a:gd name="connsiteY87" fmla="*/ 1327690 h 1342734"/>
              <a:gd name="connsiteX88" fmla="*/ 4589102 w 10678681"/>
              <a:gd name="connsiteY88" fmla="*/ 1321223 h 1342734"/>
              <a:gd name="connsiteX89" fmla="*/ 4578184 w 10678681"/>
              <a:gd name="connsiteY89" fmla="*/ 1326745 h 1342734"/>
              <a:gd name="connsiteX90" fmla="*/ 4574270 w 10678681"/>
              <a:gd name="connsiteY90" fmla="*/ 1325878 h 1342734"/>
              <a:gd name="connsiteX91" fmla="*/ 4564919 w 10678681"/>
              <a:gd name="connsiteY91" fmla="*/ 1325507 h 1342734"/>
              <a:gd name="connsiteX92" fmla="*/ 4566586 w 10678681"/>
              <a:gd name="connsiteY92" fmla="*/ 1316963 h 1342734"/>
              <a:gd name="connsiteX93" fmla="*/ 4556303 w 10678681"/>
              <a:gd name="connsiteY93" fmla="*/ 1300262 h 1342734"/>
              <a:gd name="connsiteX94" fmla="*/ 4502358 w 10678681"/>
              <a:gd name="connsiteY94" fmla="*/ 1302558 h 1342734"/>
              <a:gd name="connsiteX95" fmla="*/ 4498919 w 10678681"/>
              <a:gd name="connsiteY95" fmla="*/ 1312115 h 1342734"/>
              <a:gd name="connsiteX96" fmla="*/ 4492075 w 10678681"/>
              <a:gd name="connsiteY96" fmla="*/ 1313357 h 1342734"/>
              <a:gd name="connsiteX97" fmla="*/ 4487466 w 10678681"/>
              <a:gd name="connsiteY97" fmla="*/ 1304102 h 1342734"/>
              <a:gd name="connsiteX98" fmla="*/ 4398292 w 10678681"/>
              <a:gd name="connsiteY98" fmla="*/ 1278410 h 1342734"/>
              <a:gd name="connsiteX99" fmla="*/ 4306088 w 10678681"/>
              <a:gd name="connsiteY99" fmla="*/ 1282512 h 1342734"/>
              <a:gd name="connsiteX100" fmla="*/ 4188995 w 10678681"/>
              <a:gd name="connsiteY100" fmla="*/ 1296718 h 1342734"/>
              <a:gd name="connsiteX101" fmla="*/ 4136582 w 10678681"/>
              <a:gd name="connsiteY101" fmla="*/ 1287687 h 1342734"/>
              <a:gd name="connsiteX102" fmla="*/ 4064614 w 10678681"/>
              <a:gd name="connsiteY102" fmla="*/ 1296118 h 1342734"/>
              <a:gd name="connsiteX103" fmla="*/ 3900948 w 10678681"/>
              <a:gd name="connsiteY103" fmla="*/ 1322156 h 1342734"/>
              <a:gd name="connsiteX104" fmla="*/ 3787890 w 10678681"/>
              <a:gd name="connsiteY104" fmla="*/ 1322164 h 1342734"/>
              <a:gd name="connsiteX105" fmla="*/ 3745993 w 10678681"/>
              <a:gd name="connsiteY105" fmla="*/ 1342630 h 1342734"/>
              <a:gd name="connsiteX106" fmla="*/ 3675785 w 10678681"/>
              <a:gd name="connsiteY106" fmla="*/ 1326802 h 1342734"/>
              <a:gd name="connsiteX107" fmla="*/ 3623856 w 10678681"/>
              <a:gd name="connsiteY107" fmla="*/ 1290804 h 1342734"/>
              <a:gd name="connsiteX108" fmla="*/ 3564933 w 10678681"/>
              <a:gd name="connsiteY108" fmla="*/ 1287147 h 1342734"/>
              <a:gd name="connsiteX109" fmla="*/ 3550537 w 10678681"/>
              <a:gd name="connsiteY109" fmla="*/ 1317552 h 1342734"/>
              <a:gd name="connsiteX110" fmla="*/ 3487736 w 10678681"/>
              <a:gd name="connsiteY110" fmla="*/ 1303493 h 1342734"/>
              <a:gd name="connsiteX111" fmla="*/ 3392548 w 10678681"/>
              <a:gd name="connsiteY111" fmla="*/ 1278741 h 1342734"/>
              <a:gd name="connsiteX112" fmla="*/ 3337466 w 10678681"/>
              <a:gd name="connsiteY112" fmla="*/ 1272537 h 1342734"/>
              <a:gd name="connsiteX113" fmla="*/ 3175981 w 10678681"/>
              <a:gd name="connsiteY113" fmla="*/ 1208973 h 1342734"/>
              <a:gd name="connsiteX114" fmla="*/ 3036856 w 10678681"/>
              <a:gd name="connsiteY114" fmla="*/ 1214383 h 1342734"/>
              <a:gd name="connsiteX115" fmla="*/ 2824973 w 10678681"/>
              <a:gd name="connsiteY115" fmla="*/ 1134864 h 1342734"/>
              <a:gd name="connsiteX116" fmla="*/ 2804398 w 10678681"/>
              <a:gd name="connsiteY116" fmla="*/ 1125556 h 1342734"/>
              <a:gd name="connsiteX117" fmla="*/ 2736109 w 10678681"/>
              <a:gd name="connsiteY117" fmla="*/ 1137717 h 1342734"/>
              <a:gd name="connsiteX118" fmla="*/ 2659096 w 10678681"/>
              <a:gd name="connsiteY118" fmla="*/ 1150294 h 1342734"/>
              <a:gd name="connsiteX119" fmla="*/ 2567088 w 10678681"/>
              <a:gd name="connsiteY119" fmla="*/ 1181781 h 1342734"/>
              <a:gd name="connsiteX120" fmla="*/ 2454501 w 10678681"/>
              <a:gd name="connsiteY120" fmla="*/ 1155455 h 1342734"/>
              <a:gd name="connsiteX121" fmla="*/ 2385161 w 10678681"/>
              <a:gd name="connsiteY121" fmla="*/ 1161312 h 1342734"/>
              <a:gd name="connsiteX122" fmla="*/ 2273361 w 10678681"/>
              <a:gd name="connsiteY122" fmla="*/ 1134090 h 1342734"/>
              <a:gd name="connsiteX123" fmla="*/ 2132003 w 10678681"/>
              <a:gd name="connsiteY123" fmla="*/ 1139225 h 1342734"/>
              <a:gd name="connsiteX124" fmla="*/ 2041224 w 10678681"/>
              <a:gd name="connsiteY124" fmla="*/ 1147536 h 1342734"/>
              <a:gd name="connsiteX125" fmla="*/ 2010157 w 10678681"/>
              <a:gd name="connsiteY125" fmla="*/ 1152767 h 1342734"/>
              <a:gd name="connsiteX126" fmla="*/ 1859213 w 10678681"/>
              <a:gd name="connsiteY126" fmla="*/ 1199540 h 1342734"/>
              <a:gd name="connsiteX127" fmla="*/ 1735877 w 10678681"/>
              <a:gd name="connsiteY127" fmla="*/ 1246527 h 1342734"/>
              <a:gd name="connsiteX128" fmla="*/ 1705069 w 10678681"/>
              <a:gd name="connsiteY128" fmla="*/ 1251989 h 1342734"/>
              <a:gd name="connsiteX129" fmla="*/ 1307888 w 10678681"/>
              <a:gd name="connsiteY129" fmla="*/ 1283156 h 1342734"/>
              <a:gd name="connsiteX130" fmla="*/ 1220734 w 10678681"/>
              <a:gd name="connsiteY130" fmla="*/ 1257811 h 1342734"/>
              <a:gd name="connsiteX131" fmla="*/ 1021737 w 10678681"/>
              <a:gd name="connsiteY131" fmla="*/ 1238739 h 1342734"/>
              <a:gd name="connsiteX132" fmla="*/ 959820 w 10678681"/>
              <a:gd name="connsiteY132" fmla="*/ 1275863 h 1342734"/>
              <a:gd name="connsiteX133" fmla="*/ 929137 w 10678681"/>
              <a:gd name="connsiteY133" fmla="*/ 1273957 h 1342734"/>
              <a:gd name="connsiteX134" fmla="*/ 878849 w 10678681"/>
              <a:gd name="connsiteY134" fmla="*/ 1266740 h 1342734"/>
              <a:gd name="connsiteX135" fmla="*/ 800667 w 10678681"/>
              <a:gd name="connsiteY135" fmla="*/ 1282041 h 1342734"/>
              <a:gd name="connsiteX136" fmla="*/ 644906 w 10678681"/>
              <a:gd name="connsiteY136" fmla="*/ 1273685 h 1342734"/>
              <a:gd name="connsiteX137" fmla="*/ 379869 w 10678681"/>
              <a:gd name="connsiteY137" fmla="*/ 1339165 h 1342734"/>
              <a:gd name="connsiteX138" fmla="*/ 137696 w 10678681"/>
              <a:gd name="connsiteY138" fmla="*/ 1319217 h 1342734"/>
              <a:gd name="connsiteX139" fmla="*/ 54250 w 10678681"/>
              <a:gd name="connsiteY139" fmla="*/ 1315838 h 1342734"/>
              <a:gd name="connsiteX140" fmla="*/ 28042 w 10678681"/>
              <a:gd name="connsiteY140" fmla="*/ 1297822 h 1342734"/>
              <a:gd name="connsiteX141" fmla="*/ 0 w 10678681"/>
              <a:gd name="connsiteY141" fmla="*/ 1294612 h 1342734"/>
              <a:gd name="connsiteX142" fmla="*/ 0 w 10678681"/>
              <a:gd name="connsiteY142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0605 w 10678681"/>
              <a:gd name="connsiteY4" fmla="*/ 30449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57996 w 10678681"/>
              <a:gd name="connsiteY8" fmla="*/ 50836 h 1342734"/>
              <a:gd name="connsiteX9" fmla="*/ 10244930 w 10678681"/>
              <a:gd name="connsiteY9" fmla="*/ 9459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9929077 w 10678681"/>
              <a:gd name="connsiteY13" fmla="*/ 254478 h 1342734"/>
              <a:gd name="connsiteX14" fmla="*/ 9840045 w 10678681"/>
              <a:gd name="connsiteY14" fmla="*/ 223033 h 1342734"/>
              <a:gd name="connsiteX15" fmla="*/ 9679638 w 10678681"/>
              <a:gd name="connsiteY15" fmla="*/ 277462 h 1342734"/>
              <a:gd name="connsiteX16" fmla="*/ 9498347 w 10678681"/>
              <a:gd name="connsiteY16" fmla="*/ 244723 h 1342734"/>
              <a:gd name="connsiteX17" fmla="*/ 9399702 w 10678681"/>
              <a:gd name="connsiteY17" fmla="*/ 276316 h 1342734"/>
              <a:gd name="connsiteX18" fmla="*/ 9378439 w 10678681"/>
              <a:gd name="connsiteY18" fmla="*/ 326244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344233 w 10678681"/>
              <a:gd name="connsiteY30" fmla="*/ 610922 h 1342734"/>
              <a:gd name="connsiteX31" fmla="*/ 8290622 w 10678681"/>
              <a:gd name="connsiteY31" fmla="*/ 622687 h 1342734"/>
              <a:gd name="connsiteX32" fmla="*/ 8086698 w 10678681"/>
              <a:gd name="connsiteY32" fmla="*/ 605185 h 1342734"/>
              <a:gd name="connsiteX33" fmla="*/ 7982378 w 10678681"/>
              <a:gd name="connsiteY33" fmla="*/ 629799 h 1342734"/>
              <a:gd name="connsiteX34" fmla="*/ 7947952 w 10678681"/>
              <a:gd name="connsiteY34" fmla="*/ 648003 h 1342734"/>
              <a:gd name="connsiteX35" fmla="*/ 7890112 w 10678681"/>
              <a:gd name="connsiteY35" fmla="*/ 677915 h 1342734"/>
              <a:gd name="connsiteX36" fmla="*/ 7853284 w 10678681"/>
              <a:gd name="connsiteY36" fmla="*/ 723588 h 1342734"/>
              <a:gd name="connsiteX37" fmla="*/ 7802383 w 10678681"/>
              <a:gd name="connsiteY37" fmla="*/ 739359 h 1342734"/>
              <a:gd name="connsiteX38" fmla="*/ 7730518 w 10678681"/>
              <a:gd name="connsiteY38" fmla="*/ 739526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69396 w 10678681"/>
              <a:gd name="connsiteY45" fmla="*/ 989282 h 1342734"/>
              <a:gd name="connsiteX46" fmla="*/ 7258094 w 10678681"/>
              <a:gd name="connsiteY46" fmla="*/ 990679 h 1342734"/>
              <a:gd name="connsiteX47" fmla="*/ 7257893 w 10678681"/>
              <a:gd name="connsiteY47" fmla="*/ 991204 h 1342734"/>
              <a:gd name="connsiteX48" fmla="*/ 7247153 w 10678681"/>
              <a:gd name="connsiteY48" fmla="*/ 991550 h 1342734"/>
              <a:gd name="connsiteX49" fmla="*/ 7193612 w 10678681"/>
              <a:gd name="connsiteY49" fmla="*/ 987042 h 1342734"/>
              <a:gd name="connsiteX50" fmla="*/ 7132632 w 10678681"/>
              <a:gd name="connsiteY50" fmla="*/ 1042036 h 1342734"/>
              <a:gd name="connsiteX51" fmla="*/ 7105610 w 10678681"/>
              <a:gd name="connsiteY51" fmla="*/ 1053537 h 1342734"/>
              <a:gd name="connsiteX52" fmla="*/ 7069148 w 10678681"/>
              <a:gd name="connsiteY52" fmla="*/ 1047163 h 1342734"/>
              <a:gd name="connsiteX53" fmla="*/ 7039634 w 10678681"/>
              <a:gd name="connsiteY53" fmla="*/ 1059971 h 1342734"/>
              <a:gd name="connsiteX54" fmla="*/ 7033445 w 10678681"/>
              <a:gd name="connsiteY54" fmla="*/ 1063314 h 1342734"/>
              <a:gd name="connsiteX55" fmla="*/ 6999157 w 10678681"/>
              <a:gd name="connsiteY55" fmla="*/ 1055282 h 1342734"/>
              <a:gd name="connsiteX56" fmla="*/ 6981874 w 10678681"/>
              <a:gd name="connsiteY56" fmla="*/ 1053827 h 1342734"/>
              <a:gd name="connsiteX57" fmla="*/ 6976102 w 10678681"/>
              <a:gd name="connsiteY57" fmla="*/ 1047854 h 1342734"/>
              <a:gd name="connsiteX58" fmla="*/ 6951040 w 10678681"/>
              <a:gd name="connsiteY58" fmla="*/ 1048531 h 1342734"/>
              <a:gd name="connsiteX59" fmla="*/ 6948497 w 10678681"/>
              <a:gd name="connsiteY59" fmla="*/ 1050706 h 1342734"/>
              <a:gd name="connsiteX60" fmla="*/ 6926582 w 10678681"/>
              <a:gd name="connsiteY60" fmla="*/ 1043462 h 1342734"/>
              <a:gd name="connsiteX61" fmla="*/ 6833743 w 10678681"/>
              <a:gd name="connsiteY61" fmla="*/ 1027960 h 1342734"/>
              <a:gd name="connsiteX62" fmla="*/ 6687090 w 10678681"/>
              <a:gd name="connsiteY62" fmla="*/ 1063250 h 1342734"/>
              <a:gd name="connsiteX63" fmla="*/ 6437450 w 10678681"/>
              <a:gd name="connsiteY63" fmla="*/ 1101075 h 1342734"/>
              <a:gd name="connsiteX64" fmla="*/ 6327795 w 10678681"/>
              <a:gd name="connsiteY64" fmla="*/ 1088142 h 1342734"/>
              <a:gd name="connsiteX65" fmla="*/ 6136549 w 10678681"/>
              <a:gd name="connsiteY65" fmla="*/ 1100268 h 1342734"/>
              <a:gd name="connsiteX66" fmla="*/ 6004655 w 10678681"/>
              <a:gd name="connsiteY66" fmla="*/ 1114946 h 1342734"/>
              <a:gd name="connsiteX67" fmla="*/ 5936643 w 10678681"/>
              <a:gd name="connsiteY67" fmla="*/ 1095428 h 1342734"/>
              <a:gd name="connsiteX68" fmla="*/ 5912484 w 10678681"/>
              <a:gd name="connsiteY68" fmla="*/ 1112624 h 1342734"/>
              <a:gd name="connsiteX69" fmla="*/ 5908387 w 10678681"/>
              <a:gd name="connsiteY69" fmla="*/ 1116018 h 1342734"/>
              <a:gd name="connsiteX70" fmla="*/ 5890495 w 10678681"/>
              <a:gd name="connsiteY70" fmla="*/ 1120268 h 1342734"/>
              <a:gd name="connsiteX71" fmla="*/ 5887318 w 10678681"/>
              <a:gd name="connsiteY71" fmla="*/ 1133134 h 1342734"/>
              <a:gd name="connsiteX72" fmla="*/ 5861726 w 10678681"/>
              <a:gd name="connsiteY72" fmla="*/ 1147891 h 1342734"/>
              <a:gd name="connsiteX73" fmla="*/ 5805823 w 10678681"/>
              <a:gd name="connsiteY73" fmla="*/ 1152457 h 1342734"/>
              <a:gd name="connsiteX74" fmla="*/ 5689841 w 10678681"/>
              <a:gd name="connsiteY74" fmla="*/ 1176232 h 1342734"/>
              <a:gd name="connsiteX75" fmla="*/ 5605119 w 10678681"/>
              <a:gd name="connsiteY75" fmla="*/ 1190202 h 1342734"/>
              <a:gd name="connsiteX76" fmla="*/ 5488513 w 10678681"/>
              <a:gd name="connsiteY76" fmla="*/ 1205367 h 1342734"/>
              <a:gd name="connsiteX77" fmla="*/ 5402905 w 10678681"/>
              <a:gd name="connsiteY77" fmla="*/ 1241191 h 1342734"/>
              <a:gd name="connsiteX78" fmla="*/ 5285593 w 10678681"/>
              <a:gd name="connsiteY78" fmla="*/ 1273569 h 1342734"/>
              <a:gd name="connsiteX79" fmla="*/ 5192893 w 10678681"/>
              <a:gd name="connsiteY79" fmla="*/ 1247188 h 1342734"/>
              <a:gd name="connsiteX80" fmla="*/ 5186475 w 10678681"/>
              <a:gd name="connsiteY80" fmla="*/ 1257028 h 1342734"/>
              <a:gd name="connsiteX81" fmla="*/ 5126038 w 10678681"/>
              <a:gd name="connsiteY81" fmla="*/ 1263189 h 1342734"/>
              <a:gd name="connsiteX82" fmla="*/ 4894688 w 10678681"/>
              <a:gd name="connsiteY82" fmla="*/ 1247184 h 1342734"/>
              <a:gd name="connsiteX83" fmla="*/ 4788036 w 10678681"/>
              <a:gd name="connsiteY83" fmla="*/ 1238182 h 1342734"/>
              <a:gd name="connsiteX84" fmla="*/ 4747555 w 10678681"/>
              <a:gd name="connsiteY84" fmla="*/ 1252768 h 1342734"/>
              <a:gd name="connsiteX85" fmla="*/ 4679644 w 10678681"/>
              <a:gd name="connsiteY85" fmla="*/ 1276603 h 1342734"/>
              <a:gd name="connsiteX86" fmla="*/ 4632222 w 10678681"/>
              <a:gd name="connsiteY86" fmla="*/ 1318360 h 1342734"/>
              <a:gd name="connsiteX87" fmla="*/ 4617358 w 10678681"/>
              <a:gd name="connsiteY87" fmla="*/ 1327690 h 1342734"/>
              <a:gd name="connsiteX88" fmla="*/ 4589102 w 10678681"/>
              <a:gd name="connsiteY88" fmla="*/ 1321223 h 1342734"/>
              <a:gd name="connsiteX89" fmla="*/ 4578184 w 10678681"/>
              <a:gd name="connsiteY89" fmla="*/ 1326745 h 1342734"/>
              <a:gd name="connsiteX90" fmla="*/ 4574270 w 10678681"/>
              <a:gd name="connsiteY90" fmla="*/ 1325878 h 1342734"/>
              <a:gd name="connsiteX91" fmla="*/ 4564919 w 10678681"/>
              <a:gd name="connsiteY91" fmla="*/ 1325507 h 1342734"/>
              <a:gd name="connsiteX92" fmla="*/ 4566586 w 10678681"/>
              <a:gd name="connsiteY92" fmla="*/ 1316963 h 1342734"/>
              <a:gd name="connsiteX93" fmla="*/ 4556303 w 10678681"/>
              <a:gd name="connsiteY93" fmla="*/ 1300262 h 1342734"/>
              <a:gd name="connsiteX94" fmla="*/ 4502358 w 10678681"/>
              <a:gd name="connsiteY94" fmla="*/ 1302558 h 1342734"/>
              <a:gd name="connsiteX95" fmla="*/ 4498919 w 10678681"/>
              <a:gd name="connsiteY95" fmla="*/ 1312115 h 1342734"/>
              <a:gd name="connsiteX96" fmla="*/ 4492075 w 10678681"/>
              <a:gd name="connsiteY96" fmla="*/ 1313357 h 1342734"/>
              <a:gd name="connsiteX97" fmla="*/ 4487466 w 10678681"/>
              <a:gd name="connsiteY97" fmla="*/ 1304102 h 1342734"/>
              <a:gd name="connsiteX98" fmla="*/ 4398292 w 10678681"/>
              <a:gd name="connsiteY98" fmla="*/ 1278410 h 1342734"/>
              <a:gd name="connsiteX99" fmla="*/ 4306088 w 10678681"/>
              <a:gd name="connsiteY99" fmla="*/ 1282512 h 1342734"/>
              <a:gd name="connsiteX100" fmla="*/ 4188995 w 10678681"/>
              <a:gd name="connsiteY100" fmla="*/ 1296718 h 1342734"/>
              <a:gd name="connsiteX101" fmla="*/ 4136582 w 10678681"/>
              <a:gd name="connsiteY101" fmla="*/ 1287687 h 1342734"/>
              <a:gd name="connsiteX102" fmla="*/ 4064614 w 10678681"/>
              <a:gd name="connsiteY102" fmla="*/ 1296118 h 1342734"/>
              <a:gd name="connsiteX103" fmla="*/ 3900948 w 10678681"/>
              <a:gd name="connsiteY103" fmla="*/ 1322156 h 1342734"/>
              <a:gd name="connsiteX104" fmla="*/ 3787890 w 10678681"/>
              <a:gd name="connsiteY104" fmla="*/ 1322164 h 1342734"/>
              <a:gd name="connsiteX105" fmla="*/ 3745993 w 10678681"/>
              <a:gd name="connsiteY105" fmla="*/ 1342630 h 1342734"/>
              <a:gd name="connsiteX106" fmla="*/ 3675785 w 10678681"/>
              <a:gd name="connsiteY106" fmla="*/ 1326802 h 1342734"/>
              <a:gd name="connsiteX107" fmla="*/ 3623856 w 10678681"/>
              <a:gd name="connsiteY107" fmla="*/ 1290804 h 1342734"/>
              <a:gd name="connsiteX108" fmla="*/ 3564933 w 10678681"/>
              <a:gd name="connsiteY108" fmla="*/ 1287147 h 1342734"/>
              <a:gd name="connsiteX109" fmla="*/ 3550537 w 10678681"/>
              <a:gd name="connsiteY109" fmla="*/ 1317552 h 1342734"/>
              <a:gd name="connsiteX110" fmla="*/ 3487736 w 10678681"/>
              <a:gd name="connsiteY110" fmla="*/ 1303493 h 1342734"/>
              <a:gd name="connsiteX111" fmla="*/ 3392548 w 10678681"/>
              <a:gd name="connsiteY111" fmla="*/ 1278741 h 1342734"/>
              <a:gd name="connsiteX112" fmla="*/ 3337466 w 10678681"/>
              <a:gd name="connsiteY112" fmla="*/ 1272537 h 1342734"/>
              <a:gd name="connsiteX113" fmla="*/ 3175981 w 10678681"/>
              <a:gd name="connsiteY113" fmla="*/ 1208973 h 1342734"/>
              <a:gd name="connsiteX114" fmla="*/ 3036856 w 10678681"/>
              <a:gd name="connsiteY114" fmla="*/ 1214383 h 1342734"/>
              <a:gd name="connsiteX115" fmla="*/ 2824973 w 10678681"/>
              <a:gd name="connsiteY115" fmla="*/ 1134864 h 1342734"/>
              <a:gd name="connsiteX116" fmla="*/ 2804398 w 10678681"/>
              <a:gd name="connsiteY116" fmla="*/ 1125556 h 1342734"/>
              <a:gd name="connsiteX117" fmla="*/ 2736109 w 10678681"/>
              <a:gd name="connsiteY117" fmla="*/ 1137717 h 1342734"/>
              <a:gd name="connsiteX118" fmla="*/ 2659096 w 10678681"/>
              <a:gd name="connsiteY118" fmla="*/ 1150294 h 1342734"/>
              <a:gd name="connsiteX119" fmla="*/ 2567088 w 10678681"/>
              <a:gd name="connsiteY119" fmla="*/ 1181781 h 1342734"/>
              <a:gd name="connsiteX120" fmla="*/ 2454501 w 10678681"/>
              <a:gd name="connsiteY120" fmla="*/ 1155455 h 1342734"/>
              <a:gd name="connsiteX121" fmla="*/ 2385161 w 10678681"/>
              <a:gd name="connsiteY121" fmla="*/ 1161312 h 1342734"/>
              <a:gd name="connsiteX122" fmla="*/ 2273361 w 10678681"/>
              <a:gd name="connsiteY122" fmla="*/ 1134090 h 1342734"/>
              <a:gd name="connsiteX123" fmla="*/ 2132003 w 10678681"/>
              <a:gd name="connsiteY123" fmla="*/ 1139225 h 1342734"/>
              <a:gd name="connsiteX124" fmla="*/ 2041224 w 10678681"/>
              <a:gd name="connsiteY124" fmla="*/ 1147536 h 1342734"/>
              <a:gd name="connsiteX125" fmla="*/ 2010157 w 10678681"/>
              <a:gd name="connsiteY125" fmla="*/ 1152767 h 1342734"/>
              <a:gd name="connsiteX126" fmla="*/ 1859213 w 10678681"/>
              <a:gd name="connsiteY126" fmla="*/ 1199540 h 1342734"/>
              <a:gd name="connsiteX127" fmla="*/ 1735877 w 10678681"/>
              <a:gd name="connsiteY127" fmla="*/ 1246527 h 1342734"/>
              <a:gd name="connsiteX128" fmla="*/ 1705069 w 10678681"/>
              <a:gd name="connsiteY128" fmla="*/ 1251989 h 1342734"/>
              <a:gd name="connsiteX129" fmla="*/ 1307888 w 10678681"/>
              <a:gd name="connsiteY129" fmla="*/ 1283156 h 1342734"/>
              <a:gd name="connsiteX130" fmla="*/ 1220734 w 10678681"/>
              <a:gd name="connsiteY130" fmla="*/ 1257811 h 1342734"/>
              <a:gd name="connsiteX131" fmla="*/ 1021737 w 10678681"/>
              <a:gd name="connsiteY131" fmla="*/ 1238739 h 1342734"/>
              <a:gd name="connsiteX132" fmla="*/ 959820 w 10678681"/>
              <a:gd name="connsiteY132" fmla="*/ 1275863 h 1342734"/>
              <a:gd name="connsiteX133" fmla="*/ 929137 w 10678681"/>
              <a:gd name="connsiteY133" fmla="*/ 1273957 h 1342734"/>
              <a:gd name="connsiteX134" fmla="*/ 878849 w 10678681"/>
              <a:gd name="connsiteY134" fmla="*/ 1266740 h 1342734"/>
              <a:gd name="connsiteX135" fmla="*/ 800667 w 10678681"/>
              <a:gd name="connsiteY135" fmla="*/ 1282041 h 1342734"/>
              <a:gd name="connsiteX136" fmla="*/ 644906 w 10678681"/>
              <a:gd name="connsiteY136" fmla="*/ 1273685 h 1342734"/>
              <a:gd name="connsiteX137" fmla="*/ 379869 w 10678681"/>
              <a:gd name="connsiteY137" fmla="*/ 1339165 h 1342734"/>
              <a:gd name="connsiteX138" fmla="*/ 137696 w 10678681"/>
              <a:gd name="connsiteY138" fmla="*/ 1319217 h 1342734"/>
              <a:gd name="connsiteX139" fmla="*/ 54250 w 10678681"/>
              <a:gd name="connsiteY139" fmla="*/ 1315838 h 1342734"/>
              <a:gd name="connsiteX140" fmla="*/ 28042 w 10678681"/>
              <a:gd name="connsiteY140" fmla="*/ 1297822 h 1342734"/>
              <a:gd name="connsiteX141" fmla="*/ 0 w 10678681"/>
              <a:gd name="connsiteY141" fmla="*/ 1294612 h 1342734"/>
              <a:gd name="connsiteX142" fmla="*/ 0 w 10678681"/>
              <a:gd name="connsiteY142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0605 w 10678681"/>
              <a:gd name="connsiteY4" fmla="*/ 30449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41159 w 10678681"/>
              <a:gd name="connsiteY8" fmla="*/ 103824 h 1342734"/>
              <a:gd name="connsiteX9" fmla="*/ 10244930 w 10678681"/>
              <a:gd name="connsiteY9" fmla="*/ 9459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9929077 w 10678681"/>
              <a:gd name="connsiteY13" fmla="*/ 254478 h 1342734"/>
              <a:gd name="connsiteX14" fmla="*/ 9840045 w 10678681"/>
              <a:gd name="connsiteY14" fmla="*/ 223033 h 1342734"/>
              <a:gd name="connsiteX15" fmla="*/ 9679638 w 10678681"/>
              <a:gd name="connsiteY15" fmla="*/ 277462 h 1342734"/>
              <a:gd name="connsiteX16" fmla="*/ 9498347 w 10678681"/>
              <a:gd name="connsiteY16" fmla="*/ 244723 h 1342734"/>
              <a:gd name="connsiteX17" fmla="*/ 9399702 w 10678681"/>
              <a:gd name="connsiteY17" fmla="*/ 276316 h 1342734"/>
              <a:gd name="connsiteX18" fmla="*/ 9378439 w 10678681"/>
              <a:gd name="connsiteY18" fmla="*/ 326244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344233 w 10678681"/>
              <a:gd name="connsiteY30" fmla="*/ 610922 h 1342734"/>
              <a:gd name="connsiteX31" fmla="*/ 8290622 w 10678681"/>
              <a:gd name="connsiteY31" fmla="*/ 622687 h 1342734"/>
              <a:gd name="connsiteX32" fmla="*/ 8086698 w 10678681"/>
              <a:gd name="connsiteY32" fmla="*/ 605185 h 1342734"/>
              <a:gd name="connsiteX33" fmla="*/ 7982378 w 10678681"/>
              <a:gd name="connsiteY33" fmla="*/ 629799 h 1342734"/>
              <a:gd name="connsiteX34" fmla="*/ 7947952 w 10678681"/>
              <a:gd name="connsiteY34" fmla="*/ 648003 h 1342734"/>
              <a:gd name="connsiteX35" fmla="*/ 7890112 w 10678681"/>
              <a:gd name="connsiteY35" fmla="*/ 677915 h 1342734"/>
              <a:gd name="connsiteX36" fmla="*/ 7853284 w 10678681"/>
              <a:gd name="connsiteY36" fmla="*/ 723588 h 1342734"/>
              <a:gd name="connsiteX37" fmla="*/ 7802383 w 10678681"/>
              <a:gd name="connsiteY37" fmla="*/ 739359 h 1342734"/>
              <a:gd name="connsiteX38" fmla="*/ 7730518 w 10678681"/>
              <a:gd name="connsiteY38" fmla="*/ 739526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69396 w 10678681"/>
              <a:gd name="connsiteY45" fmla="*/ 989282 h 1342734"/>
              <a:gd name="connsiteX46" fmla="*/ 7258094 w 10678681"/>
              <a:gd name="connsiteY46" fmla="*/ 990679 h 1342734"/>
              <a:gd name="connsiteX47" fmla="*/ 7257893 w 10678681"/>
              <a:gd name="connsiteY47" fmla="*/ 991204 h 1342734"/>
              <a:gd name="connsiteX48" fmla="*/ 7247153 w 10678681"/>
              <a:gd name="connsiteY48" fmla="*/ 991550 h 1342734"/>
              <a:gd name="connsiteX49" fmla="*/ 7193612 w 10678681"/>
              <a:gd name="connsiteY49" fmla="*/ 987042 h 1342734"/>
              <a:gd name="connsiteX50" fmla="*/ 7132632 w 10678681"/>
              <a:gd name="connsiteY50" fmla="*/ 1042036 h 1342734"/>
              <a:gd name="connsiteX51" fmla="*/ 7105610 w 10678681"/>
              <a:gd name="connsiteY51" fmla="*/ 1053537 h 1342734"/>
              <a:gd name="connsiteX52" fmla="*/ 7069148 w 10678681"/>
              <a:gd name="connsiteY52" fmla="*/ 1047163 h 1342734"/>
              <a:gd name="connsiteX53" fmla="*/ 7039634 w 10678681"/>
              <a:gd name="connsiteY53" fmla="*/ 1059971 h 1342734"/>
              <a:gd name="connsiteX54" fmla="*/ 7033445 w 10678681"/>
              <a:gd name="connsiteY54" fmla="*/ 1063314 h 1342734"/>
              <a:gd name="connsiteX55" fmla="*/ 6999157 w 10678681"/>
              <a:gd name="connsiteY55" fmla="*/ 1055282 h 1342734"/>
              <a:gd name="connsiteX56" fmla="*/ 6981874 w 10678681"/>
              <a:gd name="connsiteY56" fmla="*/ 1053827 h 1342734"/>
              <a:gd name="connsiteX57" fmla="*/ 6976102 w 10678681"/>
              <a:gd name="connsiteY57" fmla="*/ 1047854 h 1342734"/>
              <a:gd name="connsiteX58" fmla="*/ 6951040 w 10678681"/>
              <a:gd name="connsiteY58" fmla="*/ 1048531 h 1342734"/>
              <a:gd name="connsiteX59" fmla="*/ 6948497 w 10678681"/>
              <a:gd name="connsiteY59" fmla="*/ 1050706 h 1342734"/>
              <a:gd name="connsiteX60" fmla="*/ 6926582 w 10678681"/>
              <a:gd name="connsiteY60" fmla="*/ 1043462 h 1342734"/>
              <a:gd name="connsiteX61" fmla="*/ 6833743 w 10678681"/>
              <a:gd name="connsiteY61" fmla="*/ 1027960 h 1342734"/>
              <a:gd name="connsiteX62" fmla="*/ 6687090 w 10678681"/>
              <a:gd name="connsiteY62" fmla="*/ 1063250 h 1342734"/>
              <a:gd name="connsiteX63" fmla="*/ 6437450 w 10678681"/>
              <a:gd name="connsiteY63" fmla="*/ 1101075 h 1342734"/>
              <a:gd name="connsiteX64" fmla="*/ 6327795 w 10678681"/>
              <a:gd name="connsiteY64" fmla="*/ 1088142 h 1342734"/>
              <a:gd name="connsiteX65" fmla="*/ 6136549 w 10678681"/>
              <a:gd name="connsiteY65" fmla="*/ 1100268 h 1342734"/>
              <a:gd name="connsiteX66" fmla="*/ 6004655 w 10678681"/>
              <a:gd name="connsiteY66" fmla="*/ 1114946 h 1342734"/>
              <a:gd name="connsiteX67" fmla="*/ 5936643 w 10678681"/>
              <a:gd name="connsiteY67" fmla="*/ 1095428 h 1342734"/>
              <a:gd name="connsiteX68" fmla="*/ 5912484 w 10678681"/>
              <a:gd name="connsiteY68" fmla="*/ 1112624 h 1342734"/>
              <a:gd name="connsiteX69" fmla="*/ 5908387 w 10678681"/>
              <a:gd name="connsiteY69" fmla="*/ 1116018 h 1342734"/>
              <a:gd name="connsiteX70" fmla="*/ 5890495 w 10678681"/>
              <a:gd name="connsiteY70" fmla="*/ 1120268 h 1342734"/>
              <a:gd name="connsiteX71" fmla="*/ 5887318 w 10678681"/>
              <a:gd name="connsiteY71" fmla="*/ 1133134 h 1342734"/>
              <a:gd name="connsiteX72" fmla="*/ 5861726 w 10678681"/>
              <a:gd name="connsiteY72" fmla="*/ 1147891 h 1342734"/>
              <a:gd name="connsiteX73" fmla="*/ 5805823 w 10678681"/>
              <a:gd name="connsiteY73" fmla="*/ 1152457 h 1342734"/>
              <a:gd name="connsiteX74" fmla="*/ 5689841 w 10678681"/>
              <a:gd name="connsiteY74" fmla="*/ 1176232 h 1342734"/>
              <a:gd name="connsiteX75" fmla="*/ 5605119 w 10678681"/>
              <a:gd name="connsiteY75" fmla="*/ 1190202 h 1342734"/>
              <a:gd name="connsiteX76" fmla="*/ 5488513 w 10678681"/>
              <a:gd name="connsiteY76" fmla="*/ 1205367 h 1342734"/>
              <a:gd name="connsiteX77" fmla="*/ 5402905 w 10678681"/>
              <a:gd name="connsiteY77" fmla="*/ 1241191 h 1342734"/>
              <a:gd name="connsiteX78" fmla="*/ 5285593 w 10678681"/>
              <a:gd name="connsiteY78" fmla="*/ 1273569 h 1342734"/>
              <a:gd name="connsiteX79" fmla="*/ 5192893 w 10678681"/>
              <a:gd name="connsiteY79" fmla="*/ 1247188 h 1342734"/>
              <a:gd name="connsiteX80" fmla="*/ 5186475 w 10678681"/>
              <a:gd name="connsiteY80" fmla="*/ 1257028 h 1342734"/>
              <a:gd name="connsiteX81" fmla="*/ 5126038 w 10678681"/>
              <a:gd name="connsiteY81" fmla="*/ 1263189 h 1342734"/>
              <a:gd name="connsiteX82" fmla="*/ 4894688 w 10678681"/>
              <a:gd name="connsiteY82" fmla="*/ 1247184 h 1342734"/>
              <a:gd name="connsiteX83" fmla="*/ 4788036 w 10678681"/>
              <a:gd name="connsiteY83" fmla="*/ 1238182 h 1342734"/>
              <a:gd name="connsiteX84" fmla="*/ 4747555 w 10678681"/>
              <a:gd name="connsiteY84" fmla="*/ 1252768 h 1342734"/>
              <a:gd name="connsiteX85" fmla="*/ 4679644 w 10678681"/>
              <a:gd name="connsiteY85" fmla="*/ 1276603 h 1342734"/>
              <a:gd name="connsiteX86" fmla="*/ 4632222 w 10678681"/>
              <a:gd name="connsiteY86" fmla="*/ 1318360 h 1342734"/>
              <a:gd name="connsiteX87" fmla="*/ 4617358 w 10678681"/>
              <a:gd name="connsiteY87" fmla="*/ 1327690 h 1342734"/>
              <a:gd name="connsiteX88" fmla="*/ 4589102 w 10678681"/>
              <a:gd name="connsiteY88" fmla="*/ 1321223 h 1342734"/>
              <a:gd name="connsiteX89" fmla="*/ 4578184 w 10678681"/>
              <a:gd name="connsiteY89" fmla="*/ 1326745 h 1342734"/>
              <a:gd name="connsiteX90" fmla="*/ 4574270 w 10678681"/>
              <a:gd name="connsiteY90" fmla="*/ 1325878 h 1342734"/>
              <a:gd name="connsiteX91" fmla="*/ 4564919 w 10678681"/>
              <a:gd name="connsiteY91" fmla="*/ 1325507 h 1342734"/>
              <a:gd name="connsiteX92" fmla="*/ 4566586 w 10678681"/>
              <a:gd name="connsiteY92" fmla="*/ 1316963 h 1342734"/>
              <a:gd name="connsiteX93" fmla="*/ 4556303 w 10678681"/>
              <a:gd name="connsiteY93" fmla="*/ 1300262 h 1342734"/>
              <a:gd name="connsiteX94" fmla="*/ 4502358 w 10678681"/>
              <a:gd name="connsiteY94" fmla="*/ 1302558 h 1342734"/>
              <a:gd name="connsiteX95" fmla="*/ 4498919 w 10678681"/>
              <a:gd name="connsiteY95" fmla="*/ 1312115 h 1342734"/>
              <a:gd name="connsiteX96" fmla="*/ 4492075 w 10678681"/>
              <a:gd name="connsiteY96" fmla="*/ 1313357 h 1342734"/>
              <a:gd name="connsiteX97" fmla="*/ 4487466 w 10678681"/>
              <a:gd name="connsiteY97" fmla="*/ 1304102 h 1342734"/>
              <a:gd name="connsiteX98" fmla="*/ 4398292 w 10678681"/>
              <a:gd name="connsiteY98" fmla="*/ 1278410 h 1342734"/>
              <a:gd name="connsiteX99" fmla="*/ 4306088 w 10678681"/>
              <a:gd name="connsiteY99" fmla="*/ 1282512 h 1342734"/>
              <a:gd name="connsiteX100" fmla="*/ 4188995 w 10678681"/>
              <a:gd name="connsiteY100" fmla="*/ 1296718 h 1342734"/>
              <a:gd name="connsiteX101" fmla="*/ 4136582 w 10678681"/>
              <a:gd name="connsiteY101" fmla="*/ 1287687 h 1342734"/>
              <a:gd name="connsiteX102" fmla="*/ 4064614 w 10678681"/>
              <a:gd name="connsiteY102" fmla="*/ 1296118 h 1342734"/>
              <a:gd name="connsiteX103" fmla="*/ 3900948 w 10678681"/>
              <a:gd name="connsiteY103" fmla="*/ 1322156 h 1342734"/>
              <a:gd name="connsiteX104" fmla="*/ 3787890 w 10678681"/>
              <a:gd name="connsiteY104" fmla="*/ 1322164 h 1342734"/>
              <a:gd name="connsiteX105" fmla="*/ 3745993 w 10678681"/>
              <a:gd name="connsiteY105" fmla="*/ 1342630 h 1342734"/>
              <a:gd name="connsiteX106" fmla="*/ 3675785 w 10678681"/>
              <a:gd name="connsiteY106" fmla="*/ 1326802 h 1342734"/>
              <a:gd name="connsiteX107" fmla="*/ 3623856 w 10678681"/>
              <a:gd name="connsiteY107" fmla="*/ 1290804 h 1342734"/>
              <a:gd name="connsiteX108" fmla="*/ 3564933 w 10678681"/>
              <a:gd name="connsiteY108" fmla="*/ 1287147 h 1342734"/>
              <a:gd name="connsiteX109" fmla="*/ 3550537 w 10678681"/>
              <a:gd name="connsiteY109" fmla="*/ 1317552 h 1342734"/>
              <a:gd name="connsiteX110" fmla="*/ 3487736 w 10678681"/>
              <a:gd name="connsiteY110" fmla="*/ 1303493 h 1342734"/>
              <a:gd name="connsiteX111" fmla="*/ 3392548 w 10678681"/>
              <a:gd name="connsiteY111" fmla="*/ 1278741 h 1342734"/>
              <a:gd name="connsiteX112" fmla="*/ 3337466 w 10678681"/>
              <a:gd name="connsiteY112" fmla="*/ 1272537 h 1342734"/>
              <a:gd name="connsiteX113" fmla="*/ 3175981 w 10678681"/>
              <a:gd name="connsiteY113" fmla="*/ 1208973 h 1342734"/>
              <a:gd name="connsiteX114" fmla="*/ 3036856 w 10678681"/>
              <a:gd name="connsiteY114" fmla="*/ 1214383 h 1342734"/>
              <a:gd name="connsiteX115" fmla="*/ 2824973 w 10678681"/>
              <a:gd name="connsiteY115" fmla="*/ 1134864 h 1342734"/>
              <a:gd name="connsiteX116" fmla="*/ 2804398 w 10678681"/>
              <a:gd name="connsiteY116" fmla="*/ 1125556 h 1342734"/>
              <a:gd name="connsiteX117" fmla="*/ 2736109 w 10678681"/>
              <a:gd name="connsiteY117" fmla="*/ 1137717 h 1342734"/>
              <a:gd name="connsiteX118" fmla="*/ 2659096 w 10678681"/>
              <a:gd name="connsiteY118" fmla="*/ 1150294 h 1342734"/>
              <a:gd name="connsiteX119" fmla="*/ 2567088 w 10678681"/>
              <a:gd name="connsiteY119" fmla="*/ 1181781 h 1342734"/>
              <a:gd name="connsiteX120" fmla="*/ 2454501 w 10678681"/>
              <a:gd name="connsiteY120" fmla="*/ 1155455 h 1342734"/>
              <a:gd name="connsiteX121" fmla="*/ 2385161 w 10678681"/>
              <a:gd name="connsiteY121" fmla="*/ 1161312 h 1342734"/>
              <a:gd name="connsiteX122" fmla="*/ 2273361 w 10678681"/>
              <a:gd name="connsiteY122" fmla="*/ 1134090 h 1342734"/>
              <a:gd name="connsiteX123" fmla="*/ 2132003 w 10678681"/>
              <a:gd name="connsiteY123" fmla="*/ 1139225 h 1342734"/>
              <a:gd name="connsiteX124" fmla="*/ 2041224 w 10678681"/>
              <a:gd name="connsiteY124" fmla="*/ 1147536 h 1342734"/>
              <a:gd name="connsiteX125" fmla="*/ 2010157 w 10678681"/>
              <a:gd name="connsiteY125" fmla="*/ 1152767 h 1342734"/>
              <a:gd name="connsiteX126" fmla="*/ 1859213 w 10678681"/>
              <a:gd name="connsiteY126" fmla="*/ 1199540 h 1342734"/>
              <a:gd name="connsiteX127" fmla="*/ 1735877 w 10678681"/>
              <a:gd name="connsiteY127" fmla="*/ 1246527 h 1342734"/>
              <a:gd name="connsiteX128" fmla="*/ 1705069 w 10678681"/>
              <a:gd name="connsiteY128" fmla="*/ 1251989 h 1342734"/>
              <a:gd name="connsiteX129" fmla="*/ 1307888 w 10678681"/>
              <a:gd name="connsiteY129" fmla="*/ 1283156 h 1342734"/>
              <a:gd name="connsiteX130" fmla="*/ 1220734 w 10678681"/>
              <a:gd name="connsiteY130" fmla="*/ 1257811 h 1342734"/>
              <a:gd name="connsiteX131" fmla="*/ 1021737 w 10678681"/>
              <a:gd name="connsiteY131" fmla="*/ 1238739 h 1342734"/>
              <a:gd name="connsiteX132" fmla="*/ 959820 w 10678681"/>
              <a:gd name="connsiteY132" fmla="*/ 1275863 h 1342734"/>
              <a:gd name="connsiteX133" fmla="*/ 929137 w 10678681"/>
              <a:gd name="connsiteY133" fmla="*/ 1273957 h 1342734"/>
              <a:gd name="connsiteX134" fmla="*/ 878849 w 10678681"/>
              <a:gd name="connsiteY134" fmla="*/ 1266740 h 1342734"/>
              <a:gd name="connsiteX135" fmla="*/ 800667 w 10678681"/>
              <a:gd name="connsiteY135" fmla="*/ 1282041 h 1342734"/>
              <a:gd name="connsiteX136" fmla="*/ 644906 w 10678681"/>
              <a:gd name="connsiteY136" fmla="*/ 1273685 h 1342734"/>
              <a:gd name="connsiteX137" fmla="*/ 379869 w 10678681"/>
              <a:gd name="connsiteY137" fmla="*/ 1339165 h 1342734"/>
              <a:gd name="connsiteX138" fmla="*/ 137696 w 10678681"/>
              <a:gd name="connsiteY138" fmla="*/ 1319217 h 1342734"/>
              <a:gd name="connsiteX139" fmla="*/ 54250 w 10678681"/>
              <a:gd name="connsiteY139" fmla="*/ 1315838 h 1342734"/>
              <a:gd name="connsiteX140" fmla="*/ 28042 w 10678681"/>
              <a:gd name="connsiteY140" fmla="*/ 1297822 h 1342734"/>
              <a:gd name="connsiteX141" fmla="*/ 0 w 10678681"/>
              <a:gd name="connsiteY141" fmla="*/ 1294612 h 1342734"/>
              <a:gd name="connsiteX142" fmla="*/ 0 w 10678681"/>
              <a:gd name="connsiteY142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6219 w 10678681"/>
              <a:gd name="connsiteY4" fmla="*/ 45588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41159 w 10678681"/>
              <a:gd name="connsiteY8" fmla="*/ 103824 h 1342734"/>
              <a:gd name="connsiteX9" fmla="*/ 10244930 w 10678681"/>
              <a:gd name="connsiteY9" fmla="*/ 9459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9929077 w 10678681"/>
              <a:gd name="connsiteY13" fmla="*/ 254478 h 1342734"/>
              <a:gd name="connsiteX14" fmla="*/ 9840045 w 10678681"/>
              <a:gd name="connsiteY14" fmla="*/ 223033 h 1342734"/>
              <a:gd name="connsiteX15" fmla="*/ 9679638 w 10678681"/>
              <a:gd name="connsiteY15" fmla="*/ 277462 h 1342734"/>
              <a:gd name="connsiteX16" fmla="*/ 9498347 w 10678681"/>
              <a:gd name="connsiteY16" fmla="*/ 244723 h 1342734"/>
              <a:gd name="connsiteX17" fmla="*/ 9399702 w 10678681"/>
              <a:gd name="connsiteY17" fmla="*/ 276316 h 1342734"/>
              <a:gd name="connsiteX18" fmla="*/ 9378439 w 10678681"/>
              <a:gd name="connsiteY18" fmla="*/ 326244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344233 w 10678681"/>
              <a:gd name="connsiteY30" fmla="*/ 610922 h 1342734"/>
              <a:gd name="connsiteX31" fmla="*/ 8290622 w 10678681"/>
              <a:gd name="connsiteY31" fmla="*/ 622687 h 1342734"/>
              <a:gd name="connsiteX32" fmla="*/ 8086698 w 10678681"/>
              <a:gd name="connsiteY32" fmla="*/ 605185 h 1342734"/>
              <a:gd name="connsiteX33" fmla="*/ 7982378 w 10678681"/>
              <a:gd name="connsiteY33" fmla="*/ 629799 h 1342734"/>
              <a:gd name="connsiteX34" fmla="*/ 7947952 w 10678681"/>
              <a:gd name="connsiteY34" fmla="*/ 648003 h 1342734"/>
              <a:gd name="connsiteX35" fmla="*/ 7890112 w 10678681"/>
              <a:gd name="connsiteY35" fmla="*/ 677915 h 1342734"/>
              <a:gd name="connsiteX36" fmla="*/ 7853284 w 10678681"/>
              <a:gd name="connsiteY36" fmla="*/ 723588 h 1342734"/>
              <a:gd name="connsiteX37" fmla="*/ 7802383 w 10678681"/>
              <a:gd name="connsiteY37" fmla="*/ 739359 h 1342734"/>
              <a:gd name="connsiteX38" fmla="*/ 7730518 w 10678681"/>
              <a:gd name="connsiteY38" fmla="*/ 739526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69396 w 10678681"/>
              <a:gd name="connsiteY45" fmla="*/ 989282 h 1342734"/>
              <a:gd name="connsiteX46" fmla="*/ 7258094 w 10678681"/>
              <a:gd name="connsiteY46" fmla="*/ 990679 h 1342734"/>
              <a:gd name="connsiteX47" fmla="*/ 7257893 w 10678681"/>
              <a:gd name="connsiteY47" fmla="*/ 991204 h 1342734"/>
              <a:gd name="connsiteX48" fmla="*/ 7247153 w 10678681"/>
              <a:gd name="connsiteY48" fmla="*/ 991550 h 1342734"/>
              <a:gd name="connsiteX49" fmla="*/ 7193612 w 10678681"/>
              <a:gd name="connsiteY49" fmla="*/ 987042 h 1342734"/>
              <a:gd name="connsiteX50" fmla="*/ 7132632 w 10678681"/>
              <a:gd name="connsiteY50" fmla="*/ 1042036 h 1342734"/>
              <a:gd name="connsiteX51" fmla="*/ 7105610 w 10678681"/>
              <a:gd name="connsiteY51" fmla="*/ 1053537 h 1342734"/>
              <a:gd name="connsiteX52" fmla="*/ 7069148 w 10678681"/>
              <a:gd name="connsiteY52" fmla="*/ 1047163 h 1342734"/>
              <a:gd name="connsiteX53" fmla="*/ 7039634 w 10678681"/>
              <a:gd name="connsiteY53" fmla="*/ 1059971 h 1342734"/>
              <a:gd name="connsiteX54" fmla="*/ 7033445 w 10678681"/>
              <a:gd name="connsiteY54" fmla="*/ 1063314 h 1342734"/>
              <a:gd name="connsiteX55" fmla="*/ 6999157 w 10678681"/>
              <a:gd name="connsiteY55" fmla="*/ 1055282 h 1342734"/>
              <a:gd name="connsiteX56" fmla="*/ 6981874 w 10678681"/>
              <a:gd name="connsiteY56" fmla="*/ 1053827 h 1342734"/>
              <a:gd name="connsiteX57" fmla="*/ 6976102 w 10678681"/>
              <a:gd name="connsiteY57" fmla="*/ 1047854 h 1342734"/>
              <a:gd name="connsiteX58" fmla="*/ 6951040 w 10678681"/>
              <a:gd name="connsiteY58" fmla="*/ 1048531 h 1342734"/>
              <a:gd name="connsiteX59" fmla="*/ 6948497 w 10678681"/>
              <a:gd name="connsiteY59" fmla="*/ 1050706 h 1342734"/>
              <a:gd name="connsiteX60" fmla="*/ 6926582 w 10678681"/>
              <a:gd name="connsiteY60" fmla="*/ 1043462 h 1342734"/>
              <a:gd name="connsiteX61" fmla="*/ 6833743 w 10678681"/>
              <a:gd name="connsiteY61" fmla="*/ 1027960 h 1342734"/>
              <a:gd name="connsiteX62" fmla="*/ 6687090 w 10678681"/>
              <a:gd name="connsiteY62" fmla="*/ 1063250 h 1342734"/>
              <a:gd name="connsiteX63" fmla="*/ 6437450 w 10678681"/>
              <a:gd name="connsiteY63" fmla="*/ 1101075 h 1342734"/>
              <a:gd name="connsiteX64" fmla="*/ 6327795 w 10678681"/>
              <a:gd name="connsiteY64" fmla="*/ 1088142 h 1342734"/>
              <a:gd name="connsiteX65" fmla="*/ 6136549 w 10678681"/>
              <a:gd name="connsiteY65" fmla="*/ 1100268 h 1342734"/>
              <a:gd name="connsiteX66" fmla="*/ 6004655 w 10678681"/>
              <a:gd name="connsiteY66" fmla="*/ 1114946 h 1342734"/>
              <a:gd name="connsiteX67" fmla="*/ 5936643 w 10678681"/>
              <a:gd name="connsiteY67" fmla="*/ 1095428 h 1342734"/>
              <a:gd name="connsiteX68" fmla="*/ 5912484 w 10678681"/>
              <a:gd name="connsiteY68" fmla="*/ 1112624 h 1342734"/>
              <a:gd name="connsiteX69" fmla="*/ 5908387 w 10678681"/>
              <a:gd name="connsiteY69" fmla="*/ 1116018 h 1342734"/>
              <a:gd name="connsiteX70" fmla="*/ 5890495 w 10678681"/>
              <a:gd name="connsiteY70" fmla="*/ 1120268 h 1342734"/>
              <a:gd name="connsiteX71" fmla="*/ 5887318 w 10678681"/>
              <a:gd name="connsiteY71" fmla="*/ 1133134 h 1342734"/>
              <a:gd name="connsiteX72" fmla="*/ 5861726 w 10678681"/>
              <a:gd name="connsiteY72" fmla="*/ 1147891 h 1342734"/>
              <a:gd name="connsiteX73" fmla="*/ 5805823 w 10678681"/>
              <a:gd name="connsiteY73" fmla="*/ 1152457 h 1342734"/>
              <a:gd name="connsiteX74" fmla="*/ 5689841 w 10678681"/>
              <a:gd name="connsiteY74" fmla="*/ 1176232 h 1342734"/>
              <a:gd name="connsiteX75" fmla="*/ 5605119 w 10678681"/>
              <a:gd name="connsiteY75" fmla="*/ 1190202 h 1342734"/>
              <a:gd name="connsiteX76" fmla="*/ 5488513 w 10678681"/>
              <a:gd name="connsiteY76" fmla="*/ 1205367 h 1342734"/>
              <a:gd name="connsiteX77" fmla="*/ 5402905 w 10678681"/>
              <a:gd name="connsiteY77" fmla="*/ 1241191 h 1342734"/>
              <a:gd name="connsiteX78" fmla="*/ 5285593 w 10678681"/>
              <a:gd name="connsiteY78" fmla="*/ 1273569 h 1342734"/>
              <a:gd name="connsiteX79" fmla="*/ 5192893 w 10678681"/>
              <a:gd name="connsiteY79" fmla="*/ 1247188 h 1342734"/>
              <a:gd name="connsiteX80" fmla="*/ 5186475 w 10678681"/>
              <a:gd name="connsiteY80" fmla="*/ 1257028 h 1342734"/>
              <a:gd name="connsiteX81" fmla="*/ 5126038 w 10678681"/>
              <a:gd name="connsiteY81" fmla="*/ 1263189 h 1342734"/>
              <a:gd name="connsiteX82" fmla="*/ 4894688 w 10678681"/>
              <a:gd name="connsiteY82" fmla="*/ 1247184 h 1342734"/>
              <a:gd name="connsiteX83" fmla="*/ 4788036 w 10678681"/>
              <a:gd name="connsiteY83" fmla="*/ 1238182 h 1342734"/>
              <a:gd name="connsiteX84" fmla="*/ 4747555 w 10678681"/>
              <a:gd name="connsiteY84" fmla="*/ 1252768 h 1342734"/>
              <a:gd name="connsiteX85" fmla="*/ 4679644 w 10678681"/>
              <a:gd name="connsiteY85" fmla="*/ 1276603 h 1342734"/>
              <a:gd name="connsiteX86" fmla="*/ 4632222 w 10678681"/>
              <a:gd name="connsiteY86" fmla="*/ 1318360 h 1342734"/>
              <a:gd name="connsiteX87" fmla="*/ 4617358 w 10678681"/>
              <a:gd name="connsiteY87" fmla="*/ 1327690 h 1342734"/>
              <a:gd name="connsiteX88" fmla="*/ 4589102 w 10678681"/>
              <a:gd name="connsiteY88" fmla="*/ 1321223 h 1342734"/>
              <a:gd name="connsiteX89" fmla="*/ 4578184 w 10678681"/>
              <a:gd name="connsiteY89" fmla="*/ 1326745 h 1342734"/>
              <a:gd name="connsiteX90" fmla="*/ 4574270 w 10678681"/>
              <a:gd name="connsiteY90" fmla="*/ 1325878 h 1342734"/>
              <a:gd name="connsiteX91" fmla="*/ 4564919 w 10678681"/>
              <a:gd name="connsiteY91" fmla="*/ 1325507 h 1342734"/>
              <a:gd name="connsiteX92" fmla="*/ 4566586 w 10678681"/>
              <a:gd name="connsiteY92" fmla="*/ 1316963 h 1342734"/>
              <a:gd name="connsiteX93" fmla="*/ 4556303 w 10678681"/>
              <a:gd name="connsiteY93" fmla="*/ 1300262 h 1342734"/>
              <a:gd name="connsiteX94" fmla="*/ 4502358 w 10678681"/>
              <a:gd name="connsiteY94" fmla="*/ 1302558 h 1342734"/>
              <a:gd name="connsiteX95" fmla="*/ 4498919 w 10678681"/>
              <a:gd name="connsiteY95" fmla="*/ 1312115 h 1342734"/>
              <a:gd name="connsiteX96" fmla="*/ 4492075 w 10678681"/>
              <a:gd name="connsiteY96" fmla="*/ 1313357 h 1342734"/>
              <a:gd name="connsiteX97" fmla="*/ 4487466 w 10678681"/>
              <a:gd name="connsiteY97" fmla="*/ 1304102 h 1342734"/>
              <a:gd name="connsiteX98" fmla="*/ 4398292 w 10678681"/>
              <a:gd name="connsiteY98" fmla="*/ 1278410 h 1342734"/>
              <a:gd name="connsiteX99" fmla="*/ 4306088 w 10678681"/>
              <a:gd name="connsiteY99" fmla="*/ 1282512 h 1342734"/>
              <a:gd name="connsiteX100" fmla="*/ 4188995 w 10678681"/>
              <a:gd name="connsiteY100" fmla="*/ 1296718 h 1342734"/>
              <a:gd name="connsiteX101" fmla="*/ 4136582 w 10678681"/>
              <a:gd name="connsiteY101" fmla="*/ 1287687 h 1342734"/>
              <a:gd name="connsiteX102" fmla="*/ 4064614 w 10678681"/>
              <a:gd name="connsiteY102" fmla="*/ 1296118 h 1342734"/>
              <a:gd name="connsiteX103" fmla="*/ 3900948 w 10678681"/>
              <a:gd name="connsiteY103" fmla="*/ 1322156 h 1342734"/>
              <a:gd name="connsiteX104" fmla="*/ 3787890 w 10678681"/>
              <a:gd name="connsiteY104" fmla="*/ 1322164 h 1342734"/>
              <a:gd name="connsiteX105" fmla="*/ 3745993 w 10678681"/>
              <a:gd name="connsiteY105" fmla="*/ 1342630 h 1342734"/>
              <a:gd name="connsiteX106" fmla="*/ 3675785 w 10678681"/>
              <a:gd name="connsiteY106" fmla="*/ 1326802 h 1342734"/>
              <a:gd name="connsiteX107" fmla="*/ 3623856 w 10678681"/>
              <a:gd name="connsiteY107" fmla="*/ 1290804 h 1342734"/>
              <a:gd name="connsiteX108" fmla="*/ 3564933 w 10678681"/>
              <a:gd name="connsiteY108" fmla="*/ 1287147 h 1342734"/>
              <a:gd name="connsiteX109" fmla="*/ 3550537 w 10678681"/>
              <a:gd name="connsiteY109" fmla="*/ 1317552 h 1342734"/>
              <a:gd name="connsiteX110" fmla="*/ 3487736 w 10678681"/>
              <a:gd name="connsiteY110" fmla="*/ 1303493 h 1342734"/>
              <a:gd name="connsiteX111" fmla="*/ 3392548 w 10678681"/>
              <a:gd name="connsiteY111" fmla="*/ 1278741 h 1342734"/>
              <a:gd name="connsiteX112" fmla="*/ 3337466 w 10678681"/>
              <a:gd name="connsiteY112" fmla="*/ 1272537 h 1342734"/>
              <a:gd name="connsiteX113" fmla="*/ 3175981 w 10678681"/>
              <a:gd name="connsiteY113" fmla="*/ 1208973 h 1342734"/>
              <a:gd name="connsiteX114" fmla="*/ 3036856 w 10678681"/>
              <a:gd name="connsiteY114" fmla="*/ 1214383 h 1342734"/>
              <a:gd name="connsiteX115" fmla="*/ 2824973 w 10678681"/>
              <a:gd name="connsiteY115" fmla="*/ 1134864 h 1342734"/>
              <a:gd name="connsiteX116" fmla="*/ 2804398 w 10678681"/>
              <a:gd name="connsiteY116" fmla="*/ 1125556 h 1342734"/>
              <a:gd name="connsiteX117" fmla="*/ 2736109 w 10678681"/>
              <a:gd name="connsiteY117" fmla="*/ 1137717 h 1342734"/>
              <a:gd name="connsiteX118" fmla="*/ 2659096 w 10678681"/>
              <a:gd name="connsiteY118" fmla="*/ 1150294 h 1342734"/>
              <a:gd name="connsiteX119" fmla="*/ 2567088 w 10678681"/>
              <a:gd name="connsiteY119" fmla="*/ 1181781 h 1342734"/>
              <a:gd name="connsiteX120" fmla="*/ 2454501 w 10678681"/>
              <a:gd name="connsiteY120" fmla="*/ 1155455 h 1342734"/>
              <a:gd name="connsiteX121" fmla="*/ 2385161 w 10678681"/>
              <a:gd name="connsiteY121" fmla="*/ 1161312 h 1342734"/>
              <a:gd name="connsiteX122" fmla="*/ 2273361 w 10678681"/>
              <a:gd name="connsiteY122" fmla="*/ 1134090 h 1342734"/>
              <a:gd name="connsiteX123" fmla="*/ 2132003 w 10678681"/>
              <a:gd name="connsiteY123" fmla="*/ 1139225 h 1342734"/>
              <a:gd name="connsiteX124" fmla="*/ 2041224 w 10678681"/>
              <a:gd name="connsiteY124" fmla="*/ 1147536 h 1342734"/>
              <a:gd name="connsiteX125" fmla="*/ 2010157 w 10678681"/>
              <a:gd name="connsiteY125" fmla="*/ 1152767 h 1342734"/>
              <a:gd name="connsiteX126" fmla="*/ 1859213 w 10678681"/>
              <a:gd name="connsiteY126" fmla="*/ 1199540 h 1342734"/>
              <a:gd name="connsiteX127" fmla="*/ 1735877 w 10678681"/>
              <a:gd name="connsiteY127" fmla="*/ 1246527 h 1342734"/>
              <a:gd name="connsiteX128" fmla="*/ 1705069 w 10678681"/>
              <a:gd name="connsiteY128" fmla="*/ 1251989 h 1342734"/>
              <a:gd name="connsiteX129" fmla="*/ 1307888 w 10678681"/>
              <a:gd name="connsiteY129" fmla="*/ 1283156 h 1342734"/>
              <a:gd name="connsiteX130" fmla="*/ 1220734 w 10678681"/>
              <a:gd name="connsiteY130" fmla="*/ 1257811 h 1342734"/>
              <a:gd name="connsiteX131" fmla="*/ 1021737 w 10678681"/>
              <a:gd name="connsiteY131" fmla="*/ 1238739 h 1342734"/>
              <a:gd name="connsiteX132" fmla="*/ 959820 w 10678681"/>
              <a:gd name="connsiteY132" fmla="*/ 1275863 h 1342734"/>
              <a:gd name="connsiteX133" fmla="*/ 929137 w 10678681"/>
              <a:gd name="connsiteY133" fmla="*/ 1273957 h 1342734"/>
              <a:gd name="connsiteX134" fmla="*/ 878849 w 10678681"/>
              <a:gd name="connsiteY134" fmla="*/ 1266740 h 1342734"/>
              <a:gd name="connsiteX135" fmla="*/ 800667 w 10678681"/>
              <a:gd name="connsiteY135" fmla="*/ 1282041 h 1342734"/>
              <a:gd name="connsiteX136" fmla="*/ 644906 w 10678681"/>
              <a:gd name="connsiteY136" fmla="*/ 1273685 h 1342734"/>
              <a:gd name="connsiteX137" fmla="*/ 379869 w 10678681"/>
              <a:gd name="connsiteY137" fmla="*/ 1339165 h 1342734"/>
              <a:gd name="connsiteX138" fmla="*/ 137696 w 10678681"/>
              <a:gd name="connsiteY138" fmla="*/ 1319217 h 1342734"/>
              <a:gd name="connsiteX139" fmla="*/ 54250 w 10678681"/>
              <a:gd name="connsiteY139" fmla="*/ 1315838 h 1342734"/>
              <a:gd name="connsiteX140" fmla="*/ 28042 w 10678681"/>
              <a:gd name="connsiteY140" fmla="*/ 1297822 h 1342734"/>
              <a:gd name="connsiteX141" fmla="*/ 0 w 10678681"/>
              <a:gd name="connsiteY141" fmla="*/ 1294612 h 1342734"/>
              <a:gd name="connsiteX142" fmla="*/ 0 w 10678681"/>
              <a:gd name="connsiteY142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6219 w 10678681"/>
              <a:gd name="connsiteY4" fmla="*/ 45588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41159 w 10678681"/>
              <a:gd name="connsiteY8" fmla="*/ 103824 h 1342734"/>
              <a:gd name="connsiteX9" fmla="*/ 10244930 w 10678681"/>
              <a:gd name="connsiteY9" fmla="*/ 9459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9929077 w 10678681"/>
              <a:gd name="connsiteY13" fmla="*/ 254478 h 1342734"/>
              <a:gd name="connsiteX14" fmla="*/ 9840045 w 10678681"/>
              <a:gd name="connsiteY14" fmla="*/ 223033 h 1342734"/>
              <a:gd name="connsiteX15" fmla="*/ 9679638 w 10678681"/>
              <a:gd name="connsiteY15" fmla="*/ 277462 h 1342734"/>
              <a:gd name="connsiteX16" fmla="*/ 9498347 w 10678681"/>
              <a:gd name="connsiteY16" fmla="*/ 244723 h 1342734"/>
              <a:gd name="connsiteX17" fmla="*/ 9399702 w 10678681"/>
              <a:gd name="connsiteY17" fmla="*/ 276316 h 1342734"/>
              <a:gd name="connsiteX18" fmla="*/ 9378439 w 10678681"/>
              <a:gd name="connsiteY18" fmla="*/ 326244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344233 w 10678681"/>
              <a:gd name="connsiteY30" fmla="*/ 610922 h 1342734"/>
              <a:gd name="connsiteX31" fmla="*/ 8290622 w 10678681"/>
              <a:gd name="connsiteY31" fmla="*/ 622687 h 1342734"/>
              <a:gd name="connsiteX32" fmla="*/ 8086698 w 10678681"/>
              <a:gd name="connsiteY32" fmla="*/ 605185 h 1342734"/>
              <a:gd name="connsiteX33" fmla="*/ 7982378 w 10678681"/>
              <a:gd name="connsiteY33" fmla="*/ 629799 h 1342734"/>
              <a:gd name="connsiteX34" fmla="*/ 7947952 w 10678681"/>
              <a:gd name="connsiteY34" fmla="*/ 648003 h 1342734"/>
              <a:gd name="connsiteX35" fmla="*/ 7890112 w 10678681"/>
              <a:gd name="connsiteY35" fmla="*/ 677915 h 1342734"/>
              <a:gd name="connsiteX36" fmla="*/ 7853284 w 10678681"/>
              <a:gd name="connsiteY36" fmla="*/ 723588 h 1342734"/>
              <a:gd name="connsiteX37" fmla="*/ 7802383 w 10678681"/>
              <a:gd name="connsiteY37" fmla="*/ 739359 h 1342734"/>
              <a:gd name="connsiteX38" fmla="*/ 7730518 w 10678681"/>
              <a:gd name="connsiteY38" fmla="*/ 739526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69396 w 10678681"/>
              <a:gd name="connsiteY45" fmla="*/ 989282 h 1342734"/>
              <a:gd name="connsiteX46" fmla="*/ 7258094 w 10678681"/>
              <a:gd name="connsiteY46" fmla="*/ 990679 h 1342734"/>
              <a:gd name="connsiteX47" fmla="*/ 7257893 w 10678681"/>
              <a:gd name="connsiteY47" fmla="*/ 991204 h 1342734"/>
              <a:gd name="connsiteX48" fmla="*/ 7247153 w 10678681"/>
              <a:gd name="connsiteY48" fmla="*/ 991550 h 1342734"/>
              <a:gd name="connsiteX49" fmla="*/ 7193612 w 10678681"/>
              <a:gd name="connsiteY49" fmla="*/ 987042 h 1342734"/>
              <a:gd name="connsiteX50" fmla="*/ 7132632 w 10678681"/>
              <a:gd name="connsiteY50" fmla="*/ 1042036 h 1342734"/>
              <a:gd name="connsiteX51" fmla="*/ 7105610 w 10678681"/>
              <a:gd name="connsiteY51" fmla="*/ 1053537 h 1342734"/>
              <a:gd name="connsiteX52" fmla="*/ 7069148 w 10678681"/>
              <a:gd name="connsiteY52" fmla="*/ 1047163 h 1342734"/>
              <a:gd name="connsiteX53" fmla="*/ 7039634 w 10678681"/>
              <a:gd name="connsiteY53" fmla="*/ 1059971 h 1342734"/>
              <a:gd name="connsiteX54" fmla="*/ 7033445 w 10678681"/>
              <a:gd name="connsiteY54" fmla="*/ 1063314 h 1342734"/>
              <a:gd name="connsiteX55" fmla="*/ 6999157 w 10678681"/>
              <a:gd name="connsiteY55" fmla="*/ 1055282 h 1342734"/>
              <a:gd name="connsiteX56" fmla="*/ 6981874 w 10678681"/>
              <a:gd name="connsiteY56" fmla="*/ 1053827 h 1342734"/>
              <a:gd name="connsiteX57" fmla="*/ 6976102 w 10678681"/>
              <a:gd name="connsiteY57" fmla="*/ 1047854 h 1342734"/>
              <a:gd name="connsiteX58" fmla="*/ 6951040 w 10678681"/>
              <a:gd name="connsiteY58" fmla="*/ 1048531 h 1342734"/>
              <a:gd name="connsiteX59" fmla="*/ 6948497 w 10678681"/>
              <a:gd name="connsiteY59" fmla="*/ 1050706 h 1342734"/>
              <a:gd name="connsiteX60" fmla="*/ 6926582 w 10678681"/>
              <a:gd name="connsiteY60" fmla="*/ 1043462 h 1342734"/>
              <a:gd name="connsiteX61" fmla="*/ 6833743 w 10678681"/>
              <a:gd name="connsiteY61" fmla="*/ 1027960 h 1342734"/>
              <a:gd name="connsiteX62" fmla="*/ 6687090 w 10678681"/>
              <a:gd name="connsiteY62" fmla="*/ 1063250 h 1342734"/>
              <a:gd name="connsiteX63" fmla="*/ 6437450 w 10678681"/>
              <a:gd name="connsiteY63" fmla="*/ 1101075 h 1342734"/>
              <a:gd name="connsiteX64" fmla="*/ 6327795 w 10678681"/>
              <a:gd name="connsiteY64" fmla="*/ 1088142 h 1342734"/>
              <a:gd name="connsiteX65" fmla="*/ 6136549 w 10678681"/>
              <a:gd name="connsiteY65" fmla="*/ 1100268 h 1342734"/>
              <a:gd name="connsiteX66" fmla="*/ 6004655 w 10678681"/>
              <a:gd name="connsiteY66" fmla="*/ 1114946 h 1342734"/>
              <a:gd name="connsiteX67" fmla="*/ 5936643 w 10678681"/>
              <a:gd name="connsiteY67" fmla="*/ 1095428 h 1342734"/>
              <a:gd name="connsiteX68" fmla="*/ 5912484 w 10678681"/>
              <a:gd name="connsiteY68" fmla="*/ 1112624 h 1342734"/>
              <a:gd name="connsiteX69" fmla="*/ 5908387 w 10678681"/>
              <a:gd name="connsiteY69" fmla="*/ 1116018 h 1342734"/>
              <a:gd name="connsiteX70" fmla="*/ 5890495 w 10678681"/>
              <a:gd name="connsiteY70" fmla="*/ 1120268 h 1342734"/>
              <a:gd name="connsiteX71" fmla="*/ 5887318 w 10678681"/>
              <a:gd name="connsiteY71" fmla="*/ 1133134 h 1342734"/>
              <a:gd name="connsiteX72" fmla="*/ 5861726 w 10678681"/>
              <a:gd name="connsiteY72" fmla="*/ 1147891 h 1342734"/>
              <a:gd name="connsiteX73" fmla="*/ 5805823 w 10678681"/>
              <a:gd name="connsiteY73" fmla="*/ 1152457 h 1342734"/>
              <a:gd name="connsiteX74" fmla="*/ 5689841 w 10678681"/>
              <a:gd name="connsiteY74" fmla="*/ 1176232 h 1342734"/>
              <a:gd name="connsiteX75" fmla="*/ 5605119 w 10678681"/>
              <a:gd name="connsiteY75" fmla="*/ 1190202 h 1342734"/>
              <a:gd name="connsiteX76" fmla="*/ 5488513 w 10678681"/>
              <a:gd name="connsiteY76" fmla="*/ 1205367 h 1342734"/>
              <a:gd name="connsiteX77" fmla="*/ 5402905 w 10678681"/>
              <a:gd name="connsiteY77" fmla="*/ 1241191 h 1342734"/>
              <a:gd name="connsiteX78" fmla="*/ 5285593 w 10678681"/>
              <a:gd name="connsiteY78" fmla="*/ 1273569 h 1342734"/>
              <a:gd name="connsiteX79" fmla="*/ 5192893 w 10678681"/>
              <a:gd name="connsiteY79" fmla="*/ 1247188 h 1342734"/>
              <a:gd name="connsiteX80" fmla="*/ 5186475 w 10678681"/>
              <a:gd name="connsiteY80" fmla="*/ 1257028 h 1342734"/>
              <a:gd name="connsiteX81" fmla="*/ 5126038 w 10678681"/>
              <a:gd name="connsiteY81" fmla="*/ 1263189 h 1342734"/>
              <a:gd name="connsiteX82" fmla="*/ 4894688 w 10678681"/>
              <a:gd name="connsiteY82" fmla="*/ 1247184 h 1342734"/>
              <a:gd name="connsiteX83" fmla="*/ 4788036 w 10678681"/>
              <a:gd name="connsiteY83" fmla="*/ 1238182 h 1342734"/>
              <a:gd name="connsiteX84" fmla="*/ 4747555 w 10678681"/>
              <a:gd name="connsiteY84" fmla="*/ 1252768 h 1342734"/>
              <a:gd name="connsiteX85" fmla="*/ 4679644 w 10678681"/>
              <a:gd name="connsiteY85" fmla="*/ 1276603 h 1342734"/>
              <a:gd name="connsiteX86" fmla="*/ 4632222 w 10678681"/>
              <a:gd name="connsiteY86" fmla="*/ 1318360 h 1342734"/>
              <a:gd name="connsiteX87" fmla="*/ 4617358 w 10678681"/>
              <a:gd name="connsiteY87" fmla="*/ 1327690 h 1342734"/>
              <a:gd name="connsiteX88" fmla="*/ 4589102 w 10678681"/>
              <a:gd name="connsiteY88" fmla="*/ 1321223 h 1342734"/>
              <a:gd name="connsiteX89" fmla="*/ 4578184 w 10678681"/>
              <a:gd name="connsiteY89" fmla="*/ 1326745 h 1342734"/>
              <a:gd name="connsiteX90" fmla="*/ 4574270 w 10678681"/>
              <a:gd name="connsiteY90" fmla="*/ 1325878 h 1342734"/>
              <a:gd name="connsiteX91" fmla="*/ 4564919 w 10678681"/>
              <a:gd name="connsiteY91" fmla="*/ 1325507 h 1342734"/>
              <a:gd name="connsiteX92" fmla="*/ 4566586 w 10678681"/>
              <a:gd name="connsiteY92" fmla="*/ 1316963 h 1342734"/>
              <a:gd name="connsiteX93" fmla="*/ 4556303 w 10678681"/>
              <a:gd name="connsiteY93" fmla="*/ 1300262 h 1342734"/>
              <a:gd name="connsiteX94" fmla="*/ 4502358 w 10678681"/>
              <a:gd name="connsiteY94" fmla="*/ 1302558 h 1342734"/>
              <a:gd name="connsiteX95" fmla="*/ 4498919 w 10678681"/>
              <a:gd name="connsiteY95" fmla="*/ 1312115 h 1342734"/>
              <a:gd name="connsiteX96" fmla="*/ 4492075 w 10678681"/>
              <a:gd name="connsiteY96" fmla="*/ 1313357 h 1342734"/>
              <a:gd name="connsiteX97" fmla="*/ 4487466 w 10678681"/>
              <a:gd name="connsiteY97" fmla="*/ 1304102 h 1342734"/>
              <a:gd name="connsiteX98" fmla="*/ 4398292 w 10678681"/>
              <a:gd name="connsiteY98" fmla="*/ 1278410 h 1342734"/>
              <a:gd name="connsiteX99" fmla="*/ 4306088 w 10678681"/>
              <a:gd name="connsiteY99" fmla="*/ 1282512 h 1342734"/>
              <a:gd name="connsiteX100" fmla="*/ 4188995 w 10678681"/>
              <a:gd name="connsiteY100" fmla="*/ 1296718 h 1342734"/>
              <a:gd name="connsiteX101" fmla="*/ 4136582 w 10678681"/>
              <a:gd name="connsiteY101" fmla="*/ 1287687 h 1342734"/>
              <a:gd name="connsiteX102" fmla="*/ 4064614 w 10678681"/>
              <a:gd name="connsiteY102" fmla="*/ 1296118 h 1342734"/>
              <a:gd name="connsiteX103" fmla="*/ 3900948 w 10678681"/>
              <a:gd name="connsiteY103" fmla="*/ 1322156 h 1342734"/>
              <a:gd name="connsiteX104" fmla="*/ 3787890 w 10678681"/>
              <a:gd name="connsiteY104" fmla="*/ 1322164 h 1342734"/>
              <a:gd name="connsiteX105" fmla="*/ 3745993 w 10678681"/>
              <a:gd name="connsiteY105" fmla="*/ 1342630 h 1342734"/>
              <a:gd name="connsiteX106" fmla="*/ 3675785 w 10678681"/>
              <a:gd name="connsiteY106" fmla="*/ 1326802 h 1342734"/>
              <a:gd name="connsiteX107" fmla="*/ 3623856 w 10678681"/>
              <a:gd name="connsiteY107" fmla="*/ 1290804 h 1342734"/>
              <a:gd name="connsiteX108" fmla="*/ 3564933 w 10678681"/>
              <a:gd name="connsiteY108" fmla="*/ 1287147 h 1342734"/>
              <a:gd name="connsiteX109" fmla="*/ 3550537 w 10678681"/>
              <a:gd name="connsiteY109" fmla="*/ 1317552 h 1342734"/>
              <a:gd name="connsiteX110" fmla="*/ 3487736 w 10678681"/>
              <a:gd name="connsiteY110" fmla="*/ 1303493 h 1342734"/>
              <a:gd name="connsiteX111" fmla="*/ 3392548 w 10678681"/>
              <a:gd name="connsiteY111" fmla="*/ 1278741 h 1342734"/>
              <a:gd name="connsiteX112" fmla="*/ 3337466 w 10678681"/>
              <a:gd name="connsiteY112" fmla="*/ 1272537 h 1342734"/>
              <a:gd name="connsiteX113" fmla="*/ 3175981 w 10678681"/>
              <a:gd name="connsiteY113" fmla="*/ 1208973 h 1342734"/>
              <a:gd name="connsiteX114" fmla="*/ 3036856 w 10678681"/>
              <a:gd name="connsiteY114" fmla="*/ 1214383 h 1342734"/>
              <a:gd name="connsiteX115" fmla="*/ 2824973 w 10678681"/>
              <a:gd name="connsiteY115" fmla="*/ 1134864 h 1342734"/>
              <a:gd name="connsiteX116" fmla="*/ 2804398 w 10678681"/>
              <a:gd name="connsiteY116" fmla="*/ 1125556 h 1342734"/>
              <a:gd name="connsiteX117" fmla="*/ 2736109 w 10678681"/>
              <a:gd name="connsiteY117" fmla="*/ 1137717 h 1342734"/>
              <a:gd name="connsiteX118" fmla="*/ 2659096 w 10678681"/>
              <a:gd name="connsiteY118" fmla="*/ 1150294 h 1342734"/>
              <a:gd name="connsiteX119" fmla="*/ 2567088 w 10678681"/>
              <a:gd name="connsiteY119" fmla="*/ 1181781 h 1342734"/>
              <a:gd name="connsiteX120" fmla="*/ 2454501 w 10678681"/>
              <a:gd name="connsiteY120" fmla="*/ 1155455 h 1342734"/>
              <a:gd name="connsiteX121" fmla="*/ 2385161 w 10678681"/>
              <a:gd name="connsiteY121" fmla="*/ 1161312 h 1342734"/>
              <a:gd name="connsiteX122" fmla="*/ 2273361 w 10678681"/>
              <a:gd name="connsiteY122" fmla="*/ 1134090 h 1342734"/>
              <a:gd name="connsiteX123" fmla="*/ 2132003 w 10678681"/>
              <a:gd name="connsiteY123" fmla="*/ 1139225 h 1342734"/>
              <a:gd name="connsiteX124" fmla="*/ 2041224 w 10678681"/>
              <a:gd name="connsiteY124" fmla="*/ 1147536 h 1342734"/>
              <a:gd name="connsiteX125" fmla="*/ 2010157 w 10678681"/>
              <a:gd name="connsiteY125" fmla="*/ 1152767 h 1342734"/>
              <a:gd name="connsiteX126" fmla="*/ 1859213 w 10678681"/>
              <a:gd name="connsiteY126" fmla="*/ 1199540 h 1342734"/>
              <a:gd name="connsiteX127" fmla="*/ 1735877 w 10678681"/>
              <a:gd name="connsiteY127" fmla="*/ 1246527 h 1342734"/>
              <a:gd name="connsiteX128" fmla="*/ 1705069 w 10678681"/>
              <a:gd name="connsiteY128" fmla="*/ 1251989 h 1342734"/>
              <a:gd name="connsiteX129" fmla="*/ 1307888 w 10678681"/>
              <a:gd name="connsiteY129" fmla="*/ 1283156 h 1342734"/>
              <a:gd name="connsiteX130" fmla="*/ 1220734 w 10678681"/>
              <a:gd name="connsiteY130" fmla="*/ 1257811 h 1342734"/>
              <a:gd name="connsiteX131" fmla="*/ 1021737 w 10678681"/>
              <a:gd name="connsiteY131" fmla="*/ 1238739 h 1342734"/>
              <a:gd name="connsiteX132" fmla="*/ 959820 w 10678681"/>
              <a:gd name="connsiteY132" fmla="*/ 1275863 h 1342734"/>
              <a:gd name="connsiteX133" fmla="*/ 929137 w 10678681"/>
              <a:gd name="connsiteY133" fmla="*/ 1273957 h 1342734"/>
              <a:gd name="connsiteX134" fmla="*/ 878849 w 10678681"/>
              <a:gd name="connsiteY134" fmla="*/ 1266740 h 1342734"/>
              <a:gd name="connsiteX135" fmla="*/ 800667 w 10678681"/>
              <a:gd name="connsiteY135" fmla="*/ 1282041 h 1342734"/>
              <a:gd name="connsiteX136" fmla="*/ 644906 w 10678681"/>
              <a:gd name="connsiteY136" fmla="*/ 1273685 h 1342734"/>
              <a:gd name="connsiteX137" fmla="*/ 379869 w 10678681"/>
              <a:gd name="connsiteY137" fmla="*/ 1339165 h 1342734"/>
              <a:gd name="connsiteX138" fmla="*/ 137696 w 10678681"/>
              <a:gd name="connsiteY138" fmla="*/ 1319217 h 1342734"/>
              <a:gd name="connsiteX139" fmla="*/ 54250 w 10678681"/>
              <a:gd name="connsiteY139" fmla="*/ 1315838 h 1342734"/>
              <a:gd name="connsiteX140" fmla="*/ 28042 w 10678681"/>
              <a:gd name="connsiteY140" fmla="*/ 1297822 h 1342734"/>
              <a:gd name="connsiteX141" fmla="*/ 0 w 10678681"/>
              <a:gd name="connsiteY141" fmla="*/ 1294612 h 1342734"/>
              <a:gd name="connsiteX142" fmla="*/ 0 w 10678681"/>
              <a:gd name="connsiteY142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6219 w 10678681"/>
              <a:gd name="connsiteY4" fmla="*/ 45588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41159 w 10678681"/>
              <a:gd name="connsiteY8" fmla="*/ 103824 h 1342734"/>
              <a:gd name="connsiteX9" fmla="*/ 10244930 w 10678681"/>
              <a:gd name="connsiteY9" fmla="*/ 9459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9929077 w 10678681"/>
              <a:gd name="connsiteY13" fmla="*/ 254478 h 1342734"/>
              <a:gd name="connsiteX14" fmla="*/ 9840045 w 10678681"/>
              <a:gd name="connsiteY14" fmla="*/ 223033 h 1342734"/>
              <a:gd name="connsiteX15" fmla="*/ 9679638 w 10678681"/>
              <a:gd name="connsiteY15" fmla="*/ 277462 h 1342734"/>
              <a:gd name="connsiteX16" fmla="*/ 9498347 w 10678681"/>
              <a:gd name="connsiteY16" fmla="*/ 244723 h 1342734"/>
              <a:gd name="connsiteX17" fmla="*/ 9399702 w 10678681"/>
              <a:gd name="connsiteY17" fmla="*/ 276316 h 1342734"/>
              <a:gd name="connsiteX18" fmla="*/ 9322314 w 10678681"/>
              <a:gd name="connsiteY18" fmla="*/ 333814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344233 w 10678681"/>
              <a:gd name="connsiteY30" fmla="*/ 610922 h 1342734"/>
              <a:gd name="connsiteX31" fmla="*/ 8290622 w 10678681"/>
              <a:gd name="connsiteY31" fmla="*/ 622687 h 1342734"/>
              <a:gd name="connsiteX32" fmla="*/ 8086698 w 10678681"/>
              <a:gd name="connsiteY32" fmla="*/ 605185 h 1342734"/>
              <a:gd name="connsiteX33" fmla="*/ 7982378 w 10678681"/>
              <a:gd name="connsiteY33" fmla="*/ 629799 h 1342734"/>
              <a:gd name="connsiteX34" fmla="*/ 7947952 w 10678681"/>
              <a:gd name="connsiteY34" fmla="*/ 648003 h 1342734"/>
              <a:gd name="connsiteX35" fmla="*/ 7890112 w 10678681"/>
              <a:gd name="connsiteY35" fmla="*/ 677915 h 1342734"/>
              <a:gd name="connsiteX36" fmla="*/ 7853284 w 10678681"/>
              <a:gd name="connsiteY36" fmla="*/ 723588 h 1342734"/>
              <a:gd name="connsiteX37" fmla="*/ 7802383 w 10678681"/>
              <a:gd name="connsiteY37" fmla="*/ 739359 h 1342734"/>
              <a:gd name="connsiteX38" fmla="*/ 7730518 w 10678681"/>
              <a:gd name="connsiteY38" fmla="*/ 739526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69396 w 10678681"/>
              <a:gd name="connsiteY45" fmla="*/ 989282 h 1342734"/>
              <a:gd name="connsiteX46" fmla="*/ 7258094 w 10678681"/>
              <a:gd name="connsiteY46" fmla="*/ 990679 h 1342734"/>
              <a:gd name="connsiteX47" fmla="*/ 7257893 w 10678681"/>
              <a:gd name="connsiteY47" fmla="*/ 991204 h 1342734"/>
              <a:gd name="connsiteX48" fmla="*/ 7247153 w 10678681"/>
              <a:gd name="connsiteY48" fmla="*/ 991550 h 1342734"/>
              <a:gd name="connsiteX49" fmla="*/ 7193612 w 10678681"/>
              <a:gd name="connsiteY49" fmla="*/ 987042 h 1342734"/>
              <a:gd name="connsiteX50" fmla="*/ 7132632 w 10678681"/>
              <a:gd name="connsiteY50" fmla="*/ 1042036 h 1342734"/>
              <a:gd name="connsiteX51" fmla="*/ 7105610 w 10678681"/>
              <a:gd name="connsiteY51" fmla="*/ 1053537 h 1342734"/>
              <a:gd name="connsiteX52" fmla="*/ 7069148 w 10678681"/>
              <a:gd name="connsiteY52" fmla="*/ 1047163 h 1342734"/>
              <a:gd name="connsiteX53" fmla="*/ 7039634 w 10678681"/>
              <a:gd name="connsiteY53" fmla="*/ 1059971 h 1342734"/>
              <a:gd name="connsiteX54" fmla="*/ 7033445 w 10678681"/>
              <a:gd name="connsiteY54" fmla="*/ 1063314 h 1342734"/>
              <a:gd name="connsiteX55" fmla="*/ 6999157 w 10678681"/>
              <a:gd name="connsiteY55" fmla="*/ 1055282 h 1342734"/>
              <a:gd name="connsiteX56" fmla="*/ 6981874 w 10678681"/>
              <a:gd name="connsiteY56" fmla="*/ 1053827 h 1342734"/>
              <a:gd name="connsiteX57" fmla="*/ 6976102 w 10678681"/>
              <a:gd name="connsiteY57" fmla="*/ 1047854 h 1342734"/>
              <a:gd name="connsiteX58" fmla="*/ 6951040 w 10678681"/>
              <a:gd name="connsiteY58" fmla="*/ 1048531 h 1342734"/>
              <a:gd name="connsiteX59" fmla="*/ 6948497 w 10678681"/>
              <a:gd name="connsiteY59" fmla="*/ 1050706 h 1342734"/>
              <a:gd name="connsiteX60" fmla="*/ 6926582 w 10678681"/>
              <a:gd name="connsiteY60" fmla="*/ 1043462 h 1342734"/>
              <a:gd name="connsiteX61" fmla="*/ 6833743 w 10678681"/>
              <a:gd name="connsiteY61" fmla="*/ 1027960 h 1342734"/>
              <a:gd name="connsiteX62" fmla="*/ 6687090 w 10678681"/>
              <a:gd name="connsiteY62" fmla="*/ 1063250 h 1342734"/>
              <a:gd name="connsiteX63" fmla="*/ 6437450 w 10678681"/>
              <a:gd name="connsiteY63" fmla="*/ 1101075 h 1342734"/>
              <a:gd name="connsiteX64" fmla="*/ 6327795 w 10678681"/>
              <a:gd name="connsiteY64" fmla="*/ 1088142 h 1342734"/>
              <a:gd name="connsiteX65" fmla="*/ 6136549 w 10678681"/>
              <a:gd name="connsiteY65" fmla="*/ 1100268 h 1342734"/>
              <a:gd name="connsiteX66" fmla="*/ 6004655 w 10678681"/>
              <a:gd name="connsiteY66" fmla="*/ 1114946 h 1342734"/>
              <a:gd name="connsiteX67" fmla="*/ 5936643 w 10678681"/>
              <a:gd name="connsiteY67" fmla="*/ 1095428 h 1342734"/>
              <a:gd name="connsiteX68" fmla="*/ 5912484 w 10678681"/>
              <a:gd name="connsiteY68" fmla="*/ 1112624 h 1342734"/>
              <a:gd name="connsiteX69" fmla="*/ 5908387 w 10678681"/>
              <a:gd name="connsiteY69" fmla="*/ 1116018 h 1342734"/>
              <a:gd name="connsiteX70" fmla="*/ 5890495 w 10678681"/>
              <a:gd name="connsiteY70" fmla="*/ 1120268 h 1342734"/>
              <a:gd name="connsiteX71" fmla="*/ 5887318 w 10678681"/>
              <a:gd name="connsiteY71" fmla="*/ 1133134 h 1342734"/>
              <a:gd name="connsiteX72" fmla="*/ 5861726 w 10678681"/>
              <a:gd name="connsiteY72" fmla="*/ 1147891 h 1342734"/>
              <a:gd name="connsiteX73" fmla="*/ 5805823 w 10678681"/>
              <a:gd name="connsiteY73" fmla="*/ 1152457 h 1342734"/>
              <a:gd name="connsiteX74" fmla="*/ 5689841 w 10678681"/>
              <a:gd name="connsiteY74" fmla="*/ 1176232 h 1342734"/>
              <a:gd name="connsiteX75" fmla="*/ 5605119 w 10678681"/>
              <a:gd name="connsiteY75" fmla="*/ 1190202 h 1342734"/>
              <a:gd name="connsiteX76" fmla="*/ 5488513 w 10678681"/>
              <a:gd name="connsiteY76" fmla="*/ 1205367 h 1342734"/>
              <a:gd name="connsiteX77" fmla="*/ 5402905 w 10678681"/>
              <a:gd name="connsiteY77" fmla="*/ 1241191 h 1342734"/>
              <a:gd name="connsiteX78" fmla="*/ 5285593 w 10678681"/>
              <a:gd name="connsiteY78" fmla="*/ 1273569 h 1342734"/>
              <a:gd name="connsiteX79" fmla="*/ 5192893 w 10678681"/>
              <a:gd name="connsiteY79" fmla="*/ 1247188 h 1342734"/>
              <a:gd name="connsiteX80" fmla="*/ 5186475 w 10678681"/>
              <a:gd name="connsiteY80" fmla="*/ 1257028 h 1342734"/>
              <a:gd name="connsiteX81" fmla="*/ 5126038 w 10678681"/>
              <a:gd name="connsiteY81" fmla="*/ 1263189 h 1342734"/>
              <a:gd name="connsiteX82" fmla="*/ 4894688 w 10678681"/>
              <a:gd name="connsiteY82" fmla="*/ 1247184 h 1342734"/>
              <a:gd name="connsiteX83" fmla="*/ 4788036 w 10678681"/>
              <a:gd name="connsiteY83" fmla="*/ 1238182 h 1342734"/>
              <a:gd name="connsiteX84" fmla="*/ 4747555 w 10678681"/>
              <a:gd name="connsiteY84" fmla="*/ 1252768 h 1342734"/>
              <a:gd name="connsiteX85" fmla="*/ 4679644 w 10678681"/>
              <a:gd name="connsiteY85" fmla="*/ 1276603 h 1342734"/>
              <a:gd name="connsiteX86" fmla="*/ 4632222 w 10678681"/>
              <a:gd name="connsiteY86" fmla="*/ 1318360 h 1342734"/>
              <a:gd name="connsiteX87" fmla="*/ 4617358 w 10678681"/>
              <a:gd name="connsiteY87" fmla="*/ 1327690 h 1342734"/>
              <a:gd name="connsiteX88" fmla="*/ 4589102 w 10678681"/>
              <a:gd name="connsiteY88" fmla="*/ 1321223 h 1342734"/>
              <a:gd name="connsiteX89" fmla="*/ 4578184 w 10678681"/>
              <a:gd name="connsiteY89" fmla="*/ 1326745 h 1342734"/>
              <a:gd name="connsiteX90" fmla="*/ 4574270 w 10678681"/>
              <a:gd name="connsiteY90" fmla="*/ 1325878 h 1342734"/>
              <a:gd name="connsiteX91" fmla="*/ 4564919 w 10678681"/>
              <a:gd name="connsiteY91" fmla="*/ 1325507 h 1342734"/>
              <a:gd name="connsiteX92" fmla="*/ 4566586 w 10678681"/>
              <a:gd name="connsiteY92" fmla="*/ 1316963 h 1342734"/>
              <a:gd name="connsiteX93" fmla="*/ 4556303 w 10678681"/>
              <a:gd name="connsiteY93" fmla="*/ 1300262 h 1342734"/>
              <a:gd name="connsiteX94" fmla="*/ 4502358 w 10678681"/>
              <a:gd name="connsiteY94" fmla="*/ 1302558 h 1342734"/>
              <a:gd name="connsiteX95" fmla="*/ 4498919 w 10678681"/>
              <a:gd name="connsiteY95" fmla="*/ 1312115 h 1342734"/>
              <a:gd name="connsiteX96" fmla="*/ 4492075 w 10678681"/>
              <a:gd name="connsiteY96" fmla="*/ 1313357 h 1342734"/>
              <a:gd name="connsiteX97" fmla="*/ 4487466 w 10678681"/>
              <a:gd name="connsiteY97" fmla="*/ 1304102 h 1342734"/>
              <a:gd name="connsiteX98" fmla="*/ 4398292 w 10678681"/>
              <a:gd name="connsiteY98" fmla="*/ 1278410 h 1342734"/>
              <a:gd name="connsiteX99" fmla="*/ 4306088 w 10678681"/>
              <a:gd name="connsiteY99" fmla="*/ 1282512 h 1342734"/>
              <a:gd name="connsiteX100" fmla="*/ 4188995 w 10678681"/>
              <a:gd name="connsiteY100" fmla="*/ 1296718 h 1342734"/>
              <a:gd name="connsiteX101" fmla="*/ 4136582 w 10678681"/>
              <a:gd name="connsiteY101" fmla="*/ 1287687 h 1342734"/>
              <a:gd name="connsiteX102" fmla="*/ 4064614 w 10678681"/>
              <a:gd name="connsiteY102" fmla="*/ 1296118 h 1342734"/>
              <a:gd name="connsiteX103" fmla="*/ 3900948 w 10678681"/>
              <a:gd name="connsiteY103" fmla="*/ 1322156 h 1342734"/>
              <a:gd name="connsiteX104" fmla="*/ 3787890 w 10678681"/>
              <a:gd name="connsiteY104" fmla="*/ 1322164 h 1342734"/>
              <a:gd name="connsiteX105" fmla="*/ 3745993 w 10678681"/>
              <a:gd name="connsiteY105" fmla="*/ 1342630 h 1342734"/>
              <a:gd name="connsiteX106" fmla="*/ 3675785 w 10678681"/>
              <a:gd name="connsiteY106" fmla="*/ 1326802 h 1342734"/>
              <a:gd name="connsiteX107" fmla="*/ 3623856 w 10678681"/>
              <a:gd name="connsiteY107" fmla="*/ 1290804 h 1342734"/>
              <a:gd name="connsiteX108" fmla="*/ 3564933 w 10678681"/>
              <a:gd name="connsiteY108" fmla="*/ 1287147 h 1342734"/>
              <a:gd name="connsiteX109" fmla="*/ 3550537 w 10678681"/>
              <a:gd name="connsiteY109" fmla="*/ 1317552 h 1342734"/>
              <a:gd name="connsiteX110" fmla="*/ 3487736 w 10678681"/>
              <a:gd name="connsiteY110" fmla="*/ 1303493 h 1342734"/>
              <a:gd name="connsiteX111" fmla="*/ 3392548 w 10678681"/>
              <a:gd name="connsiteY111" fmla="*/ 1278741 h 1342734"/>
              <a:gd name="connsiteX112" fmla="*/ 3337466 w 10678681"/>
              <a:gd name="connsiteY112" fmla="*/ 1272537 h 1342734"/>
              <a:gd name="connsiteX113" fmla="*/ 3175981 w 10678681"/>
              <a:gd name="connsiteY113" fmla="*/ 1208973 h 1342734"/>
              <a:gd name="connsiteX114" fmla="*/ 3036856 w 10678681"/>
              <a:gd name="connsiteY114" fmla="*/ 1214383 h 1342734"/>
              <a:gd name="connsiteX115" fmla="*/ 2824973 w 10678681"/>
              <a:gd name="connsiteY115" fmla="*/ 1134864 h 1342734"/>
              <a:gd name="connsiteX116" fmla="*/ 2804398 w 10678681"/>
              <a:gd name="connsiteY116" fmla="*/ 1125556 h 1342734"/>
              <a:gd name="connsiteX117" fmla="*/ 2736109 w 10678681"/>
              <a:gd name="connsiteY117" fmla="*/ 1137717 h 1342734"/>
              <a:gd name="connsiteX118" fmla="*/ 2659096 w 10678681"/>
              <a:gd name="connsiteY118" fmla="*/ 1150294 h 1342734"/>
              <a:gd name="connsiteX119" fmla="*/ 2567088 w 10678681"/>
              <a:gd name="connsiteY119" fmla="*/ 1181781 h 1342734"/>
              <a:gd name="connsiteX120" fmla="*/ 2454501 w 10678681"/>
              <a:gd name="connsiteY120" fmla="*/ 1155455 h 1342734"/>
              <a:gd name="connsiteX121" fmla="*/ 2385161 w 10678681"/>
              <a:gd name="connsiteY121" fmla="*/ 1161312 h 1342734"/>
              <a:gd name="connsiteX122" fmla="*/ 2273361 w 10678681"/>
              <a:gd name="connsiteY122" fmla="*/ 1134090 h 1342734"/>
              <a:gd name="connsiteX123" fmla="*/ 2132003 w 10678681"/>
              <a:gd name="connsiteY123" fmla="*/ 1139225 h 1342734"/>
              <a:gd name="connsiteX124" fmla="*/ 2041224 w 10678681"/>
              <a:gd name="connsiteY124" fmla="*/ 1147536 h 1342734"/>
              <a:gd name="connsiteX125" fmla="*/ 2010157 w 10678681"/>
              <a:gd name="connsiteY125" fmla="*/ 1152767 h 1342734"/>
              <a:gd name="connsiteX126" fmla="*/ 1859213 w 10678681"/>
              <a:gd name="connsiteY126" fmla="*/ 1199540 h 1342734"/>
              <a:gd name="connsiteX127" fmla="*/ 1735877 w 10678681"/>
              <a:gd name="connsiteY127" fmla="*/ 1246527 h 1342734"/>
              <a:gd name="connsiteX128" fmla="*/ 1705069 w 10678681"/>
              <a:gd name="connsiteY128" fmla="*/ 1251989 h 1342734"/>
              <a:gd name="connsiteX129" fmla="*/ 1307888 w 10678681"/>
              <a:gd name="connsiteY129" fmla="*/ 1283156 h 1342734"/>
              <a:gd name="connsiteX130" fmla="*/ 1220734 w 10678681"/>
              <a:gd name="connsiteY130" fmla="*/ 1257811 h 1342734"/>
              <a:gd name="connsiteX131" fmla="*/ 1021737 w 10678681"/>
              <a:gd name="connsiteY131" fmla="*/ 1238739 h 1342734"/>
              <a:gd name="connsiteX132" fmla="*/ 959820 w 10678681"/>
              <a:gd name="connsiteY132" fmla="*/ 1275863 h 1342734"/>
              <a:gd name="connsiteX133" fmla="*/ 929137 w 10678681"/>
              <a:gd name="connsiteY133" fmla="*/ 1273957 h 1342734"/>
              <a:gd name="connsiteX134" fmla="*/ 878849 w 10678681"/>
              <a:gd name="connsiteY134" fmla="*/ 1266740 h 1342734"/>
              <a:gd name="connsiteX135" fmla="*/ 800667 w 10678681"/>
              <a:gd name="connsiteY135" fmla="*/ 1282041 h 1342734"/>
              <a:gd name="connsiteX136" fmla="*/ 644906 w 10678681"/>
              <a:gd name="connsiteY136" fmla="*/ 1273685 h 1342734"/>
              <a:gd name="connsiteX137" fmla="*/ 379869 w 10678681"/>
              <a:gd name="connsiteY137" fmla="*/ 1339165 h 1342734"/>
              <a:gd name="connsiteX138" fmla="*/ 137696 w 10678681"/>
              <a:gd name="connsiteY138" fmla="*/ 1319217 h 1342734"/>
              <a:gd name="connsiteX139" fmla="*/ 54250 w 10678681"/>
              <a:gd name="connsiteY139" fmla="*/ 1315838 h 1342734"/>
              <a:gd name="connsiteX140" fmla="*/ 28042 w 10678681"/>
              <a:gd name="connsiteY140" fmla="*/ 1297822 h 1342734"/>
              <a:gd name="connsiteX141" fmla="*/ 0 w 10678681"/>
              <a:gd name="connsiteY141" fmla="*/ 1294612 h 1342734"/>
              <a:gd name="connsiteX142" fmla="*/ 0 w 10678681"/>
              <a:gd name="connsiteY142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6219 w 10678681"/>
              <a:gd name="connsiteY4" fmla="*/ 45588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41159 w 10678681"/>
              <a:gd name="connsiteY8" fmla="*/ 103824 h 1342734"/>
              <a:gd name="connsiteX9" fmla="*/ 10244930 w 10678681"/>
              <a:gd name="connsiteY9" fmla="*/ 9459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9929077 w 10678681"/>
              <a:gd name="connsiteY13" fmla="*/ 254478 h 1342734"/>
              <a:gd name="connsiteX14" fmla="*/ 9840045 w 10678681"/>
              <a:gd name="connsiteY14" fmla="*/ 223033 h 1342734"/>
              <a:gd name="connsiteX15" fmla="*/ 9679638 w 10678681"/>
              <a:gd name="connsiteY15" fmla="*/ 277462 h 1342734"/>
              <a:gd name="connsiteX16" fmla="*/ 9498347 w 10678681"/>
              <a:gd name="connsiteY16" fmla="*/ 244723 h 1342734"/>
              <a:gd name="connsiteX17" fmla="*/ 9399702 w 10678681"/>
              <a:gd name="connsiteY17" fmla="*/ 276316 h 1342734"/>
              <a:gd name="connsiteX18" fmla="*/ 9316702 w 10678681"/>
              <a:gd name="connsiteY18" fmla="*/ 356523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344233 w 10678681"/>
              <a:gd name="connsiteY30" fmla="*/ 610922 h 1342734"/>
              <a:gd name="connsiteX31" fmla="*/ 8290622 w 10678681"/>
              <a:gd name="connsiteY31" fmla="*/ 622687 h 1342734"/>
              <a:gd name="connsiteX32" fmla="*/ 8086698 w 10678681"/>
              <a:gd name="connsiteY32" fmla="*/ 605185 h 1342734"/>
              <a:gd name="connsiteX33" fmla="*/ 7982378 w 10678681"/>
              <a:gd name="connsiteY33" fmla="*/ 629799 h 1342734"/>
              <a:gd name="connsiteX34" fmla="*/ 7947952 w 10678681"/>
              <a:gd name="connsiteY34" fmla="*/ 648003 h 1342734"/>
              <a:gd name="connsiteX35" fmla="*/ 7890112 w 10678681"/>
              <a:gd name="connsiteY35" fmla="*/ 677915 h 1342734"/>
              <a:gd name="connsiteX36" fmla="*/ 7853284 w 10678681"/>
              <a:gd name="connsiteY36" fmla="*/ 723588 h 1342734"/>
              <a:gd name="connsiteX37" fmla="*/ 7802383 w 10678681"/>
              <a:gd name="connsiteY37" fmla="*/ 739359 h 1342734"/>
              <a:gd name="connsiteX38" fmla="*/ 7730518 w 10678681"/>
              <a:gd name="connsiteY38" fmla="*/ 739526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69396 w 10678681"/>
              <a:gd name="connsiteY45" fmla="*/ 989282 h 1342734"/>
              <a:gd name="connsiteX46" fmla="*/ 7258094 w 10678681"/>
              <a:gd name="connsiteY46" fmla="*/ 990679 h 1342734"/>
              <a:gd name="connsiteX47" fmla="*/ 7257893 w 10678681"/>
              <a:gd name="connsiteY47" fmla="*/ 991204 h 1342734"/>
              <a:gd name="connsiteX48" fmla="*/ 7247153 w 10678681"/>
              <a:gd name="connsiteY48" fmla="*/ 991550 h 1342734"/>
              <a:gd name="connsiteX49" fmla="*/ 7193612 w 10678681"/>
              <a:gd name="connsiteY49" fmla="*/ 987042 h 1342734"/>
              <a:gd name="connsiteX50" fmla="*/ 7132632 w 10678681"/>
              <a:gd name="connsiteY50" fmla="*/ 1042036 h 1342734"/>
              <a:gd name="connsiteX51" fmla="*/ 7105610 w 10678681"/>
              <a:gd name="connsiteY51" fmla="*/ 1053537 h 1342734"/>
              <a:gd name="connsiteX52" fmla="*/ 7069148 w 10678681"/>
              <a:gd name="connsiteY52" fmla="*/ 1047163 h 1342734"/>
              <a:gd name="connsiteX53" fmla="*/ 7039634 w 10678681"/>
              <a:gd name="connsiteY53" fmla="*/ 1059971 h 1342734"/>
              <a:gd name="connsiteX54" fmla="*/ 7033445 w 10678681"/>
              <a:gd name="connsiteY54" fmla="*/ 1063314 h 1342734"/>
              <a:gd name="connsiteX55" fmla="*/ 6999157 w 10678681"/>
              <a:gd name="connsiteY55" fmla="*/ 1055282 h 1342734"/>
              <a:gd name="connsiteX56" fmla="*/ 6981874 w 10678681"/>
              <a:gd name="connsiteY56" fmla="*/ 1053827 h 1342734"/>
              <a:gd name="connsiteX57" fmla="*/ 6976102 w 10678681"/>
              <a:gd name="connsiteY57" fmla="*/ 1047854 h 1342734"/>
              <a:gd name="connsiteX58" fmla="*/ 6951040 w 10678681"/>
              <a:gd name="connsiteY58" fmla="*/ 1048531 h 1342734"/>
              <a:gd name="connsiteX59" fmla="*/ 6948497 w 10678681"/>
              <a:gd name="connsiteY59" fmla="*/ 1050706 h 1342734"/>
              <a:gd name="connsiteX60" fmla="*/ 6926582 w 10678681"/>
              <a:gd name="connsiteY60" fmla="*/ 1043462 h 1342734"/>
              <a:gd name="connsiteX61" fmla="*/ 6833743 w 10678681"/>
              <a:gd name="connsiteY61" fmla="*/ 1027960 h 1342734"/>
              <a:gd name="connsiteX62" fmla="*/ 6687090 w 10678681"/>
              <a:gd name="connsiteY62" fmla="*/ 1063250 h 1342734"/>
              <a:gd name="connsiteX63" fmla="*/ 6437450 w 10678681"/>
              <a:gd name="connsiteY63" fmla="*/ 1101075 h 1342734"/>
              <a:gd name="connsiteX64" fmla="*/ 6327795 w 10678681"/>
              <a:gd name="connsiteY64" fmla="*/ 1088142 h 1342734"/>
              <a:gd name="connsiteX65" fmla="*/ 6136549 w 10678681"/>
              <a:gd name="connsiteY65" fmla="*/ 1100268 h 1342734"/>
              <a:gd name="connsiteX66" fmla="*/ 6004655 w 10678681"/>
              <a:gd name="connsiteY66" fmla="*/ 1114946 h 1342734"/>
              <a:gd name="connsiteX67" fmla="*/ 5936643 w 10678681"/>
              <a:gd name="connsiteY67" fmla="*/ 1095428 h 1342734"/>
              <a:gd name="connsiteX68" fmla="*/ 5912484 w 10678681"/>
              <a:gd name="connsiteY68" fmla="*/ 1112624 h 1342734"/>
              <a:gd name="connsiteX69" fmla="*/ 5908387 w 10678681"/>
              <a:gd name="connsiteY69" fmla="*/ 1116018 h 1342734"/>
              <a:gd name="connsiteX70" fmla="*/ 5890495 w 10678681"/>
              <a:gd name="connsiteY70" fmla="*/ 1120268 h 1342734"/>
              <a:gd name="connsiteX71" fmla="*/ 5887318 w 10678681"/>
              <a:gd name="connsiteY71" fmla="*/ 1133134 h 1342734"/>
              <a:gd name="connsiteX72" fmla="*/ 5861726 w 10678681"/>
              <a:gd name="connsiteY72" fmla="*/ 1147891 h 1342734"/>
              <a:gd name="connsiteX73" fmla="*/ 5805823 w 10678681"/>
              <a:gd name="connsiteY73" fmla="*/ 1152457 h 1342734"/>
              <a:gd name="connsiteX74" fmla="*/ 5689841 w 10678681"/>
              <a:gd name="connsiteY74" fmla="*/ 1176232 h 1342734"/>
              <a:gd name="connsiteX75" fmla="*/ 5605119 w 10678681"/>
              <a:gd name="connsiteY75" fmla="*/ 1190202 h 1342734"/>
              <a:gd name="connsiteX76" fmla="*/ 5488513 w 10678681"/>
              <a:gd name="connsiteY76" fmla="*/ 1205367 h 1342734"/>
              <a:gd name="connsiteX77" fmla="*/ 5402905 w 10678681"/>
              <a:gd name="connsiteY77" fmla="*/ 1241191 h 1342734"/>
              <a:gd name="connsiteX78" fmla="*/ 5285593 w 10678681"/>
              <a:gd name="connsiteY78" fmla="*/ 1273569 h 1342734"/>
              <a:gd name="connsiteX79" fmla="*/ 5192893 w 10678681"/>
              <a:gd name="connsiteY79" fmla="*/ 1247188 h 1342734"/>
              <a:gd name="connsiteX80" fmla="*/ 5186475 w 10678681"/>
              <a:gd name="connsiteY80" fmla="*/ 1257028 h 1342734"/>
              <a:gd name="connsiteX81" fmla="*/ 5126038 w 10678681"/>
              <a:gd name="connsiteY81" fmla="*/ 1263189 h 1342734"/>
              <a:gd name="connsiteX82" fmla="*/ 4894688 w 10678681"/>
              <a:gd name="connsiteY82" fmla="*/ 1247184 h 1342734"/>
              <a:gd name="connsiteX83" fmla="*/ 4788036 w 10678681"/>
              <a:gd name="connsiteY83" fmla="*/ 1238182 h 1342734"/>
              <a:gd name="connsiteX84" fmla="*/ 4747555 w 10678681"/>
              <a:gd name="connsiteY84" fmla="*/ 1252768 h 1342734"/>
              <a:gd name="connsiteX85" fmla="*/ 4679644 w 10678681"/>
              <a:gd name="connsiteY85" fmla="*/ 1276603 h 1342734"/>
              <a:gd name="connsiteX86" fmla="*/ 4632222 w 10678681"/>
              <a:gd name="connsiteY86" fmla="*/ 1318360 h 1342734"/>
              <a:gd name="connsiteX87" fmla="*/ 4617358 w 10678681"/>
              <a:gd name="connsiteY87" fmla="*/ 1327690 h 1342734"/>
              <a:gd name="connsiteX88" fmla="*/ 4589102 w 10678681"/>
              <a:gd name="connsiteY88" fmla="*/ 1321223 h 1342734"/>
              <a:gd name="connsiteX89" fmla="*/ 4578184 w 10678681"/>
              <a:gd name="connsiteY89" fmla="*/ 1326745 h 1342734"/>
              <a:gd name="connsiteX90" fmla="*/ 4574270 w 10678681"/>
              <a:gd name="connsiteY90" fmla="*/ 1325878 h 1342734"/>
              <a:gd name="connsiteX91" fmla="*/ 4564919 w 10678681"/>
              <a:gd name="connsiteY91" fmla="*/ 1325507 h 1342734"/>
              <a:gd name="connsiteX92" fmla="*/ 4566586 w 10678681"/>
              <a:gd name="connsiteY92" fmla="*/ 1316963 h 1342734"/>
              <a:gd name="connsiteX93" fmla="*/ 4556303 w 10678681"/>
              <a:gd name="connsiteY93" fmla="*/ 1300262 h 1342734"/>
              <a:gd name="connsiteX94" fmla="*/ 4502358 w 10678681"/>
              <a:gd name="connsiteY94" fmla="*/ 1302558 h 1342734"/>
              <a:gd name="connsiteX95" fmla="*/ 4498919 w 10678681"/>
              <a:gd name="connsiteY95" fmla="*/ 1312115 h 1342734"/>
              <a:gd name="connsiteX96" fmla="*/ 4492075 w 10678681"/>
              <a:gd name="connsiteY96" fmla="*/ 1313357 h 1342734"/>
              <a:gd name="connsiteX97" fmla="*/ 4487466 w 10678681"/>
              <a:gd name="connsiteY97" fmla="*/ 1304102 h 1342734"/>
              <a:gd name="connsiteX98" fmla="*/ 4398292 w 10678681"/>
              <a:gd name="connsiteY98" fmla="*/ 1278410 h 1342734"/>
              <a:gd name="connsiteX99" fmla="*/ 4306088 w 10678681"/>
              <a:gd name="connsiteY99" fmla="*/ 1282512 h 1342734"/>
              <a:gd name="connsiteX100" fmla="*/ 4188995 w 10678681"/>
              <a:gd name="connsiteY100" fmla="*/ 1296718 h 1342734"/>
              <a:gd name="connsiteX101" fmla="*/ 4136582 w 10678681"/>
              <a:gd name="connsiteY101" fmla="*/ 1287687 h 1342734"/>
              <a:gd name="connsiteX102" fmla="*/ 4064614 w 10678681"/>
              <a:gd name="connsiteY102" fmla="*/ 1296118 h 1342734"/>
              <a:gd name="connsiteX103" fmla="*/ 3900948 w 10678681"/>
              <a:gd name="connsiteY103" fmla="*/ 1322156 h 1342734"/>
              <a:gd name="connsiteX104" fmla="*/ 3787890 w 10678681"/>
              <a:gd name="connsiteY104" fmla="*/ 1322164 h 1342734"/>
              <a:gd name="connsiteX105" fmla="*/ 3745993 w 10678681"/>
              <a:gd name="connsiteY105" fmla="*/ 1342630 h 1342734"/>
              <a:gd name="connsiteX106" fmla="*/ 3675785 w 10678681"/>
              <a:gd name="connsiteY106" fmla="*/ 1326802 h 1342734"/>
              <a:gd name="connsiteX107" fmla="*/ 3623856 w 10678681"/>
              <a:gd name="connsiteY107" fmla="*/ 1290804 h 1342734"/>
              <a:gd name="connsiteX108" fmla="*/ 3564933 w 10678681"/>
              <a:gd name="connsiteY108" fmla="*/ 1287147 h 1342734"/>
              <a:gd name="connsiteX109" fmla="*/ 3550537 w 10678681"/>
              <a:gd name="connsiteY109" fmla="*/ 1317552 h 1342734"/>
              <a:gd name="connsiteX110" fmla="*/ 3487736 w 10678681"/>
              <a:gd name="connsiteY110" fmla="*/ 1303493 h 1342734"/>
              <a:gd name="connsiteX111" fmla="*/ 3392548 w 10678681"/>
              <a:gd name="connsiteY111" fmla="*/ 1278741 h 1342734"/>
              <a:gd name="connsiteX112" fmla="*/ 3337466 w 10678681"/>
              <a:gd name="connsiteY112" fmla="*/ 1272537 h 1342734"/>
              <a:gd name="connsiteX113" fmla="*/ 3175981 w 10678681"/>
              <a:gd name="connsiteY113" fmla="*/ 1208973 h 1342734"/>
              <a:gd name="connsiteX114" fmla="*/ 3036856 w 10678681"/>
              <a:gd name="connsiteY114" fmla="*/ 1214383 h 1342734"/>
              <a:gd name="connsiteX115" fmla="*/ 2824973 w 10678681"/>
              <a:gd name="connsiteY115" fmla="*/ 1134864 h 1342734"/>
              <a:gd name="connsiteX116" fmla="*/ 2804398 w 10678681"/>
              <a:gd name="connsiteY116" fmla="*/ 1125556 h 1342734"/>
              <a:gd name="connsiteX117" fmla="*/ 2736109 w 10678681"/>
              <a:gd name="connsiteY117" fmla="*/ 1137717 h 1342734"/>
              <a:gd name="connsiteX118" fmla="*/ 2659096 w 10678681"/>
              <a:gd name="connsiteY118" fmla="*/ 1150294 h 1342734"/>
              <a:gd name="connsiteX119" fmla="*/ 2567088 w 10678681"/>
              <a:gd name="connsiteY119" fmla="*/ 1181781 h 1342734"/>
              <a:gd name="connsiteX120" fmla="*/ 2454501 w 10678681"/>
              <a:gd name="connsiteY120" fmla="*/ 1155455 h 1342734"/>
              <a:gd name="connsiteX121" fmla="*/ 2385161 w 10678681"/>
              <a:gd name="connsiteY121" fmla="*/ 1161312 h 1342734"/>
              <a:gd name="connsiteX122" fmla="*/ 2273361 w 10678681"/>
              <a:gd name="connsiteY122" fmla="*/ 1134090 h 1342734"/>
              <a:gd name="connsiteX123" fmla="*/ 2132003 w 10678681"/>
              <a:gd name="connsiteY123" fmla="*/ 1139225 h 1342734"/>
              <a:gd name="connsiteX124" fmla="*/ 2041224 w 10678681"/>
              <a:gd name="connsiteY124" fmla="*/ 1147536 h 1342734"/>
              <a:gd name="connsiteX125" fmla="*/ 2010157 w 10678681"/>
              <a:gd name="connsiteY125" fmla="*/ 1152767 h 1342734"/>
              <a:gd name="connsiteX126" fmla="*/ 1859213 w 10678681"/>
              <a:gd name="connsiteY126" fmla="*/ 1199540 h 1342734"/>
              <a:gd name="connsiteX127" fmla="*/ 1735877 w 10678681"/>
              <a:gd name="connsiteY127" fmla="*/ 1246527 h 1342734"/>
              <a:gd name="connsiteX128" fmla="*/ 1705069 w 10678681"/>
              <a:gd name="connsiteY128" fmla="*/ 1251989 h 1342734"/>
              <a:gd name="connsiteX129" fmla="*/ 1307888 w 10678681"/>
              <a:gd name="connsiteY129" fmla="*/ 1283156 h 1342734"/>
              <a:gd name="connsiteX130" fmla="*/ 1220734 w 10678681"/>
              <a:gd name="connsiteY130" fmla="*/ 1257811 h 1342734"/>
              <a:gd name="connsiteX131" fmla="*/ 1021737 w 10678681"/>
              <a:gd name="connsiteY131" fmla="*/ 1238739 h 1342734"/>
              <a:gd name="connsiteX132" fmla="*/ 959820 w 10678681"/>
              <a:gd name="connsiteY132" fmla="*/ 1275863 h 1342734"/>
              <a:gd name="connsiteX133" fmla="*/ 929137 w 10678681"/>
              <a:gd name="connsiteY133" fmla="*/ 1273957 h 1342734"/>
              <a:gd name="connsiteX134" fmla="*/ 878849 w 10678681"/>
              <a:gd name="connsiteY134" fmla="*/ 1266740 h 1342734"/>
              <a:gd name="connsiteX135" fmla="*/ 800667 w 10678681"/>
              <a:gd name="connsiteY135" fmla="*/ 1282041 h 1342734"/>
              <a:gd name="connsiteX136" fmla="*/ 644906 w 10678681"/>
              <a:gd name="connsiteY136" fmla="*/ 1273685 h 1342734"/>
              <a:gd name="connsiteX137" fmla="*/ 379869 w 10678681"/>
              <a:gd name="connsiteY137" fmla="*/ 1339165 h 1342734"/>
              <a:gd name="connsiteX138" fmla="*/ 137696 w 10678681"/>
              <a:gd name="connsiteY138" fmla="*/ 1319217 h 1342734"/>
              <a:gd name="connsiteX139" fmla="*/ 54250 w 10678681"/>
              <a:gd name="connsiteY139" fmla="*/ 1315838 h 1342734"/>
              <a:gd name="connsiteX140" fmla="*/ 28042 w 10678681"/>
              <a:gd name="connsiteY140" fmla="*/ 1297822 h 1342734"/>
              <a:gd name="connsiteX141" fmla="*/ 0 w 10678681"/>
              <a:gd name="connsiteY141" fmla="*/ 1294612 h 1342734"/>
              <a:gd name="connsiteX142" fmla="*/ 0 w 10678681"/>
              <a:gd name="connsiteY142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6219 w 10678681"/>
              <a:gd name="connsiteY4" fmla="*/ 45588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41159 w 10678681"/>
              <a:gd name="connsiteY8" fmla="*/ 103824 h 1342734"/>
              <a:gd name="connsiteX9" fmla="*/ 10244930 w 10678681"/>
              <a:gd name="connsiteY9" fmla="*/ 9459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9929077 w 10678681"/>
              <a:gd name="connsiteY13" fmla="*/ 254478 h 1342734"/>
              <a:gd name="connsiteX14" fmla="*/ 9840045 w 10678681"/>
              <a:gd name="connsiteY14" fmla="*/ 223033 h 1342734"/>
              <a:gd name="connsiteX15" fmla="*/ 9679638 w 10678681"/>
              <a:gd name="connsiteY15" fmla="*/ 277462 h 1342734"/>
              <a:gd name="connsiteX16" fmla="*/ 9498347 w 10678681"/>
              <a:gd name="connsiteY16" fmla="*/ 244723 h 1342734"/>
              <a:gd name="connsiteX17" fmla="*/ 9399702 w 10678681"/>
              <a:gd name="connsiteY17" fmla="*/ 276316 h 1342734"/>
              <a:gd name="connsiteX18" fmla="*/ 9316702 w 10678681"/>
              <a:gd name="connsiteY18" fmla="*/ 356523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344233 w 10678681"/>
              <a:gd name="connsiteY30" fmla="*/ 610922 h 1342734"/>
              <a:gd name="connsiteX31" fmla="*/ 8290622 w 10678681"/>
              <a:gd name="connsiteY31" fmla="*/ 622687 h 1342734"/>
              <a:gd name="connsiteX32" fmla="*/ 8086698 w 10678681"/>
              <a:gd name="connsiteY32" fmla="*/ 605185 h 1342734"/>
              <a:gd name="connsiteX33" fmla="*/ 7982378 w 10678681"/>
              <a:gd name="connsiteY33" fmla="*/ 629799 h 1342734"/>
              <a:gd name="connsiteX34" fmla="*/ 7947952 w 10678681"/>
              <a:gd name="connsiteY34" fmla="*/ 648003 h 1342734"/>
              <a:gd name="connsiteX35" fmla="*/ 7890112 w 10678681"/>
              <a:gd name="connsiteY35" fmla="*/ 677915 h 1342734"/>
              <a:gd name="connsiteX36" fmla="*/ 7853284 w 10678681"/>
              <a:gd name="connsiteY36" fmla="*/ 723588 h 1342734"/>
              <a:gd name="connsiteX37" fmla="*/ 7802383 w 10678681"/>
              <a:gd name="connsiteY37" fmla="*/ 739359 h 1342734"/>
              <a:gd name="connsiteX38" fmla="*/ 7730518 w 10678681"/>
              <a:gd name="connsiteY38" fmla="*/ 739526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69396 w 10678681"/>
              <a:gd name="connsiteY45" fmla="*/ 989282 h 1342734"/>
              <a:gd name="connsiteX46" fmla="*/ 7258094 w 10678681"/>
              <a:gd name="connsiteY46" fmla="*/ 990679 h 1342734"/>
              <a:gd name="connsiteX47" fmla="*/ 7257893 w 10678681"/>
              <a:gd name="connsiteY47" fmla="*/ 991204 h 1342734"/>
              <a:gd name="connsiteX48" fmla="*/ 7247153 w 10678681"/>
              <a:gd name="connsiteY48" fmla="*/ 991550 h 1342734"/>
              <a:gd name="connsiteX49" fmla="*/ 7193612 w 10678681"/>
              <a:gd name="connsiteY49" fmla="*/ 987042 h 1342734"/>
              <a:gd name="connsiteX50" fmla="*/ 7132632 w 10678681"/>
              <a:gd name="connsiteY50" fmla="*/ 1042036 h 1342734"/>
              <a:gd name="connsiteX51" fmla="*/ 7105610 w 10678681"/>
              <a:gd name="connsiteY51" fmla="*/ 1053537 h 1342734"/>
              <a:gd name="connsiteX52" fmla="*/ 7069148 w 10678681"/>
              <a:gd name="connsiteY52" fmla="*/ 1047163 h 1342734"/>
              <a:gd name="connsiteX53" fmla="*/ 7039634 w 10678681"/>
              <a:gd name="connsiteY53" fmla="*/ 1059971 h 1342734"/>
              <a:gd name="connsiteX54" fmla="*/ 7033445 w 10678681"/>
              <a:gd name="connsiteY54" fmla="*/ 1063314 h 1342734"/>
              <a:gd name="connsiteX55" fmla="*/ 6999157 w 10678681"/>
              <a:gd name="connsiteY55" fmla="*/ 1055282 h 1342734"/>
              <a:gd name="connsiteX56" fmla="*/ 6981874 w 10678681"/>
              <a:gd name="connsiteY56" fmla="*/ 1053827 h 1342734"/>
              <a:gd name="connsiteX57" fmla="*/ 6976102 w 10678681"/>
              <a:gd name="connsiteY57" fmla="*/ 1047854 h 1342734"/>
              <a:gd name="connsiteX58" fmla="*/ 6951040 w 10678681"/>
              <a:gd name="connsiteY58" fmla="*/ 1048531 h 1342734"/>
              <a:gd name="connsiteX59" fmla="*/ 6948497 w 10678681"/>
              <a:gd name="connsiteY59" fmla="*/ 1050706 h 1342734"/>
              <a:gd name="connsiteX60" fmla="*/ 6926582 w 10678681"/>
              <a:gd name="connsiteY60" fmla="*/ 1043462 h 1342734"/>
              <a:gd name="connsiteX61" fmla="*/ 6833743 w 10678681"/>
              <a:gd name="connsiteY61" fmla="*/ 1027960 h 1342734"/>
              <a:gd name="connsiteX62" fmla="*/ 6687090 w 10678681"/>
              <a:gd name="connsiteY62" fmla="*/ 1063250 h 1342734"/>
              <a:gd name="connsiteX63" fmla="*/ 6437450 w 10678681"/>
              <a:gd name="connsiteY63" fmla="*/ 1101075 h 1342734"/>
              <a:gd name="connsiteX64" fmla="*/ 6327795 w 10678681"/>
              <a:gd name="connsiteY64" fmla="*/ 1088142 h 1342734"/>
              <a:gd name="connsiteX65" fmla="*/ 6136549 w 10678681"/>
              <a:gd name="connsiteY65" fmla="*/ 1100268 h 1342734"/>
              <a:gd name="connsiteX66" fmla="*/ 6004655 w 10678681"/>
              <a:gd name="connsiteY66" fmla="*/ 1114946 h 1342734"/>
              <a:gd name="connsiteX67" fmla="*/ 5936643 w 10678681"/>
              <a:gd name="connsiteY67" fmla="*/ 1095428 h 1342734"/>
              <a:gd name="connsiteX68" fmla="*/ 5912484 w 10678681"/>
              <a:gd name="connsiteY68" fmla="*/ 1112624 h 1342734"/>
              <a:gd name="connsiteX69" fmla="*/ 5908387 w 10678681"/>
              <a:gd name="connsiteY69" fmla="*/ 1116018 h 1342734"/>
              <a:gd name="connsiteX70" fmla="*/ 5890495 w 10678681"/>
              <a:gd name="connsiteY70" fmla="*/ 1120268 h 1342734"/>
              <a:gd name="connsiteX71" fmla="*/ 5887318 w 10678681"/>
              <a:gd name="connsiteY71" fmla="*/ 1133134 h 1342734"/>
              <a:gd name="connsiteX72" fmla="*/ 5861726 w 10678681"/>
              <a:gd name="connsiteY72" fmla="*/ 1147891 h 1342734"/>
              <a:gd name="connsiteX73" fmla="*/ 5805823 w 10678681"/>
              <a:gd name="connsiteY73" fmla="*/ 1152457 h 1342734"/>
              <a:gd name="connsiteX74" fmla="*/ 5689841 w 10678681"/>
              <a:gd name="connsiteY74" fmla="*/ 1176232 h 1342734"/>
              <a:gd name="connsiteX75" fmla="*/ 5605119 w 10678681"/>
              <a:gd name="connsiteY75" fmla="*/ 1190202 h 1342734"/>
              <a:gd name="connsiteX76" fmla="*/ 5488513 w 10678681"/>
              <a:gd name="connsiteY76" fmla="*/ 1205367 h 1342734"/>
              <a:gd name="connsiteX77" fmla="*/ 5402905 w 10678681"/>
              <a:gd name="connsiteY77" fmla="*/ 1241191 h 1342734"/>
              <a:gd name="connsiteX78" fmla="*/ 5285593 w 10678681"/>
              <a:gd name="connsiteY78" fmla="*/ 1273569 h 1342734"/>
              <a:gd name="connsiteX79" fmla="*/ 5192893 w 10678681"/>
              <a:gd name="connsiteY79" fmla="*/ 1247188 h 1342734"/>
              <a:gd name="connsiteX80" fmla="*/ 5186475 w 10678681"/>
              <a:gd name="connsiteY80" fmla="*/ 1257028 h 1342734"/>
              <a:gd name="connsiteX81" fmla="*/ 5126038 w 10678681"/>
              <a:gd name="connsiteY81" fmla="*/ 1263189 h 1342734"/>
              <a:gd name="connsiteX82" fmla="*/ 4894688 w 10678681"/>
              <a:gd name="connsiteY82" fmla="*/ 1247184 h 1342734"/>
              <a:gd name="connsiteX83" fmla="*/ 4788036 w 10678681"/>
              <a:gd name="connsiteY83" fmla="*/ 1238182 h 1342734"/>
              <a:gd name="connsiteX84" fmla="*/ 4747555 w 10678681"/>
              <a:gd name="connsiteY84" fmla="*/ 1252768 h 1342734"/>
              <a:gd name="connsiteX85" fmla="*/ 4679644 w 10678681"/>
              <a:gd name="connsiteY85" fmla="*/ 1276603 h 1342734"/>
              <a:gd name="connsiteX86" fmla="*/ 4632222 w 10678681"/>
              <a:gd name="connsiteY86" fmla="*/ 1318360 h 1342734"/>
              <a:gd name="connsiteX87" fmla="*/ 4617358 w 10678681"/>
              <a:gd name="connsiteY87" fmla="*/ 1327690 h 1342734"/>
              <a:gd name="connsiteX88" fmla="*/ 4589102 w 10678681"/>
              <a:gd name="connsiteY88" fmla="*/ 1321223 h 1342734"/>
              <a:gd name="connsiteX89" fmla="*/ 4578184 w 10678681"/>
              <a:gd name="connsiteY89" fmla="*/ 1326745 h 1342734"/>
              <a:gd name="connsiteX90" fmla="*/ 4574270 w 10678681"/>
              <a:gd name="connsiteY90" fmla="*/ 1325878 h 1342734"/>
              <a:gd name="connsiteX91" fmla="*/ 4564919 w 10678681"/>
              <a:gd name="connsiteY91" fmla="*/ 1325507 h 1342734"/>
              <a:gd name="connsiteX92" fmla="*/ 4566586 w 10678681"/>
              <a:gd name="connsiteY92" fmla="*/ 1316963 h 1342734"/>
              <a:gd name="connsiteX93" fmla="*/ 4556303 w 10678681"/>
              <a:gd name="connsiteY93" fmla="*/ 1300262 h 1342734"/>
              <a:gd name="connsiteX94" fmla="*/ 4502358 w 10678681"/>
              <a:gd name="connsiteY94" fmla="*/ 1302558 h 1342734"/>
              <a:gd name="connsiteX95" fmla="*/ 4498919 w 10678681"/>
              <a:gd name="connsiteY95" fmla="*/ 1312115 h 1342734"/>
              <a:gd name="connsiteX96" fmla="*/ 4492075 w 10678681"/>
              <a:gd name="connsiteY96" fmla="*/ 1313357 h 1342734"/>
              <a:gd name="connsiteX97" fmla="*/ 4487466 w 10678681"/>
              <a:gd name="connsiteY97" fmla="*/ 1304102 h 1342734"/>
              <a:gd name="connsiteX98" fmla="*/ 4398292 w 10678681"/>
              <a:gd name="connsiteY98" fmla="*/ 1278410 h 1342734"/>
              <a:gd name="connsiteX99" fmla="*/ 4306088 w 10678681"/>
              <a:gd name="connsiteY99" fmla="*/ 1282512 h 1342734"/>
              <a:gd name="connsiteX100" fmla="*/ 4188995 w 10678681"/>
              <a:gd name="connsiteY100" fmla="*/ 1296718 h 1342734"/>
              <a:gd name="connsiteX101" fmla="*/ 4136582 w 10678681"/>
              <a:gd name="connsiteY101" fmla="*/ 1287687 h 1342734"/>
              <a:gd name="connsiteX102" fmla="*/ 4064614 w 10678681"/>
              <a:gd name="connsiteY102" fmla="*/ 1296118 h 1342734"/>
              <a:gd name="connsiteX103" fmla="*/ 3900948 w 10678681"/>
              <a:gd name="connsiteY103" fmla="*/ 1322156 h 1342734"/>
              <a:gd name="connsiteX104" fmla="*/ 3787890 w 10678681"/>
              <a:gd name="connsiteY104" fmla="*/ 1322164 h 1342734"/>
              <a:gd name="connsiteX105" fmla="*/ 3745993 w 10678681"/>
              <a:gd name="connsiteY105" fmla="*/ 1342630 h 1342734"/>
              <a:gd name="connsiteX106" fmla="*/ 3675785 w 10678681"/>
              <a:gd name="connsiteY106" fmla="*/ 1326802 h 1342734"/>
              <a:gd name="connsiteX107" fmla="*/ 3623856 w 10678681"/>
              <a:gd name="connsiteY107" fmla="*/ 1290804 h 1342734"/>
              <a:gd name="connsiteX108" fmla="*/ 3564933 w 10678681"/>
              <a:gd name="connsiteY108" fmla="*/ 1287147 h 1342734"/>
              <a:gd name="connsiteX109" fmla="*/ 3550537 w 10678681"/>
              <a:gd name="connsiteY109" fmla="*/ 1317552 h 1342734"/>
              <a:gd name="connsiteX110" fmla="*/ 3487736 w 10678681"/>
              <a:gd name="connsiteY110" fmla="*/ 1303493 h 1342734"/>
              <a:gd name="connsiteX111" fmla="*/ 3392548 w 10678681"/>
              <a:gd name="connsiteY111" fmla="*/ 1278741 h 1342734"/>
              <a:gd name="connsiteX112" fmla="*/ 3337466 w 10678681"/>
              <a:gd name="connsiteY112" fmla="*/ 1272537 h 1342734"/>
              <a:gd name="connsiteX113" fmla="*/ 3175981 w 10678681"/>
              <a:gd name="connsiteY113" fmla="*/ 1208973 h 1342734"/>
              <a:gd name="connsiteX114" fmla="*/ 3036856 w 10678681"/>
              <a:gd name="connsiteY114" fmla="*/ 1214383 h 1342734"/>
              <a:gd name="connsiteX115" fmla="*/ 2824973 w 10678681"/>
              <a:gd name="connsiteY115" fmla="*/ 1134864 h 1342734"/>
              <a:gd name="connsiteX116" fmla="*/ 2804398 w 10678681"/>
              <a:gd name="connsiteY116" fmla="*/ 1125556 h 1342734"/>
              <a:gd name="connsiteX117" fmla="*/ 2736109 w 10678681"/>
              <a:gd name="connsiteY117" fmla="*/ 1137717 h 1342734"/>
              <a:gd name="connsiteX118" fmla="*/ 2659096 w 10678681"/>
              <a:gd name="connsiteY118" fmla="*/ 1150294 h 1342734"/>
              <a:gd name="connsiteX119" fmla="*/ 2567088 w 10678681"/>
              <a:gd name="connsiteY119" fmla="*/ 1181781 h 1342734"/>
              <a:gd name="connsiteX120" fmla="*/ 2454501 w 10678681"/>
              <a:gd name="connsiteY120" fmla="*/ 1155455 h 1342734"/>
              <a:gd name="connsiteX121" fmla="*/ 2385161 w 10678681"/>
              <a:gd name="connsiteY121" fmla="*/ 1161312 h 1342734"/>
              <a:gd name="connsiteX122" fmla="*/ 2273361 w 10678681"/>
              <a:gd name="connsiteY122" fmla="*/ 1134090 h 1342734"/>
              <a:gd name="connsiteX123" fmla="*/ 2132003 w 10678681"/>
              <a:gd name="connsiteY123" fmla="*/ 1139225 h 1342734"/>
              <a:gd name="connsiteX124" fmla="*/ 2041224 w 10678681"/>
              <a:gd name="connsiteY124" fmla="*/ 1147536 h 1342734"/>
              <a:gd name="connsiteX125" fmla="*/ 2010157 w 10678681"/>
              <a:gd name="connsiteY125" fmla="*/ 1152767 h 1342734"/>
              <a:gd name="connsiteX126" fmla="*/ 1859213 w 10678681"/>
              <a:gd name="connsiteY126" fmla="*/ 1199540 h 1342734"/>
              <a:gd name="connsiteX127" fmla="*/ 1735877 w 10678681"/>
              <a:gd name="connsiteY127" fmla="*/ 1246527 h 1342734"/>
              <a:gd name="connsiteX128" fmla="*/ 1705069 w 10678681"/>
              <a:gd name="connsiteY128" fmla="*/ 1251989 h 1342734"/>
              <a:gd name="connsiteX129" fmla="*/ 1307888 w 10678681"/>
              <a:gd name="connsiteY129" fmla="*/ 1283156 h 1342734"/>
              <a:gd name="connsiteX130" fmla="*/ 1220734 w 10678681"/>
              <a:gd name="connsiteY130" fmla="*/ 1257811 h 1342734"/>
              <a:gd name="connsiteX131" fmla="*/ 1021737 w 10678681"/>
              <a:gd name="connsiteY131" fmla="*/ 1238739 h 1342734"/>
              <a:gd name="connsiteX132" fmla="*/ 959820 w 10678681"/>
              <a:gd name="connsiteY132" fmla="*/ 1275863 h 1342734"/>
              <a:gd name="connsiteX133" fmla="*/ 929137 w 10678681"/>
              <a:gd name="connsiteY133" fmla="*/ 1273957 h 1342734"/>
              <a:gd name="connsiteX134" fmla="*/ 878849 w 10678681"/>
              <a:gd name="connsiteY134" fmla="*/ 1266740 h 1342734"/>
              <a:gd name="connsiteX135" fmla="*/ 800667 w 10678681"/>
              <a:gd name="connsiteY135" fmla="*/ 1282041 h 1342734"/>
              <a:gd name="connsiteX136" fmla="*/ 644906 w 10678681"/>
              <a:gd name="connsiteY136" fmla="*/ 1273685 h 1342734"/>
              <a:gd name="connsiteX137" fmla="*/ 379869 w 10678681"/>
              <a:gd name="connsiteY137" fmla="*/ 1339165 h 1342734"/>
              <a:gd name="connsiteX138" fmla="*/ 137696 w 10678681"/>
              <a:gd name="connsiteY138" fmla="*/ 1319217 h 1342734"/>
              <a:gd name="connsiteX139" fmla="*/ 54250 w 10678681"/>
              <a:gd name="connsiteY139" fmla="*/ 1315838 h 1342734"/>
              <a:gd name="connsiteX140" fmla="*/ 28042 w 10678681"/>
              <a:gd name="connsiteY140" fmla="*/ 1297822 h 1342734"/>
              <a:gd name="connsiteX141" fmla="*/ 0 w 10678681"/>
              <a:gd name="connsiteY141" fmla="*/ 1294612 h 1342734"/>
              <a:gd name="connsiteX142" fmla="*/ 0 w 10678681"/>
              <a:gd name="connsiteY142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6219 w 10678681"/>
              <a:gd name="connsiteY4" fmla="*/ 45588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41159 w 10678681"/>
              <a:gd name="connsiteY8" fmla="*/ 103824 h 1342734"/>
              <a:gd name="connsiteX9" fmla="*/ 10244930 w 10678681"/>
              <a:gd name="connsiteY9" fmla="*/ 9459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9929077 w 10678681"/>
              <a:gd name="connsiteY13" fmla="*/ 254478 h 1342734"/>
              <a:gd name="connsiteX14" fmla="*/ 9840045 w 10678681"/>
              <a:gd name="connsiteY14" fmla="*/ 223033 h 1342734"/>
              <a:gd name="connsiteX15" fmla="*/ 9679638 w 10678681"/>
              <a:gd name="connsiteY15" fmla="*/ 277462 h 1342734"/>
              <a:gd name="connsiteX16" fmla="*/ 9498347 w 10678681"/>
              <a:gd name="connsiteY16" fmla="*/ 244723 h 1342734"/>
              <a:gd name="connsiteX17" fmla="*/ 9366026 w 10678681"/>
              <a:gd name="connsiteY17" fmla="*/ 299024 h 1342734"/>
              <a:gd name="connsiteX18" fmla="*/ 9316702 w 10678681"/>
              <a:gd name="connsiteY18" fmla="*/ 356523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344233 w 10678681"/>
              <a:gd name="connsiteY30" fmla="*/ 610922 h 1342734"/>
              <a:gd name="connsiteX31" fmla="*/ 8290622 w 10678681"/>
              <a:gd name="connsiteY31" fmla="*/ 622687 h 1342734"/>
              <a:gd name="connsiteX32" fmla="*/ 8086698 w 10678681"/>
              <a:gd name="connsiteY32" fmla="*/ 605185 h 1342734"/>
              <a:gd name="connsiteX33" fmla="*/ 7982378 w 10678681"/>
              <a:gd name="connsiteY33" fmla="*/ 629799 h 1342734"/>
              <a:gd name="connsiteX34" fmla="*/ 7947952 w 10678681"/>
              <a:gd name="connsiteY34" fmla="*/ 648003 h 1342734"/>
              <a:gd name="connsiteX35" fmla="*/ 7890112 w 10678681"/>
              <a:gd name="connsiteY35" fmla="*/ 677915 h 1342734"/>
              <a:gd name="connsiteX36" fmla="*/ 7853284 w 10678681"/>
              <a:gd name="connsiteY36" fmla="*/ 723588 h 1342734"/>
              <a:gd name="connsiteX37" fmla="*/ 7802383 w 10678681"/>
              <a:gd name="connsiteY37" fmla="*/ 739359 h 1342734"/>
              <a:gd name="connsiteX38" fmla="*/ 7730518 w 10678681"/>
              <a:gd name="connsiteY38" fmla="*/ 739526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69396 w 10678681"/>
              <a:gd name="connsiteY45" fmla="*/ 989282 h 1342734"/>
              <a:gd name="connsiteX46" fmla="*/ 7258094 w 10678681"/>
              <a:gd name="connsiteY46" fmla="*/ 990679 h 1342734"/>
              <a:gd name="connsiteX47" fmla="*/ 7257893 w 10678681"/>
              <a:gd name="connsiteY47" fmla="*/ 991204 h 1342734"/>
              <a:gd name="connsiteX48" fmla="*/ 7247153 w 10678681"/>
              <a:gd name="connsiteY48" fmla="*/ 991550 h 1342734"/>
              <a:gd name="connsiteX49" fmla="*/ 7193612 w 10678681"/>
              <a:gd name="connsiteY49" fmla="*/ 987042 h 1342734"/>
              <a:gd name="connsiteX50" fmla="*/ 7132632 w 10678681"/>
              <a:gd name="connsiteY50" fmla="*/ 1042036 h 1342734"/>
              <a:gd name="connsiteX51" fmla="*/ 7105610 w 10678681"/>
              <a:gd name="connsiteY51" fmla="*/ 1053537 h 1342734"/>
              <a:gd name="connsiteX52" fmla="*/ 7069148 w 10678681"/>
              <a:gd name="connsiteY52" fmla="*/ 1047163 h 1342734"/>
              <a:gd name="connsiteX53" fmla="*/ 7039634 w 10678681"/>
              <a:gd name="connsiteY53" fmla="*/ 1059971 h 1342734"/>
              <a:gd name="connsiteX54" fmla="*/ 7033445 w 10678681"/>
              <a:gd name="connsiteY54" fmla="*/ 1063314 h 1342734"/>
              <a:gd name="connsiteX55" fmla="*/ 6999157 w 10678681"/>
              <a:gd name="connsiteY55" fmla="*/ 1055282 h 1342734"/>
              <a:gd name="connsiteX56" fmla="*/ 6981874 w 10678681"/>
              <a:gd name="connsiteY56" fmla="*/ 1053827 h 1342734"/>
              <a:gd name="connsiteX57" fmla="*/ 6976102 w 10678681"/>
              <a:gd name="connsiteY57" fmla="*/ 1047854 h 1342734"/>
              <a:gd name="connsiteX58" fmla="*/ 6951040 w 10678681"/>
              <a:gd name="connsiteY58" fmla="*/ 1048531 h 1342734"/>
              <a:gd name="connsiteX59" fmla="*/ 6948497 w 10678681"/>
              <a:gd name="connsiteY59" fmla="*/ 1050706 h 1342734"/>
              <a:gd name="connsiteX60" fmla="*/ 6926582 w 10678681"/>
              <a:gd name="connsiteY60" fmla="*/ 1043462 h 1342734"/>
              <a:gd name="connsiteX61" fmla="*/ 6833743 w 10678681"/>
              <a:gd name="connsiteY61" fmla="*/ 1027960 h 1342734"/>
              <a:gd name="connsiteX62" fmla="*/ 6687090 w 10678681"/>
              <a:gd name="connsiteY62" fmla="*/ 1063250 h 1342734"/>
              <a:gd name="connsiteX63" fmla="*/ 6437450 w 10678681"/>
              <a:gd name="connsiteY63" fmla="*/ 1101075 h 1342734"/>
              <a:gd name="connsiteX64" fmla="*/ 6327795 w 10678681"/>
              <a:gd name="connsiteY64" fmla="*/ 1088142 h 1342734"/>
              <a:gd name="connsiteX65" fmla="*/ 6136549 w 10678681"/>
              <a:gd name="connsiteY65" fmla="*/ 1100268 h 1342734"/>
              <a:gd name="connsiteX66" fmla="*/ 6004655 w 10678681"/>
              <a:gd name="connsiteY66" fmla="*/ 1114946 h 1342734"/>
              <a:gd name="connsiteX67" fmla="*/ 5936643 w 10678681"/>
              <a:gd name="connsiteY67" fmla="*/ 1095428 h 1342734"/>
              <a:gd name="connsiteX68" fmla="*/ 5912484 w 10678681"/>
              <a:gd name="connsiteY68" fmla="*/ 1112624 h 1342734"/>
              <a:gd name="connsiteX69" fmla="*/ 5908387 w 10678681"/>
              <a:gd name="connsiteY69" fmla="*/ 1116018 h 1342734"/>
              <a:gd name="connsiteX70" fmla="*/ 5890495 w 10678681"/>
              <a:gd name="connsiteY70" fmla="*/ 1120268 h 1342734"/>
              <a:gd name="connsiteX71" fmla="*/ 5887318 w 10678681"/>
              <a:gd name="connsiteY71" fmla="*/ 1133134 h 1342734"/>
              <a:gd name="connsiteX72" fmla="*/ 5861726 w 10678681"/>
              <a:gd name="connsiteY72" fmla="*/ 1147891 h 1342734"/>
              <a:gd name="connsiteX73" fmla="*/ 5805823 w 10678681"/>
              <a:gd name="connsiteY73" fmla="*/ 1152457 h 1342734"/>
              <a:gd name="connsiteX74" fmla="*/ 5689841 w 10678681"/>
              <a:gd name="connsiteY74" fmla="*/ 1176232 h 1342734"/>
              <a:gd name="connsiteX75" fmla="*/ 5605119 w 10678681"/>
              <a:gd name="connsiteY75" fmla="*/ 1190202 h 1342734"/>
              <a:gd name="connsiteX76" fmla="*/ 5488513 w 10678681"/>
              <a:gd name="connsiteY76" fmla="*/ 1205367 h 1342734"/>
              <a:gd name="connsiteX77" fmla="*/ 5402905 w 10678681"/>
              <a:gd name="connsiteY77" fmla="*/ 1241191 h 1342734"/>
              <a:gd name="connsiteX78" fmla="*/ 5285593 w 10678681"/>
              <a:gd name="connsiteY78" fmla="*/ 1273569 h 1342734"/>
              <a:gd name="connsiteX79" fmla="*/ 5192893 w 10678681"/>
              <a:gd name="connsiteY79" fmla="*/ 1247188 h 1342734"/>
              <a:gd name="connsiteX80" fmla="*/ 5186475 w 10678681"/>
              <a:gd name="connsiteY80" fmla="*/ 1257028 h 1342734"/>
              <a:gd name="connsiteX81" fmla="*/ 5126038 w 10678681"/>
              <a:gd name="connsiteY81" fmla="*/ 1263189 h 1342734"/>
              <a:gd name="connsiteX82" fmla="*/ 4894688 w 10678681"/>
              <a:gd name="connsiteY82" fmla="*/ 1247184 h 1342734"/>
              <a:gd name="connsiteX83" fmla="*/ 4788036 w 10678681"/>
              <a:gd name="connsiteY83" fmla="*/ 1238182 h 1342734"/>
              <a:gd name="connsiteX84" fmla="*/ 4747555 w 10678681"/>
              <a:gd name="connsiteY84" fmla="*/ 1252768 h 1342734"/>
              <a:gd name="connsiteX85" fmla="*/ 4679644 w 10678681"/>
              <a:gd name="connsiteY85" fmla="*/ 1276603 h 1342734"/>
              <a:gd name="connsiteX86" fmla="*/ 4632222 w 10678681"/>
              <a:gd name="connsiteY86" fmla="*/ 1318360 h 1342734"/>
              <a:gd name="connsiteX87" fmla="*/ 4617358 w 10678681"/>
              <a:gd name="connsiteY87" fmla="*/ 1327690 h 1342734"/>
              <a:gd name="connsiteX88" fmla="*/ 4589102 w 10678681"/>
              <a:gd name="connsiteY88" fmla="*/ 1321223 h 1342734"/>
              <a:gd name="connsiteX89" fmla="*/ 4578184 w 10678681"/>
              <a:gd name="connsiteY89" fmla="*/ 1326745 h 1342734"/>
              <a:gd name="connsiteX90" fmla="*/ 4574270 w 10678681"/>
              <a:gd name="connsiteY90" fmla="*/ 1325878 h 1342734"/>
              <a:gd name="connsiteX91" fmla="*/ 4564919 w 10678681"/>
              <a:gd name="connsiteY91" fmla="*/ 1325507 h 1342734"/>
              <a:gd name="connsiteX92" fmla="*/ 4566586 w 10678681"/>
              <a:gd name="connsiteY92" fmla="*/ 1316963 h 1342734"/>
              <a:gd name="connsiteX93" fmla="*/ 4556303 w 10678681"/>
              <a:gd name="connsiteY93" fmla="*/ 1300262 h 1342734"/>
              <a:gd name="connsiteX94" fmla="*/ 4502358 w 10678681"/>
              <a:gd name="connsiteY94" fmla="*/ 1302558 h 1342734"/>
              <a:gd name="connsiteX95" fmla="*/ 4498919 w 10678681"/>
              <a:gd name="connsiteY95" fmla="*/ 1312115 h 1342734"/>
              <a:gd name="connsiteX96" fmla="*/ 4492075 w 10678681"/>
              <a:gd name="connsiteY96" fmla="*/ 1313357 h 1342734"/>
              <a:gd name="connsiteX97" fmla="*/ 4487466 w 10678681"/>
              <a:gd name="connsiteY97" fmla="*/ 1304102 h 1342734"/>
              <a:gd name="connsiteX98" fmla="*/ 4398292 w 10678681"/>
              <a:gd name="connsiteY98" fmla="*/ 1278410 h 1342734"/>
              <a:gd name="connsiteX99" fmla="*/ 4306088 w 10678681"/>
              <a:gd name="connsiteY99" fmla="*/ 1282512 h 1342734"/>
              <a:gd name="connsiteX100" fmla="*/ 4188995 w 10678681"/>
              <a:gd name="connsiteY100" fmla="*/ 1296718 h 1342734"/>
              <a:gd name="connsiteX101" fmla="*/ 4136582 w 10678681"/>
              <a:gd name="connsiteY101" fmla="*/ 1287687 h 1342734"/>
              <a:gd name="connsiteX102" fmla="*/ 4064614 w 10678681"/>
              <a:gd name="connsiteY102" fmla="*/ 1296118 h 1342734"/>
              <a:gd name="connsiteX103" fmla="*/ 3900948 w 10678681"/>
              <a:gd name="connsiteY103" fmla="*/ 1322156 h 1342734"/>
              <a:gd name="connsiteX104" fmla="*/ 3787890 w 10678681"/>
              <a:gd name="connsiteY104" fmla="*/ 1322164 h 1342734"/>
              <a:gd name="connsiteX105" fmla="*/ 3745993 w 10678681"/>
              <a:gd name="connsiteY105" fmla="*/ 1342630 h 1342734"/>
              <a:gd name="connsiteX106" fmla="*/ 3675785 w 10678681"/>
              <a:gd name="connsiteY106" fmla="*/ 1326802 h 1342734"/>
              <a:gd name="connsiteX107" fmla="*/ 3623856 w 10678681"/>
              <a:gd name="connsiteY107" fmla="*/ 1290804 h 1342734"/>
              <a:gd name="connsiteX108" fmla="*/ 3564933 w 10678681"/>
              <a:gd name="connsiteY108" fmla="*/ 1287147 h 1342734"/>
              <a:gd name="connsiteX109" fmla="*/ 3550537 w 10678681"/>
              <a:gd name="connsiteY109" fmla="*/ 1317552 h 1342734"/>
              <a:gd name="connsiteX110" fmla="*/ 3487736 w 10678681"/>
              <a:gd name="connsiteY110" fmla="*/ 1303493 h 1342734"/>
              <a:gd name="connsiteX111" fmla="*/ 3392548 w 10678681"/>
              <a:gd name="connsiteY111" fmla="*/ 1278741 h 1342734"/>
              <a:gd name="connsiteX112" fmla="*/ 3337466 w 10678681"/>
              <a:gd name="connsiteY112" fmla="*/ 1272537 h 1342734"/>
              <a:gd name="connsiteX113" fmla="*/ 3175981 w 10678681"/>
              <a:gd name="connsiteY113" fmla="*/ 1208973 h 1342734"/>
              <a:gd name="connsiteX114" fmla="*/ 3036856 w 10678681"/>
              <a:gd name="connsiteY114" fmla="*/ 1214383 h 1342734"/>
              <a:gd name="connsiteX115" fmla="*/ 2824973 w 10678681"/>
              <a:gd name="connsiteY115" fmla="*/ 1134864 h 1342734"/>
              <a:gd name="connsiteX116" fmla="*/ 2804398 w 10678681"/>
              <a:gd name="connsiteY116" fmla="*/ 1125556 h 1342734"/>
              <a:gd name="connsiteX117" fmla="*/ 2736109 w 10678681"/>
              <a:gd name="connsiteY117" fmla="*/ 1137717 h 1342734"/>
              <a:gd name="connsiteX118" fmla="*/ 2659096 w 10678681"/>
              <a:gd name="connsiteY118" fmla="*/ 1150294 h 1342734"/>
              <a:gd name="connsiteX119" fmla="*/ 2567088 w 10678681"/>
              <a:gd name="connsiteY119" fmla="*/ 1181781 h 1342734"/>
              <a:gd name="connsiteX120" fmla="*/ 2454501 w 10678681"/>
              <a:gd name="connsiteY120" fmla="*/ 1155455 h 1342734"/>
              <a:gd name="connsiteX121" fmla="*/ 2385161 w 10678681"/>
              <a:gd name="connsiteY121" fmla="*/ 1161312 h 1342734"/>
              <a:gd name="connsiteX122" fmla="*/ 2273361 w 10678681"/>
              <a:gd name="connsiteY122" fmla="*/ 1134090 h 1342734"/>
              <a:gd name="connsiteX123" fmla="*/ 2132003 w 10678681"/>
              <a:gd name="connsiteY123" fmla="*/ 1139225 h 1342734"/>
              <a:gd name="connsiteX124" fmla="*/ 2041224 w 10678681"/>
              <a:gd name="connsiteY124" fmla="*/ 1147536 h 1342734"/>
              <a:gd name="connsiteX125" fmla="*/ 2010157 w 10678681"/>
              <a:gd name="connsiteY125" fmla="*/ 1152767 h 1342734"/>
              <a:gd name="connsiteX126" fmla="*/ 1859213 w 10678681"/>
              <a:gd name="connsiteY126" fmla="*/ 1199540 h 1342734"/>
              <a:gd name="connsiteX127" fmla="*/ 1735877 w 10678681"/>
              <a:gd name="connsiteY127" fmla="*/ 1246527 h 1342734"/>
              <a:gd name="connsiteX128" fmla="*/ 1705069 w 10678681"/>
              <a:gd name="connsiteY128" fmla="*/ 1251989 h 1342734"/>
              <a:gd name="connsiteX129" fmla="*/ 1307888 w 10678681"/>
              <a:gd name="connsiteY129" fmla="*/ 1283156 h 1342734"/>
              <a:gd name="connsiteX130" fmla="*/ 1220734 w 10678681"/>
              <a:gd name="connsiteY130" fmla="*/ 1257811 h 1342734"/>
              <a:gd name="connsiteX131" fmla="*/ 1021737 w 10678681"/>
              <a:gd name="connsiteY131" fmla="*/ 1238739 h 1342734"/>
              <a:gd name="connsiteX132" fmla="*/ 959820 w 10678681"/>
              <a:gd name="connsiteY132" fmla="*/ 1275863 h 1342734"/>
              <a:gd name="connsiteX133" fmla="*/ 929137 w 10678681"/>
              <a:gd name="connsiteY133" fmla="*/ 1273957 h 1342734"/>
              <a:gd name="connsiteX134" fmla="*/ 878849 w 10678681"/>
              <a:gd name="connsiteY134" fmla="*/ 1266740 h 1342734"/>
              <a:gd name="connsiteX135" fmla="*/ 800667 w 10678681"/>
              <a:gd name="connsiteY135" fmla="*/ 1282041 h 1342734"/>
              <a:gd name="connsiteX136" fmla="*/ 644906 w 10678681"/>
              <a:gd name="connsiteY136" fmla="*/ 1273685 h 1342734"/>
              <a:gd name="connsiteX137" fmla="*/ 379869 w 10678681"/>
              <a:gd name="connsiteY137" fmla="*/ 1339165 h 1342734"/>
              <a:gd name="connsiteX138" fmla="*/ 137696 w 10678681"/>
              <a:gd name="connsiteY138" fmla="*/ 1319217 h 1342734"/>
              <a:gd name="connsiteX139" fmla="*/ 54250 w 10678681"/>
              <a:gd name="connsiteY139" fmla="*/ 1315838 h 1342734"/>
              <a:gd name="connsiteX140" fmla="*/ 28042 w 10678681"/>
              <a:gd name="connsiteY140" fmla="*/ 1297822 h 1342734"/>
              <a:gd name="connsiteX141" fmla="*/ 0 w 10678681"/>
              <a:gd name="connsiteY141" fmla="*/ 1294612 h 1342734"/>
              <a:gd name="connsiteX142" fmla="*/ 0 w 10678681"/>
              <a:gd name="connsiteY142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6219 w 10678681"/>
              <a:gd name="connsiteY4" fmla="*/ 45588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41159 w 10678681"/>
              <a:gd name="connsiteY8" fmla="*/ 103824 h 1342734"/>
              <a:gd name="connsiteX9" fmla="*/ 10244930 w 10678681"/>
              <a:gd name="connsiteY9" fmla="*/ 9459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9929077 w 10678681"/>
              <a:gd name="connsiteY13" fmla="*/ 254478 h 1342734"/>
              <a:gd name="connsiteX14" fmla="*/ 9840045 w 10678681"/>
              <a:gd name="connsiteY14" fmla="*/ 223033 h 1342734"/>
              <a:gd name="connsiteX15" fmla="*/ 9679638 w 10678681"/>
              <a:gd name="connsiteY15" fmla="*/ 277462 h 1342734"/>
              <a:gd name="connsiteX16" fmla="*/ 9498347 w 10678681"/>
              <a:gd name="connsiteY16" fmla="*/ 244723 h 1342734"/>
              <a:gd name="connsiteX17" fmla="*/ 9366026 w 10678681"/>
              <a:gd name="connsiteY17" fmla="*/ 299024 h 1342734"/>
              <a:gd name="connsiteX18" fmla="*/ 9316702 w 10678681"/>
              <a:gd name="connsiteY18" fmla="*/ 356523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344233 w 10678681"/>
              <a:gd name="connsiteY30" fmla="*/ 610922 h 1342734"/>
              <a:gd name="connsiteX31" fmla="*/ 8290622 w 10678681"/>
              <a:gd name="connsiteY31" fmla="*/ 622687 h 1342734"/>
              <a:gd name="connsiteX32" fmla="*/ 8086698 w 10678681"/>
              <a:gd name="connsiteY32" fmla="*/ 605185 h 1342734"/>
              <a:gd name="connsiteX33" fmla="*/ 7982378 w 10678681"/>
              <a:gd name="connsiteY33" fmla="*/ 629799 h 1342734"/>
              <a:gd name="connsiteX34" fmla="*/ 7947952 w 10678681"/>
              <a:gd name="connsiteY34" fmla="*/ 648003 h 1342734"/>
              <a:gd name="connsiteX35" fmla="*/ 7890112 w 10678681"/>
              <a:gd name="connsiteY35" fmla="*/ 677915 h 1342734"/>
              <a:gd name="connsiteX36" fmla="*/ 7853284 w 10678681"/>
              <a:gd name="connsiteY36" fmla="*/ 723588 h 1342734"/>
              <a:gd name="connsiteX37" fmla="*/ 7802383 w 10678681"/>
              <a:gd name="connsiteY37" fmla="*/ 739359 h 1342734"/>
              <a:gd name="connsiteX38" fmla="*/ 7730518 w 10678681"/>
              <a:gd name="connsiteY38" fmla="*/ 739526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69396 w 10678681"/>
              <a:gd name="connsiteY45" fmla="*/ 989282 h 1342734"/>
              <a:gd name="connsiteX46" fmla="*/ 7258094 w 10678681"/>
              <a:gd name="connsiteY46" fmla="*/ 990679 h 1342734"/>
              <a:gd name="connsiteX47" fmla="*/ 7257893 w 10678681"/>
              <a:gd name="connsiteY47" fmla="*/ 991204 h 1342734"/>
              <a:gd name="connsiteX48" fmla="*/ 7247153 w 10678681"/>
              <a:gd name="connsiteY48" fmla="*/ 991550 h 1342734"/>
              <a:gd name="connsiteX49" fmla="*/ 7193612 w 10678681"/>
              <a:gd name="connsiteY49" fmla="*/ 987042 h 1342734"/>
              <a:gd name="connsiteX50" fmla="*/ 7132632 w 10678681"/>
              <a:gd name="connsiteY50" fmla="*/ 1042036 h 1342734"/>
              <a:gd name="connsiteX51" fmla="*/ 7105610 w 10678681"/>
              <a:gd name="connsiteY51" fmla="*/ 1053537 h 1342734"/>
              <a:gd name="connsiteX52" fmla="*/ 7069148 w 10678681"/>
              <a:gd name="connsiteY52" fmla="*/ 1047163 h 1342734"/>
              <a:gd name="connsiteX53" fmla="*/ 7039634 w 10678681"/>
              <a:gd name="connsiteY53" fmla="*/ 1059971 h 1342734"/>
              <a:gd name="connsiteX54" fmla="*/ 7033445 w 10678681"/>
              <a:gd name="connsiteY54" fmla="*/ 1063314 h 1342734"/>
              <a:gd name="connsiteX55" fmla="*/ 6999157 w 10678681"/>
              <a:gd name="connsiteY55" fmla="*/ 1055282 h 1342734"/>
              <a:gd name="connsiteX56" fmla="*/ 6981874 w 10678681"/>
              <a:gd name="connsiteY56" fmla="*/ 1053827 h 1342734"/>
              <a:gd name="connsiteX57" fmla="*/ 6976102 w 10678681"/>
              <a:gd name="connsiteY57" fmla="*/ 1047854 h 1342734"/>
              <a:gd name="connsiteX58" fmla="*/ 6951040 w 10678681"/>
              <a:gd name="connsiteY58" fmla="*/ 1048531 h 1342734"/>
              <a:gd name="connsiteX59" fmla="*/ 6948497 w 10678681"/>
              <a:gd name="connsiteY59" fmla="*/ 1050706 h 1342734"/>
              <a:gd name="connsiteX60" fmla="*/ 6926582 w 10678681"/>
              <a:gd name="connsiteY60" fmla="*/ 1043462 h 1342734"/>
              <a:gd name="connsiteX61" fmla="*/ 6833743 w 10678681"/>
              <a:gd name="connsiteY61" fmla="*/ 1027960 h 1342734"/>
              <a:gd name="connsiteX62" fmla="*/ 6687090 w 10678681"/>
              <a:gd name="connsiteY62" fmla="*/ 1063250 h 1342734"/>
              <a:gd name="connsiteX63" fmla="*/ 6437450 w 10678681"/>
              <a:gd name="connsiteY63" fmla="*/ 1101075 h 1342734"/>
              <a:gd name="connsiteX64" fmla="*/ 6327795 w 10678681"/>
              <a:gd name="connsiteY64" fmla="*/ 1088142 h 1342734"/>
              <a:gd name="connsiteX65" fmla="*/ 6136549 w 10678681"/>
              <a:gd name="connsiteY65" fmla="*/ 1100268 h 1342734"/>
              <a:gd name="connsiteX66" fmla="*/ 6004655 w 10678681"/>
              <a:gd name="connsiteY66" fmla="*/ 1114946 h 1342734"/>
              <a:gd name="connsiteX67" fmla="*/ 5936643 w 10678681"/>
              <a:gd name="connsiteY67" fmla="*/ 1095428 h 1342734"/>
              <a:gd name="connsiteX68" fmla="*/ 5912484 w 10678681"/>
              <a:gd name="connsiteY68" fmla="*/ 1112624 h 1342734"/>
              <a:gd name="connsiteX69" fmla="*/ 5908387 w 10678681"/>
              <a:gd name="connsiteY69" fmla="*/ 1116018 h 1342734"/>
              <a:gd name="connsiteX70" fmla="*/ 5890495 w 10678681"/>
              <a:gd name="connsiteY70" fmla="*/ 1120268 h 1342734"/>
              <a:gd name="connsiteX71" fmla="*/ 5887318 w 10678681"/>
              <a:gd name="connsiteY71" fmla="*/ 1133134 h 1342734"/>
              <a:gd name="connsiteX72" fmla="*/ 5861726 w 10678681"/>
              <a:gd name="connsiteY72" fmla="*/ 1147891 h 1342734"/>
              <a:gd name="connsiteX73" fmla="*/ 5805823 w 10678681"/>
              <a:gd name="connsiteY73" fmla="*/ 1152457 h 1342734"/>
              <a:gd name="connsiteX74" fmla="*/ 5689841 w 10678681"/>
              <a:gd name="connsiteY74" fmla="*/ 1176232 h 1342734"/>
              <a:gd name="connsiteX75" fmla="*/ 5605119 w 10678681"/>
              <a:gd name="connsiteY75" fmla="*/ 1190202 h 1342734"/>
              <a:gd name="connsiteX76" fmla="*/ 5488513 w 10678681"/>
              <a:gd name="connsiteY76" fmla="*/ 1205367 h 1342734"/>
              <a:gd name="connsiteX77" fmla="*/ 5402905 w 10678681"/>
              <a:gd name="connsiteY77" fmla="*/ 1241191 h 1342734"/>
              <a:gd name="connsiteX78" fmla="*/ 5285593 w 10678681"/>
              <a:gd name="connsiteY78" fmla="*/ 1273569 h 1342734"/>
              <a:gd name="connsiteX79" fmla="*/ 5192893 w 10678681"/>
              <a:gd name="connsiteY79" fmla="*/ 1247188 h 1342734"/>
              <a:gd name="connsiteX80" fmla="*/ 5186475 w 10678681"/>
              <a:gd name="connsiteY80" fmla="*/ 1257028 h 1342734"/>
              <a:gd name="connsiteX81" fmla="*/ 5126038 w 10678681"/>
              <a:gd name="connsiteY81" fmla="*/ 1263189 h 1342734"/>
              <a:gd name="connsiteX82" fmla="*/ 4894688 w 10678681"/>
              <a:gd name="connsiteY82" fmla="*/ 1247184 h 1342734"/>
              <a:gd name="connsiteX83" fmla="*/ 4788036 w 10678681"/>
              <a:gd name="connsiteY83" fmla="*/ 1238182 h 1342734"/>
              <a:gd name="connsiteX84" fmla="*/ 4747555 w 10678681"/>
              <a:gd name="connsiteY84" fmla="*/ 1252768 h 1342734"/>
              <a:gd name="connsiteX85" fmla="*/ 4679644 w 10678681"/>
              <a:gd name="connsiteY85" fmla="*/ 1276603 h 1342734"/>
              <a:gd name="connsiteX86" fmla="*/ 4632222 w 10678681"/>
              <a:gd name="connsiteY86" fmla="*/ 1318360 h 1342734"/>
              <a:gd name="connsiteX87" fmla="*/ 4617358 w 10678681"/>
              <a:gd name="connsiteY87" fmla="*/ 1327690 h 1342734"/>
              <a:gd name="connsiteX88" fmla="*/ 4589102 w 10678681"/>
              <a:gd name="connsiteY88" fmla="*/ 1321223 h 1342734"/>
              <a:gd name="connsiteX89" fmla="*/ 4578184 w 10678681"/>
              <a:gd name="connsiteY89" fmla="*/ 1326745 h 1342734"/>
              <a:gd name="connsiteX90" fmla="*/ 4574270 w 10678681"/>
              <a:gd name="connsiteY90" fmla="*/ 1325878 h 1342734"/>
              <a:gd name="connsiteX91" fmla="*/ 4564919 w 10678681"/>
              <a:gd name="connsiteY91" fmla="*/ 1325507 h 1342734"/>
              <a:gd name="connsiteX92" fmla="*/ 4566586 w 10678681"/>
              <a:gd name="connsiteY92" fmla="*/ 1316963 h 1342734"/>
              <a:gd name="connsiteX93" fmla="*/ 4556303 w 10678681"/>
              <a:gd name="connsiteY93" fmla="*/ 1300262 h 1342734"/>
              <a:gd name="connsiteX94" fmla="*/ 4502358 w 10678681"/>
              <a:gd name="connsiteY94" fmla="*/ 1302558 h 1342734"/>
              <a:gd name="connsiteX95" fmla="*/ 4498919 w 10678681"/>
              <a:gd name="connsiteY95" fmla="*/ 1312115 h 1342734"/>
              <a:gd name="connsiteX96" fmla="*/ 4492075 w 10678681"/>
              <a:gd name="connsiteY96" fmla="*/ 1313357 h 1342734"/>
              <a:gd name="connsiteX97" fmla="*/ 4487466 w 10678681"/>
              <a:gd name="connsiteY97" fmla="*/ 1304102 h 1342734"/>
              <a:gd name="connsiteX98" fmla="*/ 4398292 w 10678681"/>
              <a:gd name="connsiteY98" fmla="*/ 1278410 h 1342734"/>
              <a:gd name="connsiteX99" fmla="*/ 4306088 w 10678681"/>
              <a:gd name="connsiteY99" fmla="*/ 1282512 h 1342734"/>
              <a:gd name="connsiteX100" fmla="*/ 4188995 w 10678681"/>
              <a:gd name="connsiteY100" fmla="*/ 1296718 h 1342734"/>
              <a:gd name="connsiteX101" fmla="*/ 4136582 w 10678681"/>
              <a:gd name="connsiteY101" fmla="*/ 1287687 h 1342734"/>
              <a:gd name="connsiteX102" fmla="*/ 4064614 w 10678681"/>
              <a:gd name="connsiteY102" fmla="*/ 1296118 h 1342734"/>
              <a:gd name="connsiteX103" fmla="*/ 3900948 w 10678681"/>
              <a:gd name="connsiteY103" fmla="*/ 1322156 h 1342734"/>
              <a:gd name="connsiteX104" fmla="*/ 3787890 w 10678681"/>
              <a:gd name="connsiteY104" fmla="*/ 1322164 h 1342734"/>
              <a:gd name="connsiteX105" fmla="*/ 3745993 w 10678681"/>
              <a:gd name="connsiteY105" fmla="*/ 1342630 h 1342734"/>
              <a:gd name="connsiteX106" fmla="*/ 3675785 w 10678681"/>
              <a:gd name="connsiteY106" fmla="*/ 1326802 h 1342734"/>
              <a:gd name="connsiteX107" fmla="*/ 3623856 w 10678681"/>
              <a:gd name="connsiteY107" fmla="*/ 1290804 h 1342734"/>
              <a:gd name="connsiteX108" fmla="*/ 3564933 w 10678681"/>
              <a:gd name="connsiteY108" fmla="*/ 1287147 h 1342734"/>
              <a:gd name="connsiteX109" fmla="*/ 3550537 w 10678681"/>
              <a:gd name="connsiteY109" fmla="*/ 1317552 h 1342734"/>
              <a:gd name="connsiteX110" fmla="*/ 3487736 w 10678681"/>
              <a:gd name="connsiteY110" fmla="*/ 1303493 h 1342734"/>
              <a:gd name="connsiteX111" fmla="*/ 3392548 w 10678681"/>
              <a:gd name="connsiteY111" fmla="*/ 1278741 h 1342734"/>
              <a:gd name="connsiteX112" fmla="*/ 3337466 w 10678681"/>
              <a:gd name="connsiteY112" fmla="*/ 1272537 h 1342734"/>
              <a:gd name="connsiteX113" fmla="*/ 3175981 w 10678681"/>
              <a:gd name="connsiteY113" fmla="*/ 1208973 h 1342734"/>
              <a:gd name="connsiteX114" fmla="*/ 3036856 w 10678681"/>
              <a:gd name="connsiteY114" fmla="*/ 1214383 h 1342734"/>
              <a:gd name="connsiteX115" fmla="*/ 2824973 w 10678681"/>
              <a:gd name="connsiteY115" fmla="*/ 1134864 h 1342734"/>
              <a:gd name="connsiteX116" fmla="*/ 2804398 w 10678681"/>
              <a:gd name="connsiteY116" fmla="*/ 1125556 h 1342734"/>
              <a:gd name="connsiteX117" fmla="*/ 2736109 w 10678681"/>
              <a:gd name="connsiteY117" fmla="*/ 1137717 h 1342734"/>
              <a:gd name="connsiteX118" fmla="*/ 2659096 w 10678681"/>
              <a:gd name="connsiteY118" fmla="*/ 1150294 h 1342734"/>
              <a:gd name="connsiteX119" fmla="*/ 2567088 w 10678681"/>
              <a:gd name="connsiteY119" fmla="*/ 1181781 h 1342734"/>
              <a:gd name="connsiteX120" fmla="*/ 2454501 w 10678681"/>
              <a:gd name="connsiteY120" fmla="*/ 1155455 h 1342734"/>
              <a:gd name="connsiteX121" fmla="*/ 2385161 w 10678681"/>
              <a:gd name="connsiteY121" fmla="*/ 1161312 h 1342734"/>
              <a:gd name="connsiteX122" fmla="*/ 2273361 w 10678681"/>
              <a:gd name="connsiteY122" fmla="*/ 1134090 h 1342734"/>
              <a:gd name="connsiteX123" fmla="*/ 2132003 w 10678681"/>
              <a:gd name="connsiteY123" fmla="*/ 1139225 h 1342734"/>
              <a:gd name="connsiteX124" fmla="*/ 2041224 w 10678681"/>
              <a:gd name="connsiteY124" fmla="*/ 1147536 h 1342734"/>
              <a:gd name="connsiteX125" fmla="*/ 2010157 w 10678681"/>
              <a:gd name="connsiteY125" fmla="*/ 1152767 h 1342734"/>
              <a:gd name="connsiteX126" fmla="*/ 1859213 w 10678681"/>
              <a:gd name="connsiteY126" fmla="*/ 1199540 h 1342734"/>
              <a:gd name="connsiteX127" fmla="*/ 1735877 w 10678681"/>
              <a:gd name="connsiteY127" fmla="*/ 1246527 h 1342734"/>
              <a:gd name="connsiteX128" fmla="*/ 1705069 w 10678681"/>
              <a:gd name="connsiteY128" fmla="*/ 1251989 h 1342734"/>
              <a:gd name="connsiteX129" fmla="*/ 1307888 w 10678681"/>
              <a:gd name="connsiteY129" fmla="*/ 1283156 h 1342734"/>
              <a:gd name="connsiteX130" fmla="*/ 1220734 w 10678681"/>
              <a:gd name="connsiteY130" fmla="*/ 1257811 h 1342734"/>
              <a:gd name="connsiteX131" fmla="*/ 1021737 w 10678681"/>
              <a:gd name="connsiteY131" fmla="*/ 1238739 h 1342734"/>
              <a:gd name="connsiteX132" fmla="*/ 959820 w 10678681"/>
              <a:gd name="connsiteY132" fmla="*/ 1275863 h 1342734"/>
              <a:gd name="connsiteX133" fmla="*/ 929137 w 10678681"/>
              <a:gd name="connsiteY133" fmla="*/ 1273957 h 1342734"/>
              <a:gd name="connsiteX134" fmla="*/ 878849 w 10678681"/>
              <a:gd name="connsiteY134" fmla="*/ 1266740 h 1342734"/>
              <a:gd name="connsiteX135" fmla="*/ 800667 w 10678681"/>
              <a:gd name="connsiteY135" fmla="*/ 1282041 h 1342734"/>
              <a:gd name="connsiteX136" fmla="*/ 644906 w 10678681"/>
              <a:gd name="connsiteY136" fmla="*/ 1273685 h 1342734"/>
              <a:gd name="connsiteX137" fmla="*/ 379869 w 10678681"/>
              <a:gd name="connsiteY137" fmla="*/ 1339165 h 1342734"/>
              <a:gd name="connsiteX138" fmla="*/ 137696 w 10678681"/>
              <a:gd name="connsiteY138" fmla="*/ 1319217 h 1342734"/>
              <a:gd name="connsiteX139" fmla="*/ 54250 w 10678681"/>
              <a:gd name="connsiteY139" fmla="*/ 1315838 h 1342734"/>
              <a:gd name="connsiteX140" fmla="*/ 28042 w 10678681"/>
              <a:gd name="connsiteY140" fmla="*/ 1297822 h 1342734"/>
              <a:gd name="connsiteX141" fmla="*/ 0 w 10678681"/>
              <a:gd name="connsiteY141" fmla="*/ 1294612 h 1342734"/>
              <a:gd name="connsiteX142" fmla="*/ 0 w 10678681"/>
              <a:gd name="connsiteY142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6219 w 10678681"/>
              <a:gd name="connsiteY4" fmla="*/ 45588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41159 w 10678681"/>
              <a:gd name="connsiteY8" fmla="*/ 103824 h 1342734"/>
              <a:gd name="connsiteX9" fmla="*/ 10244930 w 10678681"/>
              <a:gd name="connsiteY9" fmla="*/ 9459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9929077 w 10678681"/>
              <a:gd name="connsiteY13" fmla="*/ 254478 h 1342734"/>
              <a:gd name="connsiteX14" fmla="*/ 9840045 w 10678681"/>
              <a:gd name="connsiteY14" fmla="*/ 223033 h 1342734"/>
              <a:gd name="connsiteX15" fmla="*/ 9679638 w 10678681"/>
              <a:gd name="connsiteY15" fmla="*/ 277462 h 1342734"/>
              <a:gd name="connsiteX16" fmla="*/ 9498347 w 10678681"/>
              <a:gd name="connsiteY16" fmla="*/ 244723 h 1342734"/>
              <a:gd name="connsiteX17" fmla="*/ 9366026 w 10678681"/>
              <a:gd name="connsiteY17" fmla="*/ 299024 h 1342734"/>
              <a:gd name="connsiteX18" fmla="*/ 9316702 w 10678681"/>
              <a:gd name="connsiteY18" fmla="*/ 356523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344233 w 10678681"/>
              <a:gd name="connsiteY30" fmla="*/ 610922 h 1342734"/>
              <a:gd name="connsiteX31" fmla="*/ 8290622 w 10678681"/>
              <a:gd name="connsiteY31" fmla="*/ 622687 h 1342734"/>
              <a:gd name="connsiteX32" fmla="*/ 8086698 w 10678681"/>
              <a:gd name="connsiteY32" fmla="*/ 605185 h 1342734"/>
              <a:gd name="connsiteX33" fmla="*/ 7982378 w 10678681"/>
              <a:gd name="connsiteY33" fmla="*/ 629799 h 1342734"/>
              <a:gd name="connsiteX34" fmla="*/ 7947952 w 10678681"/>
              <a:gd name="connsiteY34" fmla="*/ 648003 h 1342734"/>
              <a:gd name="connsiteX35" fmla="*/ 7890112 w 10678681"/>
              <a:gd name="connsiteY35" fmla="*/ 677915 h 1342734"/>
              <a:gd name="connsiteX36" fmla="*/ 7853284 w 10678681"/>
              <a:gd name="connsiteY36" fmla="*/ 723588 h 1342734"/>
              <a:gd name="connsiteX37" fmla="*/ 7802383 w 10678681"/>
              <a:gd name="connsiteY37" fmla="*/ 739359 h 1342734"/>
              <a:gd name="connsiteX38" fmla="*/ 7730518 w 10678681"/>
              <a:gd name="connsiteY38" fmla="*/ 739526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69396 w 10678681"/>
              <a:gd name="connsiteY45" fmla="*/ 989282 h 1342734"/>
              <a:gd name="connsiteX46" fmla="*/ 7258094 w 10678681"/>
              <a:gd name="connsiteY46" fmla="*/ 990679 h 1342734"/>
              <a:gd name="connsiteX47" fmla="*/ 7257893 w 10678681"/>
              <a:gd name="connsiteY47" fmla="*/ 991204 h 1342734"/>
              <a:gd name="connsiteX48" fmla="*/ 7247153 w 10678681"/>
              <a:gd name="connsiteY48" fmla="*/ 991550 h 1342734"/>
              <a:gd name="connsiteX49" fmla="*/ 7193612 w 10678681"/>
              <a:gd name="connsiteY49" fmla="*/ 987042 h 1342734"/>
              <a:gd name="connsiteX50" fmla="*/ 7132632 w 10678681"/>
              <a:gd name="connsiteY50" fmla="*/ 1042036 h 1342734"/>
              <a:gd name="connsiteX51" fmla="*/ 7105610 w 10678681"/>
              <a:gd name="connsiteY51" fmla="*/ 1053537 h 1342734"/>
              <a:gd name="connsiteX52" fmla="*/ 7069148 w 10678681"/>
              <a:gd name="connsiteY52" fmla="*/ 1047163 h 1342734"/>
              <a:gd name="connsiteX53" fmla="*/ 7039634 w 10678681"/>
              <a:gd name="connsiteY53" fmla="*/ 1059971 h 1342734"/>
              <a:gd name="connsiteX54" fmla="*/ 7033445 w 10678681"/>
              <a:gd name="connsiteY54" fmla="*/ 1063314 h 1342734"/>
              <a:gd name="connsiteX55" fmla="*/ 6999157 w 10678681"/>
              <a:gd name="connsiteY55" fmla="*/ 1055282 h 1342734"/>
              <a:gd name="connsiteX56" fmla="*/ 6981874 w 10678681"/>
              <a:gd name="connsiteY56" fmla="*/ 1053827 h 1342734"/>
              <a:gd name="connsiteX57" fmla="*/ 6976102 w 10678681"/>
              <a:gd name="connsiteY57" fmla="*/ 1047854 h 1342734"/>
              <a:gd name="connsiteX58" fmla="*/ 6951040 w 10678681"/>
              <a:gd name="connsiteY58" fmla="*/ 1048531 h 1342734"/>
              <a:gd name="connsiteX59" fmla="*/ 6948497 w 10678681"/>
              <a:gd name="connsiteY59" fmla="*/ 1050706 h 1342734"/>
              <a:gd name="connsiteX60" fmla="*/ 6926582 w 10678681"/>
              <a:gd name="connsiteY60" fmla="*/ 1043462 h 1342734"/>
              <a:gd name="connsiteX61" fmla="*/ 6833743 w 10678681"/>
              <a:gd name="connsiteY61" fmla="*/ 1027960 h 1342734"/>
              <a:gd name="connsiteX62" fmla="*/ 6687090 w 10678681"/>
              <a:gd name="connsiteY62" fmla="*/ 1063250 h 1342734"/>
              <a:gd name="connsiteX63" fmla="*/ 6431838 w 10678681"/>
              <a:gd name="connsiteY63" fmla="*/ 1063226 h 1342734"/>
              <a:gd name="connsiteX64" fmla="*/ 6327795 w 10678681"/>
              <a:gd name="connsiteY64" fmla="*/ 1088142 h 1342734"/>
              <a:gd name="connsiteX65" fmla="*/ 6136549 w 10678681"/>
              <a:gd name="connsiteY65" fmla="*/ 1100268 h 1342734"/>
              <a:gd name="connsiteX66" fmla="*/ 6004655 w 10678681"/>
              <a:gd name="connsiteY66" fmla="*/ 1114946 h 1342734"/>
              <a:gd name="connsiteX67" fmla="*/ 5936643 w 10678681"/>
              <a:gd name="connsiteY67" fmla="*/ 1095428 h 1342734"/>
              <a:gd name="connsiteX68" fmla="*/ 5912484 w 10678681"/>
              <a:gd name="connsiteY68" fmla="*/ 1112624 h 1342734"/>
              <a:gd name="connsiteX69" fmla="*/ 5908387 w 10678681"/>
              <a:gd name="connsiteY69" fmla="*/ 1116018 h 1342734"/>
              <a:gd name="connsiteX70" fmla="*/ 5890495 w 10678681"/>
              <a:gd name="connsiteY70" fmla="*/ 1120268 h 1342734"/>
              <a:gd name="connsiteX71" fmla="*/ 5887318 w 10678681"/>
              <a:gd name="connsiteY71" fmla="*/ 1133134 h 1342734"/>
              <a:gd name="connsiteX72" fmla="*/ 5861726 w 10678681"/>
              <a:gd name="connsiteY72" fmla="*/ 1147891 h 1342734"/>
              <a:gd name="connsiteX73" fmla="*/ 5805823 w 10678681"/>
              <a:gd name="connsiteY73" fmla="*/ 1152457 h 1342734"/>
              <a:gd name="connsiteX74" fmla="*/ 5689841 w 10678681"/>
              <a:gd name="connsiteY74" fmla="*/ 1176232 h 1342734"/>
              <a:gd name="connsiteX75" fmla="*/ 5605119 w 10678681"/>
              <a:gd name="connsiteY75" fmla="*/ 1190202 h 1342734"/>
              <a:gd name="connsiteX76" fmla="*/ 5488513 w 10678681"/>
              <a:gd name="connsiteY76" fmla="*/ 1205367 h 1342734"/>
              <a:gd name="connsiteX77" fmla="*/ 5402905 w 10678681"/>
              <a:gd name="connsiteY77" fmla="*/ 1241191 h 1342734"/>
              <a:gd name="connsiteX78" fmla="*/ 5285593 w 10678681"/>
              <a:gd name="connsiteY78" fmla="*/ 1273569 h 1342734"/>
              <a:gd name="connsiteX79" fmla="*/ 5192893 w 10678681"/>
              <a:gd name="connsiteY79" fmla="*/ 1247188 h 1342734"/>
              <a:gd name="connsiteX80" fmla="*/ 5186475 w 10678681"/>
              <a:gd name="connsiteY80" fmla="*/ 1257028 h 1342734"/>
              <a:gd name="connsiteX81" fmla="*/ 5126038 w 10678681"/>
              <a:gd name="connsiteY81" fmla="*/ 1263189 h 1342734"/>
              <a:gd name="connsiteX82" fmla="*/ 4894688 w 10678681"/>
              <a:gd name="connsiteY82" fmla="*/ 1247184 h 1342734"/>
              <a:gd name="connsiteX83" fmla="*/ 4788036 w 10678681"/>
              <a:gd name="connsiteY83" fmla="*/ 1238182 h 1342734"/>
              <a:gd name="connsiteX84" fmla="*/ 4747555 w 10678681"/>
              <a:gd name="connsiteY84" fmla="*/ 1252768 h 1342734"/>
              <a:gd name="connsiteX85" fmla="*/ 4679644 w 10678681"/>
              <a:gd name="connsiteY85" fmla="*/ 1276603 h 1342734"/>
              <a:gd name="connsiteX86" fmla="*/ 4632222 w 10678681"/>
              <a:gd name="connsiteY86" fmla="*/ 1318360 h 1342734"/>
              <a:gd name="connsiteX87" fmla="*/ 4617358 w 10678681"/>
              <a:gd name="connsiteY87" fmla="*/ 1327690 h 1342734"/>
              <a:gd name="connsiteX88" fmla="*/ 4589102 w 10678681"/>
              <a:gd name="connsiteY88" fmla="*/ 1321223 h 1342734"/>
              <a:gd name="connsiteX89" fmla="*/ 4578184 w 10678681"/>
              <a:gd name="connsiteY89" fmla="*/ 1326745 h 1342734"/>
              <a:gd name="connsiteX90" fmla="*/ 4574270 w 10678681"/>
              <a:gd name="connsiteY90" fmla="*/ 1325878 h 1342734"/>
              <a:gd name="connsiteX91" fmla="*/ 4564919 w 10678681"/>
              <a:gd name="connsiteY91" fmla="*/ 1325507 h 1342734"/>
              <a:gd name="connsiteX92" fmla="*/ 4566586 w 10678681"/>
              <a:gd name="connsiteY92" fmla="*/ 1316963 h 1342734"/>
              <a:gd name="connsiteX93" fmla="*/ 4556303 w 10678681"/>
              <a:gd name="connsiteY93" fmla="*/ 1300262 h 1342734"/>
              <a:gd name="connsiteX94" fmla="*/ 4502358 w 10678681"/>
              <a:gd name="connsiteY94" fmla="*/ 1302558 h 1342734"/>
              <a:gd name="connsiteX95" fmla="*/ 4498919 w 10678681"/>
              <a:gd name="connsiteY95" fmla="*/ 1312115 h 1342734"/>
              <a:gd name="connsiteX96" fmla="*/ 4492075 w 10678681"/>
              <a:gd name="connsiteY96" fmla="*/ 1313357 h 1342734"/>
              <a:gd name="connsiteX97" fmla="*/ 4487466 w 10678681"/>
              <a:gd name="connsiteY97" fmla="*/ 1304102 h 1342734"/>
              <a:gd name="connsiteX98" fmla="*/ 4398292 w 10678681"/>
              <a:gd name="connsiteY98" fmla="*/ 1278410 h 1342734"/>
              <a:gd name="connsiteX99" fmla="*/ 4306088 w 10678681"/>
              <a:gd name="connsiteY99" fmla="*/ 1282512 h 1342734"/>
              <a:gd name="connsiteX100" fmla="*/ 4188995 w 10678681"/>
              <a:gd name="connsiteY100" fmla="*/ 1296718 h 1342734"/>
              <a:gd name="connsiteX101" fmla="*/ 4136582 w 10678681"/>
              <a:gd name="connsiteY101" fmla="*/ 1287687 h 1342734"/>
              <a:gd name="connsiteX102" fmla="*/ 4064614 w 10678681"/>
              <a:gd name="connsiteY102" fmla="*/ 1296118 h 1342734"/>
              <a:gd name="connsiteX103" fmla="*/ 3900948 w 10678681"/>
              <a:gd name="connsiteY103" fmla="*/ 1322156 h 1342734"/>
              <a:gd name="connsiteX104" fmla="*/ 3787890 w 10678681"/>
              <a:gd name="connsiteY104" fmla="*/ 1322164 h 1342734"/>
              <a:gd name="connsiteX105" fmla="*/ 3745993 w 10678681"/>
              <a:gd name="connsiteY105" fmla="*/ 1342630 h 1342734"/>
              <a:gd name="connsiteX106" fmla="*/ 3675785 w 10678681"/>
              <a:gd name="connsiteY106" fmla="*/ 1326802 h 1342734"/>
              <a:gd name="connsiteX107" fmla="*/ 3623856 w 10678681"/>
              <a:gd name="connsiteY107" fmla="*/ 1290804 h 1342734"/>
              <a:gd name="connsiteX108" fmla="*/ 3564933 w 10678681"/>
              <a:gd name="connsiteY108" fmla="*/ 1287147 h 1342734"/>
              <a:gd name="connsiteX109" fmla="*/ 3550537 w 10678681"/>
              <a:gd name="connsiteY109" fmla="*/ 1317552 h 1342734"/>
              <a:gd name="connsiteX110" fmla="*/ 3487736 w 10678681"/>
              <a:gd name="connsiteY110" fmla="*/ 1303493 h 1342734"/>
              <a:gd name="connsiteX111" fmla="*/ 3392548 w 10678681"/>
              <a:gd name="connsiteY111" fmla="*/ 1278741 h 1342734"/>
              <a:gd name="connsiteX112" fmla="*/ 3337466 w 10678681"/>
              <a:gd name="connsiteY112" fmla="*/ 1272537 h 1342734"/>
              <a:gd name="connsiteX113" fmla="*/ 3175981 w 10678681"/>
              <a:gd name="connsiteY113" fmla="*/ 1208973 h 1342734"/>
              <a:gd name="connsiteX114" fmla="*/ 3036856 w 10678681"/>
              <a:gd name="connsiteY114" fmla="*/ 1214383 h 1342734"/>
              <a:gd name="connsiteX115" fmla="*/ 2824973 w 10678681"/>
              <a:gd name="connsiteY115" fmla="*/ 1134864 h 1342734"/>
              <a:gd name="connsiteX116" fmla="*/ 2804398 w 10678681"/>
              <a:gd name="connsiteY116" fmla="*/ 1125556 h 1342734"/>
              <a:gd name="connsiteX117" fmla="*/ 2736109 w 10678681"/>
              <a:gd name="connsiteY117" fmla="*/ 1137717 h 1342734"/>
              <a:gd name="connsiteX118" fmla="*/ 2659096 w 10678681"/>
              <a:gd name="connsiteY118" fmla="*/ 1150294 h 1342734"/>
              <a:gd name="connsiteX119" fmla="*/ 2567088 w 10678681"/>
              <a:gd name="connsiteY119" fmla="*/ 1181781 h 1342734"/>
              <a:gd name="connsiteX120" fmla="*/ 2454501 w 10678681"/>
              <a:gd name="connsiteY120" fmla="*/ 1155455 h 1342734"/>
              <a:gd name="connsiteX121" fmla="*/ 2385161 w 10678681"/>
              <a:gd name="connsiteY121" fmla="*/ 1161312 h 1342734"/>
              <a:gd name="connsiteX122" fmla="*/ 2273361 w 10678681"/>
              <a:gd name="connsiteY122" fmla="*/ 1134090 h 1342734"/>
              <a:gd name="connsiteX123" fmla="*/ 2132003 w 10678681"/>
              <a:gd name="connsiteY123" fmla="*/ 1139225 h 1342734"/>
              <a:gd name="connsiteX124" fmla="*/ 2041224 w 10678681"/>
              <a:gd name="connsiteY124" fmla="*/ 1147536 h 1342734"/>
              <a:gd name="connsiteX125" fmla="*/ 2010157 w 10678681"/>
              <a:gd name="connsiteY125" fmla="*/ 1152767 h 1342734"/>
              <a:gd name="connsiteX126" fmla="*/ 1859213 w 10678681"/>
              <a:gd name="connsiteY126" fmla="*/ 1199540 h 1342734"/>
              <a:gd name="connsiteX127" fmla="*/ 1735877 w 10678681"/>
              <a:gd name="connsiteY127" fmla="*/ 1246527 h 1342734"/>
              <a:gd name="connsiteX128" fmla="*/ 1705069 w 10678681"/>
              <a:gd name="connsiteY128" fmla="*/ 1251989 h 1342734"/>
              <a:gd name="connsiteX129" fmla="*/ 1307888 w 10678681"/>
              <a:gd name="connsiteY129" fmla="*/ 1283156 h 1342734"/>
              <a:gd name="connsiteX130" fmla="*/ 1220734 w 10678681"/>
              <a:gd name="connsiteY130" fmla="*/ 1257811 h 1342734"/>
              <a:gd name="connsiteX131" fmla="*/ 1021737 w 10678681"/>
              <a:gd name="connsiteY131" fmla="*/ 1238739 h 1342734"/>
              <a:gd name="connsiteX132" fmla="*/ 959820 w 10678681"/>
              <a:gd name="connsiteY132" fmla="*/ 1275863 h 1342734"/>
              <a:gd name="connsiteX133" fmla="*/ 929137 w 10678681"/>
              <a:gd name="connsiteY133" fmla="*/ 1273957 h 1342734"/>
              <a:gd name="connsiteX134" fmla="*/ 878849 w 10678681"/>
              <a:gd name="connsiteY134" fmla="*/ 1266740 h 1342734"/>
              <a:gd name="connsiteX135" fmla="*/ 800667 w 10678681"/>
              <a:gd name="connsiteY135" fmla="*/ 1282041 h 1342734"/>
              <a:gd name="connsiteX136" fmla="*/ 644906 w 10678681"/>
              <a:gd name="connsiteY136" fmla="*/ 1273685 h 1342734"/>
              <a:gd name="connsiteX137" fmla="*/ 379869 w 10678681"/>
              <a:gd name="connsiteY137" fmla="*/ 1339165 h 1342734"/>
              <a:gd name="connsiteX138" fmla="*/ 137696 w 10678681"/>
              <a:gd name="connsiteY138" fmla="*/ 1319217 h 1342734"/>
              <a:gd name="connsiteX139" fmla="*/ 54250 w 10678681"/>
              <a:gd name="connsiteY139" fmla="*/ 1315838 h 1342734"/>
              <a:gd name="connsiteX140" fmla="*/ 28042 w 10678681"/>
              <a:gd name="connsiteY140" fmla="*/ 1297822 h 1342734"/>
              <a:gd name="connsiteX141" fmla="*/ 0 w 10678681"/>
              <a:gd name="connsiteY141" fmla="*/ 1294612 h 1342734"/>
              <a:gd name="connsiteX142" fmla="*/ 0 w 10678681"/>
              <a:gd name="connsiteY142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6219 w 10678681"/>
              <a:gd name="connsiteY4" fmla="*/ 45588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41159 w 10678681"/>
              <a:gd name="connsiteY8" fmla="*/ 103824 h 1342734"/>
              <a:gd name="connsiteX9" fmla="*/ 10244930 w 10678681"/>
              <a:gd name="connsiteY9" fmla="*/ 9459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9929077 w 10678681"/>
              <a:gd name="connsiteY13" fmla="*/ 254478 h 1342734"/>
              <a:gd name="connsiteX14" fmla="*/ 9840045 w 10678681"/>
              <a:gd name="connsiteY14" fmla="*/ 223033 h 1342734"/>
              <a:gd name="connsiteX15" fmla="*/ 9679638 w 10678681"/>
              <a:gd name="connsiteY15" fmla="*/ 277462 h 1342734"/>
              <a:gd name="connsiteX16" fmla="*/ 9498347 w 10678681"/>
              <a:gd name="connsiteY16" fmla="*/ 244723 h 1342734"/>
              <a:gd name="connsiteX17" fmla="*/ 9366026 w 10678681"/>
              <a:gd name="connsiteY17" fmla="*/ 299024 h 1342734"/>
              <a:gd name="connsiteX18" fmla="*/ 9316702 w 10678681"/>
              <a:gd name="connsiteY18" fmla="*/ 356523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344233 w 10678681"/>
              <a:gd name="connsiteY30" fmla="*/ 610922 h 1342734"/>
              <a:gd name="connsiteX31" fmla="*/ 8290622 w 10678681"/>
              <a:gd name="connsiteY31" fmla="*/ 622687 h 1342734"/>
              <a:gd name="connsiteX32" fmla="*/ 8086698 w 10678681"/>
              <a:gd name="connsiteY32" fmla="*/ 605185 h 1342734"/>
              <a:gd name="connsiteX33" fmla="*/ 7982378 w 10678681"/>
              <a:gd name="connsiteY33" fmla="*/ 629799 h 1342734"/>
              <a:gd name="connsiteX34" fmla="*/ 7947952 w 10678681"/>
              <a:gd name="connsiteY34" fmla="*/ 648003 h 1342734"/>
              <a:gd name="connsiteX35" fmla="*/ 7890112 w 10678681"/>
              <a:gd name="connsiteY35" fmla="*/ 677915 h 1342734"/>
              <a:gd name="connsiteX36" fmla="*/ 7853284 w 10678681"/>
              <a:gd name="connsiteY36" fmla="*/ 723588 h 1342734"/>
              <a:gd name="connsiteX37" fmla="*/ 7802383 w 10678681"/>
              <a:gd name="connsiteY37" fmla="*/ 739359 h 1342734"/>
              <a:gd name="connsiteX38" fmla="*/ 7730518 w 10678681"/>
              <a:gd name="connsiteY38" fmla="*/ 739526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69396 w 10678681"/>
              <a:gd name="connsiteY45" fmla="*/ 989282 h 1342734"/>
              <a:gd name="connsiteX46" fmla="*/ 7258094 w 10678681"/>
              <a:gd name="connsiteY46" fmla="*/ 990679 h 1342734"/>
              <a:gd name="connsiteX47" fmla="*/ 7257893 w 10678681"/>
              <a:gd name="connsiteY47" fmla="*/ 991204 h 1342734"/>
              <a:gd name="connsiteX48" fmla="*/ 7247153 w 10678681"/>
              <a:gd name="connsiteY48" fmla="*/ 991550 h 1342734"/>
              <a:gd name="connsiteX49" fmla="*/ 7193612 w 10678681"/>
              <a:gd name="connsiteY49" fmla="*/ 987042 h 1342734"/>
              <a:gd name="connsiteX50" fmla="*/ 7132632 w 10678681"/>
              <a:gd name="connsiteY50" fmla="*/ 1042036 h 1342734"/>
              <a:gd name="connsiteX51" fmla="*/ 7105610 w 10678681"/>
              <a:gd name="connsiteY51" fmla="*/ 1053537 h 1342734"/>
              <a:gd name="connsiteX52" fmla="*/ 7069148 w 10678681"/>
              <a:gd name="connsiteY52" fmla="*/ 1047163 h 1342734"/>
              <a:gd name="connsiteX53" fmla="*/ 7039634 w 10678681"/>
              <a:gd name="connsiteY53" fmla="*/ 1059971 h 1342734"/>
              <a:gd name="connsiteX54" fmla="*/ 7033445 w 10678681"/>
              <a:gd name="connsiteY54" fmla="*/ 1063314 h 1342734"/>
              <a:gd name="connsiteX55" fmla="*/ 6999157 w 10678681"/>
              <a:gd name="connsiteY55" fmla="*/ 1055282 h 1342734"/>
              <a:gd name="connsiteX56" fmla="*/ 6981874 w 10678681"/>
              <a:gd name="connsiteY56" fmla="*/ 1053827 h 1342734"/>
              <a:gd name="connsiteX57" fmla="*/ 6976102 w 10678681"/>
              <a:gd name="connsiteY57" fmla="*/ 1047854 h 1342734"/>
              <a:gd name="connsiteX58" fmla="*/ 6951040 w 10678681"/>
              <a:gd name="connsiteY58" fmla="*/ 1048531 h 1342734"/>
              <a:gd name="connsiteX59" fmla="*/ 6948497 w 10678681"/>
              <a:gd name="connsiteY59" fmla="*/ 1050706 h 1342734"/>
              <a:gd name="connsiteX60" fmla="*/ 6926582 w 10678681"/>
              <a:gd name="connsiteY60" fmla="*/ 1043462 h 1342734"/>
              <a:gd name="connsiteX61" fmla="*/ 6833743 w 10678681"/>
              <a:gd name="connsiteY61" fmla="*/ 1027960 h 1342734"/>
              <a:gd name="connsiteX62" fmla="*/ 6687090 w 10678681"/>
              <a:gd name="connsiteY62" fmla="*/ 1063250 h 1342734"/>
              <a:gd name="connsiteX63" fmla="*/ 6431838 w 10678681"/>
              <a:gd name="connsiteY63" fmla="*/ 1063226 h 1342734"/>
              <a:gd name="connsiteX64" fmla="*/ 6327795 w 10678681"/>
              <a:gd name="connsiteY64" fmla="*/ 1088142 h 1342734"/>
              <a:gd name="connsiteX65" fmla="*/ 6136549 w 10678681"/>
              <a:gd name="connsiteY65" fmla="*/ 1100268 h 1342734"/>
              <a:gd name="connsiteX66" fmla="*/ 6004655 w 10678681"/>
              <a:gd name="connsiteY66" fmla="*/ 1114946 h 1342734"/>
              <a:gd name="connsiteX67" fmla="*/ 5936643 w 10678681"/>
              <a:gd name="connsiteY67" fmla="*/ 1095428 h 1342734"/>
              <a:gd name="connsiteX68" fmla="*/ 5912484 w 10678681"/>
              <a:gd name="connsiteY68" fmla="*/ 1112624 h 1342734"/>
              <a:gd name="connsiteX69" fmla="*/ 5908387 w 10678681"/>
              <a:gd name="connsiteY69" fmla="*/ 1116018 h 1342734"/>
              <a:gd name="connsiteX70" fmla="*/ 5890495 w 10678681"/>
              <a:gd name="connsiteY70" fmla="*/ 1120268 h 1342734"/>
              <a:gd name="connsiteX71" fmla="*/ 5887318 w 10678681"/>
              <a:gd name="connsiteY71" fmla="*/ 1133134 h 1342734"/>
              <a:gd name="connsiteX72" fmla="*/ 5861726 w 10678681"/>
              <a:gd name="connsiteY72" fmla="*/ 1147891 h 1342734"/>
              <a:gd name="connsiteX73" fmla="*/ 5805823 w 10678681"/>
              <a:gd name="connsiteY73" fmla="*/ 1152457 h 1342734"/>
              <a:gd name="connsiteX74" fmla="*/ 5689841 w 10678681"/>
              <a:gd name="connsiteY74" fmla="*/ 1176232 h 1342734"/>
              <a:gd name="connsiteX75" fmla="*/ 5605119 w 10678681"/>
              <a:gd name="connsiteY75" fmla="*/ 1190202 h 1342734"/>
              <a:gd name="connsiteX76" fmla="*/ 5488513 w 10678681"/>
              <a:gd name="connsiteY76" fmla="*/ 1205367 h 1342734"/>
              <a:gd name="connsiteX77" fmla="*/ 5402905 w 10678681"/>
              <a:gd name="connsiteY77" fmla="*/ 1241191 h 1342734"/>
              <a:gd name="connsiteX78" fmla="*/ 5285593 w 10678681"/>
              <a:gd name="connsiteY78" fmla="*/ 1273569 h 1342734"/>
              <a:gd name="connsiteX79" fmla="*/ 5192893 w 10678681"/>
              <a:gd name="connsiteY79" fmla="*/ 1247188 h 1342734"/>
              <a:gd name="connsiteX80" fmla="*/ 5186475 w 10678681"/>
              <a:gd name="connsiteY80" fmla="*/ 1257028 h 1342734"/>
              <a:gd name="connsiteX81" fmla="*/ 5126038 w 10678681"/>
              <a:gd name="connsiteY81" fmla="*/ 1263189 h 1342734"/>
              <a:gd name="connsiteX82" fmla="*/ 4894688 w 10678681"/>
              <a:gd name="connsiteY82" fmla="*/ 1247184 h 1342734"/>
              <a:gd name="connsiteX83" fmla="*/ 4788036 w 10678681"/>
              <a:gd name="connsiteY83" fmla="*/ 1238182 h 1342734"/>
              <a:gd name="connsiteX84" fmla="*/ 4747555 w 10678681"/>
              <a:gd name="connsiteY84" fmla="*/ 1252768 h 1342734"/>
              <a:gd name="connsiteX85" fmla="*/ 4679644 w 10678681"/>
              <a:gd name="connsiteY85" fmla="*/ 1276603 h 1342734"/>
              <a:gd name="connsiteX86" fmla="*/ 4632222 w 10678681"/>
              <a:gd name="connsiteY86" fmla="*/ 1318360 h 1342734"/>
              <a:gd name="connsiteX87" fmla="*/ 4617358 w 10678681"/>
              <a:gd name="connsiteY87" fmla="*/ 1327690 h 1342734"/>
              <a:gd name="connsiteX88" fmla="*/ 4589102 w 10678681"/>
              <a:gd name="connsiteY88" fmla="*/ 1321223 h 1342734"/>
              <a:gd name="connsiteX89" fmla="*/ 4578184 w 10678681"/>
              <a:gd name="connsiteY89" fmla="*/ 1326745 h 1342734"/>
              <a:gd name="connsiteX90" fmla="*/ 4574270 w 10678681"/>
              <a:gd name="connsiteY90" fmla="*/ 1325878 h 1342734"/>
              <a:gd name="connsiteX91" fmla="*/ 4564919 w 10678681"/>
              <a:gd name="connsiteY91" fmla="*/ 1325507 h 1342734"/>
              <a:gd name="connsiteX92" fmla="*/ 4566586 w 10678681"/>
              <a:gd name="connsiteY92" fmla="*/ 1316963 h 1342734"/>
              <a:gd name="connsiteX93" fmla="*/ 4556303 w 10678681"/>
              <a:gd name="connsiteY93" fmla="*/ 1300262 h 1342734"/>
              <a:gd name="connsiteX94" fmla="*/ 4502358 w 10678681"/>
              <a:gd name="connsiteY94" fmla="*/ 1302558 h 1342734"/>
              <a:gd name="connsiteX95" fmla="*/ 4498919 w 10678681"/>
              <a:gd name="connsiteY95" fmla="*/ 1312115 h 1342734"/>
              <a:gd name="connsiteX96" fmla="*/ 4492075 w 10678681"/>
              <a:gd name="connsiteY96" fmla="*/ 1313357 h 1342734"/>
              <a:gd name="connsiteX97" fmla="*/ 4487466 w 10678681"/>
              <a:gd name="connsiteY97" fmla="*/ 1304102 h 1342734"/>
              <a:gd name="connsiteX98" fmla="*/ 4398292 w 10678681"/>
              <a:gd name="connsiteY98" fmla="*/ 1278410 h 1342734"/>
              <a:gd name="connsiteX99" fmla="*/ 4306088 w 10678681"/>
              <a:gd name="connsiteY99" fmla="*/ 1282512 h 1342734"/>
              <a:gd name="connsiteX100" fmla="*/ 4188995 w 10678681"/>
              <a:gd name="connsiteY100" fmla="*/ 1296718 h 1342734"/>
              <a:gd name="connsiteX101" fmla="*/ 4136582 w 10678681"/>
              <a:gd name="connsiteY101" fmla="*/ 1287687 h 1342734"/>
              <a:gd name="connsiteX102" fmla="*/ 4064614 w 10678681"/>
              <a:gd name="connsiteY102" fmla="*/ 1296118 h 1342734"/>
              <a:gd name="connsiteX103" fmla="*/ 3900948 w 10678681"/>
              <a:gd name="connsiteY103" fmla="*/ 1322156 h 1342734"/>
              <a:gd name="connsiteX104" fmla="*/ 3787890 w 10678681"/>
              <a:gd name="connsiteY104" fmla="*/ 1322164 h 1342734"/>
              <a:gd name="connsiteX105" fmla="*/ 3745993 w 10678681"/>
              <a:gd name="connsiteY105" fmla="*/ 1342630 h 1342734"/>
              <a:gd name="connsiteX106" fmla="*/ 3675785 w 10678681"/>
              <a:gd name="connsiteY106" fmla="*/ 1326802 h 1342734"/>
              <a:gd name="connsiteX107" fmla="*/ 3623856 w 10678681"/>
              <a:gd name="connsiteY107" fmla="*/ 1290804 h 1342734"/>
              <a:gd name="connsiteX108" fmla="*/ 3564933 w 10678681"/>
              <a:gd name="connsiteY108" fmla="*/ 1287147 h 1342734"/>
              <a:gd name="connsiteX109" fmla="*/ 3550537 w 10678681"/>
              <a:gd name="connsiteY109" fmla="*/ 1317552 h 1342734"/>
              <a:gd name="connsiteX110" fmla="*/ 3487736 w 10678681"/>
              <a:gd name="connsiteY110" fmla="*/ 1303493 h 1342734"/>
              <a:gd name="connsiteX111" fmla="*/ 3392548 w 10678681"/>
              <a:gd name="connsiteY111" fmla="*/ 1278741 h 1342734"/>
              <a:gd name="connsiteX112" fmla="*/ 3337466 w 10678681"/>
              <a:gd name="connsiteY112" fmla="*/ 1272537 h 1342734"/>
              <a:gd name="connsiteX113" fmla="*/ 3175981 w 10678681"/>
              <a:gd name="connsiteY113" fmla="*/ 1208973 h 1342734"/>
              <a:gd name="connsiteX114" fmla="*/ 3036856 w 10678681"/>
              <a:gd name="connsiteY114" fmla="*/ 1214383 h 1342734"/>
              <a:gd name="connsiteX115" fmla="*/ 2824973 w 10678681"/>
              <a:gd name="connsiteY115" fmla="*/ 1134864 h 1342734"/>
              <a:gd name="connsiteX116" fmla="*/ 2804398 w 10678681"/>
              <a:gd name="connsiteY116" fmla="*/ 1125556 h 1342734"/>
              <a:gd name="connsiteX117" fmla="*/ 2736109 w 10678681"/>
              <a:gd name="connsiteY117" fmla="*/ 1137717 h 1342734"/>
              <a:gd name="connsiteX118" fmla="*/ 2659096 w 10678681"/>
              <a:gd name="connsiteY118" fmla="*/ 1150294 h 1342734"/>
              <a:gd name="connsiteX119" fmla="*/ 2567088 w 10678681"/>
              <a:gd name="connsiteY119" fmla="*/ 1181781 h 1342734"/>
              <a:gd name="connsiteX120" fmla="*/ 2454501 w 10678681"/>
              <a:gd name="connsiteY120" fmla="*/ 1155455 h 1342734"/>
              <a:gd name="connsiteX121" fmla="*/ 2385161 w 10678681"/>
              <a:gd name="connsiteY121" fmla="*/ 1161312 h 1342734"/>
              <a:gd name="connsiteX122" fmla="*/ 2273361 w 10678681"/>
              <a:gd name="connsiteY122" fmla="*/ 1134090 h 1342734"/>
              <a:gd name="connsiteX123" fmla="*/ 2132003 w 10678681"/>
              <a:gd name="connsiteY123" fmla="*/ 1139225 h 1342734"/>
              <a:gd name="connsiteX124" fmla="*/ 2041224 w 10678681"/>
              <a:gd name="connsiteY124" fmla="*/ 1147536 h 1342734"/>
              <a:gd name="connsiteX125" fmla="*/ 2010157 w 10678681"/>
              <a:gd name="connsiteY125" fmla="*/ 1152767 h 1342734"/>
              <a:gd name="connsiteX126" fmla="*/ 1859213 w 10678681"/>
              <a:gd name="connsiteY126" fmla="*/ 1199540 h 1342734"/>
              <a:gd name="connsiteX127" fmla="*/ 1735877 w 10678681"/>
              <a:gd name="connsiteY127" fmla="*/ 1246527 h 1342734"/>
              <a:gd name="connsiteX128" fmla="*/ 1705069 w 10678681"/>
              <a:gd name="connsiteY128" fmla="*/ 1251989 h 1342734"/>
              <a:gd name="connsiteX129" fmla="*/ 1307888 w 10678681"/>
              <a:gd name="connsiteY129" fmla="*/ 1283156 h 1342734"/>
              <a:gd name="connsiteX130" fmla="*/ 1220734 w 10678681"/>
              <a:gd name="connsiteY130" fmla="*/ 1257811 h 1342734"/>
              <a:gd name="connsiteX131" fmla="*/ 1021737 w 10678681"/>
              <a:gd name="connsiteY131" fmla="*/ 1238739 h 1342734"/>
              <a:gd name="connsiteX132" fmla="*/ 959820 w 10678681"/>
              <a:gd name="connsiteY132" fmla="*/ 1275863 h 1342734"/>
              <a:gd name="connsiteX133" fmla="*/ 929137 w 10678681"/>
              <a:gd name="connsiteY133" fmla="*/ 1273957 h 1342734"/>
              <a:gd name="connsiteX134" fmla="*/ 878849 w 10678681"/>
              <a:gd name="connsiteY134" fmla="*/ 1266740 h 1342734"/>
              <a:gd name="connsiteX135" fmla="*/ 800667 w 10678681"/>
              <a:gd name="connsiteY135" fmla="*/ 1282041 h 1342734"/>
              <a:gd name="connsiteX136" fmla="*/ 644906 w 10678681"/>
              <a:gd name="connsiteY136" fmla="*/ 1273685 h 1342734"/>
              <a:gd name="connsiteX137" fmla="*/ 379869 w 10678681"/>
              <a:gd name="connsiteY137" fmla="*/ 1339165 h 1342734"/>
              <a:gd name="connsiteX138" fmla="*/ 137696 w 10678681"/>
              <a:gd name="connsiteY138" fmla="*/ 1319217 h 1342734"/>
              <a:gd name="connsiteX139" fmla="*/ 54250 w 10678681"/>
              <a:gd name="connsiteY139" fmla="*/ 1315838 h 1342734"/>
              <a:gd name="connsiteX140" fmla="*/ 28042 w 10678681"/>
              <a:gd name="connsiteY140" fmla="*/ 1297822 h 1342734"/>
              <a:gd name="connsiteX141" fmla="*/ 0 w 10678681"/>
              <a:gd name="connsiteY141" fmla="*/ 1294612 h 1342734"/>
              <a:gd name="connsiteX142" fmla="*/ 0 w 10678681"/>
              <a:gd name="connsiteY142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6219 w 10678681"/>
              <a:gd name="connsiteY4" fmla="*/ 45588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41159 w 10678681"/>
              <a:gd name="connsiteY8" fmla="*/ 103824 h 1342734"/>
              <a:gd name="connsiteX9" fmla="*/ 10244930 w 10678681"/>
              <a:gd name="connsiteY9" fmla="*/ 9459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9929077 w 10678681"/>
              <a:gd name="connsiteY13" fmla="*/ 254478 h 1342734"/>
              <a:gd name="connsiteX14" fmla="*/ 9840045 w 10678681"/>
              <a:gd name="connsiteY14" fmla="*/ 223033 h 1342734"/>
              <a:gd name="connsiteX15" fmla="*/ 9679638 w 10678681"/>
              <a:gd name="connsiteY15" fmla="*/ 277462 h 1342734"/>
              <a:gd name="connsiteX16" fmla="*/ 9498347 w 10678681"/>
              <a:gd name="connsiteY16" fmla="*/ 244723 h 1342734"/>
              <a:gd name="connsiteX17" fmla="*/ 9366026 w 10678681"/>
              <a:gd name="connsiteY17" fmla="*/ 299024 h 1342734"/>
              <a:gd name="connsiteX18" fmla="*/ 9316702 w 10678681"/>
              <a:gd name="connsiteY18" fmla="*/ 356523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344233 w 10678681"/>
              <a:gd name="connsiteY30" fmla="*/ 610922 h 1342734"/>
              <a:gd name="connsiteX31" fmla="*/ 8290622 w 10678681"/>
              <a:gd name="connsiteY31" fmla="*/ 622687 h 1342734"/>
              <a:gd name="connsiteX32" fmla="*/ 8086698 w 10678681"/>
              <a:gd name="connsiteY32" fmla="*/ 605185 h 1342734"/>
              <a:gd name="connsiteX33" fmla="*/ 7982378 w 10678681"/>
              <a:gd name="connsiteY33" fmla="*/ 629799 h 1342734"/>
              <a:gd name="connsiteX34" fmla="*/ 7947952 w 10678681"/>
              <a:gd name="connsiteY34" fmla="*/ 648003 h 1342734"/>
              <a:gd name="connsiteX35" fmla="*/ 7890112 w 10678681"/>
              <a:gd name="connsiteY35" fmla="*/ 677915 h 1342734"/>
              <a:gd name="connsiteX36" fmla="*/ 7853284 w 10678681"/>
              <a:gd name="connsiteY36" fmla="*/ 723588 h 1342734"/>
              <a:gd name="connsiteX37" fmla="*/ 7802383 w 10678681"/>
              <a:gd name="connsiteY37" fmla="*/ 739359 h 1342734"/>
              <a:gd name="connsiteX38" fmla="*/ 7730518 w 10678681"/>
              <a:gd name="connsiteY38" fmla="*/ 739526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69396 w 10678681"/>
              <a:gd name="connsiteY45" fmla="*/ 989282 h 1342734"/>
              <a:gd name="connsiteX46" fmla="*/ 7258094 w 10678681"/>
              <a:gd name="connsiteY46" fmla="*/ 990679 h 1342734"/>
              <a:gd name="connsiteX47" fmla="*/ 7257893 w 10678681"/>
              <a:gd name="connsiteY47" fmla="*/ 991204 h 1342734"/>
              <a:gd name="connsiteX48" fmla="*/ 7247153 w 10678681"/>
              <a:gd name="connsiteY48" fmla="*/ 991550 h 1342734"/>
              <a:gd name="connsiteX49" fmla="*/ 7193612 w 10678681"/>
              <a:gd name="connsiteY49" fmla="*/ 987042 h 1342734"/>
              <a:gd name="connsiteX50" fmla="*/ 7132632 w 10678681"/>
              <a:gd name="connsiteY50" fmla="*/ 1042036 h 1342734"/>
              <a:gd name="connsiteX51" fmla="*/ 7105610 w 10678681"/>
              <a:gd name="connsiteY51" fmla="*/ 1053537 h 1342734"/>
              <a:gd name="connsiteX52" fmla="*/ 7069148 w 10678681"/>
              <a:gd name="connsiteY52" fmla="*/ 1047163 h 1342734"/>
              <a:gd name="connsiteX53" fmla="*/ 7039634 w 10678681"/>
              <a:gd name="connsiteY53" fmla="*/ 1059971 h 1342734"/>
              <a:gd name="connsiteX54" fmla="*/ 7033445 w 10678681"/>
              <a:gd name="connsiteY54" fmla="*/ 1063314 h 1342734"/>
              <a:gd name="connsiteX55" fmla="*/ 6999157 w 10678681"/>
              <a:gd name="connsiteY55" fmla="*/ 1055282 h 1342734"/>
              <a:gd name="connsiteX56" fmla="*/ 6981874 w 10678681"/>
              <a:gd name="connsiteY56" fmla="*/ 1053827 h 1342734"/>
              <a:gd name="connsiteX57" fmla="*/ 6976102 w 10678681"/>
              <a:gd name="connsiteY57" fmla="*/ 1047854 h 1342734"/>
              <a:gd name="connsiteX58" fmla="*/ 6951040 w 10678681"/>
              <a:gd name="connsiteY58" fmla="*/ 1048531 h 1342734"/>
              <a:gd name="connsiteX59" fmla="*/ 6948497 w 10678681"/>
              <a:gd name="connsiteY59" fmla="*/ 1050706 h 1342734"/>
              <a:gd name="connsiteX60" fmla="*/ 6926582 w 10678681"/>
              <a:gd name="connsiteY60" fmla="*/ 1043462 h 1342734"/>
              <a:gd name="connsiteX61" fmla="*/ 6833743 w 10678681"/>
              <a:gd name="connsiteY61" fmla="*/ 1027960 h 1342734"/>
              <a:gd name="connsiteX62" fmla="*/ 6687090 w 10678681"/>
              <a:gd name="connsiteY62" fmla="*/ 1063250 h 1342734"/>
              <a:gd name="connsiteX63" fmla="*/ 6431838 w 10678681"/>
              <a:gd name="connsiteY63" fmla="*/ 1063226 h 1342734"/>
              <a:gd name="connsiteX64" fmla="*/ 6327795 w 10678681"/>
              <a:gd name="connsiteY64" fmla="*/ 1088142 h 1342734"/>
              <a:gd name="connsiteX65" fmla="*/ 6136549 w 10678681"/>
              <a:gd name="connsiteY65" fmla="*/ 1100268 h 1342734"/>
              <a:gd name="connsiteX66" fmla="*/ 6004655 w 10678681"/>
              <a:gd name="connsiteY66" fmla="*/ 1114946 h 1342734"/>
              <a:gd name="connsiteX67" fmla="*/ 5936643 w 10678681"/>
              <a:gd name="connsiteY67" fmla="*/ 1095428 h 1342734"/>
              <a:gd name="connsiteX68" fmla="*/ 5912484 w 10678681"/>
              <a:gd name="connsiteY68" fmla="*/ 1112624 h 1342734"/>
              <a:gd name="connsiteX69" fmla="*/ 5908387 w 10678681"/>
              <a:gd name="connsiteY69" fmla="*/ 1116018 h 1342734"/>
              <a:gd name="connsiteX70" fmla="*/ 5890495 w 10678681"/>
              <a:gd name="connsiteY70" fmla="*/ 1120268 h 1342734"/>
              <a:gd name="connsiteX71" fmla="*/ 5887318 w 10678681"/>
              <a:gd name="connsiteY71" fmla="*/ 1133134 h 1342734"/>
              <a:gd name="connsiteX72" fmla="*/ 5861726 w 10678681"/>
              <a:gd name="connsiteY72" fmla="*/ 1147891 h 1342734"/>
              <a:gd name="connsiteX73" fmla="*/ 5805823 w 10678681"/>
              <a:gd name="connsiteY73" fmla="*/ 1152457 h 1342734"/>
              <a:gd name="connsiteX74" fmla="*/ 5689841 w 10678681"/>
              <a:gd name="connsiteY74" fmla="*/ 1176232 h 1342734"/>
              <a:gd name="connsiteX75" fmla="*/ 5605119 w 10678681"/>
              <a:gd name="connsiteY75" fmla="*/ 1190202 h 1342734"/>
              <a:gd name="connsiteX76" fmla="*/ 5488513 w 10678681"/>
              <a:gd name="connsiteY76" fmla="*/ 1205367 h 1342734"/>
              <a:gd name="connsiteX77" fmla="*/ 5402905 w 10678681"/>
              <a:gd name="connsiteY77" fmla="*/ 1241191 h 1342734"/>
              <a:gd name="connsiteX78" fmla="*/ 5285593 w 10678681"/>
              <a:gd name="connsiteY78" fmla="*/ 1273569 h 1342734"/>
              <a:gd name="connsiteX79" fmla="*/ 5192893 w 10678681"/>
              <a:gd name="connsiteY79" fmla="*/ 1247188 h 1342734"/>
              <a:gd name="connsiteX80" fmla="*/ 5186475 w 10678681"/>
              <a:gd name="connsiteY80" fmla="*/ 1257028 h 1342734"/>
              <a:gd name="connsiteX81" fmla="*/ 5126038 w 10678681"/>
              <a:gd name="connsiteY81" fmla="*/ 1263189 h 1342734"/>
              <a:gd name="connsiteX82" fmla="*/ 4894688 w 10678681"/>
              <a:gd name="connsiteY82" fmla="*/ 1247184 h 1342734"/>
              <a:gd name="connsiteX83" fmla="*/ 4788036 w 10678681"/>
              <a:gd name="connsiteY83" fmla="*/ 1238182 h 1342734"/>
              <a:gd name="connsiteX84" fmla="*/ 4747555 w 10678681"/>
              <a:gd name="connsiteY84" fmla="*/ 1252768 h 1342734"/>
              <a:gd name="connsiteX85" fmla="*/ 4679644 w 10678681"/>
              <a:gd name="connsiteY85" fmla="*/ 1276603 h 1342734"/>
              <a:gd name="connsiteX86" fmla="*/ 4632222 w 10678681"/>
              <a:gd name="connsiteY86" fmla="*/ 1318360 h 1342734"/>
              <a:gd name="connsiteX87" fmla="*/ 4617358 w 10678681"/>
              <a:gd name="connsiteY87" fmla="*/ 1327690 h 1342734"/>
              <a:gd name="connsiteX88" fmla="*/ 4589102 w 10678681"/>
              <a:gd name="connsiteY88" fmla="*/ 1321223 h 1342734"/>
              <a:gd name="connsiteX89" fmla="*/ 4578184 w 10678681"/>
              <a:gd name="connsiteY89" fmla="*/ 1326745 h 1342734"/>
              <a:gd name="connsiteX90" fmla="*/ 4574270 w 10678681"/>
              <a:gd name="connsiteY90" fmla="*/ 1325878 h 1342734"/>
              <a:gd name="connsiteX91" fmla="*/ 4564919 w 10678681"/>
              <a:gd name="connsiteY91" fmla="*/ 1325507 h 1342734"/>
              <a:gd name="connsiteX92" fmla="*/ 4566586 w 10678681"/>
              <a:gd name="connsiteY92" fmla="*/ 1316963 h 1342734"/>
              <a:gd name="connsiteX93" fmla="*/ 4556303 w 10678681"/>
              <a:gd name="connsiteY93" fmla="*/ 1300262 h 1342734"/>
              <a:gd name="connsiteX94" fmla="*/ 4502358 w 10678681"/>
              <a:gd name="connsiteY94" fmla="*/ 1302558 h 1342734"/>
              <a:gd name="connsiteX95" fmla="*/ 4498919 w 10678681"/>
              <a:gd name="connsiteY95" fmla="*/ 1312115 h 1342734"/>
              <a:gd name="connsiteX96" fmla="*/ 4492075 w 10678681"/>
              <a:gd name="connsiteY96" fmla="*/ 1313357 h 1342734"/>
              <a:gd name="connsiteX97" fmla="*/ 4487466 w 10678681"/>
              <a:gd name="connsiteY97" fmla="*/ 1304102 h 1342734"/>
              <a:gd name="connsiteX98" fmla="*/ 4398292 w 10678681"/>
              <a:gd name="connsiteY98" fmla="*/ 1278410 h 1342734"/>
              <a:gd name="connsiteX99" fmla="*/ 4306088 w 10678681"/>
              <a:gd name="connsiteY99" fmla="*/ 1282512 h 1342734"/>
              <a:gd name="connsiteX100" fmla="*/ 4188995 w 10678681"/>
              <a:gd name="connsiteY100" fmla="*/ 1296718 h 1342734"/>
              <a:gd name="connsiteX101" fmla="*/ 4136582 w 10678681"/>
              <a:gd name="connsiteY101" fmla="*/ 1287687 h 1342734"/>
              <a:gd name="connsiteX102" fmla="*/ 4064614 w 10678681"/>
              <a:gd name="connsiteY102" fmla="*/ 1296118 h 1342734"/>
              <a:gd name="connsiteX103" fmla="*/ 3900948 w 10678681"/>
              <a:gd name="connsiteY103" fmla="*/ 1322156 h 1342734"/>
              <a:gd name="connsiteX104" fmla="*/ 3787890 w 10678681"/>
              <a:gd name="connsiteY104" fmla="*/ 1322164 h 1342734"/>
              <a:gd name="connsiteX105" fmla="*/ 3745993 w 10678681"/>
              <a:gd name="connsiteY105" fmla="*/ 1342630 h 1342734"/>
              <a:gd name="connsiteX106" fmla="*/ 3675785 w 10678681"/>
              <a:gd name="connsiteY106" fmla="*/ 1326802 h 1342734"/>
              <a:gd name="connsiteX107" fmla="*/ 3623856 w 10678681"/>
              <a:gd name="connsiteY107" fmla="*/ 1290804 h 1342734"/>
              <a:gd name="connsiteX108" fmla="*/ 3564933 w 10678681"/>
              <a:gd name="connsiteY108" fmla="*/ 1287147 h 1342734"/>
              <a:gd name="connsiteX109" fmla="*/ 3550537 w 10678681"/>
              <a:gd name="connsiteY109" fmla="*/ 1317552 h 1342734"/>
              <a:gd name="connsiteX110" fmla="*/ 3487736 w 10678681"/>
              <a:gd name="connsiteY110" fmla="*/ 1303493 h 1342734"/>
              <a:gd name="connsiteX111" fmla="*/ 3392548 w 10678681"/>
              <a:gd name="connsiteY111" fmla="*/ 1278741 h 1342734"/>
              <a:gd name="connsiteX112" fmla="*/ 3337466 w 10678681"/>
              <a:gd name="connsiteY112" fmla="*/ 1272537 h 1342734"/>
              <a:gd name="connsiteX113" fmla="*/ 3175981 w 10678681"/>
              <a:gd name="connsiteY113" fmla="*/ 1208973 h 1342734"/>
              <a:gd name="connsiteX114" fmla="*/ 3036856 w 10678681"/>
              <a:gd name="connsiteY114" fmla="*/ 1214383 h 1342734"/>
              <a:gd name="connsiteX115" fmla="*/ 2824973 w 10678681"/>
              <a:gd name="connsiteY115" fmla="*/ 1134864 h 1342734"/>
              <a:gd name="connsiteX116" fmla="*/ 2804398 w 10678681"/>
              <a:gd name="connsiteY116" fmla="*/ 1125556 h 1342734"/>
              <a:gd name="connsiteX117" fmla="*/ 2736109 w 10678681"/>
              <a:gd name="connsiteY117" fmla="*/ 1137717 h 1342734"/>
              <a:gd name="connsiteX118" fmla="*/ 2659096 w 10678681"/>
              <a:gd name="connsiteY118" fmla="*/ 1150294 h 1342734"/>
              <a:gd name="connsiteX119" fmla="*/ 2567088 w 10678681"/>
              <a:gd name="connsiteY119" fmla="*/ 1181781 h 1342734"/>
              <a:gd name="connsiteX120" fmla="*/ 2454501 w 10678681"/>
              <a:gd name="connsiteY120" fmla="*/ 1155455 h 1342734"/>
              <a:gd name="connsiteX121" fmla="*/ 2385161 w 10678681"/>
              <a:gd name="connsiteY121" fmla="*/ 1161312 h 1342734"/>
              <a:gd name="connsiteX122" fmla="*/ 2273361 w 10678681"/>
              <a:gd name="connsiteY122" fmla="*/ 1134090 h 1342734"/>
              <a:gd name="connsiteX123" fmla="*/ 2132003 w 10678681"/>
              <a:gd name="connsiteY123" fmla="*/ 1139225 h 1342734"/>
              <a:gd name="connsiteX124" fmla="*/ 2041224 w 10678681"/>
              <a:gd name="connsiteY124" fmla="*/ 1147536 h 1342734"/>
              <a:gd name="connsiteX125" fmla="*/ 2010157 w 10678681"/>
              <a:gd name="connsiteY125" fmla="*/ 1152767 h 1342734"/>
              <a:gd name="connsiteX126" fmla="*/ 1859213 w 10678681"/>
              <a:gd name="connsiteY126" fmla="*/ 1199540 h 1342734"/>
              <a:gd name="connsiteX127" fmla="*/ 1735877 w 10678681"/>
              <a:gd name="connsiteY127" fmla="*/ 1246527 h 1342734"/>
              <a:gd name="connsiteX128" fmla="*/ 1705069 w 10678681"/>
              <a:gd name="connsiteY128" fmla="*/ 1251989 h 1342734"/>
              <a:gd name="connsiteX129" fmla="*/ 1307888 w 10678681"/>
              <a:gd name="connsiteY129" fmla="*/ 1283156 h 1342734"/>
              <a:gd name="connsiteX130" fmla="*/ 1220734 w 10678681"/>
              <a:gd name="connsiteY130" fmla="*/ 1257811 h 1342734"/>
              <a:gd name="connsiteX131" fmla="*/ 1021737 w 10678681"/>
              <a:gd name="connsiteY131" fmla="*/ 1238739 h 1342734"/>
              <a:gd name="connsiteX132" fmla="*/ 959820 w 10678681"/>
              <a:gd name="connsiteY132" fmla="*/ 1275863 h 1342734"/>
              <a:gd name="connsiteX133" fmla="*/ 929137 w 10678681"/>
              <a:gd name="connsiteY133" fmla="*/ 1273957 h 1342734"/>
              <a:gd name="connsiteX134" fmla="*/ 878849 w 10678681"/>
              <a:gd name="connsiteY134" fmla="*/ 1266740 h 1342734"/>
              <a:gd name="connsiteX135" fmla="*/ 800667 w 10678681"/>
              <a:gd name="connsiteY135" fmla="*/ 1282041 h 1342734"/>
              <a:gd name="connsiteX136" fmla="*/ 644906 w 10678681"/>
              <a:gd name="connsiteY136" fmla="*/ 1273685 h 1342734"/>
              <a:gd name="connsiteX137" fmla="*/ 379869 w 10678681"/>
              <a:gd name="connsiteY137" fmla="*/ 1339165 h 1342734"/>
              <a:gd name="connsiteX138" fmla="*/ 137696 w 10678681"/>
              <a:gd name="connsiteY138" fmla="*/ 1319217 h 1342734"/>
              <a:gd name="connsiteX139" fmla="*/ 54250 w 10678681"/>
              <a:gd name="connsiteY139" fmla="*/ 1315838 h 1342734"/>
              <a:gd name="connsiteX140" fmla="*/ 28042 w 10678681"/>
              <a:gd name="connsiteY140" fmla="*/ 1297822 h 1342734"/>
              <a:gd name="connsiteX141" fmla="*/ 0 w 10678681"/>
              <a:gd name="connsiteY141" fmla="*/ 1294612 h 1342734"/>
              <a:gd name="connsiteX142" fmla="*/ 0 w 10678681"/>
              <a:gd name="connsiteY142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6219 w 10678681"/>
              <a:gd name="connsiteY4" fmla="*/ 45588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41159 w 10678681"/>
              <a:gd name="connsiteY8" fmla="*/ 103824 h 1342734"/>
              <a:gd name="connsiteX9" fmla="*/ 10244930 w 10678681"/>
              <a:gd name="connsiteY9" fmla="*/ 9459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9929077 w 10678681"/>
              <a:gd name="connsiteY13" fmla="*/ 254478 h 1342734"/>
              <a:gd name="connsiteX14" fmla="*/ 9840045 w 10678681"/>
              <a:gd name="connsiteY14" fmla="*/ 223033 h 1342734"/>
              <a:gd name="connsiteX15" fmla="*/ 9679638 w 10678681"/>
              <a:gd name="connsiteY15" fmla="*/ 277462 h 1342734"/>
              <a:gd name="connsiteX16" fmla="*/ 9498347 w 10678681"/>
              <a:gd name="connsiteY16" fmla="*/ 244723 h 1342734"/>
              <a:gd name="connsiteX17" fmla="*/ 9366026 w 10678681"/>
              <a:gd name="connsiteY17" fmla="*/ 299024 h 1342734"/>
              <a:gd name="connsiteX18" fmla="*/ 9316702 w 10678681"/>
              <a:gd name="connsiteY18" fmla="*/ 356523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344233 w 10678681"/>
              <a:gd name="connsiteY30" fmla="*/ 610922 h 1342734"/>
              <a:gd name="connsiteX31" fmla="*/ 8290622 w 10678681"/>
              <a:gd name="connsiteY31" fmla="*/ 622687 h 1342734"/>
              <a:gd name="connsiteX32" fmla="*/ 8086698 w 10678681"/>
              <a:gd name="connsiteY32" fmla="*/ 605185 h 1342734"/>
              <a:gd name="connsiteX33" fmla="*/ 7982378 w 10678681"/>
              <a:gd name="connsiteY33" fmla="*/ 629799 h 1342734"/>
              <a:gd name="connsiteX34" fmla="*/ 7947952 w 10678681"/>
              <a:gd name="connsiteY34" fmla="*/ 648003 h 1342734"/>
              <a:gd name="connsiteX35" fmla="*/ 7890112 w 10678681"/>
              <a:gd name="connsiteY35" fmla="*/ 677915 h 1342734"/>
              <a:gd name="connsiteX36" fmla="*/ 7853284 w 10678681"/>
              <a:gd name="connsiteY36" fmla="*/ 723588 h 1342734"/>
              <a:gd name="connsiteX37" fmla="*/ 7802383 w 10678681"/>
              <a:gd name="connsiteY37" fmla="*/ 739359 h 1342734"/>
              <a:gd name="connsiteX38" fmla="*/ 7730518 w 10678681"/>
              <a:gd name="connsiteY38" fmla="*/ 739526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58094 w 10678681"/>
              <a:gd name="connsiteY45" fmla="*/ 990679 h 1342734"/>
              <a:gd name="connsiteX46" fmla="*/ 7257893 w 10678681"/>
              <a:gd name="connsiteY46" fmla="*/ 991204 h 1342734"/>
              <a:gd name="connsiteX47" fmla="*/ 7247153 w 10678681"/>
              <a:gd name="connsiteY47" fmla="*/ 991550 h 1342734"/>
              <a:gd name="connsiteX48" fmla="*/ 7193612 w 10678681"/>
              <a:gd name="connsiteY48" fmla="*/ 987042 h 1342734"/>
              <a:gd name="connsiteX49" fmla="*/ 7132632 w 10678681"/>
              <a:gd name="connsiteY49" fmla="*/ 1042036 h 1342734"/>
              <a:gd name="connsiteX50" fmla="*/ 7105610 w 10678681"/>
              <a:gd name="connsiteY50" fmla="*/ 1053537 h 1342734"/>
              <a:gd name="connsiteX51" fmla="*/ 7069148 w 10678681"/>
              <a:gd name="connsiteY51" fmla="*/ 1047163 h 1342734"/>
              <a:gd name="connsiteX52" fmla="*/ 7039634 w 10678681"/>
              <a:gd name="connsiteY52" fmla="*/ 1059971 h 1342734"/>
              <a:gd name="connsiteX53" fmla="*/ 7033445 w 10678681"/>
              <a:gd name="connsiteY53" fmla="*/ 1063314 h 1342734"/>
              <a:gd name="connsiteX54" fmla="*/ 6999157 w 10678681"/>
              <a:gd name="connsiteY54" fmla="*/ 1055282 h 1342734"/>
              <a:gd name="connsiteX55" fmla="*/ 6981874 w 10678681"/>
              <a:gd name="connsiteY55" fmla="*/ 1053827 h 1342734"/>
              <a:gd name="connsiteX56" fmla="*/ 6976102 w 10678681"/>
              <a:gd name="connsiteY56" fmla="*/ 1047854 h 1342734"/>
              <a:gd name="connsiteX57" fmla="*/ 6951040 w 10678681"/>
              <a:gd name="connsiteY57" fmla="*/ 1048531 h 1342734"/>
              <a:gd name="connsiteX58" fmla="*/ 6948497 w 10678681"/>
              <a:gd name="connsiteY58" fmla="*/ 1050706 h 1342734"/>
              <a:gd name="connsiteX59" fmla="*/ 6926582 w 10678681"/>
              <a:gd name="connsiteY59" fmla="*/ 1043462 h 1342734"/>
              <a:gd name="connsiteX60" fmla="*/ 6833743 w 10678681"/>
              <a:gd name="connsiteY60" fmla="*/ 1027960 h 1342734"/>
              <a:gd name="connsiteX61" fmla="*/ 6687090 w 10678681"/>
              <a:gd name="connsiteY61" fmla="*/ 1063250 h 1342734"/>
              <a:gd name="connsiteX62" fmla="*/ 6431838 w 10678681"/>
              <a:gd name="connsiteY62" fmla="*/ 1063226 h 1342734"/>
              <a:gd name="connsiteX63" fmla="*/ 6327795 w 10678681"/>
              <a:gd name="connsiteY63" fmla="*/ 1088142 h 1342734"/>
              <a:gd name="connsiteX64" fmla="*/ 6136549 w 10678681"/>
              <a:gd name="connsiteY64" fmla="*/ 1100268 h 1342734"/>
              <a:gd name="connsiteX65" fmla="*/ 6004655 w 10678681"/>
              <a:gd name="connsiteY65" fmla="*/ 1114946 h 1342734"/>
              <a:gd name="connsiteX66" fmla="*/ 5936643 w 10678681"/>
              <a:gd name="connsiteY66" fmla="*/ 1095428 h 1342734"/>
              <a:gd name="connsiteX67" fmla="*/ 5912484 w 10678681"/>
              <a:gd name="connsiteY67" fmla="*/ 1112624 h 1342734"/>
              <a:gd name="connsiteX68" fmla="*/ 5908387 w 10678681"/>
              <a:gd name="connsiteY68" fmla="*/ 1116018 h 1342734"/>
              <a:gd name="connsiteX69" fmla="*/ 5890495 w 10678681"/>
              <a:gd name="connsiteY69" fmla="*/ 1120268 h 1342734"/>
              <a:gd name="connsiteX70" fmla="*/ 5887318 w 10678681"/>
              <a:gd name="connsiteY70" fmla="*/ 1133134 h 1342734"/>
              <a:gd name="connsiteX71" fmla="*/ 5861726 w 10678681"/>
              <a:gd name="connsiteY71" fmla="*/ 1147891 h 1342734"/>
              <a:gd name="connsiteX72" fmla="*/ 5805823 w 10678681"/>
              <a:gd name="connsiteY72" fmla="*/ 1152457 h 1342734"/>
              <a:gd name="connsiteX73" fmla="*/ 5689841 w 10678681"/>
              <a:gd name="connsiteY73" fmla="*/ 1176232 h 1342734"/>
              <a:gd name="connsiteX74" fmla="*/ 5605119 w 10678681"/>
              <a:gd name="connsiteY74" fmla="*/ 1190202 h 1342734"/>
              <a:gd name="connsiteX75" fmla="*/ 5488513 w 10678681"/>
              <a:gd name="connsiteY75" fmla="*/ 1205367 h 1342734"/>
              <a:gd name="connsiteX76" fmla="*/ 5402905 w 10678681"/>
              <a:gd name="connsiteY76" fmla="*/ 1241191 h 1342734"/>
              <a:gd name="connsiteX77" fmla="*/ 5285593 w 10678681"/>
              <a:gd name="connsiteY77" fmla="*/ 1273569 h 1342734"/>
              <a:gd name="connsiteX78" fmla="*/ 5192893 w 10678681"/>
              <a:gd name="connsiteY78" fmla="*/ 1247188 h 1342734"/>
              <a:gd name="connsiteX79" fmla="*/ 5186475 w 10678681"/>
              <a:gd name="connsiteY79" fmla="*/ 1257028 h 1342734"/>
              <a:gd name="connsiteX80" fmla="*/ 5126038 w 10678681"/>
              <a:gd name="connsiteY80" fmla="*/ 1263189 h 1342734"/>
              <a:gd name="connsiteX81" fmla="*/ 4894688 w 10678681"/>
              <a:gd name="connsiteY81" fmla="*/ 1247184 h 1342734"/>
              <a:gd name="connsiteX82" fmla="*/ 4788036 w 10678681"/>
              <a:gd name="connsiteY82" fmla="*/ 1238182 h 1342734"/>
              <a:gd name="connsiteX83" fmla="*/ 4747555 w 10678681"/>
              <a:gd name="connsiteY83" fmla="*/ 1252768 h 1342734"/>
              <a:gd name="connsiteX84" fmla="*/ 4679644 w 10678681"/>
              <a:gd name="connsiteY84" fmla="*/ 1276603 h 1342734"/>
              <a:gd name="connsiteX85" fmla="*/ 4632222 w 10678681"/>
              <a:gd name="connsiteY85" fmla="*/ 1318360 h 1342734"/>
              <a:gd name="connsiteX86" fmla="*/ 4617358 w 10678681"/>
              <a:gd name="connsiteY86" fmla="*/ 1327690 h 1342734"/>
              <a:gd name="connsiteX87" fmla="*/ 4589102 w 10678681"/>
              <a:gd name="connsiteY87" fmla="*/ 1321223 h 1342734"/>
              <a:gd name="connsiteX88" fmla="*/ 4578184 w 10678681"/>
              <a:gd name="connsiteY88" fmla="*/ 1326745 h 1342734"/>
              <a:gd name="connsiteX89" fmla="*/ 4574270 w 10678681"/>
              <a:gd name="connsiteY89" fmla="*/ 1325878 h 1342734"/>
              <a:gd name="connsiteX90" fmla="*/ 4564919 w 10678681"/>
              <a:gd name="connsiteY90" fmla="*/ 1325507 h 1342734"/>
              <a:gd name="connsiteX91" fmla="*/ 4566586 w 10678681"/>
              <a:gd name="connsiteY91" fmla="*/ 1316963 h 1342734"/>
              <a:gd name="connsiteX92" fmla="*/ 4556303 w 10678681"/>
              <a:gd name="connsiteY92" fmla="*/ 1300262 h 1342734"/>
              <a:gd name="connsiteX93" fmla="*/ 4502358 w 10678681"/>
              <a:gd name="connsiteY93" fmla="*/ 1302558 h 1342734"/>
              <a:gd name="connsiteX94" fmla="*/ 4498919 w 10678681"/>
              <a:gd name="connsiteY94" fmla="*/ 1312115 h 1342734"/>
              <a:gd name="connsiteX95" fmla="*/ 4492075 w 10678681"/>
              <a:gd name="connsiteY95" fmla="*/ 1313357 h 1342734"/>
              <a:gd name="connsiteX96" fmla="*/ 4487466 w 10678681"/>
              <a:gd name="connsiteY96" fmla="*/ 1304102 h 1342734"/>
              <a:gd name="connsiteX97" fmla="*/ 4398292 w 10678681"/>
              <a:gd name="connsiteY97" fmla="*/ 1278410 h 1342734"/>
              <a:gd name="connsiteX98" fmla="*/ 4306088 w 10678681"/>
              <a:gd name="connsiteY98" fmla="*/ 1282512 h 1342734"/>
              <a:gd name="connsiteX99" fmla="*/ 4188995 w 10678681"/>
              <a:gd name="connsiteY99" fmla="*/ 1296718 h 1342734"/>
              <a:gd name="connsiteX100" fmla="*/ 4136582 w 10678681"/>
              <a:gd name="connsiteY100" fmla="*/ 1287687 h 1342734"/>
              <a:gd name="connsiteX101" fmla="*/ 4064614 w 10678681"/>
              <a:gd name="connsiteY101" fmla="*/ 1296118 h 1342734"/>
              <a:gd name="connsiteX102" fmla="*/ 3900948 w 10678681"/>
              <a:gd name="connsiteY102" fmla="*/ 1322156 h 1342734"/>
              <a:gd name="connsiteX103" fmla="*/ 3787890 w 10678681"/>
              <a:gd name="connsiteY103" fmla="*/ 1322164 h 1342734"/>
              <a:gd name="connsiteX104" fmla="*/ 3745993 w 10678681"/>
              <a:gd name="connsiteY104" fmla="*/ 1342630 h 1342734"/>
              <a:gd name="connsiteX105" fmla="*/ 3675785 w 10678681"/>
              <a:gd name="connsiteY105" fmla="*/ 1326802 h 1342734"/>
              <a:gd name="connsiteX106" fmla="*/ 3623856 w 10678681"/>
              <a:gd name="connsiteY106" fmla="*/ 1290804 h 1342734"/>
              <a:gd name="connsiteX107" fmla="*/ 3564933 w 10678681"/>
              <a:gd name="connsiteY107" fmla="*/ 1287147 h 1342734"/>
              <a:gd name="connsiteX108" fmla="*/ 3550537 w 10678681"/>
              <a:gd name="connsiteY108" fmla="*/ 1317552 h 1342734"/>
              <a:gd name="connsiteX109" fmla="*/ 3487736 w 10678681"/>
              <a:gd name="connsiteY109" fmla="*/ 1303493 h 1342734"/>
              <a:gd name="connsiteX110" fmla="*/ 3392548 w 10678681"/>
              <a:gd name="connsiteY110" fmla="*/ 1278741 h 1342734"/>
              <a:gd name="connsiteX111" fmla="*/ 3337466 w 10678681"/>
              <a:gd name="connsiteY111" fmla="*/ 1272537 h 1342734"/>
              <a:gd name="connsiteX112" fmla="*/ 3175981 w 10678681"/>
              <a:gd name="connsiteY112" fmla="*/ 1208973 h 1342734"/>
              <a:gd name="connsiteX113" fmla="*/ 3036856 w 10678681"/>
              <a:gd name="connsiteY113" fmla="*/ 1214383 h 1342734"/>
              <a:gd name="connsiteX114" fmla="*/ 2824973 w 10678681"/>
              <a:gd name="connsiteY114" fmla="*/ 1134864 h 1342734"/>
              <a:gd name="connsiteX115" fmla="*/ 2804398 w 10678681"/>
              <a:gd name="connsiteY115" fmla="*/ 1125556 h 1342734"/>
              <a:gd name="connsiteX116" fmla="*/ 2736109 w 10678681"/>
              <a:gd name="connsiteY116" fmla="*/ 1137717 h 1342734"/>
              <a:gd name="connsiteX117" fmla="*/ 2659096 w 10678681"/>
              <a:gd name="connsiteY117" fmla="*/ 1150294 h 1342734"/>
              <a:gd name="connsiteX118" fmla="*/ 2567088 w 10678681"/>
              <a:gd name="connsiteY118" fmla="*/ 1181781 h 1342734"/>
              <a:gd name="connsiteX119" fmla="*/ 2454501 w 10678681"/>
              <a:gd name="connsiteY119" fmla="*/ 1155455 h 1342734"/>
              <a:gd name="connsiteX120" fmla="*/ 2385161 w 10678681"/>
              <a:gd name="connsiteY120" fmla="*/ 1161312 h 1342734"/>
              <a:gd name="connsiteX121" fmla="*/ 2273361 w 10678681"/>
              <a:gd name="connsiteY121" fmla="*/ 1134090 h 1342734"/>
              <a:gd name="connsiteX122" fmla="*/ 2132003 w 10678681"/>
              <a:gd name="connsiteY122" fmla="*/ 1139225 h 1342734"/>
              <a:gd name="connsiteX123" fmla="*/ 2041224 w 10678681"/>
              <a:gd name="connsiteY123" fmla="*/ 1147536 h 1342734"/>
              <a:gd name="connsiteX124" fmla="*/ 2010157 w 10678681"/>
              <a:gd name="connsiteY124" fmla="*/ 1152767 h 1342734"/>
              <a:gd name="connsiteX125" fmla="*/ 1859213 w 10678681"/>
              <a:gd name="connsiteY125" fmla="*/ 1199540 h 1342734"/>
              <a:gd name="connsiteX126" fmla="*/ 1735877 w 10678681"/>
              <a:gd name="connsiteY126" fmla="*/ 1246527 h 1342734"/>
              <a:gd name="connsiteX127" fmla="*/ 1705069 w 10678681"/>
              <a:gd name="connsiteY127" fmla="*/ 1251989 h 1342734"/>
              <a:gd name="connsiteX128" fmla="*/ 1307888 w 10678681"/>
              <a:gd name="connsiteY128" fmla="*/ 1283156 h 1342734"/>
              <a:gd name="connsiteX129" fmla="*/ 1220734 w 10678681"/>
              <a:gd name="connsiteY129" fmla="*/ 1257811 h 1342734"/>
              <a:gd name="connsiteX130" fmla="*/ 1021737 w 10678681"/>
              <a:gd name="connsiteY130" fmla="*/ 1238739 h 1342734"/>
              <a:gd name="connsiteX131" fmla="*/ 959820 w 10678681"/>
              <a:gd name="connsiteY131" fmla="*/ 1275863 h 1342734"/>
              <a:gd name="connsiteX132" fmla="*/ 929137 w 10678681"/>
              <a:gd name="connsiteY132" fmla="*/ 1273957 h 1342734"/>
              <a:gd name="connsiteX133" fmla="*/ 878849 w 10678681"/>
              <a:gd name="connsiteY133" fmla="*/ 1266740 h 1342734"/>
              <a:gd name="connsiteX134" fmla="*/ 800667 w 10678681"/>
              <a:gd name="connsiteY134" fmla="*/ 1282041 h 1342734"/>
              <a:gd name="connsiteX135" fmla="*/ 644906 w 10678681"/>
              <a:gd name="connsiteY135" fmla="*/ 1273685 h 1342734"/>
              <a:gd name="connsiteX136" fmla="*/ 379869 w 10678681"/>
              <a:gd name="connsiteY136" fmla="*/ 1339165 h 1342734"/>
              <a:gd name="connsiteX137" fmla="*/ 137696 w 10678681"/>
              <a:gd name="connsiteY137" fmla="*/ 1319217 h 1342734"/>
              <a:gd name="connsiteX138" fmla="*/ 54250 w 10678681"/>
              <a:gd name="connsiteY138" fmla="*/ 1315838 h 1342734"/>
              <a:gd name="connsiteX139" fmla="*/ 28042 w 10678681"/>
              <a:gd name="connsiteY139" fmla="*/ 1297822 h 1342734"/>
              <a:gd name="connsiteX140" fmla="*/ 0 w 10678681"/>
              <a:gd name="connsiteY140" fmla="*/ 1294612 h 1342734"/>
              <a:gd name="connsiteX141" fmla="*/ 0 w 10678681"/>
              <a:gd name="connsiteY141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6219 w 10678681"/>
              <a:gd name="connsiteY4" fmla="*/ 45588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41159 w 10678681"/>
              <a:gd name="connsiteY8" fmla="*/ 103824 h 1342734"/>
              <a:gd name="connsiteX9" fmla="*/ 10244930 w 10678681"/>
              <a:gd name="connsiteY9" fmla="*/ 9459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9929077 w 10678681"/>
              <a:gd name="connsiteY13" fmla="*/ 254478 h 1342734"/>
              <a:gd name="connsiteX14" fmla="*/ 9840045 w 10678681"/>
              <a:gd name="connsiteY14" fmla="*/ 223033 h 1342734"/>
              <a:gd name="connsiteX15" fmla="*/ 9679638 w 10678681"/>
              <a:gd name="connsiteY15" fmla="*/ 277462 h 1342734"/>
              <a:gd name="connsiteX16" fmla="*/ 9498347 w 10678681"/>
              <a:gd name="connsiteY16" fmla="*/ 244723 h 1342734"/>
              <a:gd name="connsiteX17" fmla="*/ 9366026 w 10678681"/>
              <a:gd name="connsiteY17" fmla="*/ 299024 h 1342734"/>
              <a:gd name="connsiteX18" fmla="*/ 9316702 w 10678681"/>
              <a:gd name="connsiteY18" fmla="*/ 356523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344233 w 10678681"/>
              <a:gd name="connsiteY30" fmla="*/ 610922 h 1342734"/>
              <a:gd name="connsiteX31" fmla="*/ 8290622 w 10678681"/>
              <a:gd name="connsiteY31" fmla="*/ 622687 h 1342734"/>
              <a:gd name="connsiteX32" fmla="*/ 8086698 w 10678681"/>
              <a:gd name="connsiteY32" fmla="*/ 605185 h 1342734"/>
              <a:gd name="connsiteX33" fmla="*/ 7982378 w 10678681"/>
              <a:gd name="connsiteY33" fmla="*/ 629799 h 1342734"/>
              <a:gd name="connsiteX34" fmla="*/ 7947952 w 10678681"/>
              <a:gd name="connsiteY34" fmla="*/ 648003 h 1342734"/>
              <a:gd name="connsiteX35" fmla="*/ 7890112 w 10678681"/>
              <a:gd name="connsiteY35" fmla="*/ 677915 h 1342734"/>
              <a:gd name="connsiteX36" fmla="*/ 7853284 w 10678681"/>
              <a:gd name="connsiteY36" fmla="*/ 723588 h 1342734"/>
              <a:gd name="connsiteX37" fmla="*/ 7802383 w 10678681"/>
              <a:gd name="connsiteY37" fmla="*/ 739359 h 1342734"/>
              <a:gd name="connsiteX38" fmla="*/ 7730518 w 10678681"/>
              <a:gd name="connsiteY38" fmla="*/ 739526 h 1342734"/>
              <a:gd name="connsiteX39" fmla="*/ 7720084 w 10678681"/>
              <a:gd name="connsiteY39" fmla="*/ 760750 h 1342734"/>
              <a:gd name="connsiteX40" fmla="*/ 7652907 w 10678681"/>
              <a:gd name="connsiteY40" fmla="*/ 783273 h 1342734"/>
              <a:gd name="connsiteX41" fmla="*/ 7606008 w 10678681"/>
              <a:gd name="connsiteY41" fmla="*/ 800717 h 1342734"/>
              <a:gd name="connsiteX42" fmla="*/ 7480223 w 10678681"/>
              <a:gd name="connsiteY42" fmla="*/ 856821 h 1342734"/>
              <a:gd name="connsiteX43" fmla="*/ 7356005 w 10678681"/>
              <a:gd name="connsiteY43" fmla="*/ 919462 h 1342734"/>
              <a:gd name="connsiteX44" fmla="*/ 7305396 w 10678681"/>
              <a:gd name="connsiteY44" fmla="*/ 986228 h 1342734"/>
              <a:gd name="connsiteX45" fmla="*/ 7266251 w 10678681"/>
              <a:gd name="connsiteY45" fmla="*/ 967864 h 1342734"/>
              <a:gd name="connsiteX46" fmla="*/ 7258094 w 10678681"/>
              <a:gd name="connsiteY46" fmla="*/ 990679 h 1342734"/>
              <a:gd name="connsiteX47" fmla="*/ 7257893 w 10678681"/>
              <a:gd name="connsiteY47" fmla="*/ 991204 h 1342734"/>
              <a:gd name="connsiteX48" fmla="*/ 7247153 w 10678681"/>
              <a:gd name="connsiteY48" fmla="*/ 991550 h 1342734"/>
              <a:gd name="connsiteX49" fmla="*/ 7193612 w 10678681"/>
              <a:gd name="connsiteY49" fmla="*/ 987042 h 1342734"/>
              <a:gd name="connsiteX50" fmla="*/ 7132632 w 10678681"/>
              <a:gd name="connsiteY50" fmla="*/ 1042036 h 1342734"/>
              <a:gd name="connsiteX51" fmla="*/ 7105610 w 10678681"/>
              <a:gd name="connsiteY51" fmla="*/ 1053537 h 1342734"/>
              <a:gd name="connsiteX52" fmla="*/ 7069148 w 10678681"/>
              <a:gd name="connsiteY52" fmla="*/ 1047163 h 1342734"/>
              <a:gd name="connsiteX53" fmla="*/ 7039634 w 10678681"/>
              <a:gd name="connsiteY53" fmla="*/ 1059971 h 1342734"/>
              <a:gd name="connsiteX54" fmla="*/ 7033445 w 10678681"/>
              <a:gd name="connsiteY54" fmla="*/ 1063314 h 1342734"/>
              <a:gd name="connsiteX55" fmla="*/ 6999157 w 10678681"/>
              <a:gd name="connsiteY55" fmla="*/ 1055282 h 1342734"/>
              <a:gd name="connsiteX56" fmla="*/ 6981874 w 10678681"/>
              <a:gd name="connsiteY56" fmla="*/ 1053827 h 1342734"/>
              <a:gd name="connsiteX57" fmla="*/ 6976102 w 10678681"/>
              <a:gd name="connsiteY57" fmla="*/ 1047854 h 1342734"/>
              <a:gd name="connsiteX58" fmla="*/ 6951040 w 10678681"/>
              <a:gd name="connsiteY58" fmla="*/ 1048531 h 1342734"/>
              <a:gd name="connsiteX59" fmla="*/ 6948497 w 10678681"/>
              <a:gd name="connsiteY59" fmla="*/ 1050706 h 1342734"/>
              <a:gd name="connsiteX60" fmla="*/ 6926582 w 10678681"/>
              <a:gd name="connsiteY60" fmla="*/ 1043462 h 1342734"/>
              <a:gd name="connsiteX61" fmla="*/ 6833743 w 10678681"/>
              <a:gd name="connsiteY61" fmla="*/ 1027960 h 1342734"/>
              <a:gd name="connsiteX62" fmla="*/ 6687090 w 10678681"/>
              <a:gd name="connsiteY62" fmla="*/ 1063250 h 1342734"/>
              <a:gd name="connsiteX63" fmla="*/ 6431838 w 10678681"/>
              <a:gd name="connsiteY63" fmla="*/ 1063226 h 1342734"/>
              <a:gd name="connsiteX64" fmla="*/ 6327795 w 10678681"/>
              <a:gd name="connsiteY64" fmla="*/ 1088142 h 1342734"/>
              <a:gd name="connsiteX65" fmla="*/ 6136549 w 10678681"/>
              <a:gd name="connsiteY65" fmla="*/ 1100268 h 1342734"/>
              <a:gd name="connsiteX66" fmla="*/ 6004655 w 10678681"/>
              <a:gd name="connsiteY66" fmla="*/ 1114946 h 1342734"/>
              <a:gd name="connsiteX67" fmla="*/ 5936643 w 10678681"/>
              <a:gd name="connsiteY67" fmla="*/ 1095428 h 1342734"/>
              <a:gd name="connsiteX68" fmla="*/ 5912484 w 10678681"/>
              <a:gd name="connsiteY68" fmla="*/ 1112624 h 1342734"/>
              <a:gd name="connsiteX69" fmla="*/ 5908387 w 10678681"/>
              <a:gd name="connsiteY69" fmla="*/ 1116018 h 1342734"/>
              <a:gd name="connsiteX70" fmla="*/ 5890495 w 10678681"/>
              <a:gd name="connsiteY70" fmla="*/ 1120268 h 1342734"/>
              <a:gd name="connsiteX71" fmla="*/ 5887318 w 10678681"/>
              <a:gd name="connsiteY71" fmla="*/ 1133134 h 1342734"/>
              <a:gd name="connsiteX72" fmla="*/ 5861726 w 10678681"/>
              <a:gd name="connsiteY72" fmla="*/ 1147891 h 1342734"/>
              <a:gd name="connsiteX73" fmla="*/ 5805823 w 10678681"/>
              <a:gd name="connsiteY73" fmla="*/ 1152457 h 1342734"/>
              <a:gd name="connsiteX74" fmla="*/ 5689841 w 10678681"/>
              <a:gd name="connsiteY74" fmla="*/ 1176232 h 1342734"/>
              <a:gd name="connsiteX75" fmla="*/ 5605119 w 10678681"/>
              <a:gd name="connsiteY75" fmla="*/ 1190202 h 1342734"/>
              <a:gd name="connsiteX76" fmla="*/ 5488513 w 10678681"/>
              <a:gd name="connsiteY76" fmla="*/ 1205367 h 1342734"/>
              <a:gd name="connsiteX77" fmla="*/ 5402905 w 10678681"/>
              <a:gd name="connsiteY77" fmla="*/ 1241191 h 1342734"/>
              <a:gd name="connsiteX78" fmla="*/ 5285593 w 10678681"/>
              <a:gd name="connsiteY78" fmla="*/ 1273569 h 1342734"/>
              <a:gd name="connsiteX79" fmla="*/ 5192893 w 10678681"/>
              <a:gd name="connsiteY79" fmla="*/ 1247188 h 1342734"/>
              <a:gd name="connsiteX80" fmla="*/ 5186475 w 10678681"/>
              <a:gd name="connsiteY80" fmla="*/ 1257028 h 1342734"/>
              <a:gd name="connsiteX81" fmla="*/ 5126038 w 10678681"/>
              <a:gd name="connsiteY81" fmla="*/ 1263189 h 1342734"/>
              <a:gd name="connsiteX82" fmla="*/ 4894688 w 10678681"/>
              <a:gd name="connsiteY82" fmla="*/ 1247184 h 1342734"/>
              <a:gd name="connsiteX83" fmla="*/ 4788036 w 10678681"/>
              <a:gd name="connsiteY83" fmla="*/ 1238182 h 1342734"/>
              <a:gd name="connsiteX84" fmla="*/ 4747555 w 10678681"/>
              <a:gd name="connsiteY84" fmla="*/ 1252768 h 1342734"/>
              <a:gd name="connsiteX85" fmla="*/ 4679644 w 10678681"/>
              <a:gd name="connsiteY85" fmla="*/ 1276603 h 1342734"/>
              <a:gd name="connsiteX86" fmla="*/ 4632222 w 10678681"/>
              <a:gd name="connsiteY86" fmla="*/ 1318360 h 1342734"/>
              <a:gd name="connsiteX87" fmla="*/ 4617358 w 10678681"/>
              <a:gd name="connsiteY87" fmla="*/ 1327690 h 1342734"/>
              <a:gd name="connsiteX88" fmla="*/ 4589102 w 10678681"/>
              <a:gd name="connsiteY88" fmla="*/ 1321223 h 1342734"/>
              <a:gd name="connsiteX89" fmla="*/ 4578184 w 10678681"/>
              <a:gd name="connsiteY89" fmla="*/ 1326745 h 1342734"/>
              <a:gd name="connsiteX90" fmla="*/ 4574270 w 10678681"/>
              <a:gd name="connsiteY90" fmla="*/ 1325878 h 1342734"/>
              <a:gd name="connsiteX91" fmla="*/ 4564919 w 10678681"/>
              <a:gd name="connsiteY91" fmla="*/ 1325507 h 1342734"/>
              <a:gd name="connsiteX92" fmla="*/ 4566586 w 10678681"/>
              <a:gd name="connsiteY92" fmla="*/ 1316963 h 1342734"/>
              <a:gd name="connsiteX93" fmla="*/ 4556303 w 10678681"/>
              <a:gd name="connsiteY93" fmla="*/ 1300262 h 1342734"/>
              <a:gd name="connsiteX94" fmla="*/ 4502358 w 10678681"/>
              <a:gd name="connsiteY94" fmla="*/ 1302558 h 1342734"/>
              <a:gd name="connsiteX95" fmla="*/ 4498919 w 10678681"/>
              <a:gd name="connsiteY95" fmla="*/ 1312115 h 1342734"/>
              <a:gd name="connsiteX96" fmla="*/ 4492075 w 10678681"/>
              <a:gd name="connsiteY96" fmla="*/ 1313357 h 1342734"/>
              <a:gd name="connsiteX97" fmla="*/ 4487466 w 10678681"/>
              <a:gd name="connsiteY97" fmla="*/ 1304102 h 1342734"/>
              <a:gd name="connsiteX98" fmla="*/ 4398292 w 10678681"/>
              <a:gd name="connsiteY98" fmla="*/ 1278410 h 1342734"/>
              <a:gd name="connsiteX99" fmla="*/ 4306088 w 10678681"/>
              <a:gd name="connsiteY99" fmla="*/ 1282512 h 1342734"/>
              <a:gd name="connsiteX100" fmla="*/ 4188995 w 10678681"/>
              <a:gd name="connsiteY100" fmla="*/ 1296718 h 1342734"/>
              <a:gd name="connsiteX101" fmla="*/ 4136582 w 10678681"/>
              <a:gd name="connsiteY101" fmla="*/ 1287687 h 1342734"/>
              <a:gd name="connsiteX102" fmla="*/ 4064614 w 10678681"/>
              <a:gd name="connsiteY102" fmla="*/ 1296118 h 1342734"/>
              <a:gd name="connsiteX103" fmla="*/ 3900948 w 10678681"/>
              <a:gd name="connsiteY103" fmla="*/ 1322156 h 1342734"/>
              <a:gd name="connsiteX104" fmla="*/ 3787890 w 10678681"/>
              <a:gd name="connsiteY104" fmla="*/ 1322164 h 1342734"/>
              <a:gd name="connsiteX105" fmla="*/ 3745993 w 10678681"/>
              <a:gd name="connsiteY105" fmla="*/ 1342630 h 1342734"/>
              <a:gd name="connsiteX106" fmla="*/ 3675785 w 10678681"/>
              <a:gd name="connsiteY106" fmla="*/ 1326802 h 1342734"/>
              <a:gd name="connsiteX107" fmla="*/ 3623856 w 10678681"/>
              <a:gd name="connsiteY107" fmla="*/ 1290804 h 1342734"/>
              <a:gd name="connsiteX108" fmla="*/ 3564933 w 10678681"/>
              <a:gd name="connsiteY108" fmla="*/ 1287147 h 1342734"/>
              <a:gd name="connsiteX109" fmla="*/ 3550537 w 10678681"/>
              <a:gd name="connsiteY109" fmla="*/ 1317552 h 1342734"/>
              <a:gd name="connsiteX110" fmla="*/ 3487736 w 10678681"/>
              <a:gd name="connsiteY110" fmla="*/ 1303493 h 1342734"/>
              <a:gd name="connsiteX111" fmla="*/ 3392548 w 10678681"/>
              <a:gd name="connsiteY111" fmla="*/ 1278741 h 1342734"/>
              <a:gd name="connsiteX112" fmla="*/ 3337466 w 10678681"/>
              <a:gd name="connsiteY112" fmla="*/ 1272537 h 1342734"/>
              <a:gd name="connsiteX113" fmla="*/ 3175981 w 10678681"/>
              <a:gd name="connsiteY113" fmla="*/ 1208973 h 1342734"/>
              <a:gd name="connsiteX114" fmla="*/ 3036856 w 10678681"/>
              <a:gd name="connsiteY114" fmla="*/ 1214383 h 1342734"/>
              <a:gd name="connsiteX115" fmla="*/ 2824973 w 10678681"/>
              <a:gd name="connsiteY115" fmla="*/ 1134864 h 1342734"/>
              <a:gd name="connsiteX116" fmla="*/ 2804398 w 10678681"/>
              <a:gd name="connsiteY116" fmla="*/ 1125556 h 1342734"/>
              <a:gd name="connsiteX117" fmla="*/ 2736109 w 10678681"/>
              <a:gd name="connsiteY117" fmla="*/ 1137717 h 1342734"/>
              <a:gd name="connsiteX118" fmla="*/ 2659096 w 10678681"/>
              <a:gd name="connsiteY118" fmla="*/ 1150294 h 1342734"/>
              <a:gd name="connsiteX119" fmla="*/ 2567088 w 10678681"/>
              <a:gd name="connsiteY119" fmla="*/ 1181781 h 1342734"/>
              <a:gd name="connsiteX120" fmla="*/ 2454501 w 10678681"/>
              <a:gd name="connsiteY120" fmla="*/ 1155455 h 1342734"/>
              <a:gd name="connsiteX121" fmla="*/ 2385161 w 10678681"/>
              <a:gd name="connsiteY121" fmla="*/ 1161312 h 1342734"/>
              <a:gd name="connsiteX122" fmla="*/ 2273361 w 10678681"/>
              <a:gd name="connsiteY122" fmla="*/ 1134090 h 1342734"/>
              <a:gd name="connsiteX123" fmla="*/ 2132003 w 10678681"/>
              <a:gd name="connsiteY123" fmla="*/ 1139225 h 1342734"/>
              <a:gd name="connsiteX124" fmla="*/ 2041224 w 10678681"/>
              <a:gd name="connsiteY124" fmla="*/ 1147536 h 1342734"/>
              <a:gd name="connsiteX125" fmla="*/ 2010157 w 10678681"/>
              <a:gd name="connsiteY125" fmla="*/ 1152767 h 1342734"/>
              <a:gd name="connsiteX126" fmla="*/ 1859213 w 10678681"/>
              <a:gd name="connsiteY126" fmla="*/ 1199540 h 1342734"/>
              <a:gd name="connsiteX127" fmla="*/ 1735877 w 10678681"/>
              <a:gd name="connsiteY127" fmla="*/ 1246527 h 1342734"/>
              <a:gd name="connsiteX128" fmla="*/ 1705069 w 10678681"/>
              <a:gd name="connsiteY128" fmla="*/ 1251989 h 1342734"/>
              <a:gd name="connsiteX129" fmla="*/ 1307888 w 10678681"/>
              <a:gd name="connsiteY129" fmla="*/ 1283156 h 1342734"/>
              <a:gd name="connsiteX130" fmla="*/ 1220734 w 10678681"/>
              <a:gd name="connsiteY130" fmla="*/ 1257811 h 1342734"/>
              <a:gd name="connsiteX131" fmla="*/ 1021737 w 10678681"/>
              <a:gd name="connsiteY131" fmla="*/ 1238739 h 1342734"/>
              <a:gd name="connsiteX132" fmla="*/ 959820 w 10678681"/>
              <a:gd name="connsiteY132" fmla="*/ 1275863 h 1342734"/>
              <a:gd name="connsiteX133" fmla="*/ 929137 w 10678681"/>
              <a:gd name="connsiteY133" fmla="*/ 1273957 h 1342734"/>
              <a:gd name="connsiteX134" fmla="*/ 878849 w 10678681"/>
              <a:gd name="connsiteY134" fmla="*/ 1266740 h 1342734"/>
              <a:gd name="connsiteX135" fmla="*/ 800667 w 10678681"/>
              <a:gd name="connsiteY135" fmla="*/ 1282041 h 1342734"/>
              <a:gd name="connsiteX136" fmla="*/ 644906 w 10678681"/>
              <a:gd name="connsiteY136" fmla="*/ 1273685 h 1342734"/>
              <a:gd name="connsiteX137" fmla="*/ 379869 w 10678681"/>
              <a:gd name="connsiteY137" fmla="*/ 1339165 h 1342734"/>
              <a:gd name="connsiteX138" fmla="*/ 137696 w 10678681"/>
              <a:gd name="connsiteY138" fmla="*/ 1319217 h 1342734"/>
              <a:gd name="connsiteX139" fmla="*/ 54250 w 10678681"/>
              <a:gd name="connsiteY139" fmla="*/ 1315838 h 1342734"/>
              <a:gd name="connsiteX140" fmla="*/ 28042 w 10678681"/>
              <a:gd name="connsiteY140" fmla="*/ 1297822 h 1342734"/>
              <a:gd name="connsiteX141" fmla="*/ 0 w 10678681"/>
              <a:gd name="connsiteY141" fmla="*/ 1294612 h 1342734"/>
              <a:gd name="connsiteX142" fmla="*/ 0 w 10678681"/>
              <a:gd name="connsiteY142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6219 w 10678681"/>
              <a:gd name="connsiteY4" fmla="*/ 45588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41159 w 10678681"/>
              <a:gd name="connsiteY8" fmla="*/ 103824 h 1342734"/>
              <a:gd name="connsiteX9" fmla="*/ 10244930 w 10678681"/>
              <a:gd name="connsiteY9" fmla="*/ 9459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9929077 w 10678681"/>
              <a:gd name="connsiteY13" fmla="*/ 254478 h 1342734"/>
              <a:gd name="connsiteX14" fmla="*/ 9840045 w 10678681"/>
              <a:gd name="connsiteY14" fmla="*/ 223033 h 1342734"/>
              <a:gd name="connsiteX15" fmla="*/ 9679638 w 10678681"/>
              <a:gd name="connsiteY15" fmla="*/ 277462 h 1342734"/>
              <a:gd name="connsiteX16" fmla="*/ 9498347 w 10678681"/>
              <a:gd name="connsiteY16" fmla="*/ 244723 h 1342734"/>
              <a:gd name="connsiteX17" fmla="*/ 9366026 w 10678681"/>
              <a:gd name="connsiteY17" fmla="*/ 299024 h 1342734"/>
              <a:gd name="connsiteX18" fmla="*/ 9316702 w 10678681"/>
              <a:gd name="connsiteY18" fmla="*/ 356523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344233 w 10678681"/>
              <a:gd name="connsiteY30" fmla="*/ 610922 h 1342734"/>
              <a:gd name="connsiteX31" fmla="*/ 8086698 w 10678681"/>
              <a:gd name="connsiteY31" fmla="*/ 605185 h 1342734"/>
              <a:gd name="connsiteX32" fmla="*/ 7982378 w 10678681"/>
              <a:gd name="connsiteY32" fmla="*/ 629799 h 1342734"/>
              <a:gd name="connsiteX33" fmla="*/ 7947952 w 10678681"/>
              <a:gd name="connsiteY33" fmla="*/ 648003 h 1342734"/>
              <a:gd name="connsiteX34" fmla="*/ 7890112 w 10678681"/>
              <a:gd name="connsiteY34" fmla="*/ 677915 h 1342734"/>
              <a:gd name="connsiteX35" fmla="*/ 7853284 w 10678681"/>
              <a:gd name="connsiteY35" fmla="*/ 723588 h 1342734"/>
              <a:gd name="connsiteX36" fmla="*/ 7802383 w 10678681"/>
              <a:gd name="connsiteY36" fmla="*/ 739359 h 1342734"/>
              <a:gd name="connsiteX37" fmla="*/ 7730518 w 10678681"/>
              <a:gd name="connsiteY37" fmla="*/ 739526 h 1342734"/>
              <a:gd name="connsiteX38" fmla="*/ 7720084 w 10678681"/>
              <a:gd name="connsiteY38" fmla="*/ 760750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58094 w 10678681"/>
              <a:gd name="connsiteY45" fmla="*/ 990679 h 1342734"/>
              <a:gd name="connsiteX46" fmla="*/ 7257893 w 10678681"/>
              <a:gd name="connsiteY46" fmla="*/ 991204 h 1342734"/>
              <a:gd name="connsiteX47" fmla="*/ 7247153 w 10678681"/>
              <a:gd name="connsiteY47" fmla="*/ 991550 h 1342734"/>
              <a:gd name="connsiteX48" fmla="*/ 7193612 w 10678681"/>
              <a:gd name="connsiteY48" fmla="*/ 987042 h 1342734"/>
              <a:gd name="connsiteX49" fmla="*/ 7132632 w 10678681"/>
              <a:gd name="connsiteY49" fmla="*/ 1042036 h 1342734"/>
              <a:gd name="connsiteX50" fmla="*/ 7105610 w 10678681"/>
              <a:gd name="connsiteY50" fmla="*/ 1053537 h 1342734"/>
              <a:gd name="connsiteX51" fmla="*/ 7069148 w 10678681"/>
              <a:gd name="connsiteY51" fmla="*/ 1047163 h 1342734"/>
              <a:gd name="connsiteX52" fmla="*/ 7039634 w 10678681"/>
              <a:gd name="connsiteY52" fmla="*/ 1059971 h 1342734"/>
              <a:gd name="connsiteX53" fmla="*/ 7033445 w 10678681"/>
              <a:gd name="connsiteY53" fmla="*/ 1063314 h 1342734"/>
              <a:gd name="connsiteX54" fmla="*/ 6999157 w 10678681"/>
              <a:gd name="connsiteY54" fmla="*/ 1055282 h 1342734"/>
              <a:gd name="connsiteX55" fmla="*/ 6981874 w 10678681"/>
              <a:gd name="connsiteY55" fmla="*/ 1053827 h 1342734"/>
              <a:gd name="connsiteX56" fmla="*/ 6976102 w 10678681"/>
              <a:gd name="connsiteY56" fmla="*/ 1047854 h 1342734"/>
              <a:gd name="connsiteX57" fmla="*/ 6951040 w 10678681"/>
              <a:gd name="connsiteY57" fmla="*/ 1048531 h 1342734"/>
              <a:gd name="connsiteX58" fmla="*/ 6948497 w 10678681"/>
              <a:gd name="connsiteY58" fmla="*/ 1050706 h 1342734"/>
              <a:gd name="connsiteX59" fmla="*/ 6926582 w 10678681"/>
              <a:gd name="connsiteY59" fmla="*/ 1043462 h 1342734"/>
              <a:gd name="connsiteX60" fmla="*/ 6833743 w 10678681"/>
              <a:gd name="connsiteY60" fmla="*/ 1027960 h 1342734"/>
              <a:gd name="connsiteX61" fmla="*/ 6687090 w 10678681"/>
              <a:gd name="connsiteY61" fmla="*/ 1063250 h 1342734"/>
              <a:gd name="connsiteX62" fmla="*/ 6431838 w 10678681"/>
              <a:gd name="connsiteY62" fmla="*/ 1063226 h 1342734"/>
              <a:gd name="connsiteX63" fmla="*/ 6327795 w 10678681"/>
              <a:gd name="connsiteY63" fmla="*/ 1088142 h 1342734"/>
              <a:gd name="connsiteX64" fmla="*/ 6136549 w 10678681"/>
              <a:gd name="connsiteY64" fmla="*/ 1100268 h 1342734"/>
              <a:gd name="connsiteX65" fmla="*/ 6004655 w 10678681"/>
              <a:gd name="connsiteY65" fmla="*/ 1114946 h 1342734"/>
              <a:gd name="connsiteX66" fmla="*/ 5936643 w 10678681"/>
              <a:gd name="connsiteY66" fmla="*/ 1095428 h 1342734"/>
              <a:gd name="connsiteX67" fmla="*/ 5912484 w 10678681"/>
              <a:gd name="connsiteY67" fmla="*/ 1112624 h 1342734"/>
              <a:gd name="connsiteX68" fmla="*/ 5908387 w 10678681"/>
              <a:gd name="connsiteY68" fmla="*/ 1116018 h 1342734"/>
              <a:gd name="connsiteX69" fmla="*/ 5890495 w 10678681"/>
              <a:gd name="connsiteY69" fmla="*/ 1120268 h 1342734"/>
              <a:gd name="connsiteX70" fmla="*/ 5887318 w 10678681"/>
              <a:gd name="connsiteY70" fmla="*/ 1133134 h 1342734"/>
              <a:gd name="connsiteX71" fmla="*/ 5861726 w 10678681"/>
              <a:gd name="connsiteY71" fmla="*/ 1147891 h 1342734"/>
              <a:gd name="connsiteX72" fmla="*/ 5805823 w 10678681"/>
              <a:gd name="connsiteY72" fmla="*/ 1152457 h 1342734"/>
              <a:gd name="connsiteX73" fmla="*/ 5689841 w 10678681"/>
              <a:gd name="connsiteY73" fmla="*/ 1176232 h 1342734"/>
              <a:gd name="connsiteX74" fmla="*/ 5605119 w 10678681"/>
              <a:gd name="connsiteY74" fmla="*/ 1190202 h 1342734"/>
              <a:gd name="connsiteX75" fmla="*/ 5488513 w 10678681"/>
              <a:gd name="connsiteY75" fmla="*/ 1205367 h 1342734"/>
              <a:gd name="connsiteX76" fmla="*/ 5402905 w 10678681"/>
              <a:gd name="connsiteY76" fmla="*/ 1241191 h 1342734"/>
              <a:gd name="connsiteX77" fmla="*/ 5285593 w 10678681"/>
              <a:gd name="connsiteY77" fmla="*/ 1273569 h 1342734"/>
              <a:gd name="connsiteX78" fmla="*/ 5192893 w 10678681"/>
              <a:gd name="connsiteY78" fmla="*/ 1247188 h 1342734"/>
              <a:gd name="connsiteX79" fmla="*/ 5186475 w 10678681"/>
              <a:gd name="connsiteY79" fmla="*/ 1257028 h 1342734"/>
              <a:gd name="connsiteX80" fmla="*/ 5126038 w 10678681"/>
              <a:gd name="connsiteY80" fmla="*/ 1263189 h 1342734"/>
              <a:gd name="connsiteX81" fmla="*/ 4894688 w 10678681"/>
              <a:gd name="connsiteY81" fmla="*/ 1247184 h 1342734"/>
              <a:gd name="connsiteX82" fmla="*/ 4788036 w 10678681"/>
              <a:gd name="connsiteY82" fmla="*/ 1238182 h 1342734"/>
              <a:gd name="connsiteX83" fmla="*/ 4747555 w 10678681"/>
              <a:gd name="connsiteY83" fmla="*/ 1252768 h 1342734"/>
              <a:gd name="connsiteX84" fmla="*/ 4679644 w 10678681"/>
              <a:gd name="connsiteY84" fmla="*/ 1276603 h 1342734"/>
              <a:gd name="connsiteX85" fmla="*/ 4632222 w 10678681"/>
              <a:gd name="connsiteY85" fmla="*/ 1318360 h 1342734"/>
              <a:gd name="connsiteX86" fmla="*/ 4617358 w 10678681"/>
              <a:gd name="connsiteY86" fmla="*/ 1327690 h 1342734"/>
              <a:gd name="connsiteX87" fmla="*/ 4589102 w 10678681"/>
              <a:gd name="connsiteY87" fmla="*/ 1321223 h 1342734"/>
              <a:gd name="connsiteX88" fmla="*/ 4578184 w 10678681"/>
              <a:gd name="connsiteY88" fmla="*/ 1326745 h 1342734"/>
              <a:gd name="connsiteX89" fmla="*/ 4574270 w 10678681"/>
              <a:gd name="connsiteY89" fmla="*/ 1325878 h 1342734"/>
              <a:gd name="connsiteX90" fmla="*/ 4564919 w 10678681"/>
              <a:gd name="connsiteY90" fmla="*/ 1325507 h 1342734"/>
              <a:gd name="connsiteX91" fmla="*/ 4566586 w 10678681"/>
              <a:gd name="connsiteY91" fmla="*/ 1316963 h 1342734"/>
              <a:gd name="connsiteX92" fmla="*/ 4556303 w 10678681"/>
              <a:gd name="connsiteY92" fmla="*/ 1300262 h 1342734"/>
              <a:gd name="connsiteX93" fmla="*/ 4502358 w 10678681"/>
              <a:gd name="connsiteY93" fmla="*/ 1302558 h 1342734"/>
              <a:gd name="connsiteX94" fmla="*/ 4498919 w 10678681"/>
              <a:gd name="connsiteY94" fmla="*/ 1312115 h 1342734"/>
              <a:gd name="connsiteX95" fmla="*/ 4492075 w 10678681"/>
              <a:gd name="connsiteY95" fmla="*/ 1313357 h 1342734"/>
              <a:gd name="connsiteX96" fmla="*/ 4487466 w 10678681"/>
              <a:gd name="connsiteY96" fmla="*/ 1304102 h 1342734"/>
              <a:gd name="connsiteX97" fmla="*/ 4398292 w 10678681"/>
              <a:gd name="connsiteY97" fmla="*/ 1278410 h 1342734"/>
              <a:gd name="connsiteX98" fmla="*/ 4306088 w 10678681"/>
              <a:gd name="connsiteY98" fmla="*/ 1282512 h 1342734"/>
              <a:gd name="connsiteX99" fmla="*/ 4188995 w 10678681"/>
              <a:gd name="connsiteY99" fmla="*/ 1296718 h 1342734"/>
              <a:gd name="connsiteX100" fmla="*/ 4136582 w 10678681"/>
              <a:gd name="connsiteY100" fmla="*/ 1287687 h 1342734"/>
              <a:gd name="connsiteX101" fmla="*/ 4064614 w 10678681"/>
              <a:gd name="connsiteY101" fmla="*/ 1296118 h 1342734"/>
              <a:gd name="connsiteX102" fmla="*/ 3900948 w 10678681"/>
              <a:gd name="connsiteY102" fmla="*/ 1322156 h 1342734"/>
              <a:gd name="connsiteX103" fmla="*/ 3787890 w 10678681"/>
              <a:gd name="connsiteY103" fmla="*/ 1322164 h 1342734"/>
              <a:gd name="connsiteX104" fmla="*/ 3745993 w 10678681"/>
              <a:gd name="connsiteY104" fmla="*/ 1342630 h 1342734"/>
              <a:gd name="connsiteX105" fmla="*/ 3675785 w 10678681"/>
              <a:gd name="connsiteY105" fmla="*/ 1326802 h 1342734"/>
              <a:gd name="connsiteX106" fmla="*/ 3623856 w 10678681"/>
              <a:gd name="connsiteY106" fmla="*/ 1290804 h 1342734"/>
              <a:gd name="connsiteX107" fmla="*/ 3564933 w 10678681"/>
              <a:gd name="connsiteY107" fmla="*/ 1287147 h 1342734"/>
              <a:gd name="connsiteX108" fmla="*/ 3550537 w 10678681"/>
              <a:gd name="connsiteY108" fmla="*/ 1317552 h 1342734"/>
              <a:gd name="connsiteX109" fmla="*/ 3487736 w 10678681"/>
              <a:gd name="connsiteY109" fmla="*/ 1303493 h 1342734"/>
              <a:gd name="connsiteX110" fmla="*/ 3392548 w 10678681"/>
              <a:gd name="connsiteY110" fmla="*/ 1278741 h 1342734"/>
              <a:gd name="connsiteX111" fmla="*/ 3337466 w 10678681"/>
              <a:gd name="connsiteY111" fmla="*/ 1272537 h 1342734"/>
              <a:gd name="connsiteX112" fmla="*/ 3175981 w 10678681"/>
              <a:gd name="connsiteY112" fmla="*/ 1208973 h 1342734"/>
              <a:gd name="connsiteX113" fmla="*/ 3036856 w 10678681"/>
              <a:gd name="connsiteY113" fmla="*/ 1214383 h 1342734"/>
              <a:gd name="connsiteX114" fmla="*/ 2824973 w 10678681"/>
              <a:gd name="connsiteY114" fmla="*/ 1134864 h 1342734"/>
              <a:gd name="connsiteX115" fmla="*/ 2804398 w 10678681"/>
              <a:gd name="connsiteY115" fmla="*/ 1125556 h 1342734"/>
              <a:gd name="connsiteX116" fmla="*/ 2736109 w 10678681"/>
              <a:gd name="connsiteY116" fmla="*/ 1137717 h 1342734"/>
              <a:gd name="connsiteX117" fmla="*/ 2659096 w 10678681"/>
              <a:gd name="connsiteY117" fmla="*/ 1150294 h 1342734"/>
              <a:gd name="connsiteX118" fmla="*/ 2567088 w 10678681"/>
              <a:gd name="connsiteY118" fmla="*/ 1181781 h 1342734"/>
              <a:gd name="connsiteX119" fmla="*/ 2454501 w 10678681"/>
              <a:gd name="connsiteY119" fmla="*/ 1155455 h 1342734"/>
              <a:gd name="connsiteX120" fmla="*/ 2385161 w 10678681"/>
              <a:gd name="connsiteY120" fmla="*/ 1161312 h 1342734"/>
              <a:gd name="connsiteX121" fmla="*/ 2273361 w 10678681"/>
              <a:gd name="connsiteY121" fmla="*/ 1134090 h 1342734"/>
              <a:gd name="connsiteX122" fmla="*/ 2132003 w 10678681"/>
              <a:gd name="connsiteY122" fmla="*/ 1139225 h 1342734"/>
              <a:gd name="connsiteX123" fmla="*/ 2041224 w 10678681"/>
              <a:gd name="connsiteY123" fmla="*/ 1147536 h 1342734"/>
              <a:gd name="connsiteX124" fmla="*/ 2010157 w 10678681"/>
              <a:gd name="connsiteY124" fmla="*/ 1152767 h 1342734"/>
              <a:gd name="connsiteX125" fmla="*/ 1859213 w 10678681"/>
              <a:gd name="connsiteY125" fmla="*/ 1199540 h 1342734"/>
              <a:gd name="connsiteX126" fmla="*/ 1735877 w 10678681"/>
              <a:gd name="connsiteY126" fmla="*/ 1246527 h 1342734"/>
              <a:gd name="connsiteX127" fmla="*/ 1705069 w 10678681"/>
              <a:gd name="connsiteY127" fmla="*/ 1251989 h 1342734"/>
              <a:gd name="connsiteX128" fmla="*/ 1307888 w 10678681"/>
              <a:gd name="connsiteY128" fmla="*/ 1283156 h 1342734"/>
              <a:gd name="connsiteX129" fmla="*/ 1220734 w 10678681"/>
              <a:gd name="connsiteY129" fmla="*/ 1257811 h 1342734"/>
              <a:gd name="connsiteX130" fmla="*/ 1021737 w 10678681"/>
              <a:gd name="connsiteY130" fmla="*/ 1238739 h 1342734"/>
              <a:gd name="connsiteX131" fmla="*/ 959820 w 10678681"/>
              <a:gd name="connsiteY131" fmla="*/ 1275863 h 1342734"/>
              <a:gd name="connsiteX132" fmla="*/ 929137 w 10678681"/>
              <a:gd name="connsiteY132" fmla="*/ 1273957 h 1342734"/>
              <a:gd name="connsiteX133" fmla="*/ 878849 w 10678681"/>
              <a:gd name="connsiteY133" fmla="*/ 1266740 h 1342734"/>
              <a:gd name="connsiteX134" fmla="*/ 800667 w 10678681"/>
              <a:gd name="connsiteY134" fmla="*/ 1282041 h 1342734"/>
              <a:gd name="connsiteX135" fmla="*/ 644906 w 10678681"/>
              <a:gd name="connsiteY135" fmla="*/ 1273685 h 1342734"/>
              <a:gd name="connsiteX136" fmla="*/ 379869 w 10678681"/>
              <a:gd name="connsiteY136" fmla="*/ 1339165 h 1342734"/>
              <a:gd name="connsiteX137" fmla="*/ 137696 w 10678681"/>
              <a:gd name="connsiteY137" fmla="*/ 1319217 h 1342734"/>
              <a:gd name="connsiteX138" fmla="*/ 54250 w 10678681"/>
              <a:gd name="connsiteY138" fmla="*/ 1315838 h 1342734"/>
              <a:gd name="connsiteX139" fmla="*/ 28042 w 10678681"/>
              <a:gd name="connsiteY139" fmla="*/ 1297822 h 1342734"/>
              <a:gd name="connsiteX140" fmla="*/ 0 w 10678681"/>
              <a:gd name="connsiteY140" fmla="*/ 1294612 h 1342734"/>
              <a:gd name="connsiteX141" fmla="*/ 0 w 10678681"/>
              <a:gd name="connsiteY141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6219 w 10678681"/>
              <a:gd name="connsiteY4" fmla="*/ 45588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41159 w 10678681"/>
              <a:gd name="connsiteY8" fmla="*/ 103824 h 1342734"/>
              <a:gd name="connsiteX9" fmla="*/ 10244930 w 10678681"/>
              <a:gd name="connsiteY9" fmla="*/ 9459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9929077 w 10678681"/>
              <a:gd name="connsiteY13" fmla="*/ 254478 h 1342734"/>
              <a:gd name="connsiteX14" fmla="*/ 9840045 w 10678681"/>
              <a:gd name="connsiteY14" fmla="*/ 223033 h 1342734"/>
              <a:gd name="connsiteX15" fmla="*/ 9679638 w 10678681"/>
              <a:gd name="connsiteY15" fmla="*/ 277462 h 1342734"/>
              <a:gd name="connsiteX16" fmla="*/ 9498347 w 10678681"/>
              <a:gd name="connsiteY16" fmla="*/ 244723 h 1342734"/>
              <a:gd name="connsiteX17" fmla="*/ 9366026 w 10678681"/>
              <a:gd name="connsiteY17" fmla="*/ 299024 h 1342734"/>
              <a:gd name="connsiteX18" fmla="*/ 9316702 w 10678681"/>
              <a:gd name="connsiteY18" fmla="*/ 356523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276883 w 10678681"/>
              <a:gd name="connsiteY30" fmla="*/ 588214 h 1342734"/>
              <a:gd name="connsiteX31" fmla="*/ 8086698 w 10678681"/>
              <a:gd name="connsiteY31" fmla="*/ 605185 h 1342734"/>
              <a:gd name="connsiteX32" fmla="*/ 7982378 w 10678681"/>
              <a:gd name="connsiteY32" fmla="*/ 629799 h 1342734"/>
              <a:gd name="connsiteX33" fmla="*/ 7947952 w 10678681"/>
              <a:gd name="connsiteY33" fmla="*/ 648003 h 1342734"/>
              <a:gd name="connsiteX34" fmla="*/ 7890112 w 10678681"/>
              <a:gd name="connsiteY34" fmla="*/ 677915 h 1342734"/>
              <a:gd name="connsiteX35" fmla="*/ 7853284 w 10678681"/>
              <a:gd name="connsiteY35" fmla="*/ 723588 h 1342734"/>
              <a:gd name="connsiteX36" fmla="*/ 7802383 w 10678681"/>
              <a:gd name="connsiteY36" fmla="*/ 739359 h 1342734"/>
              <a:gd name="connsiteX37" fmla="*/ 7730518 w 10678681"/>
              <a:gd name="connsiteY37" fmla="*/ 739526 h 1342734"/>
              <a:gd name="connsiteX38" fmla="*/ 7720084 w 10678681"/>
              <a:gd name="connsiteY38" fmla="*/ 760750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58094 w 10678681"/>
              <a:gd name="connsiteY45" fmla="*/ 990679 h 1342734"/>
              <a:gd name="connsiteX46" fmla="*/ 7257893 w 10678681"/>
              <a:gd name="connsiteY46" fmla="*/ 991204 h 1342734"/>
              <a:gd name="connsiteX47" fmla="*/ 7247153 w 10678681"/>
              <a:gd name="connsiteY47" fmla="*/ 991550 h 1342734"/>
              <a:gd name="connsiteX48" fmla="*/ 7193612 w 10678681"/>
              <a:gd name="connsiteY48" fmla="*/ 987042 h 1342734"/>
              <a:gd name="connsiteX49" fmla="*/ 7132632 w 10678681"/>
              <a:gd name="connsiteY49" fmla="*/ 1042036 h 1342734"/>
              <a:gd name="connsiteX50" fmla="*/ 7105610 w 10678681"/>
              <a:gd name="connsiteY50" fmla="*/ 1053537 h 1342734"/>
              <a:gd name="connsiteX51" fmla="*/ 7069148 w 10678681"/>
              <a:gd name="connsiteY51" fmla="*/ 1047163 h 1342734"/>
              <a:gd name="connsiteX52" fmla="*/ 7039634 w 10678681"/>
              <a:gd name="connsiteY52" fmla="*/ 1059971 h 1342734"/>
              <a:gd name="connsiteX53" fmla="*/ 7033445 w 10678681"/>
              <a:gd name="connsiteY53" fmla="*/ 1063314 h 1342734"/>
              <a:gd name="connsiteX54" fmla="*/ 6999157 w 10678681"/>
              <a:gd name="connsiteY54" fmla="*/ 1055282 h 1342734"/>
              <a:gd name="connsiteX55" fmla="*/ 6981874 w 10678681"/>
              <a:gd name="connsiteY55" fmla="*/ 1053827 h 1342734"/>
              <a:gd name="connsiteX56" fmla="*/ 6976102 w 10678681"/>
              <a:gd name="connsiteY56" fmla="*/ 1047854 h 1342734"/>
              <a:gd name="connsiteX57" fmla="*/ 6951040 w 10678681"/>
              <a:gd name="connsiteY57" fmla="*/ 1048531 h 1342734"/>
              <a:gd name="connsiteX58" fmla="*/ 6948497 w 10678681"/>
              <a:gd name="connsiteY58" fmla="*/ 1050706 h 1342734"/>
              <a:gd name="connsiteX59" fmla="*/ 6926582 w 10678681"/>
              <a:gd name="connsiteY59" fmla="*/ 1043462 h 1342734"/>
              <a:gd name="connsiteX60" fmla="*/ 6833743 w 10678681"/>
              <a:gd name="connsiteY60" fmla="*/ 1027960 h 1342734"/>
              <a:gd name="connsiteX61" fmla="*/ 6687090 w 10678681"/>
              <a:gd name="connsiteY61" fmla="*/ 1063250 h 1342734"/>
              <a:gd name="connsiteX62" fmla="*/ 6431838 w 10678681"/>
              <a:gd name="connsiteY62" fmla="*/ 1063226 h 1342734"/>
              <a:gd name="connsiteX63" fmla="*/ 6327795 w 10678681"/>
              <a:gd name="connsiteY63" fmla="*/ 1088142 h 1342734"/>
              <a:gd name="connsiteX64" fmla="*/ 6136549 w 10678681"/>
              <a:gd name="connsiteY64" fmla="*/ 1100268 h 1342734"/>
              <a:gd name="connsiteX65" fmla="*/ 6004655 w 10678681"/>
              <a:gd name="connsiteY65" fmla="*/ 1114946 h 1342734"/>
              <a:gd name="connsiteX66" fmla="*/ 5936643 w 10678681"/>
              <a:gd name="connsiteY66" fmla="*/ 1095428 h 1342734"/>
              <a:gd name="connsiteX67" fmla="*/ 5912484 w 10678681"/>
              <a:gd name="connsiteY67" fmla="*/ 1112624 h 1342734"/>
              <a:gd name="connsiteX68" fmla="*/ 5908387 w 10678681"/>
              <a:gd name="connsiteY68" fmla="*/ 1116018 h 1342734"/>
              <a:gd name="connsiteX69" fmla="*/ 5890495 w 10678681"/>
              <a:gd name="connsiteY69" fmla="*/ 1120268 h 1342734"/>
              <a:gd name="connsiteX70" fmla="*/ 5887318 w 10678681"/>
              <a:gd name="connsiteY70" fmla="*/ 1133134 h 1342734"/>
              <a:gd name="connsiteX71" fmla="*/ 5861726 w 10678681"/>
              <a:gd name="connsiteY71" fmla="*/ 1147891 h 1342734"/>
              <a:gd name="connsiteX72" fmla="*/ 5805823 w 10678681"/>
              <a:gd name="connsiteY72" fmla="*/ 1152457 h 1342734"/>
              <a:gd name="connsiteX73" fmla="*/ 5689841 w 10678681"/>
              <a:gd name="connsiteY73" fmla="*/ 1176232 h 1342734"/>
              <a:gd name="connsiteX74" fmla="*/ 5605119 w 10678681"/>
              <a:gd name="connsiteY74" fmla="*/ 1190202 h 1342734"/>
              <a:gd name="connsiteX75" fmla="*/ 5488513 w 10678681"/>
              <a:gd name="connsiteY75" fmla="*/ 1205367 h 1342734"/>
              <a:gd name="connsiteX76" fmla="*/ 5402905 w 10678681"/>
              <a:gd name="connsiteY76" fmla="*/ 1241191 h 1342734"/>
              <a:gd name="connsiteX77" fmla="*/ 5285593 w 10678681"/>
              <a:gd name="connsiteY77" fmla="*/ 1273569 h 1342734"/>
              <a:gd name="connsiteX78" fmla="*/ 5192893 w 10678681"/>
              <a:gd name="connsiteY78" fmla="*/ 1247188 h 1342734"/>
              <a:gd name="connsiteX79" fmla="*/ 5186475 w 10678681"/>
              <a:gd name="connsiteY79" fmla="*/ 1257028 h 1342734"/>
              <a:gd name="connsiteX80" fmla="*/ 5126038 w 10678681"/>
              <a:gd name="connsiteY80" fmla="*/ 1263189 h 1342734"/>
              <a:gd name="connsiteX81" fmla="*/ 4894688 w 10678681"/>
              <a:gd name="connsiteY81" fmla="*/ 1247184 h 1342734"/>
              <a:gd name="connsiteX82" fmla="*/ 4788036 w 10678681"/>
              <a:gd name="connsiteY82" fmla="*/ 1238182 h 1342734"/>
              <a:gd name="connsiteX83" fmla="*/ 4747555 w 10678681"/>
              <a:gd name="connsiteY83" fmla="*/ 1252768 h 1342734"/>
              <a:gd name="connsiteX84" fmla="*/ 4679644 w 10678681"/>
              <a:gd name="connsiteY84" fmla="*/ 1276603 h 1342734"/>
              <a:gd name="connsiteX85" fmla="*/ 4632222 w 10678681"/>
              <a:gd name="connsiteY85" fmla="*/ 1318360 h 1342734"/>
              <a:gd name="connsiteX86" fmla="*/ 4617358 w 10678681"/>
              <a:gd name="connsiteY86" fmla="*/ 1327690 h 1342734"/>
              <a:gd name="connsiteX87" fmla="*/ 4589102 w 10678681"/>
              <a:gd name="connsiteY87" fmla="*/ 1321223 h 1342734"/>
              <a:gd name="connsiteX88" fmla="*/ 4578184 w 10678681"/>
              <a:gd name="connsiteY88" fmla="*/ 1326745 h 1342734"/>
              <a:gd name="connsiteX89" fmla="*/ 4574270 w 10678681"/>
              <a:gd name="connsiteY89" fmla="*/ 1325878 h 1342734"/>
              <a:gd name="connsiteX90" fmla="*/ 4564919 w 10678681"/>
              <a:gd name="connsiteY90" fmla="*/ 1325507 h 1342734"/>
              <a:gd name="connsiteX91" fmla="*/ 4566586 w 10678681"/>
              <a:gd name="connsiteY91" fmla="*/ 1316963 h 1342734"/>
              <a:gd name="connsiteX92" fmla="*/ 4556303 w 10678681"/>
              <a:gd name="connsiteY92" fmla="*/ 1300262 h 1342734"/>
              <a:gd name="connsiteX93" fmla="*/ 4502358 w 10678681"/>
              <a:gd name="connsiteY93" fmla="*/ 1302558 h 1342734"/>
              <a:gd name="connsiteX94" fmla="*/ 4498919 w 10678681"/>
              <a:gd name="connsiteY94" fmla="*/ 1312115 h 1342734"/>
              <a:gd name="connsiteX95" fmla="*/ 4492075 w 10678681"/>
              <a:gd name="connsiteY95" fmla="*/ 1313357 h 1342734"/>
              <a:gd name="connsiteX96" fmla="*/ 4487466 w 10678681"/>
              <a:gd name="connsiteY96" fmla="*/ 1304102 h 1342734"/>
              <a:gd name="connsiteX97" fmla="*/ 4398292 w 10678681"/>
              <a:gd name="connsiteY97" fmla="*/ 1278410 h 1342734"/>
              <a:gd name="connsiteX98" fmla="*/ 4306088 w 10678681"/>
              <a:gd name="connsiteY98" fmla="*/ 1282512 h 1342734"/>
              <a:gd name="connsiteX99" fmla="*/ 4188995 w 10678681"/>
              <a:gd name="connsiteY99" fmla="*/ 1296718 h 1342734"/>
              <a:gd name="connsiteX100" fmla="*/ 4136582 w 10678681"/>
              <a:gd name="connsiteY100" fmla="*/ 1287687 h 1342734"/>
              <a:gd name="connsiteX101" fmla="*/ 4064614 w 10678681"/>
              <a:gd name="connsiteY101" fmla="*/ 1296118 h 1342734"/>
              <a:gd name="connsiteX102" fmla="*/ 3900948 w 10678681"/>
              <a:gd name="connsiteY102" fmla="*/ 1322156 h 1342734"/>
              <a:gd name="connsiteX103" fmla="*/ 3787890 w 10678681"/>
              <a:gd name="connsiteY103" fmla="*/ 1322164 h 1342734"/>
              <a:gd name="connsiteX104" fmla="*/ 3745993 w 10678681"/>
              <a:gd name="connsiteY104" fmla="*/ 1342630 h 1342734"/>
              <a:gd name="connsiteX105" fmla="*/ 3675785 w 10678681"/>
              <a:gd name="connsiteY105" fmla="*/ 1326802 h 1342734"/>
              <a:gd name="connsiteX106" fmla="*/ 3623856 w 10678681"/>
              <a:gd name="connsiteY106" fmla="*/ 1290804 h 1342734"/>
              <a:gd name="connsiteX107" fmla="*/ 3564933 w 10678681"/>
              <a:gd name="connsiteY107" fmla="*/ 1287147 h 1342734"/>
              <a:gd name="connsiteX108" fmla="*/ 3550537 w 10678681"/>
              <a:gd name="connsiteY108" fmla="*/ 1317552 h 1342734"/>
              <a:gd name="connsiteX109" fmla="*/ 3487736 w 10678681"/>
              <a:gd name="connsiteY109" fmla="*/ 1303493 h 1342734"/>
              <a:gd name="connsiteX110" fmla="*/ 3392548 w 10678681"/>
              <a:gd name="connsiteY110" fmla="*/ 1278741 h 1342734"/>
              <a:gd name="connsiteX111" fmla="*/ 3337466 w 10678681"/>
              <a:gd name="connsiteY111" fmla="*/ 1272537 h 1342734"/>
              <a:gd name="connsiteX112" fmla="*/ 3175981 w 10678681"/>
              <a:gd name="connsiteY112" fmla="*/ 1208973 h 1342734"/>
              <a:gd name="connsiteX113" fmla="*/ 3036856 w 10678681"/>
              <a:gd name="connsiteY113" fmla="*/ 1214383 h 1342734"/>
              <a:gd name="connsiteX114" fmla="*/ 2824973 w 10678681"/>
              <a:gd name="connsiteY114" fmla="*/ 1134864 h 1342734"/>
              <a:gd name="connsiteX115" fmla="*/ 2804398 w 10678681"/>
              <a:gd name="connsiteY115" fmla="*/ 1125556 h 1342734"/>
              <a:gd name="connsiteX116" fmla="*/ 2736109 w 10678681"/>
              <a:gd name="connsiteY116" fmla="*/ 1137717 h 1342734"/>
              <a:gd name="connsiteX117" fmla="*/ 2659096 w 10678681"/>
              <a:gd name="connsiteY117" fmla="*/ 1150294 h 1342734"/>
              <a:gd name="connsiteX118" fmla="*/ 2567088 w 10678681"/>
              <a:gd name="connsiteY118" fmla="*/ 1181781 h 1342734"/>
              <a:gd name="connsiteX119" fmla="*/ 2454501 w 10678681"/>
              <a:gd name="connsiteY119" fmla="*/ 1155455 h 1342734"/>
              <a:gd name="connsiteX120" fmla="*/ 2385161 w 10678681"/>
              <a:gd name="connsiteY120" fmla="*/ 1161312 h 1342734"/>
              <a:gd name="connsiteX121" fmla="*/ 2273361 w 10678681"/>
              <a:gd name="connsiteY121" fmla="*/ 1134090 h 1342734"/>
              <a:gd name="connsiteX122" fmla="*/ 2132003 w 10678681"/>
              <a:gd name="connsiteY122" fmla="*/ 1139225 h 1342734"/>
              <a:gd name="connsiteX123" fmla="*/ 2041224 w 10678681"/>
              <a:gd name="connsiteY123" fmla="*/ 1147536 h 1342734"/>
              <a:gd name="connsiteX124" fmla="*/ 2010157 w 10678681"/>
              <a:gd name="connsiteY124" fmla="*/ 1152767 h 1342734"/>
              <a:gd name="connsiteX125" fmla="*/ 1859213 w 10678681"/>
              <a:gd name="connsiteY125" fmla="*/ 1199540 h 1342734"/>
              <a:gd name="connsiteX126" fmla="*/ 1735877 w 10678681"/>
              <a:gd name="connsiteY126" fmla="*/ 1246527 h 1342734"/>
              <a:gd name="connsiteX127" fmla="*/ 1705069 w 10678681"/>
              <a:gd name="connsiteY127" fmla="*/ 1251989 h 1342734"/>
              <a:gd name="connsiteX128" fmla="*/ 1307888 w 10678681"/>
              <a:gd name="connsiteY128" fmla="*/ 1283156 h 1342734"/>
              <a:gd name="connsiteX129" fmla="*/ 1220734 w 10678681"/>
              <a:gd name="connsiteY129" fmla="*/ 1257811 h 1342734"/>
              <a:gd name="connsiteX130" fmla="*/ 1021737 w 10678681"/>
              <a:gd name="connsiteY130" fmla="*/ 1238739 h 1342734"/>
              <a:gd name="connsiteX131" fmla="*/ 959820 w 10678681"/>
              <a:gd name="connsiteY131" fmla="*/ 1275863 h 1342734"/>
              <a:gd name="connsiteX132" fmla="*/ 929137 w 10678681"/>
              <a:gd name="connsiteY132" fmla="*/ 1273957 h 1342734"/>
              <a:gd name="connsiteX133" fmla="*/ 878849 w 10678681"/>
              <a:gd name="connsiteY133" fmla="*/ 1266740 h 1342734"/>
              <a:gd name="connsiteX134" fmla="*/ 800667 w 10678681"/>
              <a:gd name="connsiteY134" fmla="*/ 1282041 h 1342734"/>
              <a:gd name="connsiteX135" fmla="*/ 644906 w 10678681"/>
              <a:gd name="connsiteY135" fmla="*/ 1273685 h 1342734"/>
              <a:gd name="connsiteX136" fmla="*/ 379869 w 10678681"/>
              <a:gd name="connsiteY136" fmla="*/ 1339165 h 1342734"/>
              <a:gd name="connsiteX137" fmla="*/ 137696 w 10678681"/>
              <a:gd name="connsiteY137" fmla="*/ 1319217 h 1342734"/>
              <a:gd name="connsiteX138" fmla="*/ 54250 w 10678681"/>
              <a:gd name="connsiteY138" fmla="*/ 1315838 h 1342734"/>
              <a:gd name="connsiteX139" fmla="*/ 28042 w 10678681"/>
              <a:gd name="connsiteY139" fmla="*/ 1297822 h 1342734"/>
              <a:gd name="connsiteX140" fmla="*/ 0 w 10678681"/>
              <a:gd name="connsiteY140" fmla="*/ 1294612 h 1342734"/>
              <a:gd name="connsiteX141" fmla="*/ 0 w 10678681"/>
              <a:gd name="connsiteY141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6219 w 10678681"/>
              <a:gd name="connsiteY4" fmla="*/ 45588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41159 w 10678681"/>
              <a:gd name="connsiteY8" fmla="*/ 103824 h 1342734"/>
              <a:gd name="connsiteX9" fmla="*/ 10244930 w 10678681"/>
              <a:gd name="connsiteY9" fmla="*/ 9459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9929077 w 10678681"/>
              <a:gd name="connsiteY13" fmla="*/ 209062 h 1342734"/>
              <a:gd name="connsiteX14" fmla="*/ 9840045 w 10678681"/>
              <a:gd name="connsiteY14" fmla="*/ 223033 h 1342734"/>
              <a:gd name="connsiteX15" fmla="*/ 9679638 w 10678681"/>
              <a:gd name="connsiteY15" fmla="*/ 277462 h 1342734"/>
              <a:gd name="connsiteX16" fmla="*/ 9498347 w 10678681"/>
              <a:gd name="connsiteY16" fmla="*/ 244723 h 1342734"/>
              <a:gd name="connsiteX17" fmla="*/ 9366026 w 10678681"/>
              <a:gd name="connsiteY17" fmla="*/ 299024 h 1342734"/>
              <a:gd name="connsiteX18" fmla="*/ 9316702 w 10678681"/>
              <a:gd name="connsiteY18" fmla="*/ 356523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276883 w 10678681"/>
              <a:gd name="connsiteY30" fmla="*/ 588214 h 1342734"/>
              <a:gd name="connsiteX31" fmla="*/ 8086698 w 10678681"/>
              <a:gd name="connsiteY31" fmla="*/ 605185 h 1342734"/>
              <a:gd name="connsiteX32" fmla="*/ 7982378 w 10678681"/>
              <a:gd name="connsiteY32" fmla="*/ 629799 h 1342734"/>
              <a:gd name="connsiteX33" fmla="*/ 7947952 w 10678681"/>
              <a:gd name="connsiteY33" fmla="*/ 648003 h 1342734"/>
              <a:gd name="connsiteX34" fmla="*/ 7890112 w 10678681"/>
              <a:gd name="connsiteY34" fmla="*/ 677915 h 1342734"/>
              <a:gd name="connsiteX35" fmla="*/ 7853284 w 10678681"/>
              <a:gd name="connsiteY35" fmla="*/ 723588 h 1342734"/>
              <a:gd name="connsiteX36" fmla="*/ 7802383 w 10678681"/>
              <a:gd name="connsiteY36" fmla="*/ 739359 h 1342734"/>
              <a:gd name="connsiteX37" fmla="*/ 7730518 w 10678681"/>
              <a:gd name="connsiteY37" fmla="*/ 739526 h 1342734"/>
              <a:gd name="connsiteX38" fmla="*/ 7720084 w 10678681"/>
              <a:gd name="connsiteY38" fmla="*/ 760750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58094 w 10678681"/>
              <a:gd name="connsiteY45" fmla="*/ 990679 h 1342734"/>
              <a:gd name="connsiteX46" fmla="*/ 7257893 w 10678681"/>
              <a:gd name="connsiteY46" fmla="*/ 991204 h 1342734"/>
              <a:gd name="connsiteX47" fmla="*/ 7247153 w 10678681"/>
              <a:gd name="connsiteY47" fmla="*/ 991550 h 1342734"/>
              <a:gd name="connsiteX48" fmla="*/ 7193612 w 10678681"/>
              <a:gd name="connsiteY48" fmla="*/ 987042 h 1342734"/>
              <a:gd name="connsiteX49" fmla="*/ 7132632 w 10678681"/>
              <a:gd name="connsiteY49" fmla="*/ 1042036 h 1342734"/>
              <a:gd name="connsiteX50" fmla="*/ 7105610 w 10678681"/>
              <a:gd name="connsiteY50" fmla="*/ 1053537 h 1342734"/>
              <a:gd name="connsiteX51" fmla="*/ 7069148 w 10678681"/>
              <a:gd name="connsiteY51" fmla="*/ 1047163 h 1342734"/>
              <a:gd name="connsiteX52" fmla="*/ 7039634 w 10678681"/>
              <a:gd name="connsiteY52" fmla="*/ 1059971 h 1342734"/>
              <a:gd name="connsiteX53" fmla="*/ 7033445 w 10678681"/>
              <a:gd name="connsiteY53" fmla="*/ 1063314 h 1342734"/>
              <a:gd name="connsiteX54" fmla="*/ 6999157 w 10678681"/>
              <a:gd name="connsiteY54" fmla="*/ 1055282 h 1342734"/>
              <a:gd name="connsiteX55" fmla="*/ 6981874 w 10678681"/>
              <a:gd name="connsiteY55" fmla="*/ 1053827 h 1342734"/>
              <a:gd name="connsiteX56" fmla="*/ 6976102 w 10678681"/>
              <a:gd name="connsiteY56" fmla="*/ 1047854 h 1342734"/>
              <a:gd name="connsiteX57" fmla="*/ 6951040 w 10678681"/>
              <a:gd name="connsiteY57" fmla="*/ 1048531 h 1342734"/>
              <a:gd name="connsiteX58" fmla="*/ 6948497 w 10678681"/>
              <a:gd name="connsiteY58" fmla="*/ 1050706 h 1342734"/>
              <a:gd name="connsiteX59" fmla="*/ 6926582 w 10678681"/>
              <a:gd name="connsiteY59" fmla="*/ 1043462 h 1342734"/>
              <a:gd name="connsiteX60" fmla="*/ 6833743 w 10678681"/>
              <a:gd name="connsiteY60" fmla="*/ 1027960 h 1342734"/>
              <a:gd name="connsiteX61" fmla="*/ 6687090 w 10678681"/>
              <a:gd name="connsiteY61" fmla="*/ 1063250 h 1342734"/>
              <a:gd name="connsiteX62" fmla="*/ 6431838 w 10678681"/>
              <a:gd name="connsiteY62" fmla="*/ 1063226 h 1342734"/>
              <a:gd name="connsiteX63" fmla="*/ 6327795 w 10678681"/>
              <a:gd name="connsiteY63" fmla="*/ 1088142 h 1342734"/>
              <a:gd name="connsiteX64" fmla="*/ 6136549 w 10678681"/>
              <a:gd name="connsiteY64" fmla="*/ 1100268 h 1342734"/>
              <a:gd name="connsiteX65" fmla="*/ 6004655 w 10678681"/>
              <a:gd name="connsiteY65" fmla="*/ 1114946 h 1342734"/>
              <a:gd name="connsiteX66" fmla="*/ 5936643 w 10678681"/>
              <a:gd name="connsiteY66" fmla="*/ 1095428 h 1342734"/>
              <a:gd name="connsiteX67" fmla="*/ 5912484 w 10678681"/>
              <a:gd name="connsiteY67" fmla="*/ 1112624 h 1342734"/>
              <a:gd name="connsiteX68" fmla="*/ 5908387 w 10678681"/>
              <a:gd name="connsiteY68" fmla="*/ 1116018 h 1342734"/>
              <a:gd name="connsiteX69" fmla="*/ 5890495 w 10678681"/>
              <a:gd name="connsiteY69" fmla="*/ 1120268 h 1342734"/>
              <a:gd name="connsiteX70" fmla="*/ 5887318 w 10678681"/>
              <a:gd name="connsiteY70" fmla="*/ 1133134 h 1342734"/>
              <a:gd name="connsiteX71" fmla="*/ 5861726 w 10678681"/>
              <a:gd name="connsiteY71" fmla="*/ 1147891 h 1342734"/>
              <a:gd name="connsiteX72" fmla="*/ 5805823 w 10678681"/>
              <a:gd name="connsiteY72" fmla="*/ 1152457 h 1342734"/>
              <a:gd name="connsiteX73" fmla="*/ 5689841 w 10678681"/>
              <a:gd name="connsiteY73" fmla="*/ 1176232 h 1342734"/>
              <a:gd name="connsiteX74" fmla="*/ 5605119 w 10678681"/>
              <a:gd name="connsiteY74" fmla="*/ 1190202 h 1342734"/>
              <a:gd name="connsiteX75" fmla="*/ 5488513 w 10678681"/>
              <a:gd name="connsiteY75" fmla="*/ 1205367 h 1342734"/>
              <a:gd name="connsiteX76" fmla="*/ 5402905 w 10678681"/>
              <a:gd name="connsiteY76" fmla="*/ 1241191 h 1342734"/>
              <a:gd name="connsiteX77" fmla="*/ 5285593 w 10678681"/>
              <a:gd name="connsiteY77" fmla="*/ 1273569 h 1342734"/>
              <a:gd name="connsiteX78" fmla="*/ 5192893 w 10678681"/>
              <a:gd name="connsiteY78" fmla="*/ 1247188 h 1342734"/>
              <a:gd name="connsiteX79" fmla="*/ 5186475 w 10678681"/>
              <a:gd name="connsiteY79" fmla="*/ 1257028 h 1342734"/>
              <a:gd name="connsiteX80" fmla="*/ 5126038 w 10678681"/>
              <a:gd name="connsiteY80" fmla="*/ 1263189 h 1342734"/>
              <a:gd name="connsiteX81" fmla="*/ 4894688 w 10678681"/>
              <a:gd name="connsiteY81" fmla="*/ 1247184 h 1342734"/>
              <a:gd name="connsiteX82" fmla="*/ 4788036 w 10678681"/>
              <a:gd name="connsiteY82" fmla="*/ 1238182 h 1342734"/>
              <a:gd name="connsiteX83" fmla="*/ 4747555 w 10678681"/>
              <a:gd name="connsiteY83" fmla="*/ 1252768 h 1342734"/>
              <a:gd name="connsiteX84" fmla="*/ 4679644 w 10678681"/>
              <a:gd name="connsiteY84" fmla="*/ 1276603 h 1342734"/>
              <a:gd name="connsiteX85" fmla="*/ 4632222 w 10678681"/>
              <a:gd name="connsiteY85" fmla="*/ 1318360 h 1342734"/>
              <a:gd name="connsiteX86" fmla="*/ 4617358 w 10678681"/>
              <a:gd name="connsiteY86" fmla="*/ 1327690 h 1342734"/>
              <a:gd name="connsiteX87" fmla="*/ 4589102 w 10678681"/>
              <a:gd name="connsiteY87" fmla="*/ 1321223 h 1342734"/>
              <a:gd name="connsiteX88" fmla="*/ 4578184 w 10678681"/>
              <a:gd name="connsiteY88" fmla="*/ 1326745 h 1342734"/>
              <a:gd name="connsiteX89" fmla="*/ 4574270 w 10678681"/>
              <a:gd name="connsiteY89" fmla="*/ 1325878 h 1342734"/>
              <a:gd name="connsiteX90" fmla="*/ 4564919 w 10678681"/>
              <a:gd name="connsiteY90" fmla="*/ 1325507 h 1342734"/>
              <a:gd name="connsiteX91" fmla="*/ 4566586 w 10678681"/>
              <a:gd name="connsiteY91" fmla="*/ 1316963 h 1342734"/>
              <a:gd name="connsiteX92" fmla="*/ 4556303 w 10678681"/>
              <a:gd name="connsiteY92" fmla="*/ 1300262 h 1342734"/>
              <a:gd name="connsiteX93" fmla="*/ 4502358 w 10678681"/>
              <a:gd name="connsiteY93" fmla="*/ 1302558 h 1342734"/>
              <a:gd name="connsiteX94" fmla="*/ 4498919 w 10678681"/>
              <a:gd name="connsiteY94" fmla="*/ 1312115 h 1342734"/>
              <a:gd name="connsiteX95" fmla="*/ 4492075 w 10678681"/>
              <a:gd name="connsiteY95" fmla="*/ 1313357 h 1342734"/>
              <a:gd name="connsiteX96" fmla="*/ 4487466 w 10678681"/>
              <a:gd name="connsiteY96" fmla="*/ 1304102 h 1342734"/>
              <a:gd name="connsiteX97" fmla="*/ 4398292 w 10678681"/>
              <a:gd name="connsiteY97" fmla="*/ 1278410 h 1342734"/>
              <a:gd name="connsiteX98" fmla="*/ 4306088 w 10678681"/>
              <a:gd name="connsiteY98" fmla="*/ 1282512 h 1342734"/>
              <a:gd name="connsiteX99" fmla="*/ 4188995 w 10678681"/>
              <a:gd name="connsiteY99" fmla="*/ 1296718 h 1342734"/>
              <a:gd name="connsiteX100" fmla="*/ 4136582 w 10678681"/>
              <a:gd name="connsiteY100" fmla="*/ 1287687 h 1342734"/>
              <a:gd name="connsiteX101" fmla="*/ 4064614 w 10678681"/>
              <a:gd name="connsiteY101" fmla="*/ 1296118 h 1342734"/>
              <a:gd name="connsiteX102" fmla="*/ 3900948 w 10678681"/>
              <a:gd name="connsiteY102" fmla="*/ 1322156 h 1342734"/>
              <a:gd name="connsiteX103" fmla="*/ 3787890 w 10678681"/>
              <a:gd name="connsiteY103" fmla="*/ 1322164 h 1342734"/>
              <a:gd name="connsiteX104" fmla="*/ 3745993 w 10678681"/>
              <a:gd name="connsiteY104" fmla="*/ 1342630 h 1342734"/>
              <a:gd name="connsiteX105" fmla="*/ 3675785 w 10678681"/>
              <a:gd name="connsiteY105" fmla="*/ 1326802 h 1342734"/>
              <a:gd name="connsiteX106" fmla="*/ 3623856 w 10678681"/>
              <a:gd name="connsiteY106" fmla="*/ 1290804 h 1342734"/>
              <a:gd name="connsiteX107" fmla="*/ 3564933 w 10678681"/>
              <a:gd name="connsiteY107" fmla="*/ 1287147 h 1342734"/>
              <a:gd name="connsiteX108" fmla="*/ 3550537 w 10678681"/>
              <a:gd name="connsiteY108" fmla="*/ 1317552 h 1342734"/>
              <a:gd name="connsiteX109" fmla="*/ 3487736 w 10678681"/>
              <a:gd name="connsiteY109" fmla="*/ 1303493 h 1342734"/>
              <a:gd name="connsiteX110" fmla="*/ 3392548 w 10678681"/>
              <a:gd name="connsiteY110" fmla="*/ 1278741 h 1342734"/>
              <a:gd name="connsiteX111" fmla="*/ 3337466 w 10678681"/>
              <a:gd name="connsiteY111" fmla="*/ 1272537 h 1342734"/>
              <a:gd name="connsiteX112" fmla="*/ 3175981 w 10678681"/>
              <a:gd name="connsiteY112" fmla="*/ 1208973 h 1342734"/>
              <a:gd name="connsiteX113" fmla="*/ 3036856 w 10678681"/>
              <a:gd name="connsiteY113" fmla="*/ 1214383 h 1342734"/>
              <a:gd name="connsiteX114" fmla="*/ 2824973 w 10678681"/>
              <a:gd name="connsiteY114" fmla="*/ 1134864 h 1342734"/>
              <a:gd name="connsiteX115" fmla="*/ 2804398 w 10678681"/>
              <a:gd name="connsiteY115" fmla="*/ 1125556 h 1342734"/>
              <a:gd name="connsiteX116" fmla="*/ 2736109 w 10678681"/>
              <a:gd name="connsiteY116" fmla="*/ 1137717 h 1342734"/>
              <a:gd name="connsiteX117" fmla="*/ 2659096 w 10678681"/>
              <a:gd name="connsiteY117" fmla="*/ 1150294 h 1342734"/>
              <a:gd name="connsiteX118" fmla="*/ 2567088 w 10678681"/>
              <a:gd name="connsiteY118" fmla="*/ 1181781 h 1342734"/>
              <a:gd name="connsiteX119" fmla="*/ 2454501 w 10678681"/>
              <a:gd name="connsiteY119" fmla="*/ 1155455 h 1342734"/>
              <a:gd name="connsiteX120" fmla="*/ 2385161 w 10678681"/>
              <a:gd name="connsiteY120" fmla="*/ 1161312 h 1342734"/>
              <a:gd name="connsiteX121" fmla="*/ 2273361 w 10678681"/>
              <a:gd name="connsiteY121" fmla="*/ 1134090 h 1342734"/>
              <a:gd name="connsiteX122" fmla="*/ 2132003 w 10678681"/>
              <a:gd name="connsiteY122" fmla="*/ 1139225 h 1342734"/>
              <a:gd name="connsiteX123" fmla="*/ 2041224 w 10678681"/>
              <a:gd name="connsiteY123" fmla="*/ 1147536 h 1342734"/>
              <a:gd name="connsiteX124" fmla="*/ 2010157 w 10678681"/>
              <a:gd name="connsiteY124" fmla="*/ 1152767 h 1342734"/>
              <a:gd name="connsiteX125" fmla="*/ 1859213 w 10678681"/>
              <a:gd name="connsiteY125" fmla="*/ 1199540 h 1342734"/>
              <a:gd name="connsiteX126" fmla="*/ 1735877 w 10678681"/>
              <a:gd name="connsiteY126" fmla="*/ 1246527 h 1342734"/>
              <a:gd name="connsiteX127" fmla="*/ 1705069 w 10678681"/>
              <a:gd name="connsiteY127" fmla="*/ 1251989 h 1342734"/>
              <a:gd name="connsiteX128" fmla="*/ 1307888 w 10678681"/>
              <a:gd name="connsiteY128" fmla="*/ 1283156 h 1342734"/>
              <a:gd name="connsiteX129" fmla="*/ 1220734 w 10678681"/>
              <a:gd name="connsiteY129" fmla="*/ 1257811 h 1342734"/>
              <a:gd name="connsiteX130" fmla="*/ 1021737 w 10678681"/>
              <a:gd name="connsiteY130" fmla="*/ 1238739 h 1342734"/>
              <a:gd name="connsiteX131" fmla="*/ 959820 w 10678681"/>
              <a:gd name="connsiteY131" fmla="*/ 1275863 h 1342734"/>
              <a:gd name="connsiteX132" fmla="*/ 929137 w 10678681"/>
              <a:gd name="connsiteY132" fmla="*/ 1273957 h 1342734"/>
              <a:gd name="connsiteX133" fmla="*/ 878849 w 10678681"/>
              <a:gd name="connsiteY133" fmla="*/ 1266740 h 1342734"/>
              <a:gd name="connsiteX134" fmla="*/ 800667 w 10678681"/>
              <a:gd name="connsiteY134" fmla="*/ 1282041 h 1342734"/>
              <a:gd name="connsiteX135" fmla="*/ 644906 w 10678681"/>
              <a:gd name="connsiteY135" fmla="*/ 1273685 h 1342734"/>
              <a:gd name="connsiteX136" fmla="*/ 379869 w 10678681"/>
              <a:gd name="connsiteY136" fmla="*/ 1339165 h 1342734"/>
              <a:gd name="connsiteX137" fmla="*/ 137696 w 10678681"/>
              <a:gd name="connsiteY137" fmla="*/ 1319217 h 1342734"/>
              <a:gd name="connsiteX138" fmla="*/ 54250 w 10678681"/>
              <a:gd name="connsiteY138" fmla="*/ 1315838 h 1342734"/>
              <a:gd name="connsiteX139" fmla="*/ 28042 w 10678681"/>
              <a:gd name="connsiteY139" fmla="*/ 1297822 h 1342734"/>
              <a:gd name="connsiteX140" fmla="*/ 0 w 10678681"/>
              <a:gd name="connsiteY140" fmla="*/ 1294612 h 1342734"/>
              <a:gd name="connsiteX141" fmla="*/ 0 w 10678681"/>
              <a:gd name="connsiteY141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6219 w 10678681"/>
              <a:gd name="connsiteY4" fmla="*/ 45588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41159 w 10678681"/>
              <a:gd name="connsiteY8" fmla="*/ 103824 h 1342734"/>
              <a:gd name="connsiteX9" fmla="*/ 10244930 w 10678681"/>
              <a:gd name="connsiteY9" fmla="*/ 9459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9929077 w 10678681"/>
              <a:gd name="connsiteY13" fmla="*/ 209062 h 1342734"/>
              <a:gd name="connsiteX14" fmla="*/ 9840045 w 10678681"/>
              <a:gd name="connsiteY14" fmla="*/ 223033 h 1342734"/>
              <a:gd name="connsiteX15" fmla="*/ 9679638 w 10678681"/>
              <a:gd name="connsiteY15" fmla="*/ 277462 h 1342734"/>
              <a:gd name="connsiteX16" fmla="*/ 9498347 w 10678681"/>
              <a:gd name="connsiteY16" fmla="*/ 244723 h 1342734"/>
              <a:gd name="connsiteX17" fmla="*/ 9366026 w 10678681"/>
              <a:gd name="connsiteY17" fmla="*/ 299024 h 1342734"/>
              <a:gd name="connsiteX18" fmla="*/ 9316702 w 10678681"/>
              <a:gd name="connsiteY18" fmla="*/ 356523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276883 w 10678681"/>
              <a:gd name="connsiteY30" fmla="*/ 588214 h 1342734"/>
              <a:gd name="connsiteX31" fmla="*/ 8086698 w 10678681"/>
              <a:gd name="connsiteY31" fmla="*/ 605185 h 1342734"/>
              <a:gd name="connsiteX32" fmla="*/ 7982378 w 10678681"/>
              <a:gd name="connsiteY32" fmla="*/ 629799 h 1342734"/>
              <a:gd name="connsiteX33" fmla="*/ 7947952 w 10678681"/>
              <a:gd name="connsiteY33" fmla="*/ 648003 h 1342734"/>
              <a:gd name="connsiteX34" fmla="*/ 7890112 w 10678681"/>
              <a:gd name="connsiteY34" fmla="*/ 677915 h 1342734"/>
              <a:gd name="connsiteX35" fmla="*/ 7853284 w 10678681"/>
              <a:gd name="connsiteY35" fmla="*/ 723588 h 1342734"/>
              <a:gd name="connsiteX36" fmla="*/ 7802383 w 10678681"/>
              <a:gd name="connsiteY36" fmla="*/ 739359 h 1342734"/>
              <a:gd name="connsiteX37" fmla="*/ 7730518 w 10678681"/>
              <a:gd name="connsiteY37" fmla="*/ 739526 h 1342734"/>
              <a:gd name="connsiteX38" fmla="*/ 7720084 w 10678681"/>
              <a:gd name="connsiteY38" fmla="*/ 760750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58094 w 10678681"/>
              <a:gd name="connsiteY45" fmla="*/ 990679 h 1342734"/>
              <a:gd name="connsiteX46" fmla="*/ 7257893 w 10678681"/>
              <a:gd name="connsiteY46" fmla="*/ 991204 h 1342734"/>
              <a:gd name="connsiteX47" fmla="*/ 7247153 w 10678681"/>
              <a:gd name="connsiteY47" fmla="*/ 991550 h 1342734"/>
              <a:gd name="connsiteX48" fmla="*/ 7193612 w 10678681"/>
              <a:gd name="connsiteY48" fmla="*/ 987042 h 1342734"/>
              <a:gd name="connsiteX49" fmla="*/ 7132632 w 10678681"/>
              <a:gd name="connsiteY49" fmla="*/ 1042036 h 1342734"/>
              <a:gd name="connsiteX50" fmla="*/ 7105610 w 10678681"/>
              <a:gd name="connsiteY50" fmla="*/ 1053537 h 1342734"/>
              <a:gd name="connsiteX51" fmla="*/ 7069148 w 10678681"/>
              <a:gd name="connsiteY51" fmla="*/ 1047163 h 1342734"/>
              <a:gd name="connsiteX52" fmla="*/ 7039634 w 10678681"/>
              <a:gd name="connsiteY52" fmla="*/ 1059971 h 1342734"/>
              <a:gd name="connsiteX53" fmla="*/ 7033445 w 10678681"/>
              <a:gd name="connsiteY53" fmla="*/ 1063314 h 1342734"/>
              <a:gd name="connsiteX54" fmla="*/ 6999157 w 10678681"/>
              <a:gd name="connsiteY54" fmla="*/ 1055282 h 1342734"/>
              <a:gd name="connsiteX55" fmla="*/ 6981874 w 10678681"/>
              <a:gd name="connsiteY55" fmla="*/ 1053827 h 1342734"/>
              <a:gd name="connsiteX56" fmla="*/ 6976102 w 10678681"/>
              <a:gd name="connsiteY56" fmla="*/ 1047854 h 1342734"/>
              <a:gd name="connsiteX57" fmla="*/ 6951040 w 10678681"/>
              <a:gd name="connsiteY57" fmla="*/ 1048531 h 1342734"/>
              <a:gd name="connsiteX58" fmla="*/ 6948497 w 10678681"/>
              <a:gd name="connsiteY58" fmla="*/ 1050706 h 1342734"/>
              <a:gd name="connsiteX59" fmla="*/ 6926582 w 10678681"/>
              <a:gd name="connsiteY59" fmla="*/ 1043462 h 1342734"/>
              <a:gd name="connsiteX60" fmla="*/ 6833743 w 10678681"/>
              <a:gd name="connsiteY60" fmla="*/ 1027960 h 1342734"/>
              <a:gd name="connsiteX61" fmla="*/ 6687090 w 10678681"/>
              <a:gd name="connsiteY61" fmla="*/ 1063250 h 1342734"/>
              <a:gd name="connsiteX62" fmla="*/ 6431838 w 10678681"/>
              <a:gd name="connsiteY62" fmla="*/ 1063226 h 1342734"/>
              <a:gd name="connsiteX63" fmla="*/ 6327795 w 10678681"/>
              <a:gd name="connsiteY63" fmla="*/ 1088142 h 1342734"/>
              <a:gd name="connsiteX64" fmla="*/ 6136549 w 10678681"/>
              <a:gd name="connsiteY64" fmla="*/ 1100268 h 1342734"/>
              <a:gd name="connsiteX65" fmla="*/ 6004655 w 10678681"/>
              <a:gd name="connsiteY65" fmla="*/ 1114946 h 1342734"/>
              <a:gd name="connsiteX66" fmla="*/ 5936643 w 10678681"/>
              <a:gd name="connsiteY66" fmla="*/ 1095428 h 1342734"/>
              <a:gd name="connsiteX67" fmla="*/ 5912484 w 10678681"/>
              <a:gd name="connsiteY67" fmla="*/ 1112624 h 1342734"/>
              <a:gd name="connsiteX68" fmla="*/ 5908387 w 10678681"/>
              <a:gd name="connsiteY68" fmla="*/ 1116018 h 1342734"/>
              <a:gd name="connsiteX69" fmla="*/ 5890495 w 10678681"/>
              <a:gd name="connsiteY69" fmla="*/ 1120268 h 1342734"/>
              <a:gd name="connsiteX70" fmla="*/ 5887318 w 10678681"/>
              <a:gd name="connsiteY70" fmla="*/ 1133134 h 1342734"/>
              <a:gd name="connsiteX71" fmla="*/ 5861726 w 10678681"/>
              <a:gd name="connsiteY71" fmla="*/ 1147891 h 1342734"/>
              <a:gd name="connsiteX72" fmla="*/ 5805823 w 10678681"/>
              <a:gd name="connsiteY72" fmla="*/ 1152457 h 1342734"/>
              <a:gd name="connsiteX73" fmla="*/ 5689841 w 10678681"/>
              <a:gd name="connsiteY73" fmla="*/ 1176232 h 1342734"/>
              <a:gd name="connsiteX74" fmla="*/ 5605119 w 10678681"/>
              <a:gd name="connsiteY74" fmla="*/ 1190202 h 1342734"/>
              <a:gd name="connsiteX75" fmla="*/ 5488513 w 10678681"/>
              <a:gd name="connsiteY75" fmla="*/ 1205367 h 1342734"/>
              <a:gd name="connsiteX76" fmla="*/ 5402905 w 10678681"/>
              <a:gd name="connsiteY76" fmla="*/ 1241191 h 1342734"/>
              <a:gd name="connsiteX77" fmla="*/ 5285593 w 10678681"/>
              <a:gd name="connsiteY77" fmla="*/ 1273569 h 1342734"/>
              <a:gd name="connsiteX78" fmla="*/ 5192893 w 10678681"/>
              <a:gd name="connsiteY78" fmla="*/ 1247188 h 1342734"/>
              <a:gd name="connsiteX79" fmla="*/ 5186475 w 10678681"/>
              <a:gd name="connsiteY79" fmla="*/ 1257028 h 1342734"/>
              <a:gd name="connsiteX80" fmla="*/ 5126038 w 10678681"/>
              <a:gd name="connsiteY80" fmla="*/ 1263189 h 1342734"/>
              <a:gd name="connsiteX81" fmla="*/ 4894688 w 10678681"/>
              <a:gd name="connsiteY81" fmla="*/ 1247184 h 1342734"/>
              <a:gd name="connsiteX82" fmla="*/ 4788036 w 10678681"/>
              <a:gd name="connsiteY82" fmla="*/ 1238182 h 1342734"/>
              <a:gd name="connsiteX83" fmla="*/ 4747555 w 10678681"/>
              <a:gd name="connsiteY83" fmla="*/ 1252768 h 1342734"/>
              <a:gd name="connsiteX84" fmla="*/ 4679644 w 10678681"/>
              <a:gd name="connsiteY84" fmla="*/ 1276603 h 1342734"/>
              <a:gd name="connsiteX85" fmla="*/ 4632222 w 10678681"/>
              <a:gd name="connsiteY85" fmla="*/ 1318360 h 1342734"/>
              <a:gd name="connsiteX86" fmla="*/ 4617358 w 10678681"/>
              <a:gd name="connsiteY86" fmla="*/ 1327690 h 1342734"/>
              <a:gd name="connsiteX87" fmla="*/ 4589102 w 10678681"/>
              <a:gd name="connsiteY87" fmla="*/ 1321223 h 1342734"/>
              <a:gd name="connsiteX88" fmla="*/ 4578184 w 10678681"/>
              <a:gd name="connsiteY88" fmla="*/ 1326745 h 1342734"/>
              <a:gd name="connsiteX89" fmla="*/ 4574270 w 10678681"/>
              <a:gd name="connsiteY89" fmla="*/ 1325878 h 1342734"/>
              <a:gd name="connsiteX90" fmla="*/ 4564919 w 10678681"/>
              <a:gd name="connsiteY90" fmla="*/ 1325507 h 1342734"/>
              <a:gd name="connsiteX91" fmla="*/ 4566586 w 10678681"/>
              <a:gd name="connsiteY91" fmla="*/ 1316963 h 1342734"/>
              <a:gd name="connsiteX92" fmla="*/ 4556303 w 10678681"/>
              <a:gd name="connsiteY92" fmla="*/ 1300262 h 1342734"/>
              <a:gd name="connsiteX93" fmla="*/ 4502358 w 10678681"/>
              <a:gd name="connsiteY93" fmla="*/ 1302558 h 1342734"/>
              <a:gd name="connsiteX94" fmla="*/ 4498919 w 10678681"/>
              <a:gd name="connsiteY94" fmla="*/ 1312115 h 1342734"/>
              <a:gd name="connsiteX95" fmla="*/ 4492075 w 10678681"/>
              <a:gd name="connsiteY95" fmla="*/ 1313357 h 1342734"/>
              <a:gd name="connsiteX96" fmla="*/ 4487466 w 10678681"/>
              <a:gd name="connsiteY96" fmla="*/ 1304102 h 1342734"/>
              <a:gd name="connsiteX97" fmla="*/ 4398292 w 10678681"/>
              <a:gd name="connsiteY97" fmla="*/ 1278410 h 1342734"/>
              <a:gd name="connsiteX98" fmla="*/ 4306088 w 10678681"/>
              <a:gd name="connsiteY98" fmla="*/ 1282512 h 1342734"/>
              <a:gd name="connsiteX99" fmla="*/ 4188995 w 10678681"/>
              <a:gd name="connsiteY99" fmla="*/ 1296718 h 1342734"/>
              <a:gd name="connsiteX100" fmla="*/ 4136582 w 10678681"/>
              <a:gd name="connsiteY100" fmla="*/ 1287687 h 1342734"/>
              <a:gd name="connsiteX101" fmla="*/ 4064614 w 10678681"/>
              <a:gd name="connsiteY101" fmla="*/ 1296118 h 1342734"/>
              <a:gd name="connsiteX102" fmla="*/ 3900948 w 10678681"/>
              <a:gd name="connsiteY102" fmla="*/ 1322156 h 1342734"/>
              <a:gd name="connsiteX103" fmla="*/ 3787890 w 10678681"/>
              <a:gd name="connsiteY103" fmla="*/ 1322164 h 1342734"/>
              <a:gd name="connsiteX104" fmla="*/ 3745993 w 10678681"/>
              <a:gd name="connsiteY104" fmla="*/ 1342630 h 1342734"/>
              <a:gd name="connsiteX105" fmla="*/ 3675785 w 10678681"/>
              <a:gd name="connsiteY105" fmla="*/ 1326802 h 1342734"/>
              <a:gd name="connsiteX106" fmla="*/ 3623856 w 10678681"/>
              <a:gd name="connsiteY106" fmla="*/ 1290804 h 1342734"/>
              <a:gd name="connsiteX107" fmla="*/ 3564933 w 10678681"/>
              <a:gd name="connsiteY107" fmla="*/ 1287147 h 1342734"/>
              <a:gd name="connsiteX108" fmla="*/ 3550537 w 10678681"/>
              <a:gd name="connsiteY108" fmla="*/ 1317552 h 1342734"/>
              <a:gd name="connsiteX109" fmla="*/ 3487736 w 10678681"/>
              <a:gd name="connsiteY109" fmla="*/ 1303493 h 1342734"/>
              <a:gd name="connsiteX110" fmla="*/ 3392548 w 10678681"/>
              <a:gd name="connsiteY110" fmla="*/ 1278741 h 1342734"/>
              <a:gd name="connsiteX111" fmla="*/ 3337466 w 10678681"/>
              <a:gd name="connsiteY111" fmla="*/ 1272537 h 1342734"/>
              <a:gd name="connsiteX112" fmla="*/ 3175981 w 10678681"/>
              <a:gd name="connsiteY112" fmla="*/ 1208973 h 1342734"/>
              <a:gd name="connsiteX113" fmla="*/ 3036856 w 10678681"/>
              <a:gd name="connsiteY113" fmla="*/ 1214383 h 1342734"/>
              <a:gd name="connsiteX114" fmla="*/ 2824973 w 10678681"/>
              <a:gd name="connsiteY114" fmla="*/ 1134864 h 1342734"/>
              <a:gd name="connsiteX115" fmla="*/ 2804398 w 10678681"/>
              <a:gd name="connsiteY115" fmla="*/ 1125556 h 1342734"/>
              <a:gd name="connsiteX116" fmla="*/ 2736109 w 10678681"/>
              <a:gd name="connsiteY116" fmla="*/ 1137717 h 1342734"/>
              <a:gd name="connsiteX117" fmla="*/ 2659096 w 10678681"/>
              <a:gd name="connsiteY117" fmla="*/ 1150294 h 1342734"/>
              <a:gd name="connsiteX118" fmla="*/ 2567088 w 10678681"/>
              <a:gd name="connsiteY118" fmla="*/ 1181781 h 1342734"/>
              <a:gd name="connsiteX119" fmla="*/ 2454501 w 10678681"/>
              <a:gd name="connsiteY119" fmla="*/ 1155455 h 1342734"/>
              <a:gd name="connsiteX120" fmla="*/ 2385161 w 10678681"/>
              <a:gd name="connsiteY120" fmla="*/ 1161312 h 1342734"/>
              <a:gd name="connsiteX121" fmla="*/ 2273361 w 10678681"/>
              <a:gd name="connsiteY121" fmla="*/ 1134090 h 1342734"/>
              <a:gd name="connsiteX122" fmla="*/ 2132003 w 10678681"/>
              <a:gd name="connsiteY122" fmla="*/ 1139225 h 1342734"/>
              <a:gd name="connsiteX123" fmla="*/ 2041224 w 10678681"/>
              <a:gd name="connsiteY123" fmla="*/ 1147536 h 1342734"/>
              <a:gd name="connsiteX124" fmla="*/ 2010157 w 10678681"/>
              <a:gd name="connsiteY124" fmla="*/ 1152767 h 1342734"/>
              <a:gd name="connsiteX125" fmla="*/ 1859213 w 10678681"/>
              <a:gd name="connsiteY125" fmla="*/ 1199540 h 1342734"/>
              <a:gd name="connsiteX126" fmla="*/ 1735877 w 10678681"/>
              <a:gd name="connsiteY126" fmla="*/ 1246527 h 1342734"/>
              <a:gd name="connsiteX127" fmla="*/ 1705069 w 10678681"/>
              <a:gd name="connsiteY127" fmla="*/ 1251989 h 1342734"/>
              <a:gd name="connsiteX128" fmla="*/ 1307888 w 10678681"/>
              <a:gd name="connsiteY128" fmla="*/ 1283156 h 1342734"/>
              <a:gd name="connsiteX129" fmla="*/ 1220734 w 10678681"/>
              <a:gd name="connsiteY129" fmla="*/ 1257811 h 1342734"/>
              <a:gd name="connsiteX130" fmla="*/ 1021737 w 10678681"/>
              <a:gd name="connsiteY130" fmla="*/ 1238739 h 1342734"/>
              <a:gd name="connsiteX131" fmla="*/ 959820 w 10678681"/>
              <a:gd name="connsiteY131" fmla="*/ 1275863 h 1342734"/>
              <a:gd name="connsiteX132" fmla="*/ 929137 w 10678681"/>
              <a:gd name="connsiteY132" fmla="*/ 1273957 h 1342734"/>
              <a:gd name="connsiteX133" fmla="*/ 878849 w 10678681"/>
              <a:gd name="connsiteY133" fmla="*/ 1266740 h 1342734"/>
              <a:gd name="connsiteX134" fmla="*/ 800667 w 10678681"/>
              <a:gd name="connsiteY134" fmla="*/ 1282041 h 1342734"/>
              <a:gd name="connsiteX135" fmla="*/ 644906 w 10678681"/>
              <a:gd name="connsiteY135" fmla="*/ 1273685 h 1342734"/>
              <a:gd name="connsiteX136" fmla="*/ 379869 w 10678681"/>
              <a:gd name="connsiteY136" fmla="*/ 1339165 h 1342734"/>
              <a:gd name="connsiteX137" fmla="*/ 137696 w 10678681"/>
              <a:gd name="connsiteY137" fmla="*/ 1319217 h 1342734"/>
              <a:gd name="connsiteX138" fmla="*/ 54250 w 10678681"/>
              <a:gd name="connsiteY138" fmla="*/ 1315838 h 1342734"/>
              <a:gd name="connsiteX139" fmla="*/ 28042 w 10678681"/>
              <a:gd name="connsiteY139" fmla="*/ 1297822 h 1342734"/>
              <a:gd name="connsiteX140" fmla="*/ 0 w 10678681"/>
              <a:gd name="connsiteY140" fmla="*/ 1294612 h 1342734"/>
              <a:gd name="connsiteX141" fmla="*/ 0 w 10678681"/>
              <a:gd name="connsiteY141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6219 w 10678681"/>
              <a:gd name="connsiteY4" fmla="*/ 45588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41159 w 10678681"/>
              <a:gd name="connsiteY8" fmla="*/ 103824 h 1342734"/>
              <a:gd name="connsiteX9" fmla="*/ 10244930 w 10678681"/>
              <a:gd name="connsiteY9" fmla="*/ 9459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9929077 w 10678681"/>
              <a:gd name="connsiteY13" fmla="*/ 209062 h 1342734"/>
              <a:gd name="connsiteX14" fmla="*/ 9840045 w 10678681"/>
              <a:gd name="connsiteY14" fmla="*/ 223033 h 1342734"/>
              <a:gd name="connsiteX15" fmla="*/ 9679639 w 10678681"/>
              <a:gd name="connsiteY15" fmla="*/ 247182 h 1342734"/>
              <a:gd name="connsiteX16" fmla="*/ 9498347 w 10678681"/>
              <a:gd name="connsiteY16" fmla="*/ 244723 h 1342734"/>
              <a:gd name="connsiteX17" fmla="*/ 9366026 w 10678681"/>
              <a:gd name="connsiteY17" fmla="*/ 299024 h 1342734"/>
              <a:gd name="connsiteX18" fmla="*/ 9316702 w 10678681"/>
              <a:gd name="connsiteY18" fmla="*/ 356523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276883 w 10678681"/>
              <a:gd name="connsiteY30" fmla="*/ 588214 h 1342734"/>
              <a:gd name="connsiteX31" fmla="*/ 8086698 w 10678681"/>
              <a:gd name="connsiteY31" fmla="*/ 605185 h 1342734"/>
              <a:gd name="connsiteX32" fmla="*/ 7982378 w 10678681"/>
              <a:gd name="connsiteY32" fmla="*/ 629799 h 1342734"/>
              <a:gd name="connsiteX33" fmla="*/ 7947952 w 10678681"/>
              <a:gd name="connsiteY33" fmla="*/ 648003 h 1342734"/>
              <a:gd name="connsiteX34" fmla="*/ 7890112 w 10678681"/>
              <a:gd name="connsiteY34" fmla="*/ 677915 h 1342734"/>
              <a:gd name="connsiteX35" fmla="*/ 7853284 w 10678681"/>
              <a:gd name="connsiteY35" fmla="*/ 723588 h 1342734"/>
              <a:gd name="connsiteX36" fmla="*/ 7802383 w 10678681"/>
              <a:gd name="connsiteY36" fmla="*/ 739359 h 1342734"/>
              <a:gd name="connsiteX37" fmla="*/ 7730518 w 10678681"/>
              <a:gd name="connsiteY37" fmla="*/ 739526 h 1342734"/>
              <a:gd name="connsiteX38" fmla="*/ 7720084 w 10678681"/>
              <a:gd name="connsiteY38" fmla="*/ 760750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58094 w 10678681"/>
              <a:gd name="connsiteY45" fmla="*/ 990679 h 1342734"/>
              <a:gd name="connsiteX46" fmla="*/ 7257893 w 10678681"/>
              <a:gd name="connsiteY46" fmla="*/ 991204 h 1342734"/>
              <a:gd name="connsiteX47" fmla="*/ 7247153 w 10678681"/>
              <a:gd name="connsiteY47" fmla="*/ 991550 h 1342734"/>
              <a:gd name="connsiteX48" fmla="*/ 7193612 w 10678681"/>
              <a:gd name="connsiteY48" fmla="*/ 987042 h 1342734"/>
              <a:gd name="connsiteX49" fmla="*/ 7132632 w 10678681"/>
              <a:gd name="connsiteY49" fmla="*/ 1042036 h 1342734"/>
              <a:gd name="connsiteX50" fmla="*/ 7105610 w 10678681"/>
              <a:gd name="connsiteY50" fmla="*/ 1053537 h 1342734"/>
              <a:gd name="connsiteX51" fmla="*/ 7069148 w 10678681"/>
              <a:gd name="connsiteY51" fmla="*/ 1047163 h 1342734"/>
              <a:gd name="connsiteX52" fmla="*/ 7039634 w 10678681"/>
              <a:gd name="connsiteY52" fmla="*/ 1059971 h 1342734"/>
              <a:gd name="connsiteX53" fmla="*/ 7033445 w 10678681"/>
              <a:gd name="connsiteY53" fmla="*/ 1063314 h 1342734"/>
              <a:gd name="connsiteX54" fmla="*/ 6999157 w 10678681"/>
              <a:gd name="connsiteY54" fmla="*/ 1055282 h 1342734"/>
              <a:gd name="connsiteX55" fmla="*/ 6981874 w 10678681"/>
              <a:gd name="connsiteY55" fmla="*/ 1053827 h 1342734"/>
              <a:gd name="connsiteX56" fmla="*/ 6976102 w 10678681"/>
              <a:gd name="connsiteY56" fmla="*/ 1047854 h 1342734"/>
              <a:gd name="connsiteX57" fmla="*/ 6951040 w 10678681"/>
              <a:gd name="connsiteY57" fmla="*/ 1048531 h 1342734"/>
              <a:gd name="connsiteX58" fmla="*/ 6948497 w 10678681"/>
              <a:gd name="connsiteY58" fmla="*/ 1050706 h 1342734"/>
              <a:gd name="connsiteX59" fmla="*/ 6926582 w 10678681"/>
              <a:gd name="connsiteY59" fmla="*/ 1043462 h 1342734"/>
              <a:gd name="connsiteX60" fmla="*/ 6833743 w 10678681"/>
              <a:gd name="connsiteY60" fmla="*/ 1027960 h 1342734"/>
              <a:gd name="connsiteX61" fmla="*/ 6687090 w 10678681"/>
              <a:gd name="connsiteY61" fmla="*/ 1063250 h 1342734"/>
              <a:gd name="connsiteX62" fmla="*/ 6431838 w 10678681"/>
              <a:gd name="connsiteY62" fmla="*/ 1063226 h 1342734"/>
              <a:gd name="connsiteX63" fmla="*/ 6327795 w 10678681"/>
              <a:gd name="connsiteY63" fmla="*/ 1088142 h 1342734"/>
              <a:gd name="connsiteX64" fmla="*/ 6136549 w 10678681"/>
              <a:gd name="connsiteY64" fmla="*/ 1100268 h 1342734"/>
              <a:gd name="connsiteX65" fmla="*/ 6004655 w 10678681"/>
              <a:gd name="connsiteY65" fmla="*/ 1114946 h 1342734"/>
              <a:gd name="connsiteX66" fmla="*/ 5936643 w 10678681"/>
              <a:gd name="connsiteY66" fmla="*/ 1095428 h 1342734"/>
              <a:gd name="connsiteX67" fmla="*/ 5912484 w 10678681"/>
              <a:gd name="connsiteY67" fmla="*/ 1112624 h 1342734"/>
              <a:gd name="connsiteX68" fmla="*/ 5908387 w 10678681"/>
              <a:gd name="connsiteY68" fmla="*/ 1116018 h 1342734"/>
              <a:gd name="connsiteX69" fmla="*/ 5890495 w 10678681"/>
              <a:gd name="connsiteY69" fmla="*/ 1120268 h 1342734"/>
              <a:gd name="connsiteX70" fmla="*/ 5887318 w 10678681"/>
              <a:gd name="connsiteY70" fmla="*/ 1133134 h 1342734"/>
              <a:gd name="connsiteX71" fmla="*/ 5861726 w 10678681"/>
              <a:gd name="connsiteY71" fmla="*/ 1147891 h 1342734"/>
              <a:gd name="connsiteX72" fmla="*/ 5805823 w 10678681"/>
              <a:gd name="connsiteY72" fmla="*/ 1152457 h 1342734"/>
              <a:gd name="connsiteX73" fmla="*/ 5689841 w 10678681"/>
              <a:gd name="connsiteY73" fmla="*/ 1176232 h 1342734"/>
              <a:gd name="connsiteX74" fmla="*/ 5605119 w 10678681"/>
              <a:gd name="connsiteY74" fmla="*/ 1190202 h 1342734"/>
              <a:gd name="connsiteX75" fmla="*/ 5488513 w 10678681"/>
              <a:gd name="connsiteY75" fmla="*/ 1205367 h 1342734"/>
              <a:gd name="connsiteX76" fmla="*/ 5402905 w 10678681"/>
              <a:gd name="connsiteY76" fmla="*/ 1241191 h 1342734"/>
              <a:gd name="connsiteX77" fmla="*/ 5285593 w 10678681"/>
              <a:gd name="connsiteY77" fmla="*/ 1273569 h 1342734"/>
              <a:gd name="connsiteX78" fmla="*/ 5192893 w 10678681"/>
              <a:gd name="connsiteY78" fmla="*/ 1247188 h 1342734"/>
              <a:gd name="connsiteX79" fmla="*/ 5186475 w 10678681"/>
              <a:gd name="connsiteY79" fmla="*/ 1257028 h 1342734"/>
              <a:gd name="connsiteX80" fmla="*/ 5126038 w 10678681"/>
              <a:gd name="connsiteY80" fmla="*/ 1263189 h 1342734"/>
              <a:gd name="connsiteX81" fmla="*/ 4894688 w 10678681"/>
              <a:gd name="connsiteY81" fmla="*/ 1247184 h 1342734"/>
              <a:gd name="connsiteX82" fmla="*/ 4788036 w 10678681"/>
              <a:gd name="connsiteY82" fmla="*/ 1238182 h 1342734"/>
              <a:gd name="connsiteX83" fmla="*/ 4747555 w 10678681"/>
              <a:gd name="connsiteY83" fmla="*/ 1252768 h 1342734"/>
              <a:gd name="connsiteX84" fmla="*/ 4679644 w 10678681"/>
              <a:gd name="connsiteY84" fmla="*/ 1276603 h 1342734"/>
              <a:gd name="connsiteX85" fmla="*/ 4632222 w 10678681"/>
              <a:gd name="connsiteY85" fmla="*/ 1318360 h 1342734"/>
              <a:gd name="connsiteX86" fmla="*/ 4617358 w 10678681"/>
              <a:gd name="connsiteY86" fmla="*/ 1327690 h 1342734"/>
              <a:gd name="connsiteX87" fmla="*/ 4589102 w 10678681"/>
              <a:gd name="connsiteY87" fmla="*/ 1321223 h 1342734"/>
              <a:gd name="connsiteX88" fmla="*/ 4578184 w 10678681"/>
              <a:gd name="connsiteY88" fmla="*/ 1326745 h 1342734"/>
              <a:gd name="connsiteX89" fmla="*/ 4574270 w 10678681"/>
              <a:gd name="connsiteY89" fmla="*/ 1325878 h 1342734"/>
              <a:gd name="connsiteX90" fmla="*/ 4564919 w 10678681"/>
              <a:gd name="connsiteY90" fmla="*/ 1325507 h 1342734"/>
              <a:gd name="connsiteX91" fmla="*/ 4566586 w 10678681"/>
              <a:gd name="connsiteY91" fmla="*/ 1316963 h 1342734"/>
              <a:gd name="connsiteX92" fmla="*/ 4556303 w 10678681"/>
              <a:gd name="connsiteY92" fmla="*/ 1300262 h 1342734"/>
              <a:gd name="connsiteX93" fmla="*/ 4502358 w 10678681"/>
              <a:gd name="connsiteY93" fmla="*/ 1302558 h 1342734"/>
              <a:gd name="connsiteX94" fmla="*/ 4498919 w 10678681"/>
              <a:gd name="connsiteY94" fmla="*/ 1312115 h 1342734"/>
              <a:gd name="connsiteX95" fmla="*/ 4492075 w 10678681"/>
              <a:gd name="connsiteY95" fmla="*/ 1313357 h 1342734"/>
              <a:gd name="connsiteX96" fmla="*/ 4487466 w 10678681"/>
              <a:gd name="connsiteY96" fmla="*/ 1304102 h 1342734"/>
              <a:gd name="connsiteX97" fmla="*/ 4398292 w 10678681"/>
              <a:gd name="connsiteY97" fmla="*/ 1278410 h 1342734"/>
              <a:gd name="connsiteX98" fmla="*/ 4306088 w 10678681"/>
              <a:gd name="connsiteY98" fmla="*/ 1282512 h 1342734"/>
              <a:gd name="connsiteX99" fmla="*/ 4188995 w 10678681"/>
              <a:gd name="connsiteY99" fmla="*/ 1296718 h 1342734"/>
              <a:gd name="connsiteX100" fmla="*/ 4136582 w 10678681"/>
              <a:gd name="connsiteY100" fmla="*/ 1287687 h 1342734"/>
              <a:gd name="connsiteX101" fmla="*/ 4064614 w 10678681"/>
              <a:gd name="connsiteY101" fmla="*/ 1296118 h 1342734"/>
              <a:gd name="connsiteX102" fmla="*/ 3900948 w 10678681"/>
              <a:gd name="connsiteY102" fmla="*/ 1322156 h 1342734"/>
              <a:gd name="connsiteX103" fmla="*/ 3787890 w 10678681"/>
              <a:gd name="connsiteY103" fmla="*/ 1322164 h 1342734"/>
              <a:gd name="connsiteX104" fmla="*/ 3745993 w 10678681"/>
              <a:gd name="connsiteY104" fmla="*/ 1342630 h 1342734"/>
              <a:gd name="connsiteX105" fmla="*/ 3675785 w 10678681"/>
              <a:gd name="connsiteY105" fmla="*/ 1326802 h 1342734"/>
              <a:gd name="connsiteX106" fmla="*/ 3623856 w 10678681"/>
              <a:gd name="connsiteY106" fmla="*/ 1290804 h 1342734"/>
              <a:gd name="connsiteX107" fmla="*/ 3564933 w 10678681"/>
              <a:gd name="connsiteY107" fmla="*/ 1287147 h 1342734"/>
              <a:gd name="connsiteX108" fmla="*/ 3550537 w 10678681"/>
              <a:gd name="connsiteY108" fmla="*/ 1317552 h 1342734"/>
              <a:gd name="connsiteX109" fmla="*/ 3487736 w 10678681"/>
              <a:gd name="connsiteY109" fmla="*/ 1303493 h 1342734"/>
              <a:gd name="connsiteX110" fmla="*/ 3392548 w 10678681"/>
              <a:gd name="connsiteY110" fmla="*/ 1278741 h 1342734"/>
              <a:gd name="connsiteX111" fmla="*/ 3337466 w 10678681"/>
              <a:gd name="connsiteY111" fmla="*/ 1272537 h 1342734"/>
              <a:gd name="connsiteX112" fmla="*/ 3175981 w 10678681"/>
              <a:gd name="connsiteY112" fmla="*/ 1208973 h 1342734"/>
              <a:gd name="connsiteX113" fmla="*/ 3036856 w 10678681"/>
              <a:gd name="connsiteY113" fmla="*/ 1214383 h 1342734"/>
              <a:gd name="connsiteX114" fmla="*/ 2824973 w 10678681"/>
              <a:gd name="connsiteY114" fmla="*/ 1134864 h 1342734"/>
              <a:gd name="connsiteX115" fmla="*/ 2804398 w 10678681"/>
              <a:gd name="connsiteY115" fmla="*/ 1125556 h 1342734"/>
              <a:gd name="connsiteX116" fmla="*/ 2736109 w 10678681"/>
              <a:gd name="connsiteY116" fmla="*/ 1137717 h 1342734"/>
              <a:gd name="connsiteX117" fmla="*/ 2659096 w 10678681"/>
              <a:gd name="connsiteY117" fmla="*/ 1150294 h 1342734"/>
              <a:gd name="connsiteX118" fmla="*/ 2567088 w 10678681"/>
              <a:gd name="connsiteY118" fmla="*/ 1181781 h 1342734"/>
              <a:gd name="connsiteX119" fmla="*/ 2454501 w 10678681"/>
              <a:gd name="connsiteY119" fmla="*/ 1155455 h 1342734"/>
              <a:gd name="connsiteX120" fmla="*/ 2385161 w 10678681"/>
              <a:gd name="connsiteY120" fmla="*/ 1161312 h 1342734"/>
              <a:gd name="connsiteX121" fmla="*/ 2273361 w 10678681"/>
              <a:gd name="connsiteY121" fmla="*/ 1134090 h 1342734"/>
              <a:gd name="connsiteX122" fmla="*/ 2132003 w 10678681"/>
              <a:gd name="connsiteY122" fmla="*/ 1139225 h 1342734"/>
              <a:gd name="connsiteX123" fmla="*/ 2041224 w 10678681"/>
              <a:gd name="connsiteY123" fmla="*/ 1147536 h 1342734"/>
              <a:gd name="connsiteX124" fmla="*/ 2010157 w 10678681"/>
              <a:gd name="connsiteY124" fmla="*/ 1152767 h 1342734"/>
              <a:gd name="connsiteX125" fmla="*/ 1859213 w 10678681"/>
              <a:gd name="connsiteY125" fmla="*/ 1199540 h 1342734"/>
              <a:gd name="connsiteX126" fmla="*/ 1735877 w 10678681"/>
              <a:gd name="connsiteY126" fmla="*/ 1246527 h 1342734"/>
              <a:gd name="connsiteX127" fmla="*/ 1705069 w 10678681"/>
              <a:gd name="connsiteY127" fmla="*/ 1251989 h 1342734"/>
              <a:gd name="connsiteX128" fmla="*/ 1307888 w 10678681"/>
              <a:gd name="connsiteY128" fmla="*/ 1283156 h 1342734"/>
              <a:gd name="connsiteX129" fmla="*/ 1220734 w 10678681"/>
              <a:gd name="connsiteY129" fmla="*/ 1257811 h 1342734"/>
              <a:gd name="connsiteX130" fmla="*/ 1021737 w 10678681"/>
              <a:gd name="connsiteY130" fmla="*/ 1238739 h 1342734"/>
              <a:gd name="connsiteX131" fmla="*/ 959820 w 10678681"/>
              <a:gd name="connsiteY131" fmla="*/ 1275863 h 1342734"/>
              <a:gd name="connsiteX132" fmla="*/ 929137 w 10678681"/>
              <a:gd name="connsiteY132" fmla="*/ 1273957 h 1342734"/>
              <a:gd name="connsiteX133" fmla="*/ 878849 w 10678681"/>
              <a:gd name="connsiteY133" fmla="*/ 1266740 h 1342734"/>
              <a:gd name="connsiteX134" fmla="*/ 800667 w 10678681"/>
              <a:gd name="connsiteY134" fmla="*/ 1282041 h 1342734"/>
              <a:gd name="connsiteX135" fmla="*/ 644906 w 10678681"/>
              <a:gd name="connsiteY135" fmla="*/ 1273685 h 1342734"/>
              <a:gd name="connsiteX136" fmla="*/ 379869 w 10678681"/>
              <a:gd name="connsiteY136" fmla="*/ 1339165 h 1342734"/>
              <a:gd name="connsiteX137" fmla="*/ 137696 w 10678681"/>
              <a:gd name="connsiteY137" fmla="*/ 1319217 h 1342734"/>
              <a:gd name="connsiteX138" fmla="*/ 54250 w 10678681"/>
              <a:gd name="connsiteY138" fmla="*/ 1315838 h 1342734"/>
              <a:gd name="connsiteX139" fmla="*/ 28042 w 10678681"/>
              <a:gd name="connsiteY139" fmla="*/ 1297822 h 1342734"/>
              <a:gd name="connsiteX140" fmla="*/ 0 w 10678681"/>
              <a:gd name="connsiteY140" fmla="*/ 1294612 h 1342734"/>
              <a:gd name="connsiteX141" fmla="*/ 0 w 10678681"/>
              <a:gd name="connsiteY141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6219 w 10678681"/>
              <a:gd name="connsiteY4" fmla="*/ 45588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41159 w 10678681"/>
              <a:gd name="connsiteY8" fmla="*/ 103824 h 1342734"/>
              <a:gd name="connsiteX9" fmla="*/ 10244930 w 10678681"/>
              <a:gd name="connsiteY9" fmla="*/ 9459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9929077 w 10678681"/>
              <a:gd name="connsiteY13" fmla="*/ 209062 h 1342734"/>
              <a:gd name="connsiteX14" fmla="*/ 9840045 w 10678681"/>
              <a:gd name="connsiteY14" fmla="*/ 223033 h 1342734"/>
              <a:gd name="connsiteX15" fmla="*/ 9679639 w 10678681"/>
              <a:gd name="connsiteY15" fmla="*/ 247182 h 1342734"/>
              <a:gd name="connsiteX16" fmla="*/ 9498347 w 10678681"/>
              <a:gd name="connsiteY16" fmla="*/ 244723 h 1342734"/>
              <a:gd name="connsiteX17" fmla="*/ 9366026 w 10678681"/>
              <a:gd name="connsiteY17" fmla="*/ 299024 h 1342734"/>
              <a:gd name="connsiteX18" fmla="*/ 9316702 w 10678681"/>
              <a:gd name="connsiteY18" fmla="*/ 356523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276883 w 10678681"/>
              <a:gd name="connsiteY30" fmla="*/ 588214 h 1342734"/>
              <a:gd name="connsiteX31" fmla="*/ 8086698 w 10678681"/>
              <a:gd name="connsiteY31" fmla="*/ 605185 h 1342734"/>
              <a:gd name="connsiteX32" fmla="*/ 7982378 w 10678681"/>
              <a:gd name="connsiteY32" fmla="*/ 629799 h 1342734"/>
              <a:gd name="connsiteX33" fmla="*/ 7947952 w 10678681"/>
              <a:gd name="connsiteY33" fmla="*/ 648003 h 1342734"/>
              <a:gd name="connsiteX34" fmla="*/ 7890112 w 10678681"/>
              <a:gd name="connsiteY34" fmla="*/ 677915 h 1342734"/>
              <a:gd name="connsiteX35" fmla="*/ 7853284 w 10678681"/>
              <a:gd name="connsiteY35" fmla="*/ 723588 h 1342734"/>
              <a:gd name="connsiteX36" fmla="*/ 7802383 w 10678681"/>
              <a:gd name="connsiteY36" fmla="*/ 739359 h 1342734"/>
              <a:gd name="connsiteX37" fmla="*/ 7730518 w 10678681"/>
              <a:gd name="connsiteY37" fmla="*/ 739526 h 1342734"/>
              <a:gd name="connsiteX38" fmla="*/ 7720084 w 10678681"/>
              <a:gd name="connsiteY38" fmla="*/ 760750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58094 w 10678681"/>
              <a:gd name="connsiteY45" fmla="*/ 990679 h 1342734"/>
              <a:gd name="connsiteX46" fmla="*/ 7257893 w 10678681"/>
              <a:gd name="connsiteY46" fmla="*/ 991204 h 1342734"/>
              <a:gd name="connsiteX47" fmla="*/ 7247153 w 10678681"/>
              <a:gd name="connsiteY47" fmla="*/ 991550 h 1342734"/>
              <a:gd name="connsiteX48" fmla="*/ 7193612 w 10678681"/>
              <a:gd name="connsiteY48" fmla="*/ 987042 h 1342734"/>
              <a:gd name="connsiteX49" fmla="*/ 7132632 w 10678681"/>
              <a:gd name="connsiteY49" fmla="*/ 1042036 h 1342734"/>
              <a:gd name="connsiteX50" fmla="*/ 7105610 w 10678681"/>
              <a:gd name="connsiteY50" fmla="*/ 1053537 h 1342734"/>
              <a:gd name="connsiteX51" fmla="*/ 7069148 w 10678681"/>
              <a:gd name="connsiteY51" fmla="*/ 1047163 h 1342734"/>
              <a:gd name="connsiteX52" fmla="*/ 7039634 w 10678681"/>
              <a:gd name="connsiteY52" fmla="*/ 1059971 h 1342734"/>
              <a:gd name="connsiteX53" fmla="*/ 7033445 w 10678681"/>
              <a:gd name="connsiteY53" fmla="*/ 1063314 h 1342734"/>
              <a:gd name="connsiteX54" fmla="*/ 6999157 w 10678681"/>
              <a:gd name="connsiteY54" fmla="*/ 1055282 h 1342734"/>
              <a:gd name="connsiteX55" fmla="*/ 6981874 w 10678681"/>
              <a:gd name="connsiteY55" fmla="*/ 1053827 h 1342734"/>
              <a:gd name="connsiteX56" fmla="*/ 6976102 w 10678681"/>
              <a:gd name="connsiteY56" fmla="*/ 1047854 h 1342734"/>
              <a:gd name="connsiteX57" fmla="*/ 6951040 w 10678681"/>
              <a:gd name="connsiteY57" fmla="*/ 1048531 h 1342734"/>
              <a:gd name="connsiteX58" fmla="*/ 6948497 w 10678681"/>
              <a:gd name="connsiteY58" fmla="*/ 1050706 h 1342734"/>
              <a:gd name="connsiteX59" fmla="*/ 6926582 w 10678681"/>
              <a:gd name="connsiteY59" fmla="*/ 1043462 h 1342734"/>
              <a:gd name="connsiteX60" fmla="*/ 6833743 w 10678681"/>
              <a:gd name="connsiteY60" fmla="*/ 1027960 h 1342734"/>
              <a:gd name="connsiteX61" fmla="*/ 6687090 w 10678681"/>
              <a:gd name="connsiteY61" fmla="*/ 1063250 h 1342734"/>
              <a:gd name="connsiteX62" fmla="*/ 6431838 w 10678681"/>
              <a:gd name="connsiteY62" fmla="*/ 1063226 h 1342734"/>
              <a:gd name="connsiteX63" fmla="*/ 6327795 w 10678681"/>
              <a:gd name="connsiteY63" fmla="*/ 1088142 h 1342734"/>
              <a:gd name="connsiteX64" fmla="*/ 6136549 w 10678681"/>
              <a:gd name="connsiteY64" fmla="*/ 1100268 h 1342734"/>
              <a:gd name="connsiteX65" fmla="*/ 6004655 w 10678681"/>
              <a:gd name="connsiteY65" fmla="*/ 1114946 h 1342734"/>
              <a:gd name="connsiteX66" fmla="*/ 5936643 w 10678681"/>
              <a:gd name="connsiteY66" fmla="*/ 1095428 h 1342734"/>
              <a:gd name="connsiteX67" fmla="*/ 5912484 w 10678681"/>
              <a:gd name="connsiteY67" fmla="*/ 1112624 h 1342734"/>
              <a:gd name="connsiteX68" fmla="*/ 5908387 w 10678681"/>
              <a:gd name="connsiteY68" fmla="*/ 1116018 h 1342734"/>
              <a:gd name="connsiteX69" fmla="*/ 5890495 w 10678681"/>
              <a:gd name="connsiteY69" fmla="*/ 1120268 h 1342734"/>
              <a:gd name="connsiteX70" fmla="*/ 5887318 w 10678681"/>
              <a:gd name="connsiteY70" fmla="*/ 1133134 h 1342734"/>
              <a:gd name="connsiteX71" fmla="*/ 5861726 w 10678681"/>
              <a:gd name="connsiteY71" fmla="*/ 1147891 h 1342734"/>
              <a:gd name="connsiteX72" fmla="*/ 5805823 w 10678681"/>
              <a:gd name="connsiteY72" fmla="*/ 1152457 h 1342734"/>
              <a:gd name="connsiteX73" fmla="*/ 5689841 w 10678681"/>
              <a:gd name="connsiteY73" fmla="*/ 1176232 h 1342734"/>
              <a:gd name="connsiteX74" fmla="*/ 5605119 w 10678681"/>
              <a:gd name="connsiteY74" fmla="*/ 1190202 h 1342734"/>
              <a:gd name="connsiteX75" fmla="*/ 5488513 w 10678681"/>
              <a:gd name="connsiteY75" fmla="*/ 1205367 h 1342734"/>
              <a:gd name="connsiteX76" fmla="*/ 5402905 w 10678681"/>
              <a:gd name="connsiteY76" fmla="*/ 1241191 h 1342734"/>
              <a:gd name="connsiteX77" fmla="*/ 5285593 w 10678681"/>
              <a:gd name="connsiteY77" fmla="*/ 1273569 h 1342734"/>
              <a:gd name="connsiteX78" fmla="*/ 5192893 w 10678681"/>
              <a:gd name="connsiteY78" fmla="*/ 1247188 h 1342734"/>
              <a:gd name="connsiteX79" fmla="*/ 5186475 w 10678681"/>
              <a:gd name="connsiteY79" fmla="*/ 1257028 h 1342734"/>
              <a:gd name="connsiteX80" fmla="*/ 5126038 w 10678681"/>
              <a:gd name="connsiteY80" fmla="*/ 1263189 h 1342734"/>
              <a:gd name="connsiteX81" fmla="*/ 4894688 w 10678681"/>
              <a:gd name="connsiteY81" fmla="*/ 1247184 h 1342734"/>
              <a:gd name="connsiteX82" fmla="*/ 4788036 w 10678681"/>
              <a:gd name="connsiteY82" fmla="*/ 1238182 h 1342734"/>
              <a:gd name="connsiteX83" fmla="*/ 4747555 w 10678681"/>
              <a:gd name="connsiteY83" fmla="*/ 1252768 h 1342734"/>
              <a:gd name="connsiteX84" fmla="*/ 4679644 w 10678681"/>
              <a:gd name="connsiteY84" fmla="*/ 1276603 h 1342734"/>
              <a:gd name="connsiteX85" fmla="*/ 4632222 w 10678681"/>
              <a:gd name="connsiteY85" fmla="*/ 1318360 h 1342734"/>
              <a:gd name="connsiteX86" fmla="*/ 4617358 w 10678681"/>
              <a:gd name="connsiteY86" fmla="*/ 1327690 h 1342734"/>
              <a:gd name="connsiteX87" fmla="*/ 4589102 w 10678681"/>
              <a:gd name="connsiteY87" fmla="*/ 1321223 h 1342734"/>
              <a:gd name="connsiteX88" fmla="*/ 4578184 w 10678681"/>
              <a:gd name="connsiteY88" fmla="*/ 1326745 h 1342734"/>
              <a:gd name="connsiteX89" fmla="*/ 4564919 w 10678681"/>
              <a:gd name="connsiteY89" fmla="*/ 1325507 h 1342734"/>
              <a:gd name="connsiteX90" fmla="*/ 4566586 w 10678681"/>
              <a:gd name="connsiteY90" fmla="*/ 1316963 h 1342734"/>
              <a:gd name="connsiteX91" fmla="*/ 4556303 w 10678681"/>
              <a:gd name="connsiteY91" fmla="*/ 1300262 h 1342734"/>
              <a:gd name="connsiteX92" fmla="*/ 4502358 w 10678681"/>
              <a:gd name="connsiteY92" fmla="*/ 1302558 h 1342734"/>
              <a:gd name="connsiteX93" fmla="*/ 4498919 w 10678681"/>
              <a:gd name="connsiteY93" fmla="*/ 1312115 h 1342734"/>
              <a:gd name="connsiteX94" fmla="*/ 4492075 w 10678681"/>
              <a:gd name="connsiteY94" fmla="*/ 1313357 h 1342734"/>
              <a:gd name="connsiteX95" fmla="*/ 4487466 w 10678681"/>
              <a:gd name="connsiteY95" fmla="*/ 1304102 h 1342734"/>
              <a:gd name="connsiteX96" fmla="*/ 4398292 w 10678681"/>
              <a:gd name="connsiteY96" fmla="*/ 1278410 h 1342734"/>
              <a:gd name="connsiteX97" fmla="*/ 4306088 w 10678681"/>
              <a:gd name="connsiteY97" fmla="*/ 1282512 h 1342734"/>
              <a:gd name="connsiteX98" fmla="*/ 4188995 w 10678681"/>
              <a:gd name="connsiteY98" fmla="*/ 1296718 h 1342734"/>
              <a:gd name="connsiteX99" fmla="*/ 4136582 w 10678681"/>
              <a:gd name="connsiteY99" fmla="*/ 1287687 h 1342734"/>
              <a:gd name="connsiteX100" fmla="*/ 4064614 w 10678681"/>
              <a:gd name="connsiteY100" fmla="*/ 1296118 h 1342734"/>
              <a:gd name="connsiteX101" fmla="*/ 3900948 w 10678681"/>
              <a:gd name="connsiteY101" fmla="*/ 1322156 h 1342734"/>
              <a:gd name="connsiteX102" fmla="*/ 3787890 w 10678681"/>
              <a:gd name="connsiteY102" fmla="*/ 1322164 h 1342734"/>
              <a:gd name="connsiteX103" fmla="*/ 3745993 w 10678681"/>
              <a:gd name="connsiteY103" fmla="*/ 1342630 h 1342734"/>
              <a:gd name="connsiteX104" fmla="*/ 3675785 w 10678681"/>
              <a:gd name="connsiteY104" fmla="*/ 1326802 h 1342734"/>
              <a:gd name="connsiteX105" fmla="*/ 3623856 w 10678681"/>
              <a:gd name="connsiteY105" fmla="*/ 1290804 h 1342734"/>
              <a:gd name="connsiteX106" fmla="*/ 3564933 w 10678681"/>
              <a:gd name="connsiteY106" fmla="*/ 1287147 h 1342734"/>
              <a:gd name="connsiteX107" fmla="*/ 3550537 w 10678681"/>
              <a:gd name="connsiteY107" fmla="*/ 1317552 h 1342734"/>
              <a:gd name="connsiteX108" fmla="*/ 3487736 w 10678681"/>
              <a:gd name="connsiteY108" fmla="*/ 1303493 h 1342734"/>
              <a:gd name="connsiteX109" fmla="*/ 3392548 w 10678681"/>
              <a:gd name="connsiteY109" fmla="*/ 1278741 h 1342734"/>
              <a:gd name="connsiteX110" fmla="*/ 3337466 w 10678681"/>
              <a:gd name="connsiteY110" fmla="*/ 1272537 h 1342734"/>
              <a:gd name="connsiteX111" fmla="*/ 3175981 w 10678681"/>
              <a:gd name="connsiteY111" fmla="*/ 1208973 h 1342734"/>
              <a:gd name="connsiteX112" fmla="*/ 3036856 w 10678681"/>
              <a:gd name="connsiteY112" fmla="*/ 1214383 h 1342734"/>
              <a:gd name="connsiteX113" fmla="*/ 2824973 w 10678681"/>
              <a:gd name="connsiteY113" fmla="*/ 1134864 h 1342734"/>
              <a:gd name="connsiteX114" fmla="*/ 2804398 w 10678681"/>
              <a:gd name="connsiteY114" fmla="*/ 1125556 h 1342734"/>
              <a:gd name="connsiteX115" fmla="*/ 2736109 w 10678681"/>
              <a:gd name="connsiteY115" fmla="*/ 1137717 h 1342734"/>
              <a:gd name="connsiteX116" fmla="*/ 2659096 w 10678681"/>
              <a:gd name="connsiteY116" fmla="*/ 1150294 h 1342734"/>
              <a:gd name="connsiteX117" fmla="*/ 2567088 w 10678681"/>
              <a:gd name="connsiteY117" fmla="*/ 1181781 h 1342734"/>
              <a:gd name="connsiteX118" fmla="*/ 2454501 w 10678681"/>
              <a:gd name="connsiteY118" fmla="*/ 1155455 h 1342734"/>
              <a:gd name="connsiteX119" fmla="*/ 2385161 w 10678681"/>
              <a:gd name="connsiteY119" fmla="*/ 1161312 h 1342734"/>
              <a:gd name="connsiteX120" fmla="*/ 2273361 w 10678681"/>
              <a:gd name="connsiteY120" fmla="*/ 1134090 h 1342734"/>
              <a:gd name="connsiteX121" fmla="*/ 2132003 w 10678681"/>
              <a:gd name="connsiteY121" fmla="*/ 1139225 h 1342734"/>
              <a:gd name="connsiteX122" fmla="*/ 2041224 w 10678681"/>
              <a:gd name="connsiteY122" fmla="*/ 1147536 h 1342734"/>
              <a:gd name="connsiteX123" fmla="*/ 2010157 w 10678681"/>
              <a:gd name="connsiteY123" fmla="*/ 1152767 h 1342734"/>
              <a:gd name="connsiteX124" fmla="*/ 1859213 w 10678681"/>
              <a:gd name="connsiteY124" fmla="*/ 1199540 h 1342734"/>
              <a:gd name="connsiteX125" fmla="*/ 1735877 w 10678681"/>
              <a:gd name="connsiteY125" fmla="*/ 1246527 h 1342734"/>
              <a:gd name="connsiteX126" fmla="*/ 1705069 w 10678681"/>
              <a:gd name="connsiteY126" fmla="*/ 1251989 h 1342734"/>
              <a:gd name="connsiteX127" fmla="*/ 1307888 w 10678681"/>
              <a:gd name="connsiteY127" fmla="*/ 1283156 h 1342734"/>
              <a:gd name="connsiteX128" fmla="*/ 1220734 w 10678681"/>
              <a:gd name="connsiteY128" fmla="*/ 1257811 h 1342734"/>
              <a:gd name="connsiteX129" fmla="*/ 1021737 w 10678681"/>
              <a:gd name="connsiteY129" fmla="*/ 1238739 h 1342734"/>
              <a:gd name="connsiteX130" fmla="*/ 959820 w 10678681"/>
              <a:gd name="connsiteY130" fmla="*/ 1275863 h 1342734"/>
              <a:gd name="connsiteX131" fmla="*/ 929137 w 10678681"/>
              <a:gd name="connsiteY131" fmla="*/ 1273957 h 1342734"/>
              <a:gd name="connsiteX132" fmla="*/ 878849 w 10678681"/>
              <a:gd name="connsiteY132" fmla="*/ 1266740 h 1342734"/>
              <a:gd name="connsiteX133" fmla="*/ 800667 w 10678681"/>
              <a:gd name="connsiteY133" fmla="*/ 1282041 h 1342734"/>
              <a:gd name="connsiteX134" fmla="*/ 644906 w 10678681"/>
              <a:gd name="connsiteY134" fmla="*/ 1273685 h 1342734"/>
              <a:gd name="connsiteX135" fmla="*/ 379869 w 10678681"/>
              <a:gd name="connsiteY135" fmla="*/ 1339165 h 1342734"/>
              <a:gd name="connsiteX136" fmla="*/ 137696 w 10678681"/>
              <a:gd name="connsiteY136" fmla="*/ 1319217 h 1342734"/>
              <a:gd name="connsiteX137" fmla="*/ 54250 w 10678681"/>
              <a:gd name="connsiteY137" fmla="*/ 1315838 h 1342734"/>
              <a:gd name="connsiteX138" fmla="*/ 28042 w 10678681"/>
              <a:gd name="connsiteY138" fmla="*/ 1297822 h 1342734"/>
              <a:gd name="connsiteX139" fmla="*/ 0 w 10678681"/>
              <a:gd name="connsiteY139" fmla="*/ 1294612 h 1342734"/>
              <a:gd name="connsiteX140" fmla="*/ 0 w 10678681"/>
              <a:gd name="connsiteY140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6219 w 10678681"/>
              <a:gd name="connsiteY4" fmla="*/ 45588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41159 w 10678681"/>
              <a:gd name="connsiteY8" fmla="*/ 103824 h 1342734"/>
              <a:gd name="connsiteX9" fmla="*/ 10244930 w 10678681"/>
              <a:gd name="connsiteY9" fmla="*/ 9459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9929077 w 10678681"/>
              <a:gd name="connsiteY13" fmla="*/ 209062 h 1342734"/>
              <a:gd name="connsiteX14" fmla="*/ 9840045 w 10678681"/>
              <a:gd name="connsiteY14" fmla="*/ 223033 h 1342734"/>
              <a:gd name="connsiteX15" fmla="*/ 9679639 w 10678681"/>
              <a:gd name="connsiteY15" fmla="*/ 247182 h 1342734"/>
              <a:gd name="connsiteX16" fmla="*/ 9498347 w 10678681"/>
              <a:gd name="connsiteY16" fmla="*/ 244723 h 1342734"/>
              <a:gd name="connsiteX17" fmla="*/ 9366026 w 10678681"/>
              <a:gd name="connsiteY17" fmla="*/ 299024 h 1342734"/>
              <a:gd name="connsiteX18" fmla="*/ 9316702 w 10678681"/>
              <a:gd name="connsiteY18" fmla="*/ 356523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276883 w 10678681"/>
              <a:gd name="connsiteY30" fmla="*/ 588214 h 1342734"/>
              <a:gd name="connsiteX31" fmla="*/ 8086698 w 10678681"/>
              <a:gd name="connsiteY31" fmla="*/ 605185 h 1342734"/>
              <a:gd name="connsiteX32" fmla="*/ 7982378 w 10678681"/>
              <a:gd name="connsiteY32" fmla="*/ 629799 h 1342734"/>
              <a:gd name="connsiteX33" fmla="*/ 7947952 w 10678681"/>
              <a:gd name="connsiteY33" fmla="*/ 648003 h 1342734"/>
              <a:gd name="connsiteX34" fmla="*/ 7890112 w 10678681"/>
              <a:gd name="connsiteY34" fmla="*/ 677915 h 1342734"/>
              <a:gd name="connsiteX35" fmla="*/ 7853284 w 10678681"/>
              <a:gd name="connsiteY35" fmla="*/ 723588 h 1342734"/>
              <a:gd name="connsiteX36" fmla="*/ 7802383 w 10678681"/>
              <a:gd name="connsiteY36" fmla="*/ 739359 h 1342734"/>
              <a:gd name="connsiteX37" fmla="*/ 7730518 w 10678681"/>
              <a:gd name="connsiteY37" fmla="*/ 739526 h 1342734"/>
              <a:gd name="connsiteX38" fmla="*/ 7720084 w 10678681"/>
              <a:gd name="connsiteY38" fmla="*/ 760750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58094 w 10678681"/>
              <a:gd name="connsiteY45" fmla="*/ 990679 h 1342734"/>
              <a:gd name="connsiteX46" fmla="*/ 7257893 w 10678681"/>
              <a:gd name="connsiteY46" fmla="*/ 991204 h 1342734"/>
              <a:gd name="connsiteX47" fmla="*/ 7247153 w 10678681"/>
              <a:gd name="connsiteY47" fmla="*/ 991550 h 1342734"/>
              <a:gd name="connsiteX48" fmla="*/ 7193612 w 10678681"/>
              <a:gd name="connsiteY48" fmla="*/ 987042 h 1342734"/>
              <a:gd name="connsiteX49" fmla="*/ 7132632 w 10678681"/>
              <a:gd name="connsiteY49" fmla="*/ 1042036 h 1342734"/>
              <a:gd name="connsiteX50" fmla="*/ 7105610 w 10678681"/>
              <a:gd name="connsiteY50" fmla="*/ 1053537 h 1342734"/>
              <a:gd name="connsiteX51" fmla="*/ 7069148 w 10678681"/>
              <a:gd name="connsiteY51" fmla="*/ 1047163 h 1342734"/>
              <a:gd name="connsiteX52" fmla="*/ 7039634 w 10678681"/>
              <a:gd name="connsiteY52" fmla="*/ 1059971 h 1342734"/>
              <a:gd name="connsiteX53" fmla="*/ 7033445 w 10678681"/>
              <a:gd name="connsiteY53" fmla="*/ 1063314 h 1342734"/>
              <a:gd name="connsiteX54" fmla="*/ 6999157 w 10678681"/>
              <a:gd name="connsiteY54" fmla="*/ 1055282 h 1342734"/>
              <a:gd name="connsiteX55" fmla="*/ 6981874 w 10678681"/>
              <a:gd name="connsiteY55" fmla="*/ 1053827 h 1342734"/>
              <a:gd name="connsiteX56" fmla="*/ 6976102 w 10678681"/>
              <a:gd name="connsiteY56" fmla="*/ 1047854 h 1342734"/>
              <a:gd name="connsiteX57" fmla="*/ 6951040 w 10678681"/>
              <a:gd name="connsiteY57" fmla="*/ 1048531 h 1342734"/>
              <a:gd name="connsiteX58" fmla="*/ 6948497 w 10678681"/>
              <a:gd name="connsiteY58" fmla="*/ 1050706 h 1342734"/>
              <a:gd name="connsiteX59" fmla="*/ 6926582 w 10678681"/>
              <a:gd name="connsiteY59" fmla="*/ 1043462 h 1342734"/>
              <a:gd name="connsiteX60" fmla="*/ 6833743 w 10678681"/>
              <a:gd name="connsiteY60" fmla="*/ 1027960 h 1342734"/>
              <a:gd name="connsiteX61" fmla="*/ 6687090 w 10678681"/>
              <a:gd name="connsiteY61" fmla="*/ 1063250 h 1342734"/>
              <a:gd name="connsiteX62" fmla="*/ 6431838 w 10678681"/>
              <a:gd name="connsiteY62" fmla="*/ 1063226 h 1342734"/>
              <a:gd name="connsiteX63" fmla="*/ 6327795 w 10678681"/>
              <a:gd name="connsiteY63" fmla="*/ 1088142 h 1342734"/>
              <a:gd name="connsiteX64" fmla="*/ 6136549 w 10678681"/>
              <a:gd name="connsiteY64" fmla="*/ 1100268 h 1342734"/>
              <a:gd name="connsiteX65" fmla="*/ 6004655 w 10678681"/>
              <a:gd name="connsiteY65" fmla="*/ 1114946 h 1342734"/>
              <a:gd name="connsiteX66" fmla="*/ 5936643 w 10678681"/>
              <a:gd name="connsiteY66" fmla="*/ 1095428 h 1342734"/>
              <a:gd name="connsiteX67" fmla="*/ 5912484 w 10678681"/>
              <a:gd name="connsiteY67" fmla="*/ 1112624 h 1342734"/>
              <a:gd name="connsiteX68" fmla="*/ 5908387 w 10678681"/>
              <a:gd name="connsiteY68" fmla="*/ 1116018 h 1342734"/>
              <a:gd name="connsiteX69" fmla="*/ 5890495 w 10678681"/>
              <a:gd name="connsiteY69" fmla="*/ 1120268 h 1342734"/>
              <a:gd name="connsiteX70" fmla="*/ 5887318 w 10678681"/>
              <a:gd name="connsiteY70" fmla="*/ 1133134 h 1342734"/>
              <a:gd name="connsiteX71" fmla="*/ 5861726 w 10678681"/>
              <a:gd name="connsiteY71" fmla="*/ 1147891 h 1342734"/>
              <a:gd name="connsiteX72" fmla="*/ 5805823 w 10678681"/>
              <a:gd name="connsiteY72" fmla="*/ 1152457 h 1342734"/>
              <a:gd name="connsiteX73" fmla="*/ 5689841 w 10678681"/>
              <a:gd name="connsiteY73" fmla="*/ 1176232 h 1342734"/>
              <a:gd name="connsiteX74" fmla="*/ 5605119 w 10678681"/>
              <a:gd name="connsiteY74" fmla="*/ 1190202 h 1342734"/>
              <a:gd name="connsiteX75" fmla="*/ 5488513 w 10678681"/>
              <a:gd name="connsiteY75" fmla="*/ 1205367 h 1342734"/>
              <a:gd name="connsiteX76" fmla="*/ 5402905 w 10678681"/>
              <a:gd name="connsiteY76" fmla="*/ 1241191 h 1342734"/>
              <a:gd name="connsiteX77" fmla="*/ 5285593 w 10678681"/>
              <a:gd name="connsiteY77" fmla="*/ 1273569 h 1342734"/>
              <a:gd name="connsiteX78" fmla="*/ 5192893 w 10678681"/>
              <a:gd name="connsiteY78" fmla="*/ 1247188 h 1342734"/>
              <a:gd name="connsiteX79" fmla="*/ 5186475 w 10678681"/>
              <a:gd name="connsiteY79" fmla="*/ 1257028 h 1342734"/>
              <a:gd name="connsiteX80" fmla="*/ 5126038 w 10678681"/>
              <a:gd name="connsiteY80" fmla="*/ 1263189 h 1342734"/>
              <a:gd name="connsiteX81" fmla="*/ 4894688 w 10678681"/>
              <a:gd name="connsiteY81" fmla="*/ 1247184 h 1342734"/>
              <a:gd name="connsiteX82" fmla="*/ 4788036 w 10678681"/>
              <a:gd name="connsiteY82" fmla="*/ 1238182 h 1342734"/>
              <a:gd name="connsiteX83" fmla="*/ 4747555 w 10678681"/>
              <a:gd name="connsiteY83" fmla="*/ 1252768 h 1342734"/>
              <a:gd name="connsiteX84" fmla="*/ 4679644 w 10678681"/>
              <a:gd name="connsiteY84" fmla="*/ 1276603 h 1342734"/>
              <a:gd name="connsiteX85" fmla="*/ 4632222 w 10678681"/>
              <a:gd name="connsiteY85" fmla="*/ 1318360 h 1342734"/>
              <a:gd name="connsiteX86" fmla="*/ 4617358 w 10678681"/>
              <a:gd name="connsiteY86" fmla="*/ 1327690 h 1342734"/>
              <a:gd name="connsiteX87" fmla="*/ 4578184 w 10678681"/>
              <a:gd name="connsiteY87" fmla="*/ 1326745 h 1342734"/>
              <a:gd name="connsiteX88" fmla="*/ 4564919 w 10678681"/>
              <a:gd name="connsiteY88" fmla="*/ 1325507 h 1342734"/>
              <a:gd name="connsiteX89" fmla="*/ 4566586 w 10678681"/>
              <a:gd name="connsiteY89" fmla="*/ 1316963 h 1342734"/>
              <a:gd name="connsiteX90" fmla="*/ 4556303 w 10678681"/>
              <a:gd name="connsiteY90" fmla="*/ 1300262 h 1342734"/>
              <a:gd name="connsiteX91" fmla="*/ 4502358 w 10678681"/>
              <a:gd name="connsiteY91" fmla="*/ 1302558 h 1342734"/>
              <a:gd name="connsiteX92" fmla="*/ 4498919 w 10678681"/>
              <a:gd name="connsiteY92" fmla="*/ 1312115 h 1342734"/>
              <a:gd name="connsiteX93" fmla="*/ 4492075 w 10678681"/>
              <a:gd name="connsiteY93" fmla="*/ 1313357 h 1342734"/>
              <a:gd name="connsiteX94" fmla="*/ 4487466 w 10678681"/>
              <a:gd name="connsiteY94" fmla="*/ 1304102 h 1342734"/>
              <a:gd name="connsiteX95" fmla="*/ 4398292 w 10678681"/>
              <a:gd name="connsiteY95" fmla="*/ 1278410 h 1342734"/>
              <a:gd name="connsiteX96" fmla="*/ 4306088 w 10678681"/>
              <a:gd name="connsiteY96" fmla="*/ 1282512 h 1342734"/>
              <a:gd name="connsiteX97" fmla="*/ 4188995 w 10678681"/>
              <a:gd name="connsiteY97" fmla="*/ 1296718 h 1342734"/>
              <a:gd name="connsiteX98" fmla="*/ 4136582 w 10678681"/>
              <a:gd name="connsiteY98" fmla="*/ 1287687 h 1342734"/>
              <a:gd name="connsiteX99" fmla="*/ 4064614 w 10678681"/>
              <a:gd name="connsiteY99" fmla="*/ 1296118 h 1342734"/>
              <a:gd name="connsiteX100" fmla="*/ 3900948 w 10678681"/>
              <a:gd name="connsiteY100" fmla="*/ 1322156 h 1342734"/>
              <a:gd name="connsiteX101" fmla="*/ 3787890 w 10678681"/>
              <a:gd name="connsiteY101" fmla="*/ 1322164 h 1342734"/>
              <a:gd name="connsiteX102" fmla="*/ 3745993 w 10678681"/>
              <a:gd name="connsiteY102" fmla="*/ 1342630 h 1342734"/>
              <a:gd name="connsiteX103" fmla="*/ 3675785 w 10678681"/>
              <a:gd name="connsiteY103" fmla="*/ 1326802 h 1342734"/>
              <a:gd name="connsiteX104" fmla="*/ 3623856 w 10678681"/>
              <a:gd name="connsiteY104" fmla="*/ 1290804 h 1342734"/>
              <a:gd name="connsiteX105" fmla="*/ 3564933 w 10678681"/>
              <a:gd name="connsiteY105" fmla="*/ 1287147 h 1342734"/>
              <a:gd name="connsiteX106" fmla="*/ 3550537 w 10678681"/>
              <a:gd name="connsiteY106" fmla="*/ 1317552 h 1342734"/>
              <a:gd name="connsiteX107" fmla="*/ 3487736 w 10678681"/>
              <a:gd name="connsiteY107" fmla="*/ 1303493 h 1342734"/>
              <a:gd name="connsiteX108" fmla="*/ 3392548 w 10678681"/>
              <a:gd name="connsiteY108" fmla="*/ 1278741 h 1342734"/>
              <a:gd name="connsiteX109" fmla="*/ 3337466 w 10678681"/>
              <a:gd name="connsiteY109" fmla="*/ 1272537 h 1342734"/>
              <a:gd name="connsiteX110" fmla="*/ 3175981 w 10678681"/>
              <a:gd name="connsiteY110" fmla="*/ 1208973 h 1342734"/>
              <a:gd name="connsiteX111" fmla="*/ 3036856 w 10678681"/>
              <a:gd name="connsiteY111" fmla="*/ 1214383 h 1342734"/>
              <a:gd name="connsiteX112" fmla="*/ 2824973 w 10678681"/>
              <a:gd name="connsiteY112" fmla="*/ 1134864 h 1342734"/>
              <a:gd name="connsiteX113" fmla="*/ 2804398 w 10678681"/>
              <a:gd name="connsiteY113" fmla="*/ 1125556 h 1342734"/>
              <a:gd name="connsiteX114" fmla="*/ 2736109 w 10678681"/>
              <a:gd name="connsiteY114" fmla="*/ 1137717 h 1342734"/>
              <a:gd name="connsiteX115" fmla="*/ 2659096 w 10678681"/>
              <a:gd name="connsiteY115" fmla="*/ 1150294 h 1342734"/>
              <a:gd name="connsiteX116" fmla="*/ 2567088 w 10678681"/>
              <a:gd name="connsiteY116" fmla="*/ 1181781 h 1342734"/>
              <a:gd name="connsiteX117" fmla="*/ 2454501 w 10678681"/>
              <a:gd name="connsiteY117" fmla="*/ 1155455 h 1342734"/>
              <a:gd name="connsiteX118" fmla="*/ 2385161 w 10678681"/>
              <a:gd name="connsiteY118" fmla="*/ 1161312 h 1342734"/>
              <a:gd name="connsiteX119" fmla="*/ 2273361 w 10678681"/>
              <a:gd name="connsiteY119" fmla="*/ 1134090 h 1342734"/>
              <a:gd name="connsiteX120" fmla="*/ 2132003 w 10678681"/>
              <a:gd name="connsiteY120" fmla="*/ 1139225 h 1342734"/>
              <a:gd name="connsiteX121" fmla="*/ 2041224 w 10678681"/>
              <a:gd name="connsiteY121" fmla="*/ 1147536 h 1342734"/>
              <a:gd name="connsiteX122" fmla="*/ 2010157 w 10678681"/>
              <a:gd name="connsiteY122" fmla="*/ 1152767 h 1342734"/>
              <a:gd name="connsiteX123" fmla="*/ 1859213 w 10678681"/>
              <a:gd name="connsiteY123" fmla="*/ 1199540 h 1342734"/>
              <a:gd name="connsiteX124" fmla="*/ 1735877 w 10678681"/>
              <a:gd name="connsiteY124" fmla="*/ 1246527 h 1342734"/>
              <a:gd name="connsiteX125" fmla="*/ 1705069 w 10678681"/>
              <a:gd name="connsiteY125" fmla="*/ 1251989 h 1342734"/>
              <a:gd name="connsiteX126" fmla="*/ 1307888 w 10678681"/>
              <a:gd name="connsiteY126" fmla="*/ 1283156 h 1342734"/>
              <a:gd name="connsiteX127" fmla="*/ 1220734 w 10678681"/>
              <a:gd name="connsiteY127" fmla="*/ 1257811 h 1342734"/>
              <a:gd name="connsiteX128" fmla="*/ 1021737 w 10678681"/>
              <a:gd name="connsiteY128" fmla="*/ 1238739 h 1342734"/>
              <a:gd name="connsiteX129" fmla="*/ 959820 w 10678681"/>
              <a:gd name="connsiteY129" fmla="*/ 1275863 h 1342734"/>
              <a:gd name="connsiteX130" fmla="*/ 929137 w 10678681"/>
              <a:gd name="connsiteY130" fmla="*/ 1273957 h 1342734"/>
              <a:gd name="connsiteX131" fmla="*/ 878849 w 10678681"/>
              <a:gd name="connsiteY131" fmla="*/ 1266740 h 1342734"/>
              <a:gd name="connsiteX132" fmla="*/ 800667 w 10678681"/>
              <a:gd name="connsiteY132" fmla="*/ 1282041 h 1342734"/>
              <a:gd name="connsiteX133" fmla="*/ 644906 w 10678681"/>
              <a:gd name="connsiteY133" fmla="*/ 1273685 h 1342734"/>
              <a:gd name="connsiteX134" fmla="*/ 379869 w 10678681"/>
              <a:gd name="connsiteY134" fmla="*/ 1339165 h 1342734"/>
              <a:gd name="connsiteX135" fmla="*/ 137696 w 10678681"/>
              <a:gd name="connsiteY135" fmla="*/ 1319217 h 1342734"/>
              <a:gd name="connsiteX136" fmla="*/ 54250 w 10678681"/>
              <a:gd name="connsiteY136" fmla="*/ 1315838 h 1342734"/>
              <a:gd name="connsiteX137" fmla="*/ 28042 w 10678681"/>
              <a:gd name="connsiteY137" fmla="*/ 1297822 h 1342734"/>
              <a:gd name="connsiteX138" fmla="*/ 0 w 10678681"/>
              <a:gd name="connsiteY138" fmla="*/ 1294612 h 1342734"/>
              <a:gd name="connsiteX139" fmla="*/ 0 w 10678681"/>
              <a:gd name="connsiteY139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6219 w 10678681"/>
              <a:gd name="connsiteY4" fmla="*/ 45588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41159 w 10678681"/>
              <a:gd name="connsiteY8" fmla="*/ 103824 h 1342734"/>
              <a:gd name="connsiteX9" fmla="*/ 10244930 w 10678681"/>
              <a:gd name="connsiteY9" fmla="*/ 9459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9929077 w 10678681"/>
              <a:gd name="connsiteY13" fmla="*/ 209062 h 1342734"/>
              <a:gd name="connsiteX14" fmla="*/ 9840045 w 10678681"/>
              <a:gd name="connsiteY14" fmla="*/ 223033 h 1342734"/>
              <a:gd name="connsiteX15" fmla="*/ 9679639 w 10678681"/>
              <a:gd name="connsiteY15" fmla="*/ 247182 h 1342734"/>
              <a:gd name="connsiteX16" fmla="*/ 9498347 w 10678681"/>
              <a:gd name="connsiteY16" fmla="*/ 244723 h 1342734"/>
              <a:gd name="connsiteX17" fmla="*/ 9366026 w 10678681"/>
              <a:gd name="connsiteY17" fmla="*/ 299024 h 1342734"/>
              <a:gd name="connsiteX18" fmla="*/ 9316702 w 10678681"/>
              <a:gd name="connsiteY18" fmla="*/ 356523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276883 w 10678681"/>
              <a:gd name="connsiteY30" fmla="*/ 588214 h 1342734"/>
              <a:gd name="connsiteX31" fmla="*/ 8086698 w 10678681"/>
              <a:gd name="connsiteY31" fmla="*/ 605185 h 1342734"/>
              <a:gd name="connsiteX32" fmla="*/ 7982378 w 10678681"/>
              <a:gd name="connsiteY32" fmla="*/ 629799 h 1342734"/>
              <a:gd name="connsiteX33" fmla="*/ 7947952 w 10678681"/>
              <a:gd name="connsiteY33" fmla="*/ 648003 h 1342734"/>
              <a:gd name="connsiteX34" fmla="*/ 7890112 w 10678681"/>
              <a:gd name="connsiteY34" fmla="*/ 677915 h 1342734"/>
              <a:gd name="connsiteX35" fmla="*/ 7853284 w 10678681"/>
              <a:gd name="connsiteY35" fmla="*/ 723588 h 1342734"/>
              <a:gd name="connsiteX36" fmla="*/ 7802383 w 10678681"/>
              <a:gd name="connsiteY36" fmla="*/ 739359 h 1342734"/>
              <a:gd name="connsiteX37" fmla="*/ 7730518 w 10678681"/>
              <a:gd name="connsiteY37" fmla="*/ 739526 h 1342734"/>
              <a:gd name="connsiteX38" fmla="*/ 7720084 w 10678681"/>
              <a:gd name="connsiteY38" fmla="*/ 760750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58094 w 10678681"/>
              <a:gd name="connsiteY45" fmla="*/ 990679 h 1342734"/>
              <a:gd name="connsiteX46" fmla="*/ 7257893 w 10678681"/>
              <a:gd name="connsiteY46" fmla="*/ 991204 h 1342734"/>
              <a:gd name="connsiteX47" fmla="*/ 7247153 w 10678681"/>
              <a:gd name="connsiteY47" fmla="*/ 991550 h 1342734"/>
              <a:gd name="connsiteX48" fmla="*/ 7193612 w 10678681"/>
              <a:gd name="connsiteY48" fmla="*/ 987042 h 1342734"/>
              <a:gd name="connsiteX49" fmla="*/ 7132632 w 10678681"/>
              <a:gd name="connsiteY49" fmla="*/ 1042036 h 1342734"/>
              <a:gd name="connsiteX50" fmla="*/ 7105610 w 10678681"/>
              <a:gd name="connsiteY50" fmla="*/ 1053537 h 1342734"/>
              <a:gd name="connsiteX51" fmla="*/ 7069148 w 10678681"/>
              <a:gd name="connsiteY51" fmla="*/ 1047163 h 1342734"/>
              <a:gd name="connsiteX52" fmla="*/ 7039634 w 10678681"/>
              <a:gd name="connsiteY52" fmla="*/ 1059971 h 1342734"/>
              <a:gd name="connsiteX53" fmla="*/ 7033445 w 10678681"/>
              <a:gd name="connsiteY53" fmla="*/ 1063314 h 1342734"/>
              <a:gd name="connsiteX54" fmla="*/ 6999157 w 10678681"/>
              <a:gd name="connsiteY54" fmla="*/ 1055282 h 1342734"/>
              <a:gd name="connsiteX55" fmla="*/ 6981874 w 10678681"/>
              <a:gd name="connsiteY55" fmla="*/ 1053827 h 1342734"/>
              <a:gd name="connsiteX56" fmla="*/ 6976102 w 10678681"/>
              <a:gd name="connsiteY56" fmla="*/ 1047854 h 1342734"/>
              <a:gd name="connsiteX57" fmla="*/ 6951040 w 10678681"/>
              <a:gd name="connsiteY57" fmla="*/ 1048531 h 1342734"/>
              <a:gd name="connsiteX58" fmla="*/ 6948497 w 10678681"/>
              <a:gd name="connsiteY58" fmla="*/ 1050706 h 1342734"/>
              <a:gd name="connsiteX59" fmla="*/ 6926582 w 10678681"/>
              <a:gd name="connsiteY59" fmla="*/ 1043462 h 1342734"/>
              <a:gd name="connsiteX60" fmla="*/ 6833743 w 10678681"/>
              <a:gd name="connsiteY60" fmla="*/ 1027960 h 1342734"/>
              <a:gd name="connsiteX61" fmla="*/ 6687090 w 10678681"/>
              <a:gd name="connsiteY61" fmla="*/ 1063250 h 1342734"/>
              <a:gd name="connsiteX62" fmla="*/ 6431838 w 10678681"/>
              <a:gd name="connsiteY62" fmla="*/ 1063226 h 1342734"/>
              <a:gd name="connsiteX63" fmla="*/ 6327795 w 10678681"/>
              <a:gd name="connsiteY63" fmla="*/ 1088142 h 1342734"/>
              <a:gd name="connsiteX64" fmla="*/ 6136549 w 10678681"/>
              <a:gd name="connsiteY64" fmla="*/ 1100268 h 1342734"/>
              <a:gd name="connsiteX65" fmla="*/ 6004655 w 10678681"/>
              <a:gd name="connsiteY65" fmla="*/ 1114946 h 1342734"/>
              <a:gd name="connsiteX66" fmla="*/ 5936643 w 10678681"/>
              <a:gd name="connsiteY66" fmla="*/ 1095428 h 1342734"/>
              <a:gd name="connsiteX67" fmla="*/ 5912484 w 10678681"/>
              <a:gd name="connsiteY67" fmla="*/ 1112624 h 1342734"/>
              <a:gd name="connsiteX68" fmla="*/ 5908387 w 10678681"/>
              <a:gd name="connsiteY68" fmla="*/ 1116018 h 1342734"/>
              <a:gd name="connsiteX69" fmla="*/ 5890495 w 10678681"/>
              <a:gd name="connsiteY69" fmla="*/ 1120268 h 1342734"/>
              <a:gd name="connsiteX70" fmla="*/ 5887318 w 10678681"/>
              <a:gd name="connsiteY70" fmla="*/ 1133134 h 1342734"/>
              <a:gd name="connsiteX71" fmla="*/ 5861726 w 10678681"/>
              <a:gd name="connsiteY71" fmla="*/ 1147891 h 1342734"/>
              <a:gd name="connsiteX72" fmla="*/ 5805823 w 10678681"/>
              <a:gd name="connsiteY72" fmla="*/ 1152457 h 1342734"/>
              <a:gd name="connsiteX73" fmla="*/ 5689841 w 10678681"/>
              <a:gd name="connsiteY73" fmla="*/ 1176232 h 1342734"/>
              <a:gd name="connsiteX74" fmla="*/ 5605119 w 10678681"/>
              <a:gd name="connsiteY74" fmla="*/ 1190202 h 1342734"/>
              <a:gd name="connsiteX75" fmla="*/ 5488513 w 10678681"/>
              <a:gd name="connsiteY75" fmla="*/ 1205367 h 1342734"/>
              <a:gd name="connsiteX76" fmla="*/ 5402905 w 10678681"/>
              <a:gd name="connsiteY76" fmla="*/ 1241191 h 1342734"/>
              <a:gd name="connsiteX77" fmla="*/ 5285593 w 10678681"/>
              <a:gd name="connsiteY77" fmla="*/ 1273569 h 1342734"/>
              <a:gd name="connsiteX78" fmla="*/ 5192893 w 10678681"/>
              <a:gd name="connsiteY78" fmla="*/ 1247188 h 1342734"/>
              <a:gd name="connsiteX79" fmla="*/ 5186475 w 10678681"/>
              <a:gd name="connsiteY79" fmla="*/ 1257028 h 1342734"/>
              <a:gd name="connsiteX80" fmla="*/ 5126038 w 10678681"/>
              <a:gd name="connsiteY80" fmla="*/ 1263189 h 1342734"/>
              <a:gd name="connsiteX81" fmla="*/ 4894688 w 10678681"/>
              <a:gd name="connsiteY81" fmla="*/ 1247184 h 1342734"/>
              <a:gd name="connsiteX82" fmla="*/ 4788036 w 10678681"/>
              <a:gd name="connsiteY82" fmla="*/ 1238182 h 1342734"/>
              <a:gd name="connsiteX83" fmla="*/ 4747555 w 10678681"/>
              <a:gd name="connsiteY83" fmla="*/ 1252768 h 1342734"/>
              <a:gd name="connsiteX84" fmla="*/ 4679644 w 10678681"/>
              <a:gd name="connsiteY84" fmla="*/ 1276603 h 1342734"/>
              <a:gd name="connsiteX85" fmla="*/ 4632222 w 10678681"/>
              <a:gd name="connsiteY85" fmla="*/ 1318360 h 1342734"/>
              <a:gd name="connsiteX86" fmla="*/ 4578184 w 10678681"/>
              <a:gd name="connsiteY86" fmla="*/ 1326745 h 1342734"/>
              <a:gd name="connsiteX87" fmla="*/ 4564919 w 10678681"/>
              <a:gd name="connsiteY87" fmla="*/ 1325507 h 1342734"/>
              <a:gd name="connsiteX88" fmla="*/ 4566586 w 10678681"/>
              <a:gd name="connsiteY88" fmla="*/ 1316963 h 1342734"/>
              <a:gd name="connsiteX89" fmla="*/ 4556303 w 10678681"/>
              <a:gd name="connsiteY89" fmla="*/ 1300262 h 1342734"/>
              <a:gd name="connsiteX90" fmla="*/ 4502358 w 10678681"/>
              <a:gd name="connsiteY90" fmla="*/ 1302558 h 1342734"/>
              <a:gd name="connsiteX91" fmla="*/ 4498919 w 10678681"/>
              <a:gd name="connsiteY91" fmla="*/ 1312115 h 1342734"/>
              <a:gd name="connsiteX92" fmla="*/ 4492075 w 10678681"/>
              <a:gd name="connsiteY92" fmla="*/ 1313357 h 1342734"/>
              <a:gd name="connsiteX93" fmla="*/ 4487466 w 10678681"/>
              <a:gd name="connsiteY93" fmla="*/ 1304102 h 1342734"/>
              <a:gd name="connsiteX94" fmla="*/ 4398292 w 10678681"/>
              <a:gd name="connsiteY94" fmla="*/ 1278410 h 1342734"/>
              <a:gd name="connsiteX95" fmla="*/ 4306088 w 10678681"/>
              <a:gd name="connsiteY95" fmla="*/ 1282512 h 1342734"/>
              <a:gd name="connsiteX96" fmla="*/ 4188995 w 10678681"/>
              <a:gd name="connsiteY96" fmla="*/ 1296718 h 1342734"/>
              <a:gd name="connsiteX97" fmla="*/ 4136582 w 10678681"/>
              <a:gd name="connsiteY97" fmla="*/ 1287687 h 1342734"/>
              <a:gd name="connsiteX98" fmla="*/ 4064614 w 10678681"/>
              <a:gd name="connsiteY98" fmla="*/ 1296118 h 1342734"/>
              <a:gd name="connsiteX99" fmla="*/ 3900948 w 10678681"/>
              <a:gd name="connsiteY99" fmla="*/ 1322156 h 1342734"/>
              <a:gd name="connsiteX100" fmla="*/ 3787890 w 10678681"/>
              <a:gd name="connsiteY100" fmla="*/ 1322164 h 1342734"/>
              <a:gd name="connsiteX101" fmla="*/ 3745993 w 10678681"/>
              <a:gd name="connsiteY101" fmla="*/ 1342630 h 1342734"/>
              <a:gd name="connsiteX102" fmla="*/ 3675785 w 10678681"/>
              <a:gd name="connsiteY102" fmla="*/ 1326802 h 1342734"/>
              <a:gd name="connsiteX103" fmla="*/ 3623856 w 10678681"/>
              <a:gd name="connsiteY103" fmla="*/ 1290804 h 1342734"/>
              <a:gd name="connsiteX104" fmla="*/ 3564933 w 10678681"/>
              <a:gd name="connsiteY104" fmla="*/ 1287147 h 1342734"/>
              <a:gd name="connsiteX105" fmla="*/ 3550537 w 10678681"/>
              <a:gd name="connsiteY105" fmla="*/ 1317552 h 1342734"/>
              <a:gd name="connsiteX106" fmla="*/ 3487736 w 10678681"/>
              <a:gd name="connsiteY106" fmla="*/ 1303493 h 1342734"/>
              <a:gd name="connsiteX107" fmla="*/ 3392548 w 10678681"/>
              <a:gd name="connsiteY107" fmla="*/ 1278741 h 1342734"/>
              <a:gd name="connsiteX108" fmla="*/ 3337466 w 10678681"/>
              <a:gd name="connsiteY108" fmla="*/ 1272537 h 1342734"/>
              <a:gd name="connsiteX109" fmla="*/ 3175981 w 10678681"/>
              <a:gd name="connsiteY109" fmla="*/ 1208973 h 1342734"/>
              <a:gd name="connsiteX110" fmla="*/ 3036856 w 10678681"/>
              <a:gd name="connsiteY110" fmla="*/ 1214383 h 1342734"/>
              <a:gd name="connsiteX111" fmla="*/ 2824973 w 10678681"/>
              <a:gd name="connsiteY111" fmla="*/ 1134864 h 1342734"/>
              <a:gd name="connsiteX112" fmla="*/ 2804398 w 10678681"/>
              <a:gd name="connsiteY112" fmla="*/ 1125556 h 1342734"/>
              <a:gd name="connsiteX113" fmla="*/ 2736109 w 10678681"/>
              <a:gd name="connsiteY113" fmla="*/ 1137717 h 1342734"/>
              <a:gd name="connsiteX114" fmla="*/ 2659096 w 10678681"/>
              <a:gd name="connsiteY114" fmla="*/ 1150294 h 1342734"/>
              <a:gd name="connsiteX115" fmla="*/ 2567088 w 10678681"/>
              <a:gd name="connsiteY115" fmla="*/ 1181781 h 1342734"/>
              <a:gd name="connsiteX116" fmla="*/ 2454501 w 10678681"/>
              <a:gd name="connsiteY116" fmla="*/ 1155455 h 1342734"/>
              <a:gd name="connsiteX117" fmla="*/ 2385161 w 10678681"/>
              <a:gd name="connsiteY117" fmla="*/ 1161312 h 1342734"/>
              <a:gd name="connsiteX118" fmla="*/ 2273361 w 10678681"/>
              <a:gd name="connsiteY118" fmla="*/ 1134090 h 1342734"/>
              <a:gd name="connsiteX119" fmla="*/ 2132003 w 10678681"/>
              <a:gd name="connsiteY119" fmla="*/ 1139225 h 1342734"/>
              <a:gd name="connsiteX120" fmla="*/ 2041224 w 10678681"/>
              <a:gd name="connsiteY120" fmla="*/ 1147536 h 1342734"/>
              <a:gd name="connsiteX121" fmla="*/ 2010157 w 10678681"/>
              <a:gd name="connsiteY121" fmla="*/ 1152767 h 1342734"/>
              <a:gd name="connsiteX122" fmla="*/ 1859213 w 10678681"/>
              <a:gd name="connsiteY122" fmla="*/ 1199540 h 1342734"/>
              <a:gd name="connsiteX123" fmla="*/ 1735877 w 10678681"/>
              <a:gd name="connsiteY123" fmla="*/ 1246527 h 1342734"/>
              <a:gd name="connsiteX124" fmla="*/ 1705069 w 10678681"/>
              <a:gd name="connsiteY124" fmla="*/ 1251989 h 1342734"/>
              <a:gd name="connsiteX125" fmla="*/ 1307888 w 10678681"/>
              <a:gd name="connsiteY125" fmla="*/ 1283156 h 1342734"/>
              <a:gd name="connsiteX126" fmla="*/ 1220734 w 10678681"/>
              <a:gd name="connsiteY126" fmla="*/ 1257811 h 1342734"/>
              <a:gd name="connsiteX127" fmla="*/ 1021737 w 10678681"/>
              <a:gd name="connsiteY127" fmla="*/ 1238739 h 1342734"/>
              <a:gd name="connsiteX128" fmla="*/ 959820 w 10678681"/>
              <a:gd name="connsiteY128" fmla="*/ 1275863 h 1342734"/>
              <a:gd name="connsiteX129" fmla="*/ 929137 w 10678681"/>
              <a:gd name="connsiteY129" fmla="*/ 1273957 h 1342734"/>
              <a:gd name="connsiteX130" fmla="*/ 878849 w 10678681"/>
              <a:gd name="connsiteY130" fmla="*/ 1266740 h 1342734"/>
              <a:gd name="connsiteX131" fmla="*/ 800667 w 10678681"/>
              <a:gd name="connsiteY131" fmla="*/ 1282041 h 1342734"/>
              <a:gd name="connsiteX132" fmla="*/ 644906 w 10678681"/>
              <a:gd name="connsiteY132" fmla="*/ 1273685 h 1342734"/>
              <a:gd name="connsiteX133" fmla="*/ 379869 w 10678681"/>
              <a:gd name="connsiteY133" fmla="*/ 1339165 h 1342734"/>
              <a:gd name="connsiteX134" fmla="*/ 137696 w 10678681"/>
              <a:gd name="connsiteY134" fmla="*/ 1319217 h 1342734"/>
              <a:gd name="connsiteX135" fmla="*/ 54250 w 10678681"/>
              <a:gd name="connsiteY135" fmla="*/ 1315838 h 1342734"/>
              <a:gd name="connsiteX136" fmla="*/ 28042 w 10678681"/>
              <a:gd name="connsiteY136" fmla="*/ 1297822 h 1342734"/>
              <a:gd name="connsiteX137" fmla="*/ 0 w 10678681"/>
              <a:gd name="connsiteY137" fmla="*/ 1294612 h 1342734"/>
              <a:gd name="connsiteX138" fmla="*/ 0 w 10678681"/>
              <a:gd name="connsiteY138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6219 w 10678681"/>
              <a:gd name="connsiteY4" fmla="*/ 45588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41159 w 10678681"/>
              <a:gd name="connsiteY8" fmla="*/ 103824 h 1342734"/>
              <a:gd name="connsiteX9" fmla="*/ 10244930 w 10678681"/>
              <a:gd name="connsiteY9" fmla="*/ 9459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9929077 w 10678681"/>
              <a:gd name="connsiteY13" fmla="*/ 209062 h 1342734"/>
              <a:gd name="connsiteX14" fmla="*/ 9840045 w 10678681"/>
              <a:gd name="connsiteY14" fmla="*/ 223033 h 1342734"/>
              <a:gd name="connsiteX15" fmla="*/ 9679639 w 10678681"/>
              <a:gd name="connsiteY15" fmla="*/ 247182 h 1342734"/>
              <a:gd name="connsiteX16" fmla="*/ 9498347 w 10678681"/>
              <a:gd name="connsiteY16" fmla="*/ 244723 h 1342734"/>
              <a:gd name="connsiteX17" fmla="*/ 9366026 w 10678681"/>
              <a:gd name="connsiteY17" fmla="*/ 299024 h 1342734"/>
              <a:gd name="connsiteX18" fmla="*/ 9316702 w 10678681"/>
              <a:gd name="connsiteY18" fmla="*/ 356523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276883 w 10678681"/>
              <a:gd name="connsiteY30" fmla="*/ 588214 h 1342734"/>
              <a:gd name="connsiteX31" fmla="*/ 8086698 w 10678681"/>
              <a:gd name="connsiteY31" fmla="*/ 605185 h 1342734"/>
              <a:gd name="connsiteX32" fmla="*/ 7982378 w 10678681"/>
              <a:gd name="connsiteY32" fmla="*/ 629799 h 1342734"/>
              <a:gd name="connsiteX33" fmla="*/ 7947952 w 10678681"/>
              <a:gd name="connsiteY33" fmla="*/ 648003 h 1342734"/>
              <a:gd name="connsiteX34" fmla="*/ 7890112 w 10678681"/>
              <a:gd name="connsiteY34" fmla="*/ 677915 h 1342734"/>
              <a:gd name="connsiteX35" fmla="*/ 7853284 w 10678681"/>
              <a:gd name="connsiteY35" fmla="*/ 723588 h 1342734"/>
              <a:gd name="connsiteX36" fmla="*/ 7802383 w 10678681"/>
              <a:gd name="connsiteY36" fmla="*/ 739359 h 1342734"/>
              <a:gd name="connsiteX37" fmla="*/ 7730518 w 10678681"/>
              <a:gd name="connsiteY37" fmla="*/ 739526 h 1342734"/>
              <a:gd name="connsiteX38" fmla="*/ 7720084 w 10678681"/>
              <a:gd name="connsiteY38" fmla="*/ 760750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58094 w 10678681"/>
              <a:gd name="connsiteY45" fmla="*/ 990679 h 1342734"/>
              <a:gd name="connsiteX46" fmla="*/ 7257893 w 10678681"/>
              <a:gd name="connsiteY46" fmla="*/ 991204 h 1342734"/>
              <a:gd name="connsiteX47" fmla="*/ 7247153 w 10678681"/>
              <a:gd name="connsiteY47" fmla="*/ 991550 h 1342734"/>
              <a:gd name="connsiteX48" fmla="*/ 7193612 w 10678681"/>
              <a:gd name="connsiteY48" fmla="*/ 987042 h 1342734"/>
              <a:gd name="connsiteX49" fmla="*/ 7132632 w 10678681"/>
              <a:gd name="connsiteY49" fmla="*/ 1042036 h 1342734"/>
              <a:gd name="connsiteX50" fmla="*/ 7105610 w 10678681"/>
              <a:gd name="connsiteY50" fmla="*/ 1053537 h 1342734"/>
              <a:gd name="connsiteX51" fmla="*/ 7069148 w 10678681"/>
              <a:gd name="connsiteY51" fmla="*/ 1047163 h 1342734"/>
              <a:gd name="connsiteX52" fmla="*/ 7039634 w 10678681"/>
              <a:gd name="connsiteY52" fmla="*/ 1059971 h 1342734"/>
              <a:gd name="connsiteX53" fmla="*/ 7033445 w 10678681"/>
              <a:gd name="connsiteY53" fmla="*/ 1063314 h 1342734"/>
              <a:gd name="connsiteX54" fmla="*/ 6999157 w 10678681"/>
              <a:gd name="connsiteY54" fmla="*/ 1055282 h 1342734"/>
              <a:gd name="connsiteX55" fmla="*/ 6981874 w 10678681"/>
              <a:gd name="connsiteY55" fmla="*/ 1053827 h 1342734"/>
              <a:gd name="connsiteX56" fmla="*/ 6976102 w 10678681"/>
              <a:gd name="connsiteY56" fmla="*/ 1047854 h 1342734"/>
              <a:gd name="connsiteX57" fmla="*/ 6951040 w 10678681"/>
              <a:gd name="connsiteY57" fmla="*/ 1048531 h 1342734"/>
              <a:gd name="connsiteX58" fmla="*/ 6948497 w 10678681"/>
              <a:gd name="connsiteY58" fmla="*/ 1050706 h 1342734"/>
              <a:gd name="connsiteX59" fmla="*/ 6926582 w 10678681"/>
              <a:gd name="connsiteY59" fmla="*/ 1043462 h 1342734"/>
              <a:gd name="connsiteX60" fmla="*/ 6833743 w 10678681"/>
              <a:gd name="connsiteY60" fmla="*/ 1027960 h 1342734"/>
              <a:gd name="connsiteX61" fmla="*/ 6687090 w 10678681"/>
              <a:gd name="connsiteY61" fmla="*/ 1063250 h 1342734"/>
              <a:gd name="connsiteX62" fmla="*/ 6431838 w 10678681"/>
              <a:gd name="connsiteY62" fmla="*/ 1063226 h 1342734"/>
              <a:gd name="connsiteX63" fmla="*/ 6327795 w 10678681"/>
              <a:gd name="connsiteY63" fmla="*/ 1088142 h 1342734"/>
              <a:gd name="connsiteX64" fmla="*/ 6136549 w 10678681"/>
              <a:gd name="connsiteY64" fmla="*/ 1100268 h 1342734"/>
              <a:gd name="connsiteX65" fmla="*/ 6004655 w 10678681"/>
              <a:gd name="connsiteY65" fmla="*/ 1114946 h 1342734"/>
              <a:gd name="connsiteX66" fmla="*/ 5936643 w 10678681"/>
              <a:gd name="connsiteY66" fmla="*/ 1095428 h 1342734"/>
              <a:gd name="connsiteX67" fmla="*/ 5912484 w 10678681"/>
              <a:gd name="connsiteY67" fmla="*/ 1112624 h 1342734"/>
              <a:gd name="connsiteX68" fmla="*/ 5908387 w 10678681"/>
              <a:gd name="connsiteY68" fmla="*/ 1116018 h 1342734"/>
              <a:gd name="connsiteX69" fmla="*/ 5890495 w 10678681"/>
              <a:gd name="connsiteY69" fmla="*/ 1120268 h 1342734"/>
              <a:gd name="connsiteX70" fmla="*/ 5887318 w 10678681"/>
              <a:gd name="connsiteY70" fmla="*/ 1133134 h 1342734"/>
              <a:gd name="connsiteX71" fmla="*/ 5861726 w 10678681"/>
              <a:gd name="connsiteY71" fmla="*/ 1147891 h 1342734"/>
              <a:gd name="connsiteX72" fmla="*/ 5805823 w 10678681"/>
              <a:gd name="connsiteY72" fmla="*/ 1152457 h 1342734"/>
              <a:gd name="connsiteX73" fmla="*/ 5689841 w 10678681"/>
              <a:gd name="connsiteY73" fmla="*/ 1176232 h 1342734"/>
              <a:gd name="connsiteX74" fmla="*/ 5605119 w 10678681"/>
              <a:gd name="connsiteY74" fmla="*/ 1190202 h 1342734"/>
              <a:gd name="connsiteX75" fmla="*/ 5488513 w 10678681"/>
              <a:gd name="connsiteY75" fmla="*/ 1205367 h 1342734"/>
              <a:gd name="connsiteX76" fmla="*/ 5402905 w 10678681"/>
              <a:gd name="connsiteY76" fmla="*/ 1241191 h 1342734"/>
              <a:gd name="connsiteX77" fmla="*/ 5285593 w 10678681"/>
              <a:gd name="connsiteY77" fmla="*/ 1273569 h 1342734"/>
              <a:gd name="connsiteX78" fmla="*/ 5192893 w 10678681"/>
              <a:gd name="connsiteY78" fmla="*/ 1247188 h 1342734"/>
              <a:gd name="connsiteX79" fmla="*/ 5186475 w 10678681"/>
              <a:gd name="connsiteY79" fmla="*/ 1257028 h 1342734"/>
              <a:gd name="connsiteX80" fmla="*/ 5126038 w 10678681"/>
              <a:gd name="connsiteY80" fmla="*/ 1263189 h 1342734"/>
              <a:gd name="connsiteX81" fmla="*/ 4894688 w 10678681"/>
              <a:gd name="connsiteY81" fmla="*/ 1247184 h 1342734"/>
              <a:gd name="connsiteX82" fmla="*/ 4788036 w 10678681"/>
              <a:gd name="connsiteY82" fmla="*/ 1238182 h 1342734"/>
              <a:gd name="connsiteX83" fmla="*/ 4747555 w 10678681"/>
              <a:gd name="connsiteY83" fmla="*/ 1252768 h 1342734"/>
              <a:gd name="connsiteX84" fmla="*/ 4679644 w 10678681"/>
              <a:gd name="connsiteY84" fmla="*/ 1276603 h 1342734"/>
              <a:gd name="connsiteX85" fmla="*/ 4578184 w 10678681"/>
              <a:gd name="connsiteY85" fmla="*/ 1326745 h 1342734"/>
              <a:gd name="connsiteX86" fmla="*/ 4564919 w 10678681"/>
              <a:gd name="connsiteY86" fmla="*/ 1325507 h 1342734"/>
              <a:gd name="connsiteX87" fmla="*/ 4566586 w 10678681"/>
              <a:gd name="connsiteY87" fmla="*/ 1316963 h 1342734"/>
              <a:gd name="connsiteX88" fmla="*/ 4556303 w 10678681"/>
              <a:gd name="connsiteY88" fmla="*/ 1300262 h 1342734"/>
              <a:gd name="connsiteX89" fmla="*/ 4502358 w 10678681"/>
              <a:gd name="connsiteY89" fmla="*/ 1302558 h 1342734"/>
              <a:gd name="connsiteX90" fmla="*/ 4498919 w 10678681"/>
              <a:gd name="connsiteY90" fmla="*/ 1312115 h 1342734"/>
              <a:gd name="connsiteX91" fmla="*/ 4492075 w 10678681"/>
              <a:gd name="connsiteY91" fmla="*/ 1313357 h 1342734"/>
              <a:gd name="connsiteX92" fmla="*/ 4487466 w 10678681"/>
              <a:gd name="connsiteY92" fmla="*/ 1304102 h 1342734"/>
              <a:gd name="connsiteX93" fmla="*/ 4398292 w 10678681"/>
              <a:gd name="connsiteY93" fmla="*/ 1278410 h 1342734"/>
              <a:gd name="connsiteX94" fmla="*/ 4306088 w 10678681"/>
              <a:gd name="connsiteY94" fmla="*/ 1282512 h 1342734"/>
              <a:gd name="connsiteX95" fmla="*/ 4188995 w 10678681"/>
              <a:gd name="connsiteY95" fmla="*/ 1296718 h 1342734"/>
              <a:gd name="connsiteX96" fmla="*/ 4136582 w 10678681"/>
              <a:gd name="connsiteY96" fmla="*/ 1287687 h 1342734"/>
              <a:gd name="connsiteX97" fmla="*/ 4064614 w 10678681"/>
              <a:gd name="connsiteY97" fmla="*/ 1296118 h 1342734"/>
              <a:gd name="connsiteX98" fmla="*/ 3900948 w 10678681"/>
              <a:gd name="connsiteY98" fmla="*/ 1322156 h 1342734"/>
              <a:gd name="connsiteX99" fmla="*/ 3787890 w 10678681"/>
              <a:gd name="connsiteY99" fmla="*/ 1322164 h 1342734"/>
              <a:gd name="connsiteX100" fmla="*/ 3745993 w 10678681"/>
              <a:gd name="connsiteY100" fmla="*/ 1342630 h 1342734"/>
              <a:gd name="connsiteX101" fmla="*/ 3675785 w 10678681"/>
              <a:gd name="connsiteY101" fmla="*/ 1326802 h 1342734"/>
              <a:gd name="connsiteX102" fmla="*/ 3623856 w 10678681"/>
              <a:gd name="connsiteY102" fmla="*/ 1290804 h 1342734"/>
              <a:gd name="connsiteX103" fmla="*/ 3564933 w 10678681"/>
              <a:gd name="connsiteY103" fmla="*/ 1287147 h 1342734"/>
              <a:gd name="connsiteX104" fmla="*/ 3550537 w 10678681"/>
              <a:gd name="connsiteY104" fmla="*/ 1317552 h 1342734"/>
              <a:gd name="connsiteX105" fmla="*/ 3487736 w 10678681"/>
              <a:gd name="connsiteY105" fmla="*/ 1303493 h 1342734"/>
              <a:gd name="connsiteX106" fmla="*/ 3392548 w 10678681"/>
              <a:gd name="connsiteY106" fmla="*/ 1278741 h 1342734"/>
              <a:gd name="connsiteX107" fmla="*/ 3337466 w 10678681"/>
              <a:gd name="connsiteY107" fmla="*/ 1272537 h 1342734"/>
              <a:gd name="connsiteX108" fmla="*/ 3175981 w 10678681"/>
              <a:gd name="connsiteY108" fmla="*/ 1208973 h 1342734"/>
              <a:gd name="connsiteX109" fmla="*/ 3036856 w 10678681"/>
              <a:gd name="connsiteY109" fmla="*/ 1214383 h 1342734"/>
              <a:gd name="connsiteX110" fmla="*/ 2824973 w 10678681"/>
              <a:gd name="connsiteY110" fmla="*/ 1134864 h 1342734"/>
              <a:gd name="connsiteX111" fmla="*/ 2804398 w 10678681"/>
              <a:gd name="connsiteY111" fmla="*/ 1125556 h 1342734"/>
              <a:gd name="connsiteX112" fmla="*/ 2736109 w 10678681"/>
              <a:gd name="connsiteY112" fmla="*/ 1137717 h 1342734"/>
              <a:gd name="connsiteX113" fmla="*/ 2659096 w 10678681"/>
              <a:gd name="connsiteY113" fmla="*/ 1150294 h 1342734"/>
              <a:gd name="connsiteX114" fmla="*/ 2567088 w 10678681"/>
              <a:gd name="connsiteY114" fmla="*/ 1181781 h 1342734"/>
              <a:gd name="connsiteX115" fmla="*/ 2454501 w 10678681"/>
              <a:gd name="connsiteY115" fmla="*/ 1155455 h 1342734"/>
              <a:gd name="connsiteX116" fmla="*/ 2385161 w 10678681"/>
              <a:gd name="connsiteY116" fmla="*/ 1161312 h 1342734"/>
              <a:gd name="connsiteX117" fmla="*/ 2273361 w 10678681"/>
              <a:gd name="connsiteY117" fmla="*/ 1134090 h 1342734"/>
              <a:gd name="connsiteX118" fmla="*/ 2132003 w 10678681"/>
              <a:gd name="connsiteY118" fmla="*/ 1139225 h 1342734"/>
              <a:gd name="connsiteX119" fmla="*/ 2041224 w 10678681"/>
              <a:gd name="connsiteY119" fmla="*/ 1147536 h 1342734"/>
              <a:gd name="connsiteX120" fmla="*/ 2010157 w 10678681"/>
              <a:gd name="connsiteY120" fmla="*/ 1152767 h 1342734"/>
              <a:gd name="connsiteX121" fmla="*/ 1859213 w 10678681"/>
              <a:gd name="connsiteY121" fmla="*/ 1199540 h 1342734"/>
              <a:gd name="connsiteX122" fmla="*/ 1735877 w 10678681"/>
              <a:gd name="connsiteY122" fmla="*/ 1246527 h 1342734"/>
              <a:gd name="connsiteX123" fmla="*/ 1705069 w 10678681"/>
              <a:gd name="connsiteY123" fmla="*/ 1251989 h 1342734"/>
              <a:gd name="connsiteX124" fmla="*/ 1307888 w 10678681"/>
              <a:gd name="connsiteY124" fmla="*/ 1283156 h 1342734"/>
              <a:gd name="connsiteX125" fmla="*/ 1220734 w 10678681"/>
              <a:gd name="connsiteY125" fmla="*/ 1257811 h 1342734"/>
              <a:gd name="connsiteX126" fmla="*/ 1021737 w 10678681"/>
              <a:gd name="connsiteY126" fmla="*/ 1238739 h 1342734"/>
              <a:gd name="connsiteX127" fmla="*/ 959820 w 10678681"/>
              <a:gd name="connsiteY127" fmla="*/ 1275863 h 1342734"/>
              <a:gd name="connsiteX128" fmla="*/ 929137 w 10678681"/>
              <a:gd name="connsiteY128" fmla="*/ 1273957 h 1342734"/>
              <a:gd name="connsiteX129" fmla="*/ 878849 w 10678681"/>
              <a:gd name="connsiteY129" fmla="*/ 1266740 h 1342734"/>
              <a:gd name="connsiteX130" fmla="*/ 800667 w 10678681"/>
              <a:gd name="connsiteY130" fmla="*/ 1282041 h 1342734"/>
              <a:gd name="connsiteX131" fmla="*/ 644906 w 10678681"/>
              <a:gd name="connsiteY131" fmla="*/ 1273685 h 1342734"/>
              <a:gd name="connsiteX132" fmla="*/ 379869 w 10678681"/>
              <a:gd name="connsiteY132" fmla="*/ 1339165 h 1342734"/>
              <a:gd name="connsiteX133" fmla="*/ 137696 w 10678681"/>
              <a:gd name="connsiteY133" fmla="*/ 1319217 h 1342734"/>
              <a:gd name="connsiteX134" fmla="*/ 54250 w 10678681"/>
              <a:gd name="connsiteY134" fmla="*/ 1315838 h 1342734"/>
              <a:gd name="connsiteX135" fmla="*/ 28042 w 10678681"/>
              <a:gd name="connsiteY135" fmla="*/ 1297822 h 1342734"/>
              <a:gd name="connsiteX136" fmla="*/ 0 w 10678681"/>
              <a:gd name="connsiteY136" fmla="*/ 1294612 h 1342734"/>
              <a:gd name="connsiteX137" fmla="*/ 0 w 10678681"/>
              <a:gd name="connsiteY137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6219 w 10678681"/>
              <a:gd name="connsiteY4" fmla="*/ 45588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41159 w 10678681"/>
              <a:gd name="connsiteY8" fmla="*/ 103824 h 1342734"/>
              <a:gd name="connsiteX9" fmla="*/ 10244930 w 10678681"/>
              <a:gd name="connsiteY9" fmla="*/ 9459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9929077 w 10678681"/>
              <a:gd name="connsiteY13" fmla="*/ 209062 h 1342734"/>
              <a:gd name="connsiteX14" fmla="*/ 9840045 w 10678681"/>
              <a:gd name="connsiteY14" fmla="*/ 223033 h 1342734"/>
              <a:gd name="connsiteX15" fmla="*/ 9679639 w 10678681"/>
              <a:gd name="connsiteY15" fmla="*/ 247182 h 1342734"/>
              <a:gd name="connsiteX16" fmla="*/ 9498347 w 10678681"/>
              <a:gd name="connsiteY16" fmla="*/ 244723 h 1342734"/>
              <a:gd name="connsiteX17" fmla="*/ 9366026 w 10678681"/>
              <a:gd name="connsiteY17" fmla="*/ 299024 h 1342734"/>
              <a:gd name="connsiteX18" fmla="*/ 9316702 w 10678681"/>
              <a:gd name="connsiteY18" fmla="*/ 356523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276883 w 10678681"/>
              <a:gd name="connsiteY30" fmla="*/ 588214 h 1342734"/>
              <a:gd name="connsiteX31" fmla="*/ 8086698 w 10678681"/>
              <a:gd name="connsiteY31" fmla="*/ 605185 h 1342734"/>
              <a:gd name="connsiteX32" fmla="*/ 7982378 w 10678681"/>
              <a:gd name="connsiteY32" fmla="*/ 629799 h 1342734"/>
              <a:gd name="connsiteX33" fmla="*/ 7947952 w 10678681"/>
              <a:gd name="connsiteY33" fmla="*/ 648003 h 1342734"/>
              <a:gd name="connsiteX34" fmla="*/ 7890112 w 10678681"/>
              <a:gd name="connsiteY34" fmla="*/ 677915 h 1342734"/>
              <a:gd name="connsiteX35" fmla="*/ 7853284 w 10678681"/>
              <a:gd name="connsiteY35" fmla="*/ 723588 h 1342734"/>
              <a:gd name="connsiteX36" fmla="*/ 7802383 w 10678681"/>
              <a:gd name="connsiteY36" fmla="*/ 739359 h 1342734"/>
              <a:gd name="connsiteX37" fmla="*/ 7730518 w 10678681"/>
              <a:gd name="connsiteY37" fmla="*/ 739526 h 1342734"/>
              <a:gd name="connsiteX38" fmla="*/ 7720084 w 10678681"/>
              <a:gd name="connsiteY38" fmla="*/ 760750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58094 w 10678681"/>
              <a:gd name="connsiteY45" fmla="*/ 990679 h 1342734"/>
              <a:gd name="connsiteX46" fmla="*/ 7257893 w 10678681"/>
              <a:gd name="connsiteY46" fmla="*/ 991204 h 1342734"/>
              <a:gd name="connsiteX47" fmla="*/ 7247153 w 10678681"/>
              <a:gd name="connsiteY47" fmla="*/ 991550 h 1342734"/>
              <a:gd name="connsiteX48" fmla="*/ 7193612 w 10678681"/>
              <a:gd name="connsiteY48" fmla="*/ 987042 h 1342734"/>
              <a:gd name="connsiteX49" fmla="*/ 7132632 w 10678681"/>
              <a:gd name="connsiteY49" fmla="*/ 1042036 h 1342734"/>
              <a:gd name="connsiteX50" fmla="*/ 7105610 w 10678681"/>
              <a:gd name="connsiteY50" fmla="*/ 1053537 h 1342734"/>
              <a:gd name="connsiteX51" fmla="*/ 7069148 w 10678681"/>
              <a:gd name="connsiteY51" fmla="*/ 1047163 h 1342734"/>
              <a:gd name="connsiteX52" fmla="*/ 7039634 w 10678681"/>
              <a:gd name="connsiteY52" fmla="*/ 1059971 h 1342734"/>
              <a:gd name="connsiteX53" fmla="*/ 7033445 w 10678681"/>
              <a:gd name="connsiteY53" fmla="*/ 1063314 h 1342734"/>
              <a:gd name="connsiteX54" fmla="*/ 6999157 w 10678681"/>
              <a:gd name="connsiteY54" fmla="*/ 1055282 h 1342734"/>
              <a:gd name="connsiteX55" fmla="*/ 6981874 w 10678681"/>
              <a:gd name="connsiteY55" fmla="*/ 1053827 h 1342734"/>
              <a:gd name="connsiteX56" fmla="*/ 6976102 w 10678681"/>
              <a:gd name="connsiteY56" fmla="*/ 1047854 h 1342734"/>
              <a:gd name="connsiteX57" fmla="*/ 6951040 w 10678681"/>
              <a:gd name="connsiteY57" fmla="*/ 1048531 h 1342734"/>
              <a:gd name="connsiteX58" fmla="*/ 6948497 w 10678681"/>
              <a:gd name="connsiteY58" fmla="*/ 1050706 h 1342734"/>
              <a:gd name="connsiteX59" fmla="*/ 6926582 w 10678681"/>
              <a:gd name="connsiteY59" fmla="*/ 1043462 h 1342734"/>
              <a:gd name="connsiteX60" fmla="*/ 6833743 w 10678681"/>
              <a:gd name="connsiteY60" fmla="*/ 1027960 h 1342734"/>
              <a:gd name="connsiteX61" fmla="*/ 6687090 w 10678681"/>
              <a:gd name="connsiteY61" fmla="*/ 1063250 h 1342734"/>
              <a:gd name="connsiteX62" fmla="*/ 6431838 w 10678681"/>
              <a:gd name="connsiteY62" fmla="*/ 1063226 h 1342734"/>
              <a:gd name="connsiteX63" fmla="*/ 6327795 w 10678681"/>
              <a:gd name="connsiteY63" fmla="*/ 1088142 h 1342734"/>
              <a:gd name="connsiteX64" fmla="*/ 6136549 w 10678681"/>
              <a:gd name="connsiteY64" fmla="*/ 1100268 h 1342734"/>
              <a:gd name="connsiteX65" fmla="*/ 6004655 w 10678681"/>
              <a:gd name="connsiteY65" fmla="*/ 1114946 h 1342734"/>
              <a:gd name="connsiteX66" fmla="*/ 5936643 w 10678681"/>
              <a:gd name="connsiteY66" fmla="*/ 1095428 h 1342734"/>
              <a:gd name="connsiteX67" fmla="*/ 5912484 w 10678681"/>
              <a:gd name="connsiteY67" fmla="*/ 1112624 h 1342734"/>
              <a:gd name="connsiteX68" fmla="*/ 5908387 w 10678681"/>
              <a:gd name="connsiteY68" fmla="*/ 1116018 h 1342734"/>
              <a:gd name="connsiteX69" fmla="*/ 5890495 w 10678681"/>
              <a:gd name="connsiteY69" fmla="*/ 1120268 h 1342734"/>
              <a:gd name="connsiteX70" fmla="*/ 5887318 w 10678681"/>
              <a:gd name="connsiteY70" fmla="*/ 1133134 h 1342734"/>
              <a:gd name="connsiteX71" fmla="*/ 5861726 w 10678681"/>
              <a:gd name="connsiteY71" fmla="*/ 1147891 h 1342734"/>
              <a:gd name="connsiteX72" fmla="*/ 5805823 w 10678681"/>
              <a:gd name="connsiteY72" fmla="*/ 1152457 h 1342734"/>
              <a:gd name="connsiteX73" fmla="*/ 5689841 w 10678681"/>
              <a:gd name="connsiteY73" fmla="*/ 1176232 h 1342734"/>
              <a:gd name="connsiteX74" fmla="*/ 5605119 w 10678681"/>
              <a:gd name="connsiteY74" fmla="*/ 1190202 h 1342734"/>
              <a:gd name="connsiteX75" fmla="*/ 5488513 w 10678681"/>
              <a:gd name="connsiteY75" fmla="*/ 1205367 h 1342734"/>
              <a:gd name="connsiteX76" fmla="*/ 5402905 w 10678681"/>
              <a:gd name="connsiteY76" fmla="*/ 1241191 h 1342734"/>
              <a:gd name="connsiteX77" fmla="*/ 5285593 w 10678681"/>
              <a:gd name="connsiteY77" fmla="*/ 1273569 h 1342734"/>
              <a:gd name="connsiteX78" fmla="*/ 5192893 w 10678681"/>
              <a:gd name="connsiteY78" fmla="*/ 1247188 h 1342734"/>
              <a:gd name="connsiteX79" fmla="*/ 5186475 w 10678681"/>
              <a:gd name="connsiteY79" fmla="*/ 1257028 h 1342734"/>
              <a:gd name="connsiteX80" fmla="*/ 5126038 w 10678681"/>
              <a:gd name="connsiteY80" fmla="*/ 1263189 h 1342734"/>
              <a:gd name="connsiteX81" fmla="*/ 4894688 w 10678681"/>
              <a:gd name="connsiteY81" fmla="*/ 1247184 h 1342734"/>
              <a:gd name="connsiteX82" fmla="*/ 4788036 w 10678681"/>
              <a:gd name="connsiteY82" fmla="*/ 1238182 h 1342734"/>
              <a:gd name="connsiteX83" fmla="*/ 4747555 w 10678681"/>
              <a:gd name="connsiteY83" fmla="*/ 1252768 h 1342734"/>
              <a:gd name="connsiteX84" fmla="*/ 4679644 w 10678681"/>
              <a:gd name="connsiteY84" fmla="*/ 1276603 h 1342734"/>
              <a:gd name="connsiteX85" fmla="*/ 4617473 w 10678681"/>
              <a:gd name="connsiteY85" fmla="*/ 1296467 h 1342734"/>
              <a:gd name="connsiteX86" fmla="*/ 4564919 w 10678681"/>
              <a:gd name="connsiteY86" fmla="*/ 1325507 h 1342734"/>
              <a:gd name="connsiteX87" fmla="*/ 4566586 w 10678681"/>
              <a:gd name="connsiteY87" fmla="*/ 1316963 h 1342734"/>
              <a:gd name="connsiteX88" fmla="*/ 4556303 w 10678681"/>
              <a:gd name="connsiteY88" fmla="*/ 1300262 h 1342734"/>
              <a:gd name="connsiteX89" fmla="*/ 4502358 w 10678681"/>
              <a:gd name="connsiteY89" fmla="*/ 1302558 h 1342734"/>
              <a:gd name="connsiteX90" fmla="*/ 4498919 w 10678681"/>
              <a:gd name="connsiteY90" fmla="*/ 1312115 h 1342734"/>
              <a:gd name="connsiteX91" fmla="*/ 4492075 w 10678681"/>
              <a:gd name="connsiteY91" fmla="*/ 1313357 h 1342734"/>
              <a:gd name="connsiteX92" fmla="*/ 4487466 w 10678681"/>
              <a:gd name="connsiteY92" fmla="*/ 1304102 h 1342734"/>
              <a:gd name="connsiteX93" fmla="*/ 4398292 w 10678681"/>
              <a:gd name="connsiteY93" fmla="*/ 1278410 h 1342734"/>
              <a:gd name="connsiteX94" fmla="*/ 4306088 w 10678681"/>
              <a:gd name="connsiteY94" fmla="*/ 1282512 h 1342734"/>
              <a:gd name="connsiteX95" fmla="*/ 4188995 w 10678681"/>
              <a:gd name="connsiteY95" fmla="*/ 1296718 h 1342734"/>
              <a:gd name="connsiteX96" fmla="*/ 4136582 w 10678681"/>
              <a:gd name="connsiteY96" fmla="*/ 1287687 h 1342734"/>
              <a:gd name="connsiteX97" fmla="*/ 4064614 w 10678681"/>
              <a:gd name="connsiteY97" fmla="*/ 1296118 h 1342734"/>
              <a:gd name="connsiteX98" fmla="*/ 3900948 w 10678681"/>
              <a:gd name="connsiteY98" fmla="*/ 1322156 h 1342734"/>
              <a:gd name="connsiteX99" fmla="*/ 3787890 w 10678681"/>
              <a:gd name="connsiteY99" fmla="*/ 1322164 h 1342734"/>
              <a:gd name="connsiteX100" fmla="*/ 3745993 w 10678681"/>
              <a:gd name="connsiteY100" fmla="*/ 1342630 h 1342734"/>
              <a:gd name="connsiteX101" fmla="*/ 3675785 w 10678681"/>
              <a:gd name="connsiteY101" fmla="*/ 1326802 h 1342734"/>
              <a:gd name="connsiteX102" fmla="*/ 3623856 w 10678681"/>
              <a:gd name="connsiteY102" fmla="*/ 1290804 h 1342734"/>
              <a:gd name="connsiteX103" fmla="*/ 3564933 w 10678681"/>
              <a:gd name="connsiteY103" fmla="*/ 1287147 h 1342734"/>
              <a:gd name="connsiteX104" fmla="*/ 3550537 w 10678681"/>
              <a:gd name="connsiteY104" fmla="*/ 1317552 h 1342734"/>
              <a:gd name="connsiteX105" fmla="*/ 3487736 w 10678681"/>
              <a:gd name="connsiteY105" fmla="*/ 1303493 h 1342734"/>
              <a:gd name="connsiteX106" fmla="*/ 3392548 w 10678681"/>
              <a:gd name="connsiteY106" fmla="*/ 1278741 h 1342734"/>
              <a:gd name="connsiteX107" fmla="*/ 3337466 w 10678681"/>
              <a:gd name="connsiteY107" fmla="*/ 1272537 h 1342734"/>
              <a:gd name="connsiteX108" fmla="*/ 3175981 w 10678681"/>
              <a:gd name="connsiteY108" fmla="*/ 1208973 h 1342734"/>
              <a:gd name="connsiteX109" fmla="*/ 3036856 w 10678681"/>
              <a:gd name="connsiteY109" fmla="*/ 1214383 h 1342734"/>
              <a:gd name="connsiteX110" fmla="*/ 2824973 w 10678681"/>
              <a:gd name="connsiteY110" fmla="*/ 1134864 h 1342734"/>
              <a:gd name="connsiteX111" fmla="*/ 2804398 w 10678681"/>
              <a:gd name="connsiteY111" fmla="*/ 1125556 h 1342734"/>
              <a:gd name="connsiteX112" fmla="*/ 2736109 w 10678681"/>
              <a:gd name="connsiteY112" fmla="*/ 1137717 h 1342734"/>
              <a:gd name="connsiteX113" fmla="*/ 2659096 w 10678681"/>
              <a:gd name="connsiteY113" fmla="*/ 1150294 h 1342734"/>
              <a:gd name="connsiteX114" fmla="*/ 2567088 w 10678681"/>
              <a:gd name="connsiteY114" fmla="*/ 1181781 h 1342734"/>
              <a:gd name="connsiteX115" fmla="*/ 2454501 w 10678681"/>
              <a:gd name="connsiteY115" fmla="*/ 1155455 h 1342734"/>
              <a:gd name="connsiteX116" fmla="*/ 2385161 w 10678681"/>
              <a:gd name="connsiteY116" fmla="*/ 1161312 h 1342734"/>
              <a:gd name="connsiteX117" fmla="*/ 2273361 w 10678681"/>
              <a:gd name="connsiteY117" fmla="*/ 1134090 h 1342734"/>
              <a:gd name="connsiteX118" fmla="*/ 2132003 w 10678681"/>
              <a:gd name="connsiteY118" fmla="*/ 1139225 h 1342734"/>
              <a:gd name="connsiteX119" fmla="*/ 2041224 w 10678681"/>
              <a:gd name="connsiteY119" fmla="*/ 1147536 h 1342734"/>
              <a:gd name="connsiteX120" fmla="*/ 2010157 w 10678681"/>
              <a:gd name="connsiteY120" fmla="*/ 1152767 h 1342734"/>
              <a:gd name="connsiteX121" fmla="*/ 1859213 w 10678681"/>
              <a:gd name="connsiteY121" fmla="*/ 1199540 h 1342734"/>
              <a:gd name="connsiteX122" fmla="*/ 1735877 w 10678681"/>
              <a:gd name="connsiteY122" fmla="*/ 1246527 h 1342734"/>
              <a:gd name="connsiteX123" fmla="*/ 1705069 w 10678681"/>
              <a:gd name="connsiteY123" fmla="*/ 1251989 h 1342734"/>
              <a:gd name="connsiteX124" fmla="*/ 1307888 w 10678681"/>
              <a:gd name="connsiteY124" fmla="*/ 1283156 h 1342734"/>
              <a:gd name="connsiteX125" fmla="*/ 1220734 w 10678681"/>
              <a:gd name="connsiteY125" fmla="*/ 1257811 h 1342734"/>
              <a:gd name="connsiteX126" fmla="*/ 1021737 w 10678681"/>
              <a:gd name="connsiteY126" fmla="*/ 1238739 h 1342734"/>
              <a:gd name="connsiteX127" fmla="*/ 959820 w 10678681"/>
              <a:gd name="connsiteY127" fmla="*/ 1275863 h 1342734"/>
              <a:gd name="connsiteX128" fmla="*/ 929137 w 10678681"/>
              <a:gd name="connsiteY128" fmla="*/ 1273957 h 1342734"/>
              <a:gd name="connsiteX129" fmla="*/ 878849 w 10678681"/>
              <a:gd name="connsiteY129" fmla="*/ 1266740 h 1342734"/>
              <a:gd name="connsiteX130" fmla="*/ 800667 w 10678681"/>
              <a:gd name="connsiteY130" fmla="*/ 1282041 h 1342734"/>
              <a:gd name="connsiteX131" fmla="*/ 644906 w 10678681"/>
              <a:gd name="connsiteY131" fmla="*/ 1273685 h 1342734"/>
              <a:gd name="connsiteX132" fmla="*/ 379869 w 10678681"/>
              <a:gd name="connsiteY132" fmla="*/ 1339165 h 1342734"/>
              <a:gd name="connsiteX133" fmla="*/ 137696 w 10678681"/>
              <a:gd name="connsiteY133" fmla="*/ 1319217 h 1342734"/>
              <a:gd name="connsiteX134" fmla="*/ 54250 w 10678681"/>
              <a:gd name="connsiteY134" fmla="*/ 1315838 h 1342734"/>
              <a:gd name="connsiteX135" fmla="*/ 28042 w 10678681"/>
              <a:gd name="connsiteY135" fmla="*/ 1297822 h 1342734"/>
              <a:gd name="connsiteX136" fmla="*/ 0 w 10678681"/>
              <a:gd name="connsiteY136" fmla="*/ 1294612 h 1342734"/>
              <a:gd name="connsiteX137" fmla="*/ 0 w 10678681"/>
              <a:gd name="connsiteY137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6219 w 10678681"/>
              <a:gd name="connsiteY4" fmla="*/ 45588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41159 w 10678681"/>
              <a:gd name="connsiteY8" fmla="*/ 103824 h 1342734"/>
              <a:gd name="connsiteX9" fmla="*/ 10244930 w 10678681"/>
              <a:gd name="connsiteY9" fmla="*/ 9459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9929077 w 10678681"/>
              <a:gd name="connsiteY13" fmla="*/ 209062 h 1342734"/>
              <a:gd name="connsiteX14" fmla="*/ 9840045 w 10678681"/>
              <a:gd name="connsiteY14" fmla="*/ 223033 h 1342734"/>
              <a:gd name="connsiteX15" fmla="*/ 9679639 w 10678681"/>
              <a:gd name="connsiteY15" fmla="*/ 247182 h 1342734"/>
              <a:gd name="connsiteX16" fmla="*/ 9498347 w 10678681"/>
              <a:gd name="connsiteY16" fmla="*/ 244723 h 1342734"/>
              <a:gd name="connsiteX17" fmla="*/ 9366026 w 10678681"/>
              <a:gd name="connsiteY17" fmla="*/ 299024 h 1342734"/>
              <a:gd name="connsiteX18" fmla="*/ 9316702 w 10678681"/>
              <a:gd name="connsiteY18" fmla="*/ 356523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276883 w 10678681"/>
              <a:gd name="connsiteY30" fmla="*/ 588214 h 1342734"/>
              <a:gd name="connsiteX31" fmla="*/ 8086698 w 10678681"/>
              <a:gd name="connsiteY31" fmla="*/ 605185 h 1342734"/>
              <a:gd name="connsiteX32" fmla="*/ 7982378 w 10678681"/>
              <a:gd name="connsiteY32" fmla="*/ 629799 h 1342734"/>
              <a:gd name="connsiteX33" fmla="*/ 7947952 w 10678681"/>
              <a:gd name="connsiteY33" fmla="*/ 648003 h 1342734"/>
              <a:gd name="connsiteX34" fmla="*/ 7890112 w 10678681"/>
              <a:gd name="connsiteY34" fmla="*/ 677915 h 1342734"/>
              <a:gd name="connsiteX35" fmla="*/ 7853284 w 10678681"/>
              <a:gd name="connsiteY35" fmla="*/ 723588 h 1342734"/>
              <a:gd name="connsiteX36" fmla="*/ 7802383 w 10678681"/>
              <a:gd name="connsiteY36" fmla="*/ 739359 h 1342734"/>
              <a:gd name="connsiteX37" fmla="*/ 7730518 w 10678681"/>
              <a:gd name="connsiteY37" fmla="*/ 739526 h 1342734"/>
              <a:gd name="connsiteX38" fmla="*/ 7720084 w 10678681"/>
              <a:gd name="connsiteY38" fmla="*/ 760750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58094 w 10678681"/>
              <a:gd name="connsiteY45" fmla="*/ 990679 h 1342734"/>
              <a:gd name="connsiteX46" fmla="*/ 7257893 w 10678681"/>
              <a:gd name="connsiteY46" fmla="*/ 991204 h 1342734"/>
              <a:gd name="connsiteX47" fmla="*/ 7247153 w 10678681"/>
              <a:gd name="connsiteY47" fmla="*/ 991550 h 1342734"/>
              <a:gd name="connsiteX48" fmla="*/ 7193612 w 10678681"/>
              <a:gd name="connsiteY48" fmla="*/ 987042 h 1342734"/>
              <a:gd name="connsiteX49" fmla="*/ 7132632 w 10678681"/>
              <a:gd name="connsiteY49" fmla="*/ 1042036 h 1342734"/>
              <a:gd name="connsiteX50" fmla="*/ 7105610 w 10678681"/>
              <a:gd name="connsiteY50" fmla="*/ 1053537 h 1342734"/>
              <a:gd name="connsiteX51" fmla="*/ 7069148 w 10678681"/>
              <a:gd name="connsiteY51" fmla="*/ 1047163 h 1342734"/>
              <a:gd name="connsiteX52" fmla="*/ 7039634 w 10678681"/>
              <a:gd name="connsiteY52" fmla="*/ 1059971 h 1342734"/>
              <a:gd name="connsiteX53" fmla="*/ 7033445 w 10678681"/>
              <a:gd name="connsiteY53" fmla="*/ 1063314 h 1342734"/>
              <a:gd name="connsiteX54" fmla="*/ 6999157 w 10678681"/>
              <a:gd name="connsiteY54" fmla="*/ 1055282 h 1342734"/>
              <a:gd name="connsiteX55" fmla="*/ 6981874 w 10678681"/>
              <a:gd name="connsiteY55" fmla="*/ 1053827 h 1342734"/>
              <a:gd name="connsiteX56" fmla="*/ 6976102 w 10678681"/>
              <a:gd name="connsiteY56" fmla="*/ 1047854 h 1342734"/>
              <a:gd name="connsiteX57" fmla="*/ 6951040 w 10678681"/>
              <a:gd name="connsiteY57" fmla="*/ 1048531 h 1342734"/>
              <a:gd name="connsiteX58" fmla="*/ 6948497 w 10678681"/>
              <a:gd name="connsiteY58" fmla="*/ 1050706 h 1342734"/>
              <a:gd name="connsiteX59" fmla="*/ 6926582 w 10678681"/>
              <a:gd name="connsiteY59" fmla="*/ 1043462 h 1342734"/>
              <a:gd name="connsiteX60" fmla="*/ 6833743 w 10678681"/>
              <a:gd name="connsiteY60" fmla="*/ 1027960 h 1342734"/>
              <a:gd name="connsiteX61" fmla="*/ 6687090 w 10678681"/>
              <a:gd name="connsiteY61" fmla="*/ 1063250 h 1342734"/>
              <a:gd name="connsiteX62" fmla="*/ 6431838 w 10678681"/>
              <a:gd name="connsiteY62" fmla="*/ 1063226 h 1342734"/>
              <a:gd name="connsiteX63" fmla="*/ 6327795 w 10678681"/>
              <a:gd name="connsiteY63" fmla="*/ 1088142 h 1342734"/>
              <a:gd name="connsiteX64" fmla="*/ 6136549 w 10678681"/>
              <a:gd name="connsiteY64" fmla="*/ 1100268 h 1342734"/>
              <a:gd name="connsiteX65" fmla="*/ 6004655 w 10678681"/>
              <a:gd name="connsiteY65" fmla="*/ 1114946 h 1342734"/>
              <a:gd name="connsiteX66" fmla="*/ 5936643 w 10678681"/>
              <a:gd name="connsiteY66" fmla="*/ 1095428 h 1342734"/>
              <a:gd name="connsiteX67" fmla="*/ 5912484 w 10678681"/>
              <a:gd name="connsiteY67" fmla="*/ 1112624 h 1342734"/>
              <a:gd name="connsiteX68" fmla="*/ 5908387 w 10678681"/>
              <a:gd name="connsiteY68" fmla="*/ 1116018 h 1342734"/>
              <a:gd name="connsiteX69" fmla="*/ 5890495 w 10678681"/>
              <a:gd name="connsiteY69" fmla="*/ 1120268 h 1342734"/>
              <a:gd name="connsiteX70" fmla="*/ 5887318 w 10678681"/>
              <a:gd name="connsiteY70" fmla="*/ 1133134 h 1342734"/>
              <a:gd name="connsiteX71" fmla="*/ 5861726 w 10678681"/>
              <a:gd name="connsiteY71" fmla="*/ 1147891 h 1342734"/>
              <a:gd name="connsiteX72" fmla="*/ 5805823 w 10678681"/>
              <a:gd name="connsiteY72" fmla="*/ 1152457 h 1342734"/>
              <a:gd name="connsiteX73" fmla="*/ 5689841 w 10678681"/>
              <a:gd name="connsiteY73" fmla="*/ 1176232 h 1342734"/>
              <a:gd name="connsiteX74" fmla="*/ 5605119 w 10678681"/>
              <a:gd name="connsiteY74" fmla="*/ 1190202 h 1342734"/>
              <a:gd name="connsiteX75" fmla="*/ 5488513 w 10678681"/>
              <a:gd name="connsiteY75" fmla="*/ 1205367 h 1342734"/>
              <a:gd name="connsiteX76" fmla="*/ 5402905 w 10678681"/>
              <a:gd name="connsiteY76" fmla="*/ 1241191 h 1342734"/>
              <a:gd name="connsiteX77" fmla="*/ 5192893 w 10678681"/>
              <a:gd name="connsiteY77" fmla="*/ 1247188 h 1342734"/>
              <a:gd name="connsiteX78" fmla="*/ 5186475 w 10678681"/>
              <a:gd name="connsiteY78" fmla="*/ 1257028 h 1342734"/>
              <a:gd name="connsiteX79" fmla="*/ 5126038 w 10678681"/>
              <a:gd name="connsiteY79" fmla="*/ 1263189 h 1342734"/>
              <a:gd name="connsiteX80" fmla="*/ 4894688 w 10678681"/>
              <a:gd name="connsiteY80" fmla="*/ 1247184 h 1342734"/>
              <a:gd name="connsiteX81" fmla="*/ 4788036 w 10678681"/>
              <a:gd name="connsiteY81" fmla="*/ 1238182 h 1342734"/>
              <a:gd name="connsiteX82" fmla="*/ 4747555 w 10678681"/>
              <a:gd name="connsiteY82" fmla="*/ 1252768 h 1342734"/>
              <a:gd name="connsiteX83" fmla="*/ 4679644 w 10678681"/>
              <a:gd name="connsiteY83" fmla="*/ 1276603 h 1342734"/>
              <a:gd name="connsiteX84" fmla="*/ 4617473 w 10678681"/>
              <a:gd name="connsiteY84" fmla="*/ 1296467 h 1342734"/>
              <a:gd name="connsiteX85" fmla="*/ 4564919 w 10678681"/>
              <a:gd name="connsiteY85" fmla="*/ 1325507 h 1342734"/>
              <a:gd name="connsiteX86" fmla="*/ 4566586 w 10678681"/>
              <a:gd name="connsiteY86" fmla="*/ 1316963 h 1342734"/>
              <a:gd name="connsiteX87" fmla="*/ 4556303 w 10678681"/>
              <a:gd name="connsiteY87" fmla="*/ 1300262 h 1342734"/>
              <a:gd name="connsiteX88" fmla="*/ 4502358 w 10678681"/>
              <a:gd name="connsiteY88" fmla="*/ 1302558 h 1342734"/>
              <a:gd name="connsiteX89" fmla="*/ 4498919 w 10678681"/>
              <a:gd name="connsiteY89" fmla="*/ 1312115 h 1342734"/>
              <a:gd name="connsiteX90" fmla="*/ 4492075 w 10678681"/>
              <a:gd name="connsiteY90" fmla="*/ 1313357 h 1342734"/>
              <a:gd name="connsiteX91" fmla="*/ 4487466 w 10678681"/>
              <a:gd name="connsiteY91" fmla="*/ 1304102 h 1342734"/>
              <a:gd name="connsiteX92" fmla="*/ 4398292 w 10678681"/>
              <a:gd name="connsiteY92" fmla="*/ 1278410 h 1342734"/>
              <a:gd name="connsiteX93" fmla="*/ 4306088 w 10678681"/>
              <a:gd name="connsiteY93" fmla="*/ 1282512 h 1342734"/>
              <a:gd name="connsiteX94" fmla="*/ 4188995 w 10678681"/>
              <a:gd name="connsiteY94" fmla="*/ 1296718 h 1342734"/>
              <a:gd name="connsiteX95" fmla="*/ 4136582 w 10678681"/>
              <a:gd name="connsiteY95" fmla="*/ 1287687 h 1342734"/>
              <a:gd name="connsiteX96" fmla="*/ 4064614 w 10678681"/>
              <a:gd name="connsiteY96" fmla="*/ 1296118 h 1342734"/>
              <a:gd name="connsiteX97" fmla="*/ 3900948 w 10678681"/>
              <a:gd name="connsiteY97" fmla="*/ 1322156 h 1342734"/>
              <a:gd name="connsiteX98" fmla="*/ 3787890 w 10678681"/>
              <a:gd name="connsiteY98" fmla="*/ 1322164 h 1342734"/>
              <a:gd name="connsiteX99" fmla="*/ 3745993 w 10678681"/>
              <a:gd name="connsiteY99" fmla="*/ 1342630 h 1342734"/>
              <a:gd name="connsiteX100" fmla="*/ 3675785 w 10678681"/>
              <a:gd name="connsiteY100" fmla="*/ 1326802 h 1342734"/>
              <a:gd name="connsiteX101" fmla="*/ 3623856 w 10678681"/>
              <a:gd name="connsiteY101" fmla="*/ 1290804 h 1342734"/>
              <a:gd name="connsiteX102" fmla="*/ 3564933 w 10678681"/>
              <a:gd name="connsiteY102" fmla="*/ 1287147 h 1342734"/>
              <a:gd name="connsiteX103" fmla="*/ 3550537 w 10678681"/>
              <a:gd name="connsiteY103" fmla="*/ 1317552 h 1342734"/>
              <a:gd name="connsiteX104" fmla="*/ 3487736 w 10678681"/>
              <a:gd name="connsiteY104" fmla="*/ 1303493 h 1342734"/>
              <a:gd name="connsiteX105" fmla="*/ 3392548 w 10678681"/>
              <a:gd name="connsiteY105" fmla="*/ 1278741 h 1342734"/>
              <a:gd name="connsiteX106" fmla="*/ 3337466 w 10678681"/>
              <a:gd name="connsiteY106" fmla="*/ 1272537 h 1342734"/>
              <a:gd name="connsiteX107" fmla="*/ 3175981 w 10678681"/>
              <a:gd name="connsiteY107" fmla="*/ 1208973 h 1342734"/>
              <a:gd name="connsiteX108" fmla="*/ 3036856 w 10678681"/>
              <a:gd name="connsiteY108" fmla="*/ 1214383 h 1342734"/>
              <a:gd name="connsiteX109" fmla="*/ 2824973 w 10678681"/>
              <a:gd name="connsiteY109" fmla="*/ 1134864 h 1342734"/>
              <a:gd name="connsiteX110" fmla="*/ 2804398 w 10678681"/>
              <a:gd name="connsiteY110" fmla="*/ 1125556 h 1342734"/>
              <a:gd name="connsiteX111" fmla="*/ 2736109 w 10678681"/>
              <a:gd name="connsiteY111" fmla="*/ 1137717 h 1342734"/>
              <a:gd name="connsiteX112" fmla="*/ 2659096 w 10678681"/>
              <a:gd name="connsiteY112" fmla="*/ 1150294 h 1342734"/>
              <a:gd name="connsiteX113" fmla="*/ 2567088 w 10678681"/>
              <a:gd name="connsiteY113" fmla="*/ 1181781 h 1342734"/>
              <a:gd name="connsiteX114" fmla="*/ 2454501 w 10678681"/>
              <a:gd name="connsiteY114" fmla="*/ 1155455 h 1342734"/>
              <a:gd name="connsiteX115" fmla="*/ 2385161 w 10678681"/>
              <a:gd name="connsiteY115" fmla="*/ 1161312 h 1342734"/>
              <a:gd name="connsiteX116" fmla="*/ 2273361 w 10678681"/>
              <a:gd name="connsiteY116" fmla="*/ 1134090 h 1342734"/>
              <a:gd name="connsiteX117" fmla="*/ 2132003 w 10678681"/>
              <a:gd name="connsiteY117" fmla="*/ 1139225 h 1342734"/>
              <a:gd name="connsiteX118" fmla="*/ 2041224 w 10678681"/>
              <a:gd name="connsiteY118" fmla="*/ 1147536 h 1342734"/>
              <a:gd name="connsiteX119" fmla="*/ 2010157 w 10678681"/>
              <a:gd name="connsiteY119" fmla="*/ 1152767 h 1342734"/>
              <a:gd name="connsiteX120" fmla="*/ 1859213 w 10678681"/>
              <a:gd name="connsiteY120" fmla="*/ 1199540 h 1342734"/>
              <a:gd name="connsiteX121" fmla="*/ 1735877 w 10678681"/>
              <a:gd name="connsiteY121" fmla="*/ 1246527 h 1342734"/>
              <a:gd name="connsiteX122" fmla="*/ 1705069 w 10678681"/>
              <a:gd name="connsiteY122" fmla="*/ 1251989 h 1342734"/>
              <a:gd name="connsiteX123" fmla="*/ 1307888 w 10678681"/>
              <a:gd name="connsiteY123" fmla="*/ 1283156 h 1342734"/>
              <a:gd name="connsiteX124" fmla="*/ 1220734 w 10678681"/>
              <a:gd name="connsiteY124" fmla="*/ 1257811 h 1342734"/>
              <a:gd name="connsiteX125" fmla="*/ 1021737 w 10678681"/>
              <a:gd name="connsiteY125" fmla="*/ 1238739 h 1342734"/>
              <a:gd name="connsiteX126" fmla="*/ 959820 w 10678681"/>
              <a:gd name="connsiteY126" fmla="*/ 1275863 h 1342734"/>
              <a:gd name="connsiteX127" fmla="*/ 929137 w 10678681"/>
              <a:gd name="connsiteY127" fmla="*/ 1273957 h 1342734"/>
              <a:gd name="connsiteX128" fmla="*/ 878849 w 10678681"/>
              <a:gd name="connsiteY128" fmla="*/ 1266740 h 1342734"/>
              <a:gd name="connsiteX129" fmla="*/ 800667 w 10678681"/>
              <a:gd name="connsiteY129" fmla="*/ 1282041 h 1342734"/>
              <a:gd name="connsiteX130" fmla="*/ 644906 w 10678681"/>
              <a:gd name="connsiteY130" fmla="*/ 1273685 h 1342734"/>
              <a:gd name="connsiteX131" fmla="*/ 379869 w 10678681"/>
              <a:gd name="connsiteY131" fmla="*/ 1339165 h 1342734"/>
              <a:gd name="connsiteX132" fmla="*/ 137696 w 10678681"/>
              <a:gd name="connsiteY132" fmla="*/ 1319217 h 1342734"/>
              <a:gd name="connsiteX133" fmla="*/ 54250 w 10678681"/>
              <a:gd name="connsiteY133" fmla="*/ 1315838 h 1342734"/>
              <a:gd name="connsiteX134" fmla="*/ 28042 w 10678681"/>
              <a:gd name="connsiteY134" fmla="*/ 1297822 h 1342734"/>
              <a:gd name="connsiteX135" fmla="*/ 0 w 10678681"/>
              <a:gd name="connsiteY135" fmla="*/ 1294612 h 1342734"/>
              <a:gd name="connsiteX136" fmla="*/ 0 w 10678681"/>
              <a:gd name="connsiteY136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6219 w 10678681"/>
              <a:gd name="connsiteY4" fmla="*/ 45588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41159 w 10678681"/>
              <a:gd name="connsiteY8" fmla="*/ 103824 h 1342734"/>
              <a:gd name="connsiteX9" fmla="*/ 10244930 w 10678681"/>
              <a:gd name="connsiteY9" fmla="*/ 9459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9929077 w 10678681"/>
              <a:gd name="connsiteY13" fmla="*/ 209062 h 1342734"/>
              <a:gd name="connsiteX14" fmla="*/ 9840045 w 10678681"/>
              <a:gd name="connsiteY14" fmla="*/ 223033 h 1342734"/>
              <a:gd name="connsiteX15" fmla="*/ 9679639 w 10678681"/>
              <a:gd name="connsiteY15" fmla="*/ 247182 h 1342734"/>
              <a:gd name="connsiteX16" fmla="*/ 9498347 w 10678681"/>
              <a:gd name="connsiteY16" fmla="*/ 244723 h 1342734"/>
              <a:gd name="connsiteX17" fmla="*/ 9366026 w 10678681"/>
              <a:gd name="connsiteY17" fmla="*/ 299024 h 1342734"/>
              <a:gd name="connsiteX18" fmla="*/ 9316702 w 10678681"/>
              <a:gd name="connsiteY18" fmla="*/ 356523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276883 w 10678681"/>
              <a:gd name="connsiteY30" fmla="*/ 588214 h 1342734"/>
              <a:gd name="connsiteX31" fmla="*/ 8086698 w 10678681"/>
              <a:gd name="connsiteY31" fmla="*/ 605185 h 1342734"/>
              <a:gd name="connsiteX32" fmla="*/ 7982378 w 10678681"/>
              <a:gd name="connsiteY32" fmla="*/ 629799 h 1342734"/>
              <a:gd name="connsiteX33" fmla="*/ 7947952 w 10678681"/>
              <a:gd name="connsiteY33" fmla="*/ 648003 h 1342734"/>
              <a:gd name="connsiteX34" fmla="*/ 7890112 w 10678681"/>
              <a:gd name="connsiteY34" fmla="*/ 677915 h 1342734"/>
              <a:gd name="connsiteX35" fmla="*/ 7853284 w 10678681"/>
              <a:gd name="connsiteY35" fmla="*/ 723588 h 1342734"/>
              <a:gd name="connsiteX36" fmla="*/ 7802383 w 10678681"/>
              <a:gd name="connsiteY36" fmla="*/ 739359 h 1342734"/>
              <a:gd name="connsiteX37" fmla="*/ 7730518 w 10678681"/>
              <a:gd name="connsiteY37" fmla="*/ 739526 h 1342734"/>
              <a:gd name="connsiteX38" fmla="*/ 7720084 w 10678681"/>
              <a:gd name="connsiteY38" fmla="*/ 760750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58094 w 10678681"/>
              <a:gd name="connsiteY45" fmla="*/ 990679 h 1342734"/>
              <a:gd name="connsiteX46" fmla="*/ 7257893 w 10678681"/>
              <a:gd name="connsiteY46" fmla="*/ 991204 h 1342734"/>
              <a:gd name="connsiteX47" fmla="*/ 7247153 w 10678681"/>
              <a:gd name="connsiteY47" fmla="*/ 991550 h 1342734"/>
              <a:gd name="connsiteX48" fmla="*/ 7193612 w 10678681"/>
              <a:gd name="connsiteY48" fmla="*/ 987042 h 1342734"/>
              <a:gd name="connsiteX49" fmla="*/ 7132632 w 10678681"/>
              <a:gd name="connsiteY49" fmla="*/ 1042036 h 1342734"/>
              <a:gd name="connsiteX50" fmla="*/ 7105610 w 10678681"/>
              <a:gd name="connsiteY50" fmla="*/ 1053537 h 1342734"/>
              <a:gd name="connsiteX51" fmla="*/ 7069148 w 10678681"/>
              <a:gd name="connsiteY51" fmla="*/ 1047163 h 1342734"/>
              <a:gd name="connsiteX52" fmla="*/ 7039634 w 10678681"/>
              <a:gd name="connsiteY52" fmla="*/ 1059971 h 1342734"/>
              <a:gd name="connsiteX53" fmla="*/ 7033445 w 10678681"/>
              <a:gd name="connsiteY53" fmla="*/ 1063314 h 1342734"/>
              <a:gd name="connsiteX54" fmla="*/ 6999157 w 10678681"/>
              <a:gd name="connsiteY54" fmla="*/ 1055282 h 1342734"/>
              <a:gd name="connsiteX55" fmla="*/ 6981874 w 10678681"/>
              <a:gd name="connsiteY55" fmla="*/ 1053827 h 1342734"/>
              <a:gd name="connsiteX56" fmla="*/ 6976102 w 10678681"/>
              <a:gd name="connsiteY56" fmla="*/ 1047854 h 1342734"/>
              <a:gd name="connsiteX57" fmla="*/ 6951040 w 10678681"/>
              <a:gd name="connsiteY57" fmla="*/ 1048531 h 1342734"/>
              <a:gd name="connsiteX58" fmla="*/ 6948497 w 10678681"/>
              <a:gd name="connsiteY58" fmla="*/ 1050706 h 1342734"/>
              <a:gd name="connsiteX59" fmla="*/ 6926582 w 10678681"/>
              <a:gd name="connsiteY59" fmla="*/ 1043462 h 1342734"/>
              <a:gd name="connsiteX60" fmla="*/ 6833743 w 10678681"/>
              <a:gd name="connsiteY60" fmla="*/ 1027960 h 1342734"/>
              <a:gd name="connsiteX61" fmla="*/ 6687090 w 10678681"/>
              <a:gd name="connsiteY61" fmla="*/ 1063250 h 1342734"/>
              <a:gd name="connsiteX62" fmla="*/ 6431838 w 10678681"/>
              <a:gd name="connsiteY62" fmla="*/ 1063226 h 1342734"/>
              <a:gd name="connsiteX63" fmla="*/ 6327795 w 10678681"/>
              <a:gd name="connsiteY63" fmla="*/ 1088142 h 1342734"/>
              <a:gd name="connsiteX64" fmla="*/ 6136549 w 10678681"/>
              <a:gd name="connsiteY64" fmla="*/ 1100268 h 1342734"/>
              <a:gd name="connsiteX65" fmla="*/ 6004655 w 10678681"/>
              <a:gd name="connsiteY65" fmla="*/ 1114946 h 1342734"/>
              <a:gd name="connsiteX66" fmla="*/ 5936643 w 10678681"/>
              <a:gd name="connsiteY66" fmla="*/ 1095428 h 1342734"/>
              <a:gd name="connsiteX67" fmla="*/ 5912484 w 10678681"/>
              <a:gd name="connsiteY67" fmla="*/ 1112624 h 1342734"/>
              <a:gd name="connsiteX68" fmla="*/ 5908387 w 10678681"/>
              <a:gd name="connsiteY68" fmla="*/ 1116018 h 1342734"/>
              <a:gd name="connsiteX69" fmla="*/ 5890495 w 10678681"/>
              <a:gd name="connsiteY69" fmla="*/ 1120268 h 1342734"/>
              <a:gd name="connsiteX70" fmla="*/ 5887318 w 10678681"/>
              <a:gd name="connsiteY70" fmla="*/ 1133134 h 1342734"/>
              <a:gd name="connsiteX71" fmla="*/ 5861726 w 10678681"/>
              <a:gd name="connsiteY71" fmla="*/ 1147891 h 1342734"/>
              <a:gd name="connsiteX72" fmla="*/ 5805823 w 10678681"/>
              <a:gd name="connsiteY72" fmla="*/ 1152457 h 1342734"/>
              <a:gd name="connsiteX73" fmla="*/ 5689841 w 10678681"/>
              <a:gd name="connsiteY73" fmla="*/ 1176232 h 1342734"/>
              <a:gd name="connsiteX74" fmla="*/ 5605119 w 10678681"/>
              <a:gd name="connsiteY74" fmla="*/ 1190202 h 1342734"/>
              <a:gd name="connsiteX75" fmla="*/ 5488513 w 10678681"/>
              <a:gd name="connsiteY75" fmla="*/ 1205367 h 1342734"/>
              <a:gd name="connsiteX76" fmla="*/ 5402905 w 10678681"/>
              <a:gd name="connsiteY76" fmla="*/ 1241191 h 1342734"/>
              <a:gd name="connsiteX77" fmla="*/ 5192893 w 10678681"/>
              <a:gd name="connsiteY77" fmla="*/ 1247188 h 1342734"/>
              <a:gd name="connsiteX78" fmla="*/ 5186475 w 10678681"/>
              <a:gd name="connsiteY78" fmla="*/ 1257028 h 1342734"/>
              <a:gd name="connsiteX79" fmla="*/ 5103589 w 10678681"/>
              <a:gd name="connsiteY79" fmla="*/ 1263189 h 1342734"/>
              <a:gd name="connsiteX80" fmla="*/ 4894688 w 10678681"/>
              <a:gd name="connsiteY80" fmla="*/ 1247184 h 1342734"/>
              <a:gd name="connsiteX81" fmla="*/ 4788036 w 10678681"/>
              <a:gd name="connsiteY81" fmla="*/ 1238182 h 1342734"/>
              <a:gd name="connsiteX82" fmla="*/ 4747555 w 10678681"/>
              <a:gd name="connsiteY82" fmla="*/ 1252768 h 1342734"/>
              <a:gd name="connsiteX83" fmla="*/ 4679644 w 10678681"/>
              <a:gd name="connsiteY83" fmla="*/ 1276603 h 1342734"/>
              <a:gd name="connsiteX84" fmla="*/ 4617473 w 10678681"/>
              <a:gd name="connsiteY84" fmla="*/ 1296467 h 1342734"/>
              <a:gd name="connsiteX85" fmla="*/ 4564919 w 10678681"/>
              <a:gd name="connsiteY85" fmla="*/ 1325507 h 1342734"/>
              <a:gd name="connsiteX86" fmla="*/ 4566586 w 10678681"/>
              <a:gd name="connsiteY86" fmla="*/ 1316963 h 1342734"/>
              <a:gd name="connsiteX87" fmla="*/ 4556303 w 10678681"/>
              <a:gd name="connsiteY87" fmla="*/ 1300262 h 1342734"/>
              <a:gd name="connsiteX88" fmla="*/ 4502358 w 10678681"/>
              <a:gd name="connsiteY88" fmla="*/ 1302558 h 1342734"/>
              <a:gd name="connsiteX89" fmla="*/ 4498919 w 10678681"/>
              <a:gd name="connsiteY89" fmla="*/ 1312115 h 1342734"/>
              <a:gd name="connsiteX90" fmla="*/ 4492075 w 10678681"/>
              <a:gd name="connsiteY90" fmla="*/ 1313357 h 1342734"/>
              <a:gd name="connsiteX91" fmla="*/ 4487466 w 10678681"/>
              <a:gd name="connsiteY91" fmla="*/ 1304102 h 1342734"/>
              <a:gd name="connsiteX92" fmla="*/ 4398292 w 10678681"/>
              <a:gd name="connsiteY92" fmla="*/ 1278410 h 1342734"/>
              <a:gd name="connsiteX93" fmla="*/ 4306088 w 10678681"/>
              <a:gd name="connsiteY93" fmla="*/ 1282512 h 1342734"/>
              <a:gd name="connsiteX94" fmla="*/ 4188995 w 10678681"/>
              <a:gd name="connsiteY94" fmla="*/ 1296718 h 1342734"/>
              <a:gd name="connsiteX95" fmla="*/ 4136582 w 10678681"/>
              <a:gd name="connsiteY95" fmla="*/ 1287687 h 1342734"/>
              <a:gd name="connsiteX96" fmla="*/ 4064614 w 10678681"/>
              <a:gd name="connsiteY96" fmla="*/ 1296118 h 1342734"/>
              <a:gd name="connsiteX97" fmla="*/ 3900948 w 10678681"/>
              <a:gd name="connsiteY97" fmla="*/ 1322156 h 1342734"/>
              <a:gd name="connsiteX98" fmla="*/ 3787890 w 10678681"/>
              <a:gd name="connsiteY98" fmla="*/ 1322164 h 1342734"/>
              <a:gd name="connsiteX99" fmla="*/ 3745993 w 10678681"/>
              <a:gd name="connsiteY99" fmla="*/ 1342630 h 1342734"/>
              <a:gd name="connsiteX100" fmla="*/ 3675785 w 10678681"/>
              <a:gd name="connsiteY100" fmla="*/ 1326802 h 1342734"/>
              <a:gd name="connsiteX101" fmla="*/ 3623856 w 10678681"/>
              <a:gd name="connsiteY101" fmla="*/ 1290804 h 1342734"/>
              <a:gd name="connsiteX102" fmla="*/ 3564933 w 10678681"/>
              <a:gd name="connsiteY102" fmla="*/ 1287147 h 1342734"/>
              <a:gd name="connsiteX103" fmla="*/ 3550537 w 10678681"/>
              <a:gd name="connsiteY103" fmla="*/ 1317552 h 1342734"/>
              <a:gd name="connsiteX104" fmla="*/ 3487736 w 10678681"/>
              <a:gd name="connsiteY104" fmla="*/ 1303493 h 1342734"/>
              <a:gd name="connsiteX105" fmla="*/ 3392548 w 10678681"/>
              <a:gd name="connsiteY105" fmla="*/ 1278741 h 1342734"/>
              <a:gd name="connsiteX106" fmla="*/ 3337466 w 10678681"/>
              <a:gd name="connsiteY106" fmla="*/ 1272537 h 1342734"/>
              <a:gd name="connsiteX107" fmla="*/ 3175981 w 10678681"/>
              <a:gd name="connsiteY107" fmla="*/ 1208973 h 1342734"/>
              <a:gd name="connsiteX108" fmla="*/ 3036856 w 10678681"/>
              <a:gd name="connsiteY108" fmla="*/ 1214383 h 1342734"/>
              <a:gd name="connsiteX109" fmla="*/ 2824973 w 10678681"/>
              <a:gd name="connsiteY109" fmla="*/ 1134864 h 1342734"/>
              <a:gd name="connsiteX110" fmla="*/ 2804398 w 10678681"/>
              <a:gd name="connsiteY110" fmla="*/ 1125556 h 1342734"/>
              <a:gd name="connsiteX111" fmla="*/ 2736109 w 10678681"/>
              <a:gd name="connsiteY111" fmla="*/ 1137717 h 1342734"/>
              <a:gd name="connsiteX112" fmla="*/ 2659096 w 10678681"/>
              <a:gd name="connsiteY112" fmla="*/ 1150294 h 1342734"/>
              <a:gd name="connsiteX113" fmla="*/ 2567088 w 10678681"/>
              <a:gd name="connsiteY113" fmla="*/ 1181781 h 1342734"/>
              <a:gd name="connsiteX114" fmla="*/ 2454501 w 10678681"/>
              <a:gd name="connsiteY114" fmla="*/ 1155455 h 1342734"/>
              <a:gd name="connsiteX115" fmla="*/ 2385161 w 10678681"/>
              <a:gd name="connsiteY115" fmla="*/ 1161312 h 1342734"/>
              <a:gd name="connsiteX116" fmla="*/ 2273361 w 10678681"/>
              <a:gd name="connsiteY116" fmla="*/ 1134090 h 1342734"/>
              <a:gd name="connsiteX117" fmla="*/ 2132003 w 10678681"/>
              <a:gd name="connsiteY117" fmla="*/ 1139225 h 1342734"/>
              <a:gd name="connsiteX118" fmla="*/ 2041224 w 10678681"/>
              <a:gd name="connsiteY118" fmla="*/ 1147536 h 1342734"/>
              <a:gd name="connsiteX119" fmla="*/ 2010157 w 10678681"/>
              <a:gd name="connsiteY119" fmla="*/ 1152767 h 1342734"/>
              <a:gd name="connsiteX120" fmla="*/ 1859213 w 10678681"/>
              <a:gd name="connsiteY120" fmla="*/ 1199540 h 1342734"/>
              <a:gd name="connsiteX121" fmla="*/ 1735877 w 10678681"/>
              <a:gd name="connsiteY121" fmla="*/ 1246527 h 1342734"/>
              <a:gd name="connsiteX122" fmla="*/ 1705069 w 10678681"/>
              <a:gd name="connsiteY122" fmla="*/ 1251989 h 1342734"/>
              <a:gd name="connsiteX123" fmla="*/ 1307888 w 10678681"/>
              <a:gd name="connsiteY123" fmla="*/ 1283156 h 1342734"/>
              <a:gd name="connsiteX124" fmla="*/ 1220734 w 10678681"/>
              <a:gd name="connsiteY124" fmla="*/ 1257811 h 1342734"/>
              <a:gd name="connsiteX125" fmla="*/ 1021737 w 10678681"/>
              <a:gd name="connsiteY125" fmla="*/ 1238739 h 1342734"/>
              <a:gd name="connsiteX126" fmla="*/ 959820 w 10678681"/>
              <a:gd name="connsiteY126" fmla="*/ 1275863 h 1342734"/>
              <a:gd name="connsiteX127" fmla="*/ 929137 w 10678681"/>
              <a:gd name="connsiteY127" fmla="*/ 1273957 h 1342734"/>
              <a:gd name="connsiteX128" fmla="*/ 878849 w 10678681"/>
              <a:gd name="connsiteY128" fmla="*/ 1266740 h 1342734"/>
              <a:gd name="connsiteX129" fmla="*/ 800667 w 10678681"/>
              <a:gd name="connsiteY129" fmla="*/ 1282041 h 1342734"/>
              <a:gd name="connsiteX130" fmla="*/ 644906 w 10678681"/>
              <a:gd name="connsiteY130" fmla="*/ 1273685 h 1342734"/>
              <a:gd name="connsiteX131" fmla="*/ 379869 w 10678681"/>
              <a:gd name="connsiteY131" fmla="*/ 1339165 h 1342734"/>
              <a:gd name="connsiteX132" fmla="*/ 137696 w 10678681"/>
              <a:gd name="connsiteY132" fmla="*/ 1319217 h 1342734"/>
              <a:gd name="connsiteX133" fmla="*/ 54250 w 10678681"/>
              <a:gd name="connsiteY133" fmla="*/ 1315838 h 1342734"/>
              <a:gd name="connsiteX134" fmla="*/ 28042 w 10678681"/>
              <a:gd name="connsiteY134" fmla="*/ 1297822 h 1342734"/>
              <a:gd name="connsiteX135" fmla="*/ 0 w 10678681"/>
              <a:gd name="connsiteY135" fmla="*/ 1294612 h 1342734"/>
              <a:gd name="connsiteX136" fmla="*/ 0 w 10678681"/>
              <a:gd name="connsiteY136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6219 w 10678681"/>
              <a:gd name="connsiteY4" fmla="*/ 45588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41159 w 10678681"/>
              <a:gd name="connsiteY8" fmla="*/ 103824 h 1342734"/>
              <a:gd name="connsiteX9" fmla="*/ 10244930 w 10678681"/>
              <a:gd name="connsiteY9" fmla="*/ 9459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9929077 w 10678681"/>
              <a:gd name="connsiteY13" fmla="*/ 209062 h 1342734"/>
              <a:gd name="connsiteX14" fmla="*/ 9840045 w 10678681"/>
              <a:gd name="connsiteY14" fmla="*/ 223033 h 1342734"/>
              <a:gd name="connsiteX15" fmla="*/ 9679639 w 10678681"/>
              <a:gd name="connsiteY15" fmla="*/ 247182 h 1342734"/>
              <a:gd name="connsiteX16" fmla="*/ 9498347 w 10678681"/>
              <a:gd name="connsiteY16" fmla="*/ 244723 h 1342734"/>
              <a:gd name="connsiteX17" fmla="*/ 9366026 w 10678681"/>
              <a:gd name="connsiteY17" fmla="*/ 299024 h 1342734"/>
              <a:gd name="connsiteX18" fmla="*/ 9316702 w 10678681"/>
              <a:gd name="connsiteY18" fmla="*/ 356523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276883 w 10678681"/>
              <a:gd name="connsiteY30" fmla="*/ 588214 h 1342734"/>
              <a:gd name="connsiteX31" fmla="*/ 8086698 w 10678681"/>
              <a:gd name="connsiteY31" fmla="*/ 605185 h 1342734"/>
              <a:gd name="connsiteX32" fmla="*/ 7982378 w 10678681"/>
              <a:gd name="connsiteY32" fmla="*/ 629799 h 1342734"/>
              <a:gd name="connsiteX33" fmla="*/ 7947952 w 10678681"/>
              <a:gd name="connsiteY33" fmla="*/ 648003 h 1342734"/>
              <a:gd name="connsiteX34" fmla="*/ 7890112 w 10678681"/>
              <a:gd name="connsiteY34" fmla="*/ 677915 h 1342734"/>
              <a:gd name="connsiteX35" fmla="*/ 7853284 w 10678681"/>
              <a:gd name="connsiteY35" fmla="*/ 723588 h 1342734"/>
              <a:gd name="connsiteX36" fmla="*/ 7802383 w 10678681"/>
              <a:gd name="connsiteY36" fmla="*/ 739359 h 1342734"/>
              <a:gd name="connsiteX37" fmla="*/ 7730518 w 10678681"/>
              <a:gd name="connsiteY37" fmla="*/ 739526 h 1342734"/>
              <a:gd name="connsiteX38" fmla="*/ 7720084 w 10678681"/>
              <a:gd name="connsiteY38" fmla="*/ 760750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58094 w 10678681"/>
              <a:gd name="connsiteY45" fmla="*/ 990679 h 1342734"/>
              <a:gd name="connsiteX46" fmla="*/ 7257893 w 10678681"/>
              <a:gd name="connsiteY46" fmla="*/ 991204 h 1342734"/>
              <a:gd name="connsiteX47" fmla="*/ 7247153 w 10678681"/>
              <a:gd name="connsiteY47" fmla="*/ 991550 h 1342734"/>
              <a:gd name="connsiteX48" fmla="*/ 7193612 w 10678681"/>
              <a:gd name="connsiteY48" fmla="*/ 987042 h 1342734"/>
              <a:gd name="connsiteX49" fmla="*/ 7132632 w 10678681"/>
              <a:gd name="connsiteY49" fmla="*/ 1042036 h 1342734"/>
              <a:gd name="connsiteX50" fmla="*/ 7105610 w 10678681"/>
              <a:gd name="connsiteY50" fmla="*/ 1053537 h 1342734"/>
              <a:gd name="connsiteX51" fmla="*/ 7069148 w 10678681"/>
              <a:gd name="connsiteY51" fmla="*/ 1047163 h 1342734"/>
              <a:gd name="connsiteX52" fmla="*/ 7039634 w 10678681"/>
              <a:gd name="connsiteY52" fmla="*/ 1059971 h 1342734"/>
              <a:gd name="connsiteX53" fmla="*/ 7033445 w 10678681"/>
              <a:gd name="connsiteY53" fmla="*/ 1063314 h 1342734"/>
              <a:gd name="connsiteX54" fmla="*/ 6999157 w 10678681"/>
              <a:gd name="connsiteY54" fmla="*/ 1055282 h 1342734"/>
              <a:gd name="connsiteX55" fmla="*/ 6981874 w 10678681"/>
              <a:gd name="connsiteY55" fmla="*/ 1053827 h 1342734"/>
              <a:gd name="connsiteX56" fmla="*/ 6976102 w 10678681"/>
              <a:gd name="connsiteY56" fmla="*/ 1047854 h 1342734"/>
              <a:gd name="connsiteX57" fmla="*/ 6951040 w 10678681"/>
              <a:gd name="connsiteY57" fmla="*/ 1048531 h 1342734"/>
              <a:gd name="connsiteX58" fmla="*/ 6948497 w 10678681"/>
              <a:gd name="connsiteY58" fmla="*/ 1050706 h 1342734"/>
              <a:gd name="connsiteX59" fmla="*/ 6926582 w 10678681"/>
              <a:gd name="connsiteY59" fmla="*/ 1043462 h 1342734"/>
              <a:gd name="connsiteX60" fmla="*/ 6833743 w 10678681"/>
              <a:gd name="connsiteY60" fmla="*/ 1027960 h 1342734"/>
              <a:gd name="connsiteX61" fmla="*/ 6687090 w 10678681"/>
              <a:gd name="connsiteY61" fmla="*/ 1063250 h 1342734"/>
              <a:gd name="connsiteX62" fmla="*/ 6431838 w 10678681"/>
              <a:gd name="connsiteY62" fmla="*/ 1063226 h 1342734"/>
              <a:gd name="connsiteX63" fmla="*/ 6327795 w 10678681"/>
              <a:gd name="connsiteY63" fmla="*/ 1088142 h 1342734"/>
              <a:gd name="connsiteX64" fmla="*/ 6136549 w 10678681"/>
              <a:gd name="connsiteY64" fmla="*/ 1100268 h 1342734"/>
              <a:gd name="connsiteX65" fmla="*/ 6004655 w 10678681"/>
              <a:gd name="connsiteY65" fmla="*/ 1114946 h 1342734"/>
              <a:gd name="connsiteX66" fmla="*/ 5936643 w 10678681"/>
              <a:gd name="connsiteY66" fmla="*/ 1095428 h 1342734"/>
              <a:gd name="connsiteX67" fmla="*/ 5912484 w 10678681"/>
              <a:gd name="connsiteY67" fmla="*/ 1112624 h 1342734"/>
              <a:gd name="connsiteX68" fmla="*/ 5908387 w 10678681"/>
              <a:gd name="connsiteY68" fmla="*/ 1116018 h 1342734"/>
              <a:gd name="connsiteX69" fmla="*/ 5890495 w 10678681"/>
              <a:gd name="connsiteY69" fmla="*/ 1120268 h 1342734"/>
              <a:gd name="connsiteX70" fmla="*/ 5887318 w 10678681"/>
              <a:gd name="connsiteY70" fmla="*/ 1133134 h 1342734"/>
              <a:gd name="connsiteX71" fmla="*/ 5861726 w 10678681"/>
              <a:gd name="connsiteY71" fmla="*/ 1147891 h 1342734"/>
              <a:gd name="connsiteX72" fmla="*/ 5805823 w 10678681"/>
              <a:gd name="connsiteY72" fmla="*/ 1152457 h 1342734"/>
              <a:gd name="connsiteX73" fmla="*/ 5689841 w 10678681"/>
              <a:gd name="connsiteY73" fmla="*/ 1176232 h 1342734"/>
              <a:gd name="connsiteX74" fmla="*/ 5605119 w 10678681"/>
              <a:gd name="connsiteY74" fmla="*/ 1190202 h 1342734"/>
              <a:gd name="connsiteX75" fmla="*/ 5488513 w 10678681"/>
              <a:gd name="connsiteY75" fmla="*/ 1205367 h 1342734"/>
              <a:gd name="connsiteX76" fmla="*/ 5402905 w 10678681"/>
              <a:gd name="connsiteY76" fmla="*/ 1241191 h 1342734"/>
              <a:gd name="connsiteX77" fmla="*/ 5192893 w 10678681"/>
              <a:gd name="connsiteY77" fmla="*/ 1247188 h 1342734"/>
              <a:gd name="connsiteX78" fmla="*/ 5164025 w 10678681"/>
              <a:gd name="connsiteY78" fmla="*/ 1257028 h 1342734"/>
              <a:gd name="connsiteX79" fmla="*/ 5103589 w 10678681"/>
              <a:gd name="connsiteY79" fmla="*/ 1263189 h 1342734"/>
              <a:gd name="connsiteX80" fmla="*/ 4894688 w 10678681"/>
              <a:gd name="connsiteY80" fmla="*/ 1247184 h 1342734"/>
              <a:gd name="connsiteX81" fmla="*/ 4788036 w 10678681"/>
              <a:gd name="connsiteY81" fmla="*/ 1238182 h 1342734"/>
              <a:gd name="connsiteX82" fmla="*/ 4747555 w 10678681"/>
              <a:gd name="connsiteY82" fmla="*/ 1252768 h 1342734"/>
              <a:gd name="connsiteX83" fmla="*/ 4679644 w 10678681"/>
              <a:gd name="connsiteY83" fmla="*/ 1276603 h 1342734"/>
              <a:gd name="connsiteX84" fmla="*/ 4617473 w 10678681"/>
              <a:gd name="connsiteY84" fmla="*/ 1296467 h 1342734"/>
              <a:gd name="connsiteX85" fmla="*/ 4564919 w 10678681"/>
              <a:gd name="connsiteY85" fmla="*/ 1325507 h 1342734"/>
              <a:gd name="connsiteX86" fmla="*/ 4566586 w 10678681"/>
              <a:gd name="connsiteY86" fmla="*/ 1316963 h 1342734"/>
              <a:gd name="connsiteX87" fmla="*/ 4556303 w 10678681"/>
              <a:gd name="connsiteY87" fmla="*/ 1300262 h 1342734"/>
              <a:gd name="connsiteX88" fmla="*/ 4502358 w 10678681"/>
              <a:gd name="connsiteY88" fmla="*/ 1302558 h 1342734"/>
              <a:gd name="connsiteX89" fmla="*/ 4498919 w 10678681"/>
              <a:gd name="connsiteY89" fmla="*/ 1312115 h 1342734"/>
              <a:gd name="connsiteX90" fmla="*/ 4492075 w 10678681"/>
              <a:gd name="connsiteY90" fmla="*/ 1313357 h 1342734"/>
              <a:gd name="connsiteX91" fmla="*/ 4487466 w 10678681"/>
              <a:gd name="connsiteY91" fmla="*/ 1304102 h 1342734"/>
              <a:gd name="connsiteX92" fmla="*/ 4398292 w 10678681"/>
              <a:gd name="connsiteY92" fmla="*/ 1278410 h 1342734"/>
              <a:gd name="connsiteX93" fmla="*/ 4306088 w 10678681"/>
              <a:gd name="connsiteY93" fmla="*/ 1282512 h 1342734"/>
              <a:gd name="connsiteX94" fmla="*/ 4188995 w 10678681"/>
              <a:gd name="connsiteY94" fmla="*/ 1296718 h 1342734"/>
              <a:gd name="connsiteX95" fmla="*/ 4136582 w 10678681"/>
              <a:gd name="connsiteY95" fmla="*/ 1287687 h 1342734"/>
              <a:gd name="connsiteX96" fmla="*/ 4064614 w 10678681"/>
              <a:gd name="connsiteY96" fmla="*/ 1296118 h 1342734"/>
              <a:gd name="connsiteX97" fmla="*/ 3900948 w 10678681"/>
              <a:gd name="connsiteY97" fmla="*/ 1322156 h 1342734"/>
              <a:gd name="connsiteX98" fmla="*/ 3787890 w 10678681"/>
              <a:gd name="connsiteY98" fmla="*/ 1322164 h 1342734"/>
              <a:gd name="connsiteX99" fmla="*/ 3745993 w 10678681"/>
              <a:gd name="connsiteY99" fmla="*/ 1342630 h 1342734"/>
              <a:gd name="connsiteX100" fmla="*/ 3675785 w 10678681"/>
              <a:gd name="connsiteY100" fmla="*/ 1326802 h 1342734"/>
              <a:gd name="connsiteX101" fmla="*/ 3623856 w 10678681"/>
              <a:gd name="connsiteY101" fmla="*/ 1290804 h 1342734"/>
              <a:gd name="connsiteX102" fmla="*/ 3564933 w 10678681"/>
              <a:gd name="connsiteY102" fmla="*/ 1287147 h 1342734"/>
              <a:gd name="connsiteX103" fmla="*/ 3550537 w 10678681"/>
              <a:gd name="connsiteY103" fmla="*/ 1317552 h 1342734"/>
              <a:gd name="connsiteX104" fmla="*/ 3487736 w 10678681"/>
              <a:gd name="connsiteY104" fmla="*/ 1303493 h 1342734"/>
              <a:gd name="connsiteX105" fmla="*/ 3392548 w 10678681"/>
              <a:gd name="connsiteY105" fmla="*/ 1278741 h 1342734"/>
              <a:gd name="connsiteX106" fmla="*/ 3337466 w 10678681"/>
              <a:gd name="connsiteY106" fmla="*/ 1272537 h 1342734"/>
              <a:gd name="connsiteX107" fmla="*/ 3175981 w 10678681"/>
              <a:gd name="connsiteY107" fmla="*/ 1208973 h 1342734"/>
              <a:gd name="connsiteX108" fmla="*/ 3036856 w 10678681"/>
              <a:gd name="connsiteY108" fmla="*/ 1214383 h 1342734"/>
              <a:gd name="connsiteX109" fmla="*/ 2824973 w 10678681"/>
              <a:gd name="connsiteY109" fmla="*/ 1134864 h 1342734"/>
              <a:gd name="connsiteX110" fmla="*/ 2804398 w 10678681"/>
              <a:gd name="connsiteY110" fmla="*/ 1125556 h 1342734"/>
              <a:gd name="connsiteX111" fmla="*/ 2736109 w 10678681"/>
              <a:gd name="connsiteY111" fmla="*/ 1137717 h 1342734"/>
              <a:gd name="connsiteX112" fmla="*/ 2659096 w 10678681"/>
              <a:gd name="connsiteY112" fmla="*/ 1150294 h 1342734"/>
              <a:gd name="connsiteX113" fmla="*/ 2567088 w 10678681"/>
              <a:gd name="connsiteY113" fmla="*/ 1181781 h 1342734"/>
              <a:gd name="connsiteX114" fmla="*/ 2454501 w 10678681"/>
              <a:gd name="connsiteY114" fmla="*/ 1155455 h 1342734"/>
              <a:gd name="connsiteX115" fmla="*/ 2385161 w 10678681"/>
              <a:gd name="connsiteY115" fmla="*/ 1161312 h 1342734"/>
              <a:gd name="connsiteX116" fmla="*/ 2273361 w 10678681"/>
              <a:gd name="connsiteY116" fmla="*/ 1134090 h 1342734"/>
              <a:gd name="connsiteX117" fmla="*/ 2132003 w 10678681"/>
              <a:gd name="connsiteY117" fmla="*/ 1139225 h 1342734"/>
              <a:gd name="connsiteX118" fmla="*/ 2041224 w 10678681"/>
              <a:gd name="connsiteY118" fmla="*/ 1147536 h 1342734"/>
              <a:gd name="connsiteX119" fmla="*/ 2010157 w 10678681"/>
              <a:gd name="connsiteY119" fmla="*/ 1152767 h 1342734"/>
              <a:gd name="connsiteX120" fmla="*/ 1859213 w 10678681"/>
              <a:gd name="connsiteY120" fmla="*/ 1199540 h 1342734"/>
              <a:gd name="connsiteX121" fmla="*/ 1735877 w 10678681"/>
              <a:gd name="connsiteY121" fmla="*/ 1246527 h 1342734"/>
              <a:gd name="connsiteX122" fmla="*/ 1705069 w 10678681"/>
              <a:gd name="connsiteY122" fmla="*/ 1251989 h 1342734"/>
              <a:gd name="connsiteX123" fmla="*/ 1307888 w 10678681"/>
              <a:gd name="connsiteY123" fmla="*/ 1283156 h 1342734"/>
              <a:gd name="connsiteX124" fmla="*/ 1220734 w 10678681"/>
              <a:gd name="connsiteY124" fmla="*/ 1257811 h 1342734"/>
              <a:gd name="connsiteX125" fmla="*/ 1021737 w 10678681"/>
              <a:gd name="connsiteY125" fmla="*/ 1238739 h 1342734"/>
              <a:gd name="connsiteX126" fmla="*/ 959820 w 10678681"/>
              <a:gd name="connsiteY126" fmla="*/ 1275863 h 1342734"/>
              <a:gd name="connsiteX127" fmla="*/ 929137 w 10678681"/>
              <a:gd name="connsiteY127" fmla="*/ 1273957 h 1342734"/>
              <a:gd name="connsiteX128" fmla="*/ 878849 w 10678681"/>
              <a:gd name="connsiteY128" fmla="*/ 1266740 h 1342734"/>
              <a:gd name="connsiteX129" fmla="*/ 800667 w 10678681"/>
              <a:gd name="connsiteY129" fmla="*/ 1282041 h 1342734"/>
              <a:gd name="connsiteX130" fmla="*/ 644906 w 10678681"/>
              <a:gd name="connsiteY130" fmla="*/ 1273685 h 1342734"/>
              <a:gd name="connsiteX131" fmla="*/ 379869 w 10678681"/>
              <a:gd name="connsiteY131" fmla="*/ 1339165 h 1342734"/>
              <a:gd name="connsiteX132" fmla="*/ 137696 w 10678681"/>
              <a:gd name="connsiteY132" fmla="*/ 1319217 h 1342734"/>
              <a:gd name="connsiteX133" fmla="*/ 54250 w 10678681"/>
              <a:gd name="connsiteY133" fmla="*/ 1315838 h 1342734"/>
              <a:gd name="connsiteX134" fmla="*/ 28042 w 10678681"/>
              <a:gd name="connsiteY134" fmla="*/ 1297822 h 1342734"/>
              <a:gd name="connsiteX135" fmla="*/ 0 w 10678681"/>
              <a:gd name="connsiteY135" fmla="*/ 1294612 h 1342734"/>
              <a:gd name="connsiteX136" fmla="*/ 0 w 10678681"/>
              <a:gd name="connsiteY136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6219 w 10678681"/>
              <a:gd name="connsiteY4" fmla="*/ 45588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41159 w 10678681"/>
              <a:gd name="connsiteY8" fmla="*/ 103824 h 1342734"/>
              <a:gd name="connsiteX9" fmla="*/ 10244930 w 10678681"/>
              <a:gd name="connsiteY9" fmla="*/ 9459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9929077 w 10678681"/>
              <a:gd name="connsiteY13" fmla="*/ 209062 h 1342734"/>
              <a:gd name="connsiteX14" fmla="*/ 9840045 w 10678681"/>
              <a:gd name="connsiteY14" fmla="*/ 223033 h 1342734"/>
              <a:gd name="connsiteX15" fmla="*/ 9679639 w 10678681"/>
              <a:gd name="connsiteY15" fmla="*/ 247182 h 1342734"/>
              <a:gd name="connsiteX16" fmla="*/ 9498347 w 10678681"/>
              <a:gd name="connsiteY16" fmla="*/ 244723 h 1342734"/>
              <a:gd name="connsiteX17" fmla="*/ 9366026 w 10678681"/>
              <a:gd name="connsiteY17" fmla="*/ 299024 h 1342734"/>
              <a:gd name="connsiteX18" fmla="*/ 9316702 w 10678681"/>
              <a:gd name="connsiteY18" fmla="*/ 356523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276883 w 10678681"/>
              <a:gd name="connsiteY30" fmla="*/ 588214 h 1342734"/>
              <a:gd name="connsiteX31" fmla="*/ 8086698 w 10678681"/>
              <a:gd name="connsiteY31" fmla="*/ 605185 h 1342734"/>
              <a:gd name="connsiteX32" fmla="*/ 7982378 w 10678681"/>
              <a:gd name="connsiteY32" fmla="*/ 629799 h 1342734"/>
              <a:gd name="connsiteX33" fmla="*/ 7947952 w 10678681"/>
              <a:gd name="connsiteY33" fmla="*/ 648003 h 1342734"/>
              <a:gd name="connsiteX34" fmla="*/ 7890112 w 10678681"/>
              <a:gd name="connsiteY34" fmla="*/ 677915 h 1342734"/>
              <a:gd name="connsiteX35" fmla="*/ 7853284 w 10678681"/>
              <a:gd name="connsiteY35" fmla="*/ 723588 h 1342734"/>
              <a:gd name="connsiteX36" fmla="*/ 7802383 w 10678681"/>
              <a:gd name="connsiteY36" fmla="*/ 739359 h 1342734"/>
              <a:gd name="connsiteX37" fmla="*/ 7730518 w 10678681"/>
              <a:gd name="connsiteY37" fmla="*/ 739526 h 1342734"/>
              <a:gd name="connsiteX38" fmla="*/ 7720084 w 10678681"/>
              <a:gd name="connsiteY38" fmla="*/ 760750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58094 w 10678681"/>
              <a:gd name="connsiteY45" fmla="*/ 990679 h 1342734"/>
              <a:gd name="connsiteX46" fmla="*/ 7257893 w 10678681"/>
              <a:gd name="connsiteY46" fmla="*/ 991204 h 1342734"/>
              <a:gd name="connsiteX47" fmla="*/ 7247153 w 10678681"/>
              <a:gd name="connsiteY47" fmla="*/ 991550 h 1342734"/>
              <a:gd name="connsiteX48" fmla="*/ 7193612 w 10678681"/>
              <a:gd name="connsiteY48" fmla="*/ 987042 h 1342734"/>
              <a:gd name="connsiteX49" fmla="*/ 7132632 w 10678681"/>
              <a:gd name="connsiteY49" fmla="*/ 1042036 h 1342734"/>
              <a:gd name="connsiteX50" fmla="*/ 7105610 w 10678681"/>
              <a:gd name="connsiteY50" fmla="*/ 1053537 h 1342734"/>
              <a:gd name="connsiteX51" fmla="*/ 7069148 w 10678681"/>
              <a:gd name="connsiteY51" fmla="*/ 1047163 h 1342734"/>
              <a:gd name="connsiteX52" fmla="*/ 7039634 w 10678681"/>
              <a:gd name="connsiteY52" fmla="*/ 1059971 h 1342734"/>
              <a:gd name="connsiteX53" fmla="*/ 7033445 w 10678681"/>
              <a:gd name="connsiteY53" fmla="*/ 1063314 h 1342734"/>
              <a:gd name="connsiteX54" fmla="*/ 6999157 w 10678681"/>
              <a:gd name="connsiteY54" fmla="*/ 1055282 h 1342734"/>
              <a:gd name="connsiteX55" fmla="*/ 6981874 w 10678681"/>
              <a:gd name="connsiteY55" fmla="*/ 1053827 h 1342734"/>
              <a:gd name="connsiteX56" fmla="*/ 6976102 w 10678681"/>
              <a:gd name="connsiteY56" fmla="*/ 1047854 h 1342734"/>
              <a:gd name="connsiteX57" fmla="*/ 6951040 w 10678681"/>
              <a:gd name="connsiteY57" fmla="*/ 1048531 h 1342734"/>
              <a:gd name="connsiteX58" fmla="*/ 6948497 w 10678681"/>
              <a:gd name="connsiteY58" fmla="*/ 1050706 h 1342734"/>
              <a:gd name="connsiteX59" fmla="*/ 6926582 w 10678681"/>
              <a:gd name="connsiteY59" fmla="*/ 1043462 h 1342734"/>
              <a:gd name="connsiteX60" fmla="*/ 6833743 w 10678681"/>
              <a:gd name="connsiteY60" fmla="*/ 1027960 h 1342734"/>
              <a:gd name="connsiteX61" fmla="*/ 6687090 w 10678681"/>
              <a:gd name="connsiteY61" fmla="*/ 1063250 h 1342734"/>
              <a:gd name="connsiteX62" fmla="*/ 6431838 w 10678681"/>
              <a:gd name="connsiteY62" fmla="*/ 1063226 h 1342734"/>
              <a:gd name="connsiteX63" fmla="*/ 6327795 w 10678681"/>
              <a:gd name="connsiteY63" fmla="*/ 1088142 h 1342734"/>
              <a:gd name="connsiteX64" fmla="*/ 6136549 w 10678681"/>
              <a:gd name="connsiteY64" fmla="*/ 1100268 h 1342734"/>
              <a:gd name="connsiteX65" fmla="*/ 6004655 w 10678681"/>
              <a:gd name="connsiteY65" fmla="*/ 1114946 h 1342734"/>
              <a:gd name="connsiteX66" fmla="*/ 5936643 w 10678681"/>
              <a:gd name="connsiteY66" fmla="*/ 1095428 h 1342734"/>
              <a:gd name="connsiteX67" fmla="*/ 5912484 w 10678681"/>
              <a:gd name="connsiteY67" fmla="*/ 1112624 h 1342734"/>
              <a:gd name="connsiteX68" fmla="*/ 5908387 w 10678681"/>
              <a:gd name="connsiteY68" fmla="*/ 1116018 h 1342734"/>
              <a:gd name="connsiteX69" fmla="*/ 5890495 w 10678681"/>
              <a:gd name="connsiteY69" fmla="*/ 1120268 h 1342734"/>
              <a:gd name="connsiteX70" fmla="*/ 5887318 w 10678681"/>
              <a:gd name="connsiteY70" fmla="*/ 1133134 h 1342734"/>
              <a:gd name="connsiteX71" fmla="*/ 5861726 w 10678681"/>
              <a:gd name="connsiteY71" fmla="*/ 1147891 h 1342734"/>
              <a:gd name="connsiteX72" fmla="*/ 5805823 w 10678681"/>
              <a:gd name="connsiteY72" fmla="*/ 1152457 h 1342734"/>
              <a:gd name="connsiteX73" fmla="*/ 5689841 w 10678681"/>
              <a:gd name="connsiteY73" fmla="*/ 1176232 h 1342734"/>
              <a:gd name="connsiteX74" fmla="*/ 5605119 w 10678681"/>
              <a:gd name="connsiteY74" fmla="*/ 1190202 h 1342734"/>
              <a:gd name="connsiteX75" fmla="*/ 5488513 w 10678681"/>
              <a:gd name="connsiteY75" fmla="*/ 1205367 h 1342734"/>
              <a:gd name="connsiteX76" fmla="*/ 5402905 w 10678681"/>
              <a:gd name="connsiteY76" fmla="*/ 1241191 h 1342734"/>
              <a:gd name="connsiteX77" fmla="*/ 5192893 w 10678681"/>
              <a:gd name="connsiteY77" fmla="*/ 1247188 h 1342734"/>
              <a:gd name="connsiteX78" fmla="*/ 5164025 w 10678681"/>
              <a:gd name="connsiteY78" fmla="*/ 1257028 h 1342734"/>
              <a:gd name="connsiteX79" fmla="*/ 5103589 w 10678681"/>
              <a:gd name="connsiteY79" fmla="*/ 1263189 h 1342734"/>
              <a:gd name="connsiteX80" fmla="*/ 4894688 w 10678681"/>
              <a:gd name="connsiteY80" fmla="*/ 1247184 h 1342734"/>
              <a:gd name="connsiteX81" fmla="*/ 4788036 w 10678681"/>
              <a:gd name="connsiteY81" fmla="*/ 1238182 h 1342734"/>
              <a:gd name="connsiteX82" fmla="*/ 4747555 w 10678681"/>
              <a:gd name="connsiteY82" fmla="*/ 1252768 h 1342734"/>
              <a:gd name="connsiteX83" fmla="*/ 4679644 w 10678681"/>
              <a:gd name="connsiteY83" fmla="*/ 1276603 h 1342734"/>
              <a:gd name="connsiteX84" fmla="*/ 4617473 w 10678681"/>
              <a:gd name="connsiteY84" fmla="*/ 1296467 h 1342734"/>
              <a:gd name="connsiteX85" fmla="*/ 4564919 w 10678681"/>
              <a:gd name="connsiteY85" fmla="*/ 1325507 h 1342734"/>
              <a:gd name="connsiteX86" fmla="*/ 4566586 w 10678681"/>
              <a:gd name="connsiteY86" fmla="*/ 1316963 h 1342734"/>
              <a:gd name="connsiteX87" fmla="*/ 4556303 w 10678681"/>
              <a:gd name="connsiteY87" fmla="*/ 1300262 h 1342734"/>
              <a:gd name="connsiteX88" fmla="*/ 4502358 w 10678681"/>
              <a:gd name="connsiteY88" fmla="*/ 1302558 h 1342734"/>
              <a:gd name="connsiteX89" fmla="*/ 4498919 w 10678681"/>
              <a:gd name="connsiteY89" fmla="*/ 1312115 h 1342734"/>
              <a:gd name="connsiteX90" fmla="*/ 4492075 w 10678681"/>
              <a:gd name="connsiteY90" fmla="*/ 1313357 h 1342734"/>
              <a:gd name="connsiteX91" fmla="*/ 4487466 w 10678681"/>
              <a:gd name="connsiteY91" fmla="*/ 1304102 h 1342734"/>
              <a:gd name="connsiteX92" fmla="*/ 4398292 w 10678681"/>
              <a:gd name="connsiteY92" fmla="*/ 1278410 h 1342734"/>
              <a:gd name="connsiteX93" fmla="*/ 4306088 w 10678681"/>
              <a:gd name="connsiteY93" fmla="*/ 1282512 h 1342734"/>
              <a:gd name="connsiteX94" fmla="*/ 4188995 w 10678681"/>
              <a:gd name="connsiteY94" fmla="*/ 1296718 h 1342734"/>
              <a:gd name="connsiteX95" fmla="*/ 4136582 w 10678681"/>
              <a:gd name="connsiteY95" fmla="*/ 1287687 h 1342734"/>
              <a:gd name="connsiteX96" fmla="*/ 4064614 w 10678681"/>
              <a:gd name="connsiteY96" fmla="*/ 1296118 h 1342734"/>
              <a:gd name="connsiteX97" fmla="*/ 3900948 w 10678681"/>
              <a:gd name="connsiteY97" fmla="*/ 1322156 h 1342734"/>
              <a:gd name="connsiteX98" fmla="*/ 3787890 w 10678681"/>
              <a:gd name="connsiteY98" fmla="*/ 1322164 h 1342734"/>
              <a:gd name="connsiteX99" fmla="*/ 3745993 w 10678681"/>
              <a:gd name="connsiteY99" fmla="*/ 1342630 h 1342734"/>
              <a:gd name="connsiteX100" fmla="*/ 3675785 w 10678681"/>
              <a:gd name="connsiteY100" fmla="*/ 1326802 h 1342734"/>
              <a:gd name="connsiteX101" fmla="*/ 3623856 w 10678681"/>
              <a:gd name="connsiteY101" fmla="*/ 1290804 h 1342734"/>
              <a:gd name="connsiteX102" fmla="*/ 3564933 w 10678681"/>
              <a:gd name="connsiteY102" fmla="*/ 1287147 h 1342734"/>
              <a:gd name="connsiteX103" fmla="*/ 3550537 w 10678681"/>
              <a:gd name="connsiteY103" fmla="*/ 1317552 h 1342734"/>
              <a:gd name="connsiteX104" fmla="*/ 3487736 w 10678681"/>
              <a:gd name="connsiteY104" fmla="*/ 1303493 h 1342734"/>
              <a:gd name="connsiteX105" fmla="*/ 3392548 w 10678681"/>
              <a:gd name="connsiteY105" fmla="*/ 1278741 h 1342734"/>
              <a:gd name="connsiteX106" fmla="*/ 3337466 w 10678681"/>
              <a:gd name="connsiteY106" fmla="*/ 1272537 h 1342734"/>
              <a:gd name="connsiteX107" fmla="*/ 3175981 w 10678681"/>
              <a:gd name="connsiteY107" fmla="*/ 1208973 h 1342734"/>
              <a:gd name="connsiteX108" fmla="*/ 3036856 w 10678681"/>
              <a:gd name="connsiteY108" fmla="*/ 1214383 h 1342734"/>
              <a:gd name="connsiteX109" fmla="*/ 2824973 w 10678681"/>
              <a:gd name="connsiteY109" fmla="*/ 1134864 h 1342734"/>
              <a:gd name="connsiteX110" fmla="*/ 2804398 w 10678681"/>
              <a:gd name="connsiteY110" fmla="*/ 1125556 h 1342734"/>
              <a:gd name="connsiteX111" fmla="*/ 2736109 w 10678681"/>
              <a:gd name="connsiteY111" fmla="*/ 1137717 h 1342734"/>
              <a:gd name="connsiteX112" fmla="*/ 2659096 w 10678681"/>
              <a:gd name="connsiteY112" fmla="*/ 1150294 h 1342734"/>
              <a:gd name="connsiteX113" fmla="*/ 2567088 w 10678681"/>
              <a:gd name="connsiteY113" fmla="*/ 1181781 h 1342734"/>
              <a:gd name="connsiteX114" fmla="*/ 2454501 w 10678681"/>
              <a:gd name="connsiteY114" fmla="*/ 1155455 h 1342734"/>
              <a:gd name="connsiteX115" fmla="*/ 2385161 w 10678681"/>
              <a:gd name="connsiteY115" fmla="*/ 1161312 h 1342734"/>
              <a:gd name="connsiteX116" fmla="*/ 2273361 w 10678681"/>
              <a:gd name="connsiteY116" fmla="*/ 1134090 h 1342734"/>
              <a:gd name="connsiteX117" fmla="*/ 2132003 w 10678681"/>
              <a:gd name="connsiteY117" fmla="*/ 1139225 h 1342734"/>
              <a:gd name="connsiteX118" fmla="*/ 2041224 w 10678681"/>
              <a:gd name="connsiteY118" fmla="*/ 1147536 h 1342734"/>
              <a:gd name="connsiteX119" fmla="*/ 2010157 w 10678681"/>
              <a:gd name="connsiteY119" fmla="*/ 1152767 h 1342734"/>
              <a:gd name="connsiteX120" fmla="*/ 1859213 w 10678681"/>
              <a:gd name="connsiteY120" fmla="*/ 1199540 h 1342734"/>
              <a:gd name="connsiteX121" fmla="*/ 1735877 w 10678681"/>
              <a:gd name="connsiteY121" fmla="*/ 1246527 h 1342734"/>
              <a:gd name="connsiteX122" fmla="*/ 1705069 w 10678681"/>
              <a:gd name="connsiteY122" fmla="*/ 1251989 h 1342734"/>
              <a:gd name="connsiteX123" fmla="*/ 1307888 w 10678681"/>
              <a:gd name="connsiteY123" fmla="*/ 1283156 h 1342734"/>
              <a:gd name="connsiteX124" fmla="*/ 1021737 w 10678681"/>
              <a:gd name="connsiteY124" fmla="*/ 1238739 h 1342734"/>
              <a:gd name="connsiteX125" fmla="*/ 959820 w 10678681"/>
              <a:gd name="connsiteY125" fmla="*/ 1275863 h 1342734"/>
              <a:gd name="connsiteX126" fmla="*/ 929137 w 10678681"/>
              <a:gd name="connsiteY126" fmla="*/ 1273957 h 1342734"/>
              <a:gd name="connsiteX127" fmla="*/ 878849 w 10678681"/>
              <a:gd name="connsiteY127" fmla="*/ 1266740 h 1342734"/>
              <a:gd name="connsiteX128" fmla="*/ 800667 w 10678681"/>
              <a:gd name="connsiteY128" fmla="*/ 1282041 h 1342734"/>
              <a:gd name="connsiteX129" fmla="*/ 644906 w 10678681"/>
              <a:gd name="connsiteY129" fmla="*/ 1273685 h 1342734"/>
              <a:gd name="connsiteX130" fmla="*/ 379869 w 10678681"/>
              <a:gd name="connsiteY130" fmla="*/ 1339165 h 1342734"/>
              <a:gd name="connsiteX131" fmla="*/ 137696 w 10678681"/>
              <a:gd name="connsiteY131" fmla="*/ 1319217 h 1342734"/>
              <a:gd name="connsiteX132" fmla="*/ 54250 w 10678681"/>
              <a:gd name="connsiteY132" fmla="*/ 1315838 h 1342734"/>
              <a:gd name="connsiteX133" fmla="*/ 28042 w 10678681"/>
              <a:gd name="connsiteY133" fmla="*/ 1297822 h 1342734"/>
              <a:gd name="connsiteX134" fmla="*/ 0 w 10678681"/>
              <a:gd name="connsiteY134" fmla="*/ 1294612 h 1342734"/>
              <a:gd name="connsiteX135" fmla="*/ 0 w 10678681"/>
              <a:gd name="connsiteY135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6219 w 10678681"/>
              <a:gd name="connsiteY4" fmla="*/ 45588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41159 w 10678681"/>
              <a:gd name="connsiteY8" fmla="*/ 103824 h 1342734"/>
              <a:gd name="connsiteX9" fmla="*/ 10244930 w 10678681"/>
              <a:gd name="connsiteY9" fmla="*/ 9459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9929077 w 10678681"/>
              <a:gd name="connsiteY13" fmla="*/ 209062 h 1342734"/>
              <a:gd name="connsiteX14" fmla="*/ 9840045 w 10678681"/>
              <a:gd name="connsiteY14" fmla="*/ 223033 h 1342734"/>
              <a:gd name="connsiteX15" fmla="*/ 9679639 w 10678681"/>
              <a:gd name="connsiteY15" fmla="*/ 247182 h 1342734"/>
              <a:gd name="connsiteX16" fmla="*/ 9498347 w 10678681"/>
              <a:gd name="connsiteY16" fmla="*/ 244723 h 1342734"/>
              <a:gd name="connsiteX17" fmla="*/ 9366026 w 10678681"/>
              <a:gd name="connsiteY17" fmla="*/ 299024 h 1342734"/>
              <a:gd name="connsiteX18" fmla="*/ 9316702 w 10678681"/>
              <a:gd name="connsiteY18" fmla="*/ 356523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276883 w 10678681"/>
              <a:gd name="connsiteY30" fmla="*/ 588214 h 1342734"/>
              <a:gd name="connsiteX31" fmla="*/ 8086698 w 10678681"/>
              <a:gd name="connsiteY31" fmla="*/ 605185 h 1342734"/>
              <a:gd name="connsiteX32" fmla="*/ 7982378 w 10678681"/>
              <a:gd name="connsiteY32" fmla="*/ 629799 h 1342734"/>
              <a:gd name="connsiteX33" fmla="*/ 7947952 w 10678681"/>
              <a:gd name="connsiteY33" fmla="*/ 648003 h 1342734"/>
              <a:gd name="connsiteX34" fmla="*/ 7890112 w 10678681"/>
              <a:gd name="connsiteY34" fmla="*/ 677915 h 1342734"/>
              <a:gd name="connsiteX35" fmla="*/ 7853284 w 10678681"/>
              <a:gd name="connsiteY35" fmla="*/ 723588 h 1342734"/>
              <a:gd name="connsiteX36" fmla="*/ 7802383 w 10678681"/>
              <a:gd name="connsiteY36" fmla="*/ 739359 h 1342734"/>
              <a:gd name="connsiteX37" fmla="*/ 7730518 w 10678681"/>
              <a:gd name="connsiteY37" fmla="*/ 739526 h 1342734"/>
              <a:gd name="connsiteX38" fmla="*/ 7720084 w 10678681"/>
              <a:gd name="connsiteY38" fmla="*/ 760750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58094 w 10678681"/>
              <a:gd name="connsiteY45" fmla="*/ 990679 h 1342734"/>
              <a:gd name="connsiteX46" fmla="*/ 7257893 w 10678681"/>
              <a:gd name="connsiteY46" fmla="*/ 991204 h 1342734"/>
              <a:gd name="connsiteX47" fmla="*/ 7247153 w 10678681"/>
              <a:gd name="connsiteY47" fmla="*/ 991550 h 1342734"/>
              <a:gd name="connsiteX48" fmla="*/ 7193612 w 10678681"/>
              <a:gd name="connsiteY48" fmla="*/ 987042 h 1342734"/>
              <a:gd name="connsiteX49" fmla="*/ 7132632 w 10678681"/>
              <a:gd name="connsiteY49" fmla="*/ 1042036 h 1342734"/>
              <a:gd name="connsiteX50" fmla="*/ 7105610 w 10678681"/>
              <a:gd name="connsiteY50" fmla="*/ 1053537 h 1342734"/>
              <a:gd name="connsiteX51" fmla="*/ 7069148 w 10678681"/>
              <a:gd name="connsiteY51" fmla="*/ 1047163 h 1342734"/>
              <a:gd name="connsiteX52" fmla="*/ 7039634 w 10678681"/>
              <a:gd name="connsiteY52" fmla="*/ 1059971 h 1342734"/>
              <a:gd name="connsiteX53" fmla="*/ 7033445 w 10678681"/>
              <a:gd name="connsiteY53" fmla="*/ 1063314 h 1342734"/>
              <a:gd name="connsiteX54" fmla="*/ 6999157 w 10678681"/>
              <a:gd name="connsiteY54" fmla="*/ 1055282 h 1342734"/>
              <a:gd name="connsiteX55" fmla="*/ 6981874 w 10678681"/>
              <a:gd name="connsiteY55" fmla="*/ 1053827 h 1342734"/>
              <a:gd name="connsiteX56" fmla="*/ 6976102 w 10678681"/>
              <a:gd name="connsiteY56" fmla="*/ 1047854 h 1342734"/>
              <a:gd name="connsiteX57" fmla="*/ 6951040 w 10678681"/>
              <a:gd name="connsiteY57" fmla="*/ 1048531 h 1342734"/>
              <a:gd name="connsiteX58" fmla="*/ 6948497 w 10678681"/>
              <a:gd name="connsiteY58" fmla="*/ 1050706 h 1342734"/>
              <a:gd name="connsiteX59" fmla="*/ 6926582 w 10678681"/>
              <a:gd name="connsiteY59" fmla="*/ 1043462 h 1342734"/>
              <a:gd name="connsiteX60" fmla="*/ 6833743 w 10678681"/>
              <a:gd name="connsiteY60" fmla="*/ 1027960 h 1342734"/>
              <a:gd name="connsiteX61" fmla="*/ 6687090 w 10678681"/>
              <a:gd name="connsiteY61" fmla="*/ 1063250 h 1342734"/>
              <a:gd name="connsiteX62" fmla="*/ 6431838 w 10678681"/>
              <a:gd name="connsiteY62" fmla="*/ 1063226 h 1342734"/>
              <a:gd name="connsiteX63" fmla="*/ 6327795 w 10678681"/>
              <a:gd name="connsiteY63" fmla="*/ 1088142 h 1342734"/>
              <a:gd name="connsiteX64" fmla="*/ 6136549 w 10678681"/>
              <a:gd name="connsiteY64" fmla="*/ 1100268 h 1342734"/>
              <a:gd name="connsiteX65" fmla="*/ 6004655 w 10678681"/>
              <a:gd name="connsiteY65" fmla="*/ 1114946 h 1342734"/>
              <a:gd name="connsiteX66" fmla="*/ 5936643 w 10678681"/>
              <a:gd name="connsiteY66" fmla="*/ 1095428 h 1342734"/>
              <a:gd name="connsiteX67" fmla="*/ 5912484 w 10678681"/>
              <a:gd name="connsiteY67" fmla="*/ 1112624 h 1342734"/>
              <a:gd name="connsiteX68" fmla="*/ 5908387 w 10678681"/>
              <a:gd name="connsiteY68" fmla="*/ 1116018 h 1342734"/>
              <a:gd name="connsiteX69" fmla="*/ 5890495 w 10678681"/>
              <a:gd name="connsiteY69" fmla="*/ 1120268 h 1342734"/>
              <a:gd name="connsiteX70" fmla="*/ 5887318 w 10678681"/>
              <a:gd name="connsiteY70" fmla="*/ 1133134 h 1342734"/>
              <a:gd name="connsiteX71" fmla="*/ 5861726 w 10678681"/>
              <a:gd name="connsiteY71" fmla="*/ 1147891 h 1342734"/>
              <a:gd name="connsiteX72" fmla="*/ 5805823 w 10678681"/>
              <a:gd name="connsiteY72" fmla="*/ 1152457 h 1342734"/>
              <a:gd name="connsiteX73" fmla="*/ 5689841 w 10678681"/>
              <a:gd name="connsiteY73" fmla="*/ 1176232 h 1342734"/>
              <a:gd name="connsiteX74" fmla="*/ 5605119 w 10678681"/>
              <a:gd name="connsiteY74" fmla="*/ 1190202 h 1342734"/>
              <a:gd name="connsiteX75" fmla="*/ 5488513 w 10678681"/>
              <a:gd name="connsiteY75" fmla="*/ 1205367 h 1342734"/>
              <a:gd name="connsiteX76" fmla="*/ 5402905 w 10678681"/>
              <a:gd name="connsiteY76" fmla="*/ 1241191 h 1342734"/>
              <a:gd name="connsiteX77" fmla="*/ 5192893 w 10678681"/>
              <a:gd name="connsiteY77" fmla="*/ 1247188 h 1342734"/>
              <a:gd name="connsiteX78" fmla="*/ 5164025 w 10678681"/>
              <a:gd name="connsiteY78" fmla="*/ 1257028 h 1342734"/>
              <a:gd name="connsiteX79" fmla="*/ 5103589 w 10678681"/>
              <a:gd name="connsiteY79" fmla="*/ 1263189 h 1342734"/>
              <a:gd name="connsiteX80" fmla="*/ 4894688 w 10678681"/>
              <a:gd name="connsiteY80" fmla="*/ 1247184 h 1342734"/>
              <a:gd name="connsiteX81" fmla="*/ 4788036 w 10678681"/>
              <a:gd name="connsiteY81" fmla="*/ 1238182 h 1342734"/>
              <a:gd name="connsiteX82" fmla="*/ 4747555 w 10678681"/>
              <a:gd name="connsiteY82" fmla="*/ 1252768 h 1342734"/>
              <a:gd name="connsiteX83" fmla="*/ 4679644 w 10678681"/>
              <a:gd name="connsiteY83" fmla="*/ 1276603 h 1342734"/>
              <a:gd name="connsiteX84" fmla="*/ 4617473 w 10678681"/>
              <a:gd name="connsiteY84" fmla="*/ 1296467 h 1342734"/>
              <a:gd name="connsiteX85" fmla="*/ 4564919 w 10678681"/>
              <a:gd name="connsiteY85" fmla="*/ 1325507 h 1342734"/>
              <a:gd name="connsiteX86" fmla="*/ 4566586 w 10678681"/>
              <a:gd name="connsiteY86" fmla="*/ 1316963 h 1342734"/>
              <a:gd name="connsiteX87" fmla="*/ 4556303 w 10678681"/>
              <a:gd name="connsiteY87" fmla="*/ 1300262 h 1342734"/>
              <a:gd name="connsiteX88" fmla="*/ 4502358 w 10678681"/>
              <a:gd name="connsiteY88" fmla="*/ 1302558 h 1342734"/>
              <a:gd name="connsiteX89" fmla="*/ 4498919 w 10678681"/>
              <a:gd name="connsiteY89" fmla="*/ 1312115 h 1342734"/>
              <a:gd name="connsiteX90" fmla="*/ 4492075 w 10678681"/>
              <a:gd name="connsiteY90" fmla="*/ 1313357 h 1342734"/>
              <a:gd name="connsiteX91" fmla="*/ 4487466 w 10678681"/>
              <a:gd name="connsiteY91" fmla="*/ 1304102 h 1342734"/>
              <a:gd name="connsiteX92" fmla="*/ 4398292 w 10678681"/>
              <a:gd name="connsiteY92" fmla="*/ 1278410 h 1342734"/>
              <a:gd name="connsiteX93" fmla="*/ 4306088 w 10678681"/>
              <a:gd name="connsiteY93" fmla="*/ 1282512 h 1342734"/>
              <a:gd name="connsiteX94" fmla="*/ 4188995 w 10678681"/>
              <a:gd name="connsiteY94" fmla="*/ 1296718 h 1342734"/>
              <a:gd name="connsiteX95" fmla="*/ 4136582 w 10678681"/>
              <a:gd name="connsiteY95" fmla="*/ 1287687 h 1342734"/>
              <a:gd name="connsiteX96" fmla="*/ 4064614 w 10678681"/>
              <a:gd name="connsiteY96" fmla="*/ 1296118 h 1342734"/>
              <a:gd name="connsiteX97" fmla="*/ 3900948 w 10678681"/>
              <a:gd name="connsiteY97" fmla="*/ 1322156 h 1342734"/>
              <a:gd name="connsiteX98" fmla="*/ 3787890 w 10678681"/>
              <a:gd name="connsiteY98" fmla="*/ 1322164 h 1342734"/>
              <a:gd name="connsiteX99" fmla="*/ 3745993 w 10678681"/>
              <a:gd name="connsiteY99" fmla="*/ 1342630 h 1342734"/>
              <a:gd name="connsiteX100" fmla="*/ 3675785 w 10678681"/>
              <a:gd name="connsiteY100" fmla="*/ 1326802 h 1342734"/>
              <a:gd name="connsiteX101" fmla="*/ 3623856 w 10678681"/>
              <a:gd name="connsiteY101" fmla="*/ 1290804 h 1342734"/>
              <a:gd name="connsiteX102" fmla="*/ 3564933 w 10678681"/>
              <a:gd name="connsiteY102" fmla="*/ 1287147 h 1342734"/>
              <a:gd name="connsiteX103" fmla="*/ 3550537 w 10678681"/>
              <a:gd name="connsiteY103" fmla="*/ 1317552 h 1342734"/>
              <a:gd name="connsiteX104" fmla="*/ 3487736 w 10678681"/>
              <a:gd name="connsiteY104" fmla="*/ 1303493 h 1342734"/>
              <a:gd name="connsiteX105" fmla="*/ 3392548 w 10678681"/>
              <a:gd name="connsiteY105" fmla="*/ 1278741 h 1342734"/>
              <a:gd name="connsiteX106" fmla="*/ 3337466 w 10678681"/>
              <a:gd name="connsiteY106" fmla="*/ 1272537 h 1342734"/>
              <a:gd name="connsiteX107" fmla="*/ 3175981 w 10678681"/>
              <a:gd name="connsiteY107" fmla="*/ 1208973 h 1342734"/>
              <a:gd name="connsiteX108" fmla="*/ 3036856 w 10678681"/>
              <a:gd name="connsiteY108" fmla="*/ 1214383 h 1342734"/>
              <a:gd name="connsiteX109" fmla="*/ 2824973 w 10678681"/>
              <a:gd name="connsiteY109" fmla="*/ 1134864 h 1342734"/>
              <a:gd name="connsiteX110" fmla="*/ 2804398 w 10678681"/>
              <a:gd name="connsiteY110" fmla="*/ 1125556 h 1342734"/>
              <a:gd name="connsiteX111" fmla="*/ 2736109 w 10678681"/>
              <a:gd name="connsiteY111" fmla="*/ 1137717 h 1342734"/>
              <a:gd name="connsiteX112" fmla="*/ 2659096 w 10678681"/>
              <a:gd name="connsiteY112" fmla="*/ 1150294 h 1342734"/>
              <a:gd name="connsiteX113" fmla="*/ 2567088 w 10678681"/>
              <a:gd name="connsiteY113" fmla="*/ 1181781 h 1342734"/>
              <a:gd name="connsiteX114" fmla="*/ 2454501 w 10678681"/>
              <a:gd name="connsiteY114" fmla="*/ 1155455 h 1342734"/>
              <a:gd name="connsiteX115" fmla="*/ 2385161 w 10678681"/>
              <a:gd name="connsiteY115" fmla="*/ 1161312 h 1342734"/>
              <a:gd name="connsiteX116" fmla="*/ 2273361 w 10678681"/>
              <a:gd name="connsiteY116" fmla="*/ 1134090 h 1342734"/>
              <a:gd name="connsiteX117" fmla="*/ 2132003 w 10678681"/>
              <a:gd name="connsiteY117" fmla="*/ 1139225 h 1342734"/>
              <a:gd name="connsiteX118" fmla="*/ 2041224 w 10678681"/>
              <a:gd name="connsiteY118" fmla="*/ 1147536 h 1342734"/>
              <a:gd name="connsiteX119" fmla="*/ 2010157 w 10678681"/>
              <a:gd name="connsiteY119" fmla="*/ 1152767 h 1342734"/>
              <a:gd name="connsiteX120" fmla="*/ 1859213 w 10678681"/>
              <a:gd name="connsiteY120" fmla="*/ 1199540 h 1342734"/>
              <a:gd name="connsiteX121" fmla="*/ 1735877 w 10678681"/>
              <a:gd name="connsiteY121" fmla="*/ 1246527 h 1342734"/>
              <a:gd name="connsiteX122" fmla="*/ 1705069 w 10678681"/>
              <a:gd name="connsiteY122" fmla="*/ 1251989 h 1342734"/>
              <a:gd name="connsiteX123" fmla="*/ 1279827 w 10678681"/>
              <a:gd name="connsiteY123" fmla="*/ 1245307 h 1342734"/>
              <a:gd name="connsiteX124" fmla="*/ 1021737 w 10678681"/>
              <a:gd name="connsiteY124" fmla="*/ 1238739 h 1342734"/>
              <a:gd name="connsiteX125" fmla="*/ 959820 w 10678681"/>
              <a:gd name="connsiteY125" fmla="*/ 1275863 h 1342734"/>
              <a:gd name="connsiteX126" fmla="*/ 929137 w 10678681"/>
              <a:gd name="connsiteY126" fmla="*/ 1273957 h 1342734"/>
              <a:gd name="connsiteX127" fmla="*/ 878849 w 10678681"/>
              <a:gd name="connsiteY127" fmla="*/ 1266740 h 1342734"/>
              <a:gd name="connsiteX128" fmla="*/ 800667 w 10678681"/>
              <a:gd name="connsiteY128" fmla="*/ 1282041 h 1342734"/>
              <a:gd name="connsiteX129" fmla="*/ 644906 w 10678681"/>
              <a:gd name="connsiteY129" fmla="*/ 1273685 h 1342734"/>
              <a:gd name="connsiteX130" fmla="*/ 379869 w 10678681"/>
              <a:gd name="connsiteY130" fmla="*/ 1339165 h 1342734"/>
              <a:gd name="connsiteX131" fmla="*/ 137696 w 10678681"/>
              <a:gd name="connsiteY131" fmla="*/ 1319217 h 1342734"/>
              <a:gd name="connsiteX132" fmla="*/ 54250 w 10678681"/>
              <a:gd name="connsiteY132" fmla="*/ 1315838 h 1342734"/>
              <a:gd name="connsiteX133" fmla="*/ 28042 w 10678681"/>
              <a:gd name="connsiteY133" fmla="*/ 1297822 h 1342734"/>
              <a:gd name="connsiteX134" fmla="*/ 0 w 10678681"/>
              <a:gd name="connsiteY134" fmla="*/ 1294612 h 1342734"/>
              <a:gd name="connsiteX135" fmla="*/ 0 w 10678681"/>
              <a:gd name="connsiteY135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6219 w 10678681"/>
              <a:gd name="connsiteY4" fmla="*/ 45588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41159 w 10678681"/>
              <a:gd name="connsiteY8" fmla="*/ 103824 h 1342734"/>
              <a:gd name="connsiteX9" fmla="*/ 10244930 w 10678681"/>
              <a:gd name="connsiteY9" fmla="*/ 9459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9929077 w 10678681"/>
              <a:gd name="connsiteY13" fmla="*/ 209062 h 1342734"/>
              <a:gd name="connsiteX14" fmla="*/ 9840045 w 10678681"/>
              <a:gd name="connsiteY14" fmla="*/ 223033 h 1342734"/>
              <a:gd name="connsiteX15" fmla="*/ 9679639 w 10678681"/>
              <a:gd name="connsiteY15" fmla="*/ 247182 h 1342734"/>
              <a:gd name="connsiteX16" fmla="*/ 9498347 w 10678681"/>
              <a:gd name="connsiteY16" fmla="*/ 244723 h 1342734"/>
              <a:gd name="connsiteX17" fmla="*/ 9366026 w 10678681"/>
              <a:gd name="connsiteY17" fmla="*/ 299024 h 1342734"/>
              <a:gd name="connsiteX18" fmla="*/ 9316702 w 10678681"/>
              <a:gd name="connsiteY18" fmla="*/ 356523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276883 w 10678681"/>
              <a:gd name="connsiteY30" fmla="*/ 588214 h 1342734"/>
              <a:gd name="connsiteX31" fmla="*/ 8086698 w 10678681"/>
              <a:gd name="connsiteY31" fmla="*/ 605185 h 1342734"/>
              <a:gd name="connsiteX32" fmla="*/ 7982378 w 10678681"/>
              <a:gd name="connsiteY32" fmla="*/ 629799 h 1342734"/>
              <a:gd name="connsiteX33" fmla="*/ 7947952 w 10678681"/>
              <a:gd name="connsiteY33" fmla="*/ 648003 h 1342734"/>
              <a:gd name="connsiteX34" fmla="*/ 7890112 w 10678681"/>
              <a:gd name="connsiteY34" fmla="*/ 677915 h 1342734"/>
              <a:gd name="connsiteX35" fmla="*/ 7853284 w 10678681"/>
              <a:gd name="connsiteY35" fmla="*/ 723588 h 1342734"/>
              <a:gd name="connsiteX36" fmla="*/ 7802383 w 10678681"/>
              <a:gd name="connsiteY36" fmla="*/ 739359 h 1342734"/>
              <a:gd name="connsiteX37" fmla="*/ 7730518 w 10678681"/>
              <a:gd name="connsiteY37" fmla="*/ 739526 h 1342734"/>
              <a:gd name="connsiteX38" fmla="*/ 7720084 w 10678681"/>
              <a:gd name="connsiteY38" fmla="*/ 760750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58094 w 10678681"/>
              <a:gd name="connsiteY45" fmla="*/ 990679 h 1342734"/>
              <a:gd name="connsiteX46" fmla="*/ 7257893 w 10678681"/>
              <a:gd name="connsiteY46" fmla="*/ 991204 h 1342734"/>
              <a:gd name="connsiteX47" fmla="*/ 7247153 w 10678681"/>
              <a:gd name="connsiteY47" fmla="*/ 991550 h 1342734"/>
              <a:gd name="connsiteX48" fmla="*/ 7193612 w 10678681"/>
              <a:gd name="connsiteY48" fmla="*/ 987042 h 1342734"/>
              <a:gd name="connsiteX49" fmla="*/ 7132632 w 10678681"/>
              <a:gd name="connsiteY49" fmla="*/ 1042036 h 1342734"/>
              <a:gd name="connsiteX50" fmla="*/ 7105610 w 10678681"/>
              <a:gd name="connsiteY50" fmla="*/ 1053537 h 1342734"/>
              <a:gd name="connsiteX51" fmla="*/ 7069148 w 10678681"/>
              <a:gd name="connsiteY51" fmla="*/ 1047163 h 1342734"/>
              <a:gd name="connsiteX52" fmla="*/ 7039634 w 10678681"/>
              <a:gd name="connsiteY52" fmla="*/ 1059971 h 1342734"/>
              <a:gd name="connsiteX53" fmla="*/ 7033445 w 10678681"/>
              <a:gd name="connsiteY53" fmla="*/ 1063314 h 1342734"/>
              <a:gd name="connsiteX54" fmla="*/ 6999157 w 10678681"/>
              <a:gd name="connsiteY54" fmla="*/ 1055282 h 1342734"/>
              <a:gd name="connsiteX55" fmla="*/ 6981874 w 10678681"/>
              <a:gd name="connsiteY55" fmla="*/ 1053827 h 1342734"/>
              <a:gd name="connsiteX56" fmla="*/ 6976102 w 10678681"/>
              <a:gd name="connsiteY56" fmla="*/ 1047854 h 1342734"/>
              <a:gd name="connsiteX57" fmla="*/ 6951040 w 10678681"/>
              <a:gd name="connsiteY57" fmla="*/ 1048531 h 1342734"/>
              <a:gd name="connsiteX58" fmla="*/ 6948497 w 10678681"/>
              <a:gd name="connsiteY58" fmla="*/ 1050706 h 1342734"/>
              <a:gd name="connsiteX59" fmla="*/ 6926582 w 10678681"/>
              <a:gd name="connsiteY59" fmla="*/ 1043462 h 1342734"/>
              <a:gd name="connsiteX60" fmla="*/ 6833743 w 10678681"/>
              <a:gd name="connsiteY60" fmla="*/ 1027960 h 1342734"/>
              <a:gd name="connsiteX61" fmla="*/ 6687090 w 10678681"/>
              <a:gd name="connsiteY61" fmla="*/ 1063250 h 1342734"/>
              <a:gd name="connsiteX62" fmla="*/ 6431838 w 10678681"/>
              <a:gd name="connsiteY62" fmla="*/ 1063226 h 1342734"/>
              <a:gd name="connsiteX63" fmla="*/ 6327795 w 10678681"/>
              <a:gd name="connsiteY63" fmla="*/ 1088142 h 1342734"/>
              <a:gd name="connsiteX64" fmla="*/ 6136549 w 10678681"/>
              <a:gd name="connsiteY64" fmla="*/ 1100268 h 1342734"/>
              <a:gd name="connsiteX65" fmla="*/ 6004655 w 10678681"/>
              <a:gd name="connsiteY65" fmla="*/ 1114946 h 1342734"/>
              <a:gd name="connsiteX66" fmla="*/ 5936643 w 10678681"/>
              <a:gd name="connsiteY66" fmla="*/ 1095428 h 1342734"/>
              <a:gd name="connsiteX67" fmla="*/ 5912484 w 10678681"/>
              <a:gd name="connsiteY67" fmla="*/ 1112624 h 1342734"/>
              <a:gd name="connsiteX68" fmla="*/ 5908387 w 10678681"/>
              <a:gd name="connsiteY68" fmla="*/ 1116018 h 1342734"/>
              <a:gd name="connsiteX69" fmla="*/ 5890495 w 10678681"/>
              <a:gd name="connsiteY69" fmla="*/ 1120268 h 1342734"/>
              <a:gd name="connsiteX70" fmla="*/ 5887318 w 10678681"/>
              <a:gd name="connsiteY70" fmla="*/ 1133134 h 1342734"/>
              <a:gd name="connsiteX71" fmla="*/ 5861726 w 10678681"/>
              <a:gd name="connsiteY71" fmla="*/ 1147891 h 1342734"/>
              <a:gd name="connsiteX72" fmla="*/ 5805823 w 10678681"/>
              <a:gd name="connsiteY72" fmla="*/ 1152457 h 1342734"/>
              <a:gd name="connsiteX73" fmla="*/ 5689841 w 10678681"/>
              <a:gd name="connsiteY73" fmla="*/ 1176232 h 1342734"/>
              <a:gd name="connsiteX74" fmla="*/ 5605119 w 10678681"/>
              <a:gd name="connsiteY74" fmla="*/ 1190202 h 1342734"/>
              <a:gd name="connsiteX75" fmla="*/ 5488513 w 10678681"/>
              <a:gd name="connsiteY75" fmla="*/ 1205367 h 1342734"/>
              <a:gd name="connsiteX76" fmla="*/ 5402905 w 10678681"/>
              <a:gd name="connsiteY76" fmla="*/ 1241191 h 1342734"/>
              <a:gd name="connsiteX77" fmla="*/ 5192893 w 10678681"/>
              <a:gd name="connsiteY77" fmla="*/ 1247188 h 1342734"/>
              <a:gd name="connsiteX78" fmla="*/ 5164025 w 10678681"/>
              <a:gd name="connsiteY78" fmla="*/ 1257028 h 1342734"/>
              <a:gd name="connsiteX79" fmla="*/ 5103589 w 10678681"/>
              <a:gd name="connsiteY79" fmla="*/ 1263189 h 1342734"/>
              <a:gd name="connsiteX80" fmla="*/ 4894688 w 10678681"/>
              <a:gd name="connsiteY80" fmla="*/ 1247184 h 1342734"/>
              <a:gd name="connsiteX81" fmla="*/ 4788036 w 10678681"/>
              <a:gd name="connsiteY81" fmla="*/ 1238182 h 1342734"/>
              <a:gd name="connsiteX82" fmla="*/ 4747555 w 10678681"/>
              <a:gd name="connsiteY82" fmla="*/ 1252768 h 1342734"/>
              <a:gd name="connsiteX83" fmla="*/ 4679644 w 10678681"/>
              <a:gd name="connsiteY83" fmla="*/ 1276603 h 1342734"/>
              <a:gd name="connsiteX84" fmla="*/ 4617473 w 10678681"/>
              <a:gd name="connsiteY84" fmla="*/ 1296467 h 1342734"/>
              <a:gd name="connsiteX85" fmla="*/ 4564919 w 10678681"/>
              <a:gd name="connsiteY85" fmla="*/ 1325507 h 1342734"/>
              <a:gd name="connsiteX86" fmla="*/ 4566586 w 10678681"/>
              <a:gd name="connsiteY86" fmla="*/ 1316963 h 1342734"/>
              <a:gd name="connsiteX87" fmla="*/ 4556303 w 10678681"/>
              <a:gd name="connsiteY87" fmla="*/ 1300262 h 1342734"/>
              <a:gd name="connsiteX88" fmla="*/ 4502358 w 10678681"/>
              <a:gd name="connsiteY88" fmla="*/ 1302558 h 1342734"/>
              <a:gd name="connsiteX89" fmla="*/ 4498919 w 10678681"/>
              <a:gd name="connsiteY89" fmla="*/ 1312115 h 1342734"/>
              <a:gd name="connsiteX90" fmla="*/ 4492075 w 10678681"/>
              <a:gd name="connsiteY90" fmla="*/ 1313357 h 1342734"/>
              <a:gd name="connsiteX91" fmla="*/ 4487466 w 10678681"/>
              <a:gd name="connsiteY91" fmla="*/ 1304102 h 1342734"/>
              <a:gd name="connsiteX92" fmla="*/ 4398292 w 10678681"/>
              <a:gd name="connsiteY92" fmla="*/ 1278410 h 1342734"/>
              <a:gd name="connsiteX93" fmla="*/ 4306088 w 10678681"/>
              <a:gd name="connsiteY93" fmla="*/ 1282512 h 1342734"/>
              <a:gd name="connsiteX94" fmla="*/ 4188995 w 10678681"/>
              <a:gd name="connsiteY94" fmla="*/ 1296718 h 1342734"/>
              <a:gd name="connsiteX95" fmla="*/ 4136582 w 10678681"/>
              <a:gd name="connsiteY95" fmla="*/ 1287687 h 1342734"/>
              <a:gd name="connsiteX96" fmla="*/ 4064614 w 10678681"/>
              <a:gd name="connsiteY96" fmla="*/ 1296118 h 1342734"/>
              <a:gd name="connsiteX97" fmla="*/ 3900948 w 10678681"/>
              <a:gd name="connsiteY97" fmla="*/ 1322156 h 1342734"/>
              <a:gd name="connsiteX98" fmla="*/ 3787890 w 10678681"/>
              <a:gd name="connsiteY98" fmla="*/ 1322164 h 1342734"/>
              <a:gd name="connsiteX99" fmla="*/ 3745993 w 10678681"/>
              <a:gd name="connsiteY99" fmla="*/ 1342630 h 1342734"/>
              <a:gd name="connsiteX100" fmla="*/ 3675785 w 10678681"/>
              <a:gd name="connsiteY100" fmla="*/ 1326802 h 1342734"/>
              <a:gd name="connsiteX101" fmla="*/ 3623856 w 10678681"/>
              <a:gd name="connsiteY101" fmla="*/ 1290804 h 1342734"/>
              <a:gd name="connsiteX102" fmla="*/ 3564933 w 10678681"/>
              <a:gd name="connsiteY102" fmla="*/ 1287147 h 1342734"/>
              <a:gd name="connsiteX103" fmla="*/ 3550537 w 10678681"/>
              <a:gd name="connsiteY103" fmla="*/ 1317552 h 1342734"/>
              <a:gd name="connsiteX104" fmla="*/ 3487736 w 10678681"/>
              <a:gd name="connsiteY104" fmla="*/ 1303493 h 1342734"/>
              <a:gd name="connsiteX105" fmla="*/ 3392548 w 10678681"/>
              <a:gd name="connsiteY105" fmla="*/ 1278741 h 1342734"/>
              <a:gd name="connsiteX106" fmla="*/ 3337466 w 10678681"/>
              <a:gd name="connsiteY106" fmla="*/ 1272537 h 1342734"/>
              <a:gd name="connsiteX107" fmla="*/ 3175981 w 10678681"/>
              <a:gd name="connsiteY107" fmla="*/ 1208973 h 1342734"/>
              <a:gd name="connsiteX108" fmla="*/ 3036856 w 10678681"/>
              <a:gd name="connsiteY108" fmla="*/ 1214383 h 1342734"/>
              <a:gd name="connsiteX109" fmla="*/ 2824973 w 10678681"/>
              <a:gd name="connsiteY109" fmla="*/ 1134864 h 1342734"/>
              <a:gd name="connsiteX110" fmla="*/ 2804398 w 10678681"/>
              <a:gd name="connsiteY110" fmla="*/ 1125556 h 1342734"/>
              <a:gd name="connsiteX111" fmla="*/ 2736109 w 10678681"/>
              <a:gd name="connsiteY111" fmla="*/ 1137717 h 1342734"/>
              <a:gd name="connsiteX112" fmla="*/ 2659096 w 10678681"/>
              <a:gd name="connsiteY112" fmla="*/ 1150294 h 1342734"/>
              <a:gd name="connsiteX113" fmla="*/ 2567088 w 10678681"/>
              <a:gd name="connsiteY113" fmla="*/ 1181781 h 1342734"/>
              <a:gd name="connsiteX114" fmla="*/ 2454501 w 10678681"/>
              <a:gd name="connsiteY114" fmla="*/ 1155455 h 1342734"/>
              <a:gd name="connsiteX115" fmla="*/ 2385161 w 10678681"/>
              <a:gd name="connsiteY115" fmla="*/ 1161312 h 1342734"/>
              <a:gd name="connsiteX116" fmla="*/ 2273361 w 10678681"/>
              <a:gd name="connsiteY116" fmla="*/ 1134090 h 1342734"/>
              <a:gd name="connsiteX117" fmla="*/ 2132003 w 10678681"/>
              <a:gd name="connsiteY117" fmla="*/ 1139225 h 1342734"/>
              <a:gd name="connsiteX118" fmla="*/ 2041224 w 10678681"/>
              <a:gd name="connsiteY118" fmla="*/ 1147536 h 1342734"/>
              <a:gd name="connsiteX119" fmla="*/ 2010157 w 10678681"/>
              <a:gd name="connsiteY119" fmla="*/ 1152767 h 1342734"/>
              <a:gd name="connsiteX120" fmla="*/ 1859213 w 10678681"/>
              <a:gd name="connsiteY120" fmla="*/ 1199540 h 1342734"/>
              <a:gd name="connsiteX121" fmla="*/ 1735877 w 10678681"/>
              <a:gd name="connsiteY121" fmla="*/ 1246527 h 1342734"/>
              <a:gd name="connsiteX122" fmla="*/ 1660167 w 10678681"/>
              <a:gd name="connsiteY122" fmla="*/ 1236849 h 1342734"/>
              <a:gd name="connsiteX123" fmla="*/ 1279827 w 10678681"/>
              <a:gd name="connsiteY123" fmla="*/ 1245307 h 1342734"/>
              <a:gd name="connsiteX124" fmla="*/ 1021737 w 10678681"/>
              <a:gd name="connsiteY124" fmla="*/ 1238739 h 1342734"/>
              <a:gd name="connsiteX125" fmla="*/ 959820 w 10678681"/>
              <a:gd name="connsiteY125" fmla="*/ 1275863 h 1342734"/>
              <a:gd name="connsiteX126" fmla="*/ 929137 w 10678681"/>
              <a:gd name="connsiteY126" fmla="*/ 1273957 h 1342734"/>
              <a:gd name="connsiteX127" fmla="*/ 878849 w 10678681"/>
              <a:gd name="connsiteY127" fmla="*/ 1266740 h 1342734"/>
              <a:gd name="connsiteX128" fmla="*/ 800667 w 10678681"/>
              <a:gd name="connsiteY128" fmla="*/ 1282041 h 1342734"/>
              <a:gd name="connsiteX129" fmla="*/ 644906 w 10678681"/>
              <a:gd name="connsiteY129" fmla="*/ 1273685 h 1342734"/>
              <a:gd name="connsiteX130" fmla="*/ 379869 w 10678681"/>
              <a:gd name="connsiteY130" fmla="*/ 1339165 h 1342734"/>
              <a:gd name="connsiteX131" fmla="*/ 137696 w 10678681"/>
              <a:gd name="connsiteY131" fmla="*/ 1319217 h 1342734"/>
              <a:gd name="connsiteX132" fmla="*/ 54250 w 10678681"/>
              <a:gd name="connsiteY132" fmla="*/ 1315838 h 1342734"/>
              <a:gd name="connsiteX133" fmla="*/ 28042 w 10678681"/>
              <a:gd name="connsiteY133" fmla="*/ 1297822 h 1342734"/>
              <a:gd name="connsiteX134" fmla="*/ 0 w 10678681"/>
              <a:gd name="connsiteY134" fmla="*/ 1294612 h 1342734"/>
              <a:gd name="connsiteX135" fmla="*/ 0 w 10678681"/>
              <a:gd name="connsiteY135" fmla="*/ 0 h 13427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</a:cxnLst>
            <a:rect l="l" t="t" r="r" b="b"/>
            <a:pathLst>
              <a:path w="10678681" h="1342734">
                <a:moveTo>
                  <a:pt x="0" y="0"/>
                </a:moveTo>
                <a:lnTo>
                  <a:pt x="10678681" y="0"/>
                </a:lnTo>
                <a:lnTo>
                  <a:pt x="10666019" y="7876"/>
                </a:lnTo>
                <a:cubicBezTo>
                  <a:pt x="10653407" y="16166"/>
                  <a:pt x="10642107" y="24244"/>
                  <a:pt x="10632825" y="32153"/>
                </a:cubicBezTo>
                <a:cubicBezTo>
                  <a:pt x="10592272" y="36323"/>
                  <a:pt x="10556884" y="50892"/>
                  <a:pt x="10516219" y="45588"/>
                </a:cubicBezTo>
                <a:cubicBezTo>
                  <a:pt x="10497465" y="38035"/>
                  <a:pt x="10481313" y="25649"/>
                  <a:pt x="10456989" y="979"/>
                </a:cubicBezTo>
                <a:cubicBezTo>
                  <a:pt x="10458435" y="21260"/>
                  <a:pt x="10448472" y="9612"/>
                  <a:pt x="10438642" y="1524"/>
                </a:cubicBezTo>
                <a:cubicBezTo>
                  <a:pt x="10430119" y="11702"/>
                  <a:pt x="10417632" y="41266"/>
                  <a:pt x="10407146" y="43659"/>
                </a:cubicBezTo>
                <a:cubicBezTo>
                  <a:pt x="10379701" y="2826"/>
                  <a:pt x="10370665" y="125005"/>
                  <a:pt x="10341159" y="103824"/>
                </a:cubicBezTo>
                <a:cubicBezTo>
                  <a:pt x="10332001" y="120367"/>
                  <a:pt x="10274736" y="115685"/>
                  <a:pt x="10244930" y="94599"/>
                </a:cubicBezTo>
                <a:cubicBezTo>
                  <a:pt x="10189350" y="132718"/>
                  <a:pt x="10178914" y="158571"/>
                  <a:pt x="10115334" y="155658"/>
                </a:cubicBezTo>
                <a:cubicBezTo>
                  <a:pt x="10110816" y="185325"/>
                  <a:pt x="10047419" y="166765"/>
                  <a:pt x="10068157" y="215673"/>
                </a:cubicBezTo>
                <a:cubicBezTo>
                  <a:pt x="10047157" y="216184"/>
                  <a:pt x="10029060" y="198149"/>
                  <a:pt x="10045431" y="229568"/>
                </a:cubicBezTo>
                <a:cubicBezTo>
                  <a:pt x="10018897" y="234017"/>
                  <a:pt x="9963426" y="205273"/>
                  <a:pt x="9929077" y="209062"/>
                </a:cubicBezTo>
                <a:cubicBezTo>
                  <a:pt x="9910475" y="224494"/>
                  <a:pt x="9890198" y="272419"/>
                  <a:pt x="9840045" y="223033"/>
                </a:cubicBezTo>
                <a:cubicBezTo>
                  <a:pt x="9789999" y="276055"/>
                  <a:pt x="9744257" y="186744"/>
                  <a:pt x="9679639" y="247182"/>
                </a:cubicBezTo>
                <a:cubicBezTo>
                  <a:pt x="9634736" y="215294"/>
                  <a:pt x="9537501" y="238016"/>
                  <a:pt x="9498347" y="244723"/>
                </a:cubicBezTo>
                <a:cubicBezTo>
                  <a:pt x="9450379" y="244255"/>
                  <a:pt x="9394227" y="293607"/>
                  <a:pt x="9366026" y="299024"/>
                </a:cubicBezTo>
                <a:cubicBezTo>
                  <a:pt x="9341424" y="298595"/>
                  <a:pt x="9297504" y="338146"/>
                  <a:pt x="9316702" y="356523"/>
                </a:cubicBezTo>
                <a:cubicBezTo>
                  <a:pt x="9228105" y="319675"/>
                  <a:pt x="9206375" y="367221"/>
                  <a:pt x="9121744" y="365177"/>
                </a:cubicBezTo>
                <a:cubicBezTo>
                  <a:pt x="9093808" y="425910"/>
                  <a:pt x="9103257" y="373647"/>
                  <a:pt x="9061654" y="393730"/>
                </a:cubicBezTo>
                <a:cubicBezTo>
                  <a:pt x="9060114" y="344357"/>
                  <a:pt x="9015442" y="432718"/>
                  <a:pt x="8997577" y="380865"/>
                </a:cubicBezTo>
                <a:cubicBezTo>
                  <a:pt x="8969550" y="402056"/>
                  <a:pt x="8954076" y="446763"/>
                  <a:pt x="8907968" y="447345"/>
                </a:cubicBezTo>
                <a:cubicBezTo>
                  <a:pt x="8864369" y="428134"/>
                  <a:pt x="8818646" y="497461"/>
                  <a:pt x="8764163" y="471000"/>
                </a:cubicBezTo>
                <a:cubicBezTo>
                  <a:pt x="8744747" y="465539"/>
                  <a:pt x="8688469" y="474754"/>
                  <a:pt x="8680155" y="492404"/>
                </a:cubicBezTo>
                <a:cubicBezTo>
                  <a:pt x="8668902" y="497604"/>
                  <a:pt x="8654338" y="493892"/>
                  <a:pt x="8651436" y="511923"/>
                </a:cubicBezTo>
                <a:cubicBezTo>
                  <a:pt x="8645505" y="533975"/>
                  <a:pt x="8599739" y="507897"/>
                  <a:pt x="8609185" y="531525"/>
                </a:cubicBezTo>
                <a:cubicBezTo>
                  <a:pt x="8576806" y="513805"/>
                  <a:pt x="8560019" y="560634"/>
                  <a:pt x="8537091" y="574933"/>
                </a:cubicBezTo>
                <a:cubicBezTo>
                  <a:pt x="8510928" y="556486"/>
                  <a:pt x="8488623" y="604682"/>
                  <a:pt x="8435931" y="617926"/>
                </a:cubicBezTo>
                <a:cubicBezTo>
                  <a:pt x="8406978" y="596402"/>
                  <a:pt x="8400500" y="627188"/>
                  <a:pt x="8348623" y="600607"/>
                </a:cubicBezTo>
                <a:cubicBezTo>
                  <a:pt x="8347650" y="604255"/>
                  <a:pt x="8320537" y="587451"/>
                  <a:pt x="8276883" y="588214"/>
                </a:cubicBezTo>
                <a:cubicBezTo>
                  <a:pt x="8233229" y="588977"/>
                  <a:pt x="8147007" y="602039"/>
                  <a:pt x="8086698" y="605185"/>
                </a:cubicBezTo>
                <a:cubicBezTo>
                  <a:pt x="8018754" y="612533"/>
                  <a:pt x="8076794" y="658105"/>
                  <a:pt x="7982378" y="629799"/>
                </a:cubicBezTo>
                <a:cubicBezTo>
                  <a:pt x="7978309" y="650417"/>
                  <a:pt x="7968020" y="653434"/>
                  <a:pt x="7947952" y="648003"/>
                </a:cubicBezTo>
                <a:cubicBezTo>
                  <a:pt x="7915301" y="652980"/>
                  <a:pt x="7930086" y="699793"/>
                  <a:pt x="7890112" y="677915"/>
                </a:cubicBezTo>
                <a:cubicBezTo>
                  <a:pt x="7902561" y="702153"/>
                  <a:pt x="7831508" y="700184"/>
                  <a:pt x="7853284" y="723588"/>
                </a:cubicBezTo>
                <a:cubicBezTo>
                  <a:pt x="7838304" y="751013"/>
                  <a:pt x="7817999" y="714992"/>
                  <a:pt x="7802383" y="739359"/>
                </a:cubicBezTo>
                <a:cubicBezTo>
                  <a:pt x="7781922" y="742015"/>
                  <a:pt x="7755431" y="732207"/>
                  <a:pt x="7730518" y="739526"/>
                </a:cubicBezTo>
                <a:cubicBezTo>
                  <a:pt x="7716802" y="743091"/>
                  <a:pt x="7733019" y="753459"/>
                  <a:pt x="7720084" y="760750"/>
                </a:cubicBezTo>
                <a:cubicBezTo>
                  <a:pt x="7707149" y="768041"/>
                  <a:pt x="7671920" y="776612"/>
                  <a:pt x="7652907" y="783273"/>
                </a:cubicBezTo>
                <a:cubicBezTo>
                  <a:pt x="7630163" y="772504"/>
                  <a:pt x="7616976" y="783101"/>
                  <a:pt x="7606008" y="800717"/>
                </a:cubicBezTo>
                <a:cubicBezTo>
                  <a:pt x="7561224" y="806541"/>
                  <a:pt x="7527083" y="837162"/>
                  <a:pt x="7480223" y="856821"/>
                </a:cubicBezTo>
                <a:cubicBezTo>
                  <a:pt x="7422566" y="851729"/>
                  <a:pt x="7406130" y="898621"/>
                  <a:pt x="7356005" y="919462"/>
                </a:cubicBezTo>
                <a:cubicBezTo>
                  <a:pt x="7301710" y="896412"/>
                  <a:pt x="7327853" y="963334"/>
                  <a:pt x="7305396" y="986228"/>
                </a:cubicBezTo>
                <a:lnTo>
                  <a:pt x="7266251" y="967864"/>
                </a:lnTo>
                <a:lnTo>
                  <a:pt x="7258094" y="990679"/>
                </a:lnTo>
                <a:lnTo>
                  <a:pt x="7257893" y="991204"/>
                </a:lnTo>
                <a:lnTo>
                  <a:pt x="7247153" y="991550"/>
                </a:lnTo>
                <a:cubicBezTo>
                  <a:pt x="7228850" y="991013"/>
                  <a:pt x="7210872" y="989423"/>
                  <a:pt x="7193612" y="987042"/>
                </a:cubicBezTo>
                <a:cubicBezTo>
                  <a:pt x="7184018" y="1016185"/>
                  <a:pt x="7117645" y="991054"/>
                  <a:pt x="7132632" y="1042036"/>
                </a:cubicBezTo>
                <a:cubicBezTo>
                  <a:pt x="7109597" y="1040358"/>
                  <a:pt x="7092653" y="1020472"/>
                  <a:pt x="7105610" y="1053537"/>
                </a:cubicBezTo>
                <a:cubicBezTo>
                  <a:pt x="7098186" y="1053959"/>
                  <a:pt x="7071669" y="1042250"/>
                  <a:pt x="7069148" y="1047163"/>
                </a:cubicBezTo>
                <a:lnTo>
                  <a:pt x="7039634" y="1059971"/>
                </a:lnTo>
                <a:lnTo>
                  <a:pt x="7033445" y="1063314"/>
                </a:lnTo>
                <a:lnTo>
                  <a:pt x="6999157" y="1055282"/>
                </a:lnTo>
                <a:lnTo>
                  <a:pt x="6981874" y="1053827"/>
                </a:lnTo>
                <a:lnTo>
                  <a:pt x="6976102" y="1047854"/>
                </a:lnTo>
                <a:cubicBezTo>
                  <a:pt x="6970359" y="1044495"/>
                  <a:pt x="6962768" y="1043656"/>
                  <a:pt x="6951040" y="1048531"/>
                </a:cubicBezTo>
                <a:lnTo>
                  <a:pt x="6948497" y="1050706"/>
                </a:lnTo>
                <a:lnTo>
                  <a:pt x="6926582" y="1043462"/>
                </a:lnTo>
                <a:cubicBezTo>
                  <a:pt x="6919310" y="1039773"/>
                  <a:pt x="6839625" y="1034777"/>
                  <a:pt x="6833743" y="1027960"/>
                </a:cubicBezTo>
                <a:cubicBezTo>
                  <a:pt x="6776335" y="1015119"/>
                  <a:pt x="6761260" y="1047430"/>
                  <a:pt x="6687090" y="1063250"/>
                </a:cubicBezTo>
                <a:cubicBezTo>
                  <a:pt x="6621041" y="1075436"/>
                  <a:pt x="6482366" y="1074217"/>
                  <a:pt x="6431838" y="1063226"/>
                </a:cubicBezTo>
                <a:cubicBezTo>
                  <a:pt x="6405016" y="1060235"/>
                  <a:pt x="6309698" y="1067799"/>
                  <a:pt x="6327795" y="1088142"/>
                </a:cubicBezTo>
                <a:cubicBezTo>
                  <a:pt x="6241699" y="1050273"/>
                  <a:pt x="6228725" y="1111123"/>
                  <a:pt x="6136549" y="1100268"/>
                </a:cubicBezTo>
                <a:cubicBezTo>
                  <a:pt x="6096483" y="1157984"/>
                  <a:pt x="6053277" y="1099229"/>
                  <a:pt x="6004655" y="1114946"/>
                </a:cubicBezTo>
                <a:cubicBezTo>
                  <a:pt x="6010724" y="1065500"/>
                  <a:pt x="5948029" y="1149051"/>
                  <a:pt x="5936643" y="1095428"/>
                </a:cubicBezTo>
                <a:cubicBezTo>
                  <a:pt x="5928154" y="1099986"/>
                  <a:pt x="5920290" y="1106094"/>
                  <a:pt x="5912484" y="1112624"/>
                </a:cubicBezTo>
                <a:lnTo>
                  <a:pt x="5908387" y="1116018"/>
                </a:lnTo>
                <a:lnTo>
                  <a:pt x="5890495" y="1120268"/>
                </a:lnTo>
                <a:lnTo>
                  <a:pt x="5887318" y="1133134"/>
                </a:lnTo>
                <a:lnTo>
                  <a:pt x="5861726" y="1147891"/>
                </a:lnTo>
                <a:cubicBezTo>
                  <a:pt x="5851855" y="1151615"/>
                  <a:pt x="5818443" y="1153513"/>
                  <a:pt x="5805823" y="1152457"/>
                </a:cubicBezTo>
                <a:cubicBezTo>
                  <a:pt x="5761190" y="1128740"/>
                  <a:pt x="5745234" y="1208320"/>
                  <a:pt x="5689841" y="1176232"/>
                </a:cubicBezTo>
                <a:cubicBezTo>
                  <a:pt x="5645165" y="1182523"/>
                  <a:pt x="5638674" y="1185346"/>
                  <a:pt x="5605119" y="1190202"/>
                </a:cubicBezTo>
                <a:cubicBezTo>
                  <a:pt x="5595173" y="1211597"/>
                  <a:pt x="5481899" y="1180798"/>
                  <a:pt x="5488513" y="1205367"/>
                </a:cubicBezTo>
                <a:cubicBezTo>
                  <a:pt x="5455905" y="1184307"/>
                  <a:pt x="5430208" y="1229302"/>
                  <a:pt x="5402905" y="1241191"/>
                </a:cubicBezTo>
                <a:cubicBezTo>
                  <a:pt x="5353635" y="1248161"/>
                  <a:pt x="5228965" y="1244549"/>
                  <a:pt x="5192893" y="1247188"/>
                </a:cubicBezTo>
                <a:cubicBezTo>
                  <a:pt x="5191257" y="1250727"/>
                  <a:pt x="5178909" y="1254361"/>
                  <a:pt x="5164025" y="1257028"/>
                </a:cubicBezTo>
                <a:cubicBezTo>
                  <a:pt x="5149141" y="1259695"/>
                  <a:pt x="5121746" y="1277136"/>
                  <a:pt x="5103589" y="1263189"/>
                </a:cubicBezTo>
                <a:cubicBezTo>
                  <a:pt x="5020856" y="1221392"/>
                  <a:pt x="4961920" y="1251721"/>
                  <a:pt x="4894688" y="1247184"/>
                </a:cubicBezTo>
                <a:cubicBezTo>
                  <a:pt x="4819279" y="1247443"/>
                  <a:pt x="4886780" y="1276272"/>
                  <a:pt x="4788036" y="1238182"/>
                </a:cubicBezTo>
                <a:cubicBezTo>
                  <a:pt x="4780353" y="1258340"/>
                  <a:pt x="4768632" y="1260281"/>
                  <a:pt x="4747555" y="1252768"/>
                </a:cubicBezTo>
                <a:cubicBezTo>
                  <a:pt x="4711089" y="1254336"/>
                  <a:pt x="4719897" y="1302605"/>
                  <a:pt x="4679644" y="1276603"/>
                </a:cubicBezTo>
                <a:cubicBezTo>
                  <a:pt x="4651415" y="1288933"/>
                  <a:pt x="4636594" y="1288316"/>
                  <a:pt x="4617473" y="1296467"/>
                </a:cubicBezTo>
                <a:lnTo>
                  <a:pt x="4564919" y="1325507"/>
                </a:lnTo>
                <a:lnTo>
                  <a:pt x="4566586" y="1316963"/>
                </a:lnTo>
                <a:cubicBezTo>
                  <a:pt x="4569057" y="1308855"/>
                  <a:pt x="4571069" y="1299935"/>
                  <a:pt x="4556303" y="1300262"/>
                </a:cubicBezTo>
                <a:cubicBezTo>
                  <a:pt x="4525488" y="1305073"/>
                  <a:pt x="4517133" y="1269079"/>
                  <a:pt x="4502358" y="1302558"/>
                </a:cubicBezTo>
                <a:lnTo>
                  <a:pt x="4498919" y="1312115"/>
                </a:lnTo>
                <a:lnTo>
                  <a:pt x="4492075" y="1313357"/>
                </a:lnTo>
                <a:cubicBezTo>
                  <a:pt x="4488463" y="1312870"/>
                  <a:pt x="4486534" y="1310394"/>
                  <a:pt x="4487466" y="1304102"/>
                </a:cubicBezTo>
                <a:cubicBezTo>
                  <a:pt x="4457512" y="1328789"/>
                  <a:pt x="4426787" y="1287064"/>
                  <a:pt x="4398292" y="1278410"/>
                </a:cubicBezTo>
                <a:cubicBezTo>
                  <a:pt x="4375210" y="1302378"/>
                  <a:pt x="4366248" y="1283298"/>
                  <a:pt x="4306088" y="1282512"/>
                </a:cubicBezTo>
                <a:cubicBezTo>
                  <a:pt x="4280844" y="1310113"/>
                  <a:pt x="4237476" y="1258925"/>
                  <a:pt x="4188995" y="1296718"/>
                </a:cubicBezTo>
                <a:cubicBezTo>
                  <a:pt x="4186961" y="1293392"/>
                  <a:pt x="4157312" y="1287787"/>
                  <a:pt x="4136582" y="1287687"/>
                </a:cubicBezTo>
                <a:cubicBezTo>
                  <a:pt x="4115852" y="1287587"/>
                  <a:pt x="4081037" y="1280166"/>
                  <a:pt x="4064614" y="1296118"/>
                </a:cubicBezTo>
                <a:cubicBezTo>
                  <a:pt x="3987264" y="1347194"/>
                  <a:pt x="3967205" y="1309881"/>
                  <a:pt x="3900948" y="1322156"/>
                </a:cubicBezTo>
                <a:cubicBezTo>
                  <a:pt x="3826014" y="1330612"/>
                  <a:pt x="3831060" y="1333478"/>
                  <a:pt x="3787890" y="1322164"/>
                </a:cubicBezTo>
                <a:cubicBezTo>
                  <a:pt x="3777929" y="1303028"/>
                  <a:pt x="3766063" y="1332733"/>
                  <a:pt x="3745993" y="1342630"/>
                </a:cubicBezTo>
                <a:cubicBezTo>
                  <a:pt x="3709591" y="1345286"/>
                  <a:pt x="3712765" y="1296323"/>
                  <a:pt x="3675785" y="1326802"/>
                </a:cubicBezTo>
                <a:cubicBezTo>
                  <a:pt x="3682573" y="1300349"/>
                  <a:pt x="3606829" y="1318588"/>
                  <a:pt x="3623856" y="1290804"/>
                </a:cubicBezTo>
                <a:cubicBezTo>
                  <a:pt x="3600335" y="1267550"/>
                  <a:pt x="3588308" y="1307279"/>
                  <a:pt x="3564933" y="1287147"/>
                </a:cubicBezTo>
                <a:cubicBezTo>
                  <a:pt x="3538420" y="1283043"/>
                  <a:pt x="3579946" y="1314789"/>
                  <a:pt x="3550537" y="1317552"/>
                </a:cubicBezTo>
                <a:cubicBezTo>
                  <a:pt x="3514920" y="1316159"/>
                  <a:pt x="3514600" y="1364317"/>
                  <a:pt x="3487736" y="1303493"/>
                </a:cubicBezTo>
                <a:cubicBezTo>
                  <a:pt x="3450312" y="1319195"/>
                  <a:pt x="3443340" y="1291726"/>
                  <a:pt x="3392548" y="1278741"/>
                </a:cubicBezTo>
                <a:cubicBezTo>
                  <a:pt x="3371053" y="1294449"/>
                  <a:pt x="3354022" y="1287164"/>
                  <a:pt x="3337466" y="1272537"/>
                </a:cubicBezTo>
                <a:cubicBezTo>
                  <a:pt x="3287808" y="1277154"/>
                  <a:pt x="3231625" y="1217343"/>
                  <a:pt x="3175981" y="1208973"/>
                </a:cubicBezTo>
                <a:cubicBezTo>
                  <a:pt x="3115467" y="1227175"/>
                  <a:pt x="3096324" y="1223154"/>
                  <a:pt x="3036856" y="1214383"/>
                </a:cubicBezTo>
                <a:cubicBezTo>
                  <a:pt x="2976484" y="1195723"/>
                  <a:pt x="2863716" y="1149668"/>
                  <a:pt x="2824973" y="1134864"/>
                </a:cubicBezTo>
                <a:cubicBezTo>
                  <a:pt x="2817752" y="1140972"/>
                  <a:pt x="2802616" y="1134132"/>
                  <a:pt x="2804398" y="1125556"/>
                </a:cubicBezTo>
                <a:cubicBezTo>
                  <a:pt x="2796364" y="1128008"/>
                  <a:pt x="2737660" y="1151579"/>
                  <a:pt x="2736109" y="1137717"/>
                </a:cubicBezTo>
                <a:cubicBezTo>
                  <a:pt x="2696082" y="1134954"/>
                  <a:pt x="2695314" y="1134322"/>
                  <a:pt x="2659096" y="1150294"/>
                </a:cubicBezTo>
                <a:cubicBezTo>
                  <a:pt x="2582535" y="1124403"/>
                  <a:pt x="2622743" y="1189988"/>
                  <a:pt x="2567088" y="1181781"/>
                </a:cubicBezTo>
                <a:cubicBezTo>
                  <a:pt x="2523074" y="1153322"/>
                  <a:pt x="2505741" y="1175022"/>
                  <a:pt x="2454501" y="1155455"/>
                </a:cubicBezTo>
                <a:cubicBezTo>
                  <a:pt x="2435184" y="1199648"/>
                  <a:pt x="2405890" y="1149324"/>
                  <a:pt x="2385161" y="1161312"/>
                </a:cubicBezTo>
                <a:cubicBezTo>
                  <a:pt x="2329714" y="1166582"/>
                  <a:pt x="2322102" y="1137771"/>
                  <a:pt x="2273361" y="1134090"/>
                </a:cubicBezTo>
                <a:cubicBezTo>
                  <a:pt x="2270204" y="1112590"/>
                  <a:pt x="2164540" y="1136821"/>
                  <a:pt x="2132003" y="1139225"/>
                </a:cubicBezTo>
                <a:cubicBezTo>
                  <a:pt x="2119616" y="1127805"/>
                  <a:pt x="2068429" y="1132839"/>
                  <a:pt x="2041224" y="1147536"/>
                </a:cubicBezTo>
                <a:cubicBezTo>
                  <a:pt x="2072319" y="1178143"/>
                  <a:pt x="2006941" y="1118646"/>
                  <a:pt x="2010157" y="1152767"/>
                </a:cubicBezTo>
                <a:cubicBezTo>
                  <a:pt x="1976080" y="1167742"/>
                  <a:pt x="1904926" y="1183913"/>
                  <a:pt x="1859213" y="1199540"/>
                </a:cubicBezTo>
                <a:cubicBezTo>
                  <a:pt x="1837985" y="1173314"/>
                  <a:pt x="1772946" y="1249813"/>
                  <a:pt x="1735877" y="1246527"/>
                </a:cubicBezTo>
                <a:cubicBezTo>
                  <a:pt x="1727774" y="1263559"/>
                  <a:pt x="1674382" y="1247072"/>
                  <a:pt x="1660167" y="1236849"/>
                </a:cubicBezTo>
                <a:cubicBezTo>
                  <a:pt x="1541640" y="1221134"/>
                  <a:pt x="1352140" y="1267338"/>
                  <a:pt x="1279827" y="1245307"/>
                </a:cubicBezTo>
                <a:lnTo>
                  <a:pt x="1021737" y="1238739"/>
                </a:lnTo>
                <a:cubicBezTo>
                  <a:pt x="1011829" y="1264670"/>
                  <a:pt x="960483" y="1235921"/>
                  <a:pt x="959820" y="1275863"/>
                </a:cubicBezTo>
                <a:cubicBezTo>
                  <a:pt x="950745" y="1291685"/>
                  <a:pt x="934594" y="1289700"/>
                  <a:pt x="929137" y="1273957"/>
                </a:cubicBezTo>
                <a:cubicBezTo>
                  <a:pt x="909281" y="1275184"/>
                  <a:pt x="894620" y="1293444"/>
                  <a:pt x="878849" y="1266740"/>
                </a:cubicBezTo>
                <a:cubicBezTo>
                  <a:pt x="851668" y="1267510"/>
                  <a:pt x="816599" y="1322523"/>
                  <a:pt x="800667" y="1282041"/>
                </a:cubicBezTo>
                <a:cubicBezTo>
                  <a:pt x="741645" y="1285469"/>
                  <a:pt x="699773" y="1269716"/>
                  <a:pt x="644906" y="1273685"/>
                </a:cubicBezTo>
                <a:cubicBezTo>
                  <a:pt x="541527" y="1321342"/>
                  <a:pt x="446058" y="1236106"/>
                  <a:pt x="379869" y="1339165"/>
                </a:cubicBezTo>
                <a:cubicBezTo>
                  <a:pt x="292000" y="1296022"/>
                  <a:pt x="211611" y="1323804"/>
                  <a:pt x="137696" y="1319217"/>
                </a:cubicBezTo>
                <a:cubicBezTo>
                  <a:pt x="102121" y="1327987"/>
                  <a:pt x="88791" y="1285209"/>
                  <a:pt x="54250" y="1315838"/>
                </a:cubicBezTo>
                <a:cubicBezTo>
                  <a:pt x="49461" y="1305340"/>
                  <a:pt x="39595" y="1300426"/>
                  <a:pt x="28042" y="1297822"/>
                </a:cubicBezTo>
                <a:lnTo>
                  <a:pt x="0" y="1294612"/>
                </a:lnTo>
                <a:lnTo>
                  <a:pt x="0" y="0"/>
                </a:lnTo>
                <a:close/>
              </a:path>
            </a:pathLst>
          </a:cu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D6C2F2D6-F636-46AD-BCD9-994702A008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7890120" cy="735601"/>
          </a:xfrm>
          <a:custGeom>
            <a:avLst/>
            <a:gdLst>
              <a:gd name="connsiteX0" fmla="*/ 0 w 10678681"/>
              <a:gd name="connsiteY0" fmla="*/ 0 h 1357700"/>
              <a:gd name="connsiteX1" fmla="*/ 10678681 w 10678681"/>
              <a:gd name="connsiteY1" fmla="*/ 0 h 1357700"/>
              <a:gd name="connsiteX2" fmla="*/ 10666019 w 10678681"/>
              <a:gd name="connsiteY2" fmla="*/ 7876 h 1357700"/>
              <a:gd name="connsiteX3" fmla="*/ 10632825 w 10678681"/>
              <a:gd name="connsiteY3" fmla="*/ 32153 h 1357700"/>
              <a:gd name="connsiteX4" fmla="*/ 10510605 w 10678681"/>
              <a:gd name="connsiteY4" fmla="*/ 30449 h 1357700"/>
              <a:gd name="connsiteX5" fmla="*/ 10456989 w 10678681"/>
              <a:gd name="connsiteY5" fmla="*/ 979 h 1357700"/>
              <a:gd name="connsiteX6" fmla="*/ 10438642 w 10678681"/>
              <a:gd name="connsiteY6" fmla="*/ 1524 h 1357700"/>
              <a:gd name="connsiteX7" fmla="*/ 10407146 w 10678681"/>
              <a:gd name="connsiteY7" fmla="*/ 43659 h 1357700"/>
              <a:gd name="connsiteX8" fmla="*/ 10357996 w 10678681"/>
              <a:gd name="connsiteY8" fmla="*/ 50836 h 1357700"/>
              <a:gd name="connsiteX9" fmla="*/ 10306667 w 10678681"/>
              <a:gd name="connsiteY9" fmla="*/ 109739 h 1357700"/>
              <a:gd name="connsiteX10" fmla="*/ 10115334 w 10678681"/>
              <a:gd name="connsiteY10" fmla="*/ 155658 h 1357700"/>
              <a:gd name="connsiteX11" fmla="*/ 10068157 w 10678681"/>
              <a:gd name="connsiteY11" fmla="*/ 215673 h 1357700"/>
              <a:gd name="connsiteX12" fmla="*/ 10045431 w 10678681"/>
              <a:gd name="connsiteY12" fmla="*/ 229568 h 1357700"/>
              <a:gd name="connsiteX13" fmla="*/ 10013265 w 10678681"/>
              <a:gd name="connsiteY13" fmla="*/ 284757 h 1357700"/>
              <a:gd name="connsiteX14" fmla="*/ 9862496 w 10678681"/>
              <a:gd name="connsiteY14" fmla="*/ 223033 h 1357700"/>
              <a:gd name="connsiteX15" fmla="*/ 9679638 w 10678681"/>
              <a:gd name="connsiteY15" fmla="*/ 277462 h 1357700"/>
              <a:gd name="connsiteX16" fmla="*/ 9498347 w 10678681"/>
              <a:gd name="connsiteY16" fmla="*/ 244723 h 1357700"/>
              <a:gd name="connsiteX17" fmla="*/ 9399702 w 10678681"/>
              <a:gd name="connsiteY17" fmla="*/ 276316 h 1357700"/>
              <a:gd name="connsiteX18" fmla="*/ 9378439 w 10678681"/>
              <a:gd name="connsiteY18" fmla="*/ 326244 h 1357700"/>
              <a:gd name="connsiteX19" fmla="*/ 9121744 w 10678681"/>
              <a:gd name="connsiteY19" fmla="*/ 365177 h 1357700"/>
              <a:gd name="connsiteX20" fmla="*/ 9061654 w 10678681"/>
              <a:gd name="connsiteY20" fmla="*/ 393730 h 1357700"/>
              <a:gd name="connsiteX21" fmla="*/ 8997577 w 10678681"/>
              <a:gd name="connsiteY21" fmla="*/ 380865 h 1357700"/>
              <a:gd name="connsiteX22" fmla="*/ 8907968 w 10678681"/>
              <a:gd name="connsiteY22" fmla="*/ 447345 h 1357700"/>
              <a:gd name="connsiteX23" fmla="*/ 8764163 w 10678681"/>
              <a:gd name="connsiteY23" fmla="*/ 471000 h 1357700"/>
              <a:gd name="connsiteX24" fmla="*/ 8680155 w 10678681"/>
              <a:gd name="connsiteY24" fmla="*/ 492404 h 1357700"/>
              <a:gd name="connsiteX25" fmla="*/ 8651436 w 10678681"/>
              <a:gd name="connsiteY25" fmla="*/ 511923 h 1357700"/>
              <a:gd name="connsiteX26" fmla="*/ 8609185 w 10678681"/>
              <a:gd name="connsiteY26" fmla="*/ 531525 h 1357700"/>
              <a:gd name="connsiteX27" fmla="*/ 8537091 w 10678681"/>
              <a:gd name="connsiteY27" fmla="*/ 574933 h 1357700"/>
              <a:gd name="connsiteX28" fmla="*/ 8435931 w 10678681"/>
              <a:gd name="connsiteY28" fmla="*/ 617926 h 1357700"/>
              <a:gd name="connsiteX29" fmla="*/ 8348623 w 10678681"/>
              <a:gd name="connsiteY29" fmla="*/ 600607 h 1357700"/>
              <a:gd name="connsiteX30" fmla="*/ 8344233 w 10678681"/>
              <a:gd name="connsiteY30" fmla="*/ 610922 h 1357700"/>
              <a:gd name="connsiteX31" fmla="*/ 8290622 w 10678681"/>
              <a:gd name="connsiteY31" fmla="*/ 622687 h 1357700"/>
              <a:gd name="connsiteX32" fmla="*/ 8086698 w 10678681"/>
              <a:gd name="connsiteY32" fmla="*/ 605185 h 1357700"/>
              <a:gd name="connsiteX33" fmla="*/ 7982378 w 10678681"/>
              <a:gd name="connsiteY33" fmla="*/ 629799 h 1357700"/>
              <a:gd name="connsiteX34" fmla="*/ 7947952 w 10678681"/>
              <a:gd name="connsiteY34" fmla="*/ 648003 h 1357700"/>
              <a:gd name="connsiteX35" fmla="*/ 7890112 w 10678681"/>
              <a:gd name="connsiteY35" fmla="*/ 677915 h 1357700"/>
              <a:gd name="connsiteX36" fmla="*/ 7853284 w 10678681"/>
              <a:gd name="connsiteY36" fmla="*/ 723588 h 1357700"/>
              <a:gd name="connsiteX37" fmla="*/ 7802383 w 10678681"/>
              <a:gd name="connsiteY37" fmla="*/ 739359 h 1357700"/>
              <a:gd name="connsiteX38" fmla="*/ 7782280 w 10678681"/>
              <a:gd name="connsiteY38" fmla="*/ 712868 h 1357700"/>
              <a:gd name="connsiteX39" fmla="*/ 7730518 w 10678681"/>
              <a:gd name="connsiteY39" fmla="*/ 739526 h 1357700"/>
              <a:gd name="connsiteX40" fmla="*/ 7652907 w 10678681"/>
              <a:gd name="connsiteY40" fmla="*/ 783273 h 1357700"/>
              <a:gd name="connsiteX41" fmla="*/ 7606008 w 10678681"/>
              <a:gd name="connsiteY41" fmla="*/ 800717 h 1357700"/>
              <a:gd name="connsiteX42" fmla="*/ 7480223 w 10678681"/>
              <a:gd name="connsiteY42" fmla="*/ 856821 h 1357700"/>
              <a:gd name="connsiteX43" fmla="*/ 7356005 w 10678681"/>
              <a:gd name="connsiteY43" fmla="*/ 919462 h 1357700"/>
              <a:gd name="connsiteX44" fmla="*/ 7305396 w 10678681"/>
              <a:gd name="connsiteY44" fmla="*/ 986228 h 1357700"/>
              <a:gd name="connsiteX45" fmla="*/ 7298314 w 10678681"/>
              <a:gd name="connsiteY45" fmla="*/ 989899 h 1357700"/>
              <a:gd name="connsiteX46" fmla="*/ 7277477 w 10678681"/>
              <a:gd name="connsiteY46" fmla="*/ 990571 h 1357700"/>
              <a:gd name="connsiteX47" fmla="*/ 7269396 w 10678681"/>
              <a:gd name="connsiteY47" fmla="*/ 989282 h 1357700"/>
              <a:gd name="connsiteX48" fmla="*/ 7258094 w 10678681"/>
              <a:gd name="connsiteY48" fmla="*/ 990679 h 1357700"/>
              <a:gd name="connsiteX49" fmla="*/ 7257893 w 10678681"/>
              <a:gd name="connsiteY49" fmla="*/ 991204 h 1357700"/>
              <a:gd name="connsiteX50" fmla="*/ 7247153 w 10678681"/>
              <a:gd name="connsiteY50" fmla="*/ 991550 h 1357700"/>
              <a:gd name="connsiteX51" fmla="*/ 7193612 w 10678681"/>
              <a:gd name="connsiteY51" fmla="*/ 987042 h 1357700"/>
              <a:gd name="connsiteX52" fmla="*/ 7132632 w 10678681"/>
              <a:gd name="connsiteY52" fmla="*/ 1042036 h 1357700"/>
              <a:gd name="connsiteX53" fmla="*/ 7105610 w 10678681"/>
              <a:gd name="connsiteY53" fmla="*/ 1053537 h 1357700"/>
              <a:gd name="connsiteX54" fmla="*/ 7091599 w 10678681"/>
              <a:gd name="connsiteY54" fmla="*/ 1062302 h 1357700"/>
              <a:gd name="connsiteX55" fmla="*/ 7090998 w 10678681"/>
              <a:gd name="connsiteY55" fmla="*/ 1064540 h 1357700"/>
              <a:gd name="connsiteX56" fmla="*/ 7039634 w 10678681"/>
              <a:gd name="connsiteY56" fmla="*/ 1059971 h 1357700"/>
              <a:gd name="connsiteX57" fmla="*/ 7033445 w 10678681"/>
              <a:gd name="connsiteY57" fmla="*/ 1063314 h 1357700"/>
              <a:gd name="connsiteX58" fmla="*/ 6999157 w 10678681"/>
              <a:gd name="connsiteY58" fmla="*/ 1055282 h 1357700"/>
              <a:gd name="connsiteX59" fmla="*/ 6981874 w 10678681"/>
              <a:gd name="connsiteY59" fmla="*/ 1053827 h 1357700"/>
              <a:gd name="connsiteX60" fmla="*/ 6976102 w 10678681"/>
              <a:gd name="connsiteY60" fmla="*/ 1047854 h 1357700"/>
              <a:gd name="connsiteX61" fmla="*/ 6951040 w 10678681"/>
              <a:gd name="connsiteY61" fmla="*/ 1048531 h 1357700"/>
              <a:gd name="connsiteX62" fmla="*/ 6948497 w 10678681"/>
              <a:gd name="connsiteY62" fmla="*/ 1050706 h 1357700"/>
              <a:gd name="connsiteX63" fmla="*/ 6926582 w 10678681"/>
              <a:gd name="connsiteY63" fmla="*/ 1043462 h 1357700"/>
              <a:gd name="connsiteX64" fmla="*/ 6906706 w 10678681"/>
              <a:gd name="connsiteY64" fmla="*/ 1027961 h 1357700"/>
              <a:gd name="connsiteX65" fmla="*/ 6698313 w 10678681"/>
              <a:gd name="connsiteY65" fmla="*/ 1063249 h 1357700"/>
              <a:gd name="connsiteX66" fmla="*/ 6505317 w 10678681"/>
              <a:gd name="connsiteY66" fmla="*/ 1011686 h 1357700"/>
              <a:gd name="connsiteX67" fmla="*/ 6392549 w 10678681"/>
              <a:gd name="connsiteY67" fmla="*/ 1032948 h 1357700"/>
              <a:gd name="connsiteX68" fmla="*/ 6361470 w 10678681"/>
              <a:gd name="connsiteY68" fmla="*/ 1080572 h 1357700"/>
              <a:gd name="connsiteX69" fmla="*/ 6074811 w 10678681"/>
              <a:gd name="connsiteY69" fmla="*/ 1092701 h 1357700"/>
              <a:gd name="connsiteX70" fmla="*/ 6004655 w 10678681"/>
              <a:gd name="connsiteY70" fmla="*/ 1114946 h 1357700"/>
              <a:gd name="connsiteX71" fmla="*/ 5936643 w 10678681"/>
              <a:gd name="connsiteY71" fmla="*/ 1095428 h 1357700"/>
              <a:gd name="connsiteX72" fmla="*/ 5912484 w 10678681"/>
              <a:gd name="connsiteY72" fmla="*/ 1112624 h 1357700"/>
              <a:gd name="connsiteX73" fmla="*/ 5908387 w 10678681"/>
              <a:gd name="connsiteY73" fmla="*/ 1116018 h 1357700"/>
              <a:gd name="connsiteX74" fmla="*/ 5890495 w 10678681"/>
              <a:gd name="connsiteY74" fmla="*/ 1120268 h 1357700"/>
              <a:gd name="connsiteX75" fmla="*/ 5887318 w 10678681"/>
              <a:gd name="connsiteY75" fmla="*/ 1133134 h 1357700"/>
              <a:gd name="connsiteX76" fmla="*/ 5861726 w 10678681"/>
              <a:gd name="connsiteY76" fmla="*/ 1147891 h 1357700"/>
              <a:gd name="connsiteX77" fmla="*/ 5828273 w 10678681"/>
              <a:gd name="connsiteY77" fmla="*/ 1152456 h 1357700"/>
              <a:gd name="connsiteX78" fmla="*/ 5667391 w 10678681"/>
              <a:gd name="connsiteY78" fmla="*/ 1161093 h 1357700"/>
              <a:gd name="connsiteX79" fmla="*/ 5572219 w 10678681"/>
              <a:gd name="connsiteY79" fmla="*/ 1173708 h 1357700"/>
              <a:gd name="connsiteX80" fmla="*/ 5537768 w 10678681"/>
              <a:gd name="connsiteY80" fmla="*/ 1190202 h 1357700"/>
              <a:gd name="connsiteX81" fmla="*/ 5488513 w 10678681"/>
              <a:gd name="connsiteY81" fmla="*/ 1205367 h 1357700"/>
              <a:gd name="connsiteX82" fmla="*/ 5402905 w 10678681"/>
              <a:gd name="connsiteY82" fmla="*/ 1241191 h 1357700"/>
              <a:gd name="connsiteX83" fmla="*/ 5285593 w 10678681"/>
              <a:gd name="connsiteY83" fmla="*/ 1273569 h 1357700"/>
              <a:gd name="connsiteX84" fmla="*/ 5192893 w 10678681"/>
              <a:gd name="connsiteY84" fmla="*/ 1247188 h 1357700"/>
              <a:gd name="connsiteX85" fmla="*/ 5186475 w 10678681"/>
              <a:gd name="connsiteY85" fmla="*/ 1257028 h 1357700"/>
              <a:gd name="connsiteX86" fmla="*/ 5126038 w 10678681"/>
              <a:gd name="connsiteY86" fmla="*/ 1263189 h 1357700"/>
              <a:gd name="connsiteX87" fmla="*/ 4905913 w 10678681"/>
              <a:gd name="connsiteY87" fmla="*/ 1224477 h 1357700"/>
              <a:gd name="connsiteX88" fmla="*/ 4788036 w 10678681"/>
              <a:gd name="connsiteY88" fmla="*/ 1238182 h 1357700"/>
              <a:gd name="connsiteX89" fmla="*/ 4747555 w 10678681"/>
              <a:gd name="connsiteY89" fmla="*/ 1252768 h 1357700"/>
              <a:gd name="connsiteX90" fmla="*/ 4679644 w 10678681"/>
              <a:gd name="connsiteY90" fmla="*/ 1276603 h 1357700"/>
              <a:gd name="connsiteX91" fmla="*/ 4632222 w 10678681"/>
              <a:gd name="connsiteY91" fmla="*/ 1318360 h 1357700"/>
              <a:gd name="connsiteX92" fmla="*/ 4617358 w 10678681"/>
              <a:gd name="connsiteY92" fmla="*/ 1327690 h 1357700"/>
              <a:gd name="connsiteX93" fmla="*/ 4589102 w 10678681"/>
              <a:gd name="connsiteY93" fmla="*/ 1321223 h 1357700"/>
              <a:gd name="connsiteX94" fmla="*/ 4578184 w 10678681"/>
              <a:gd name="connsiteY94" fmla="*/ 1326745 h 1357700"/>
              <a:gd name="connsiteX95" fmla="*/ 4574270 w 10678681"/>
              <a:gd name="connsiteY95" fmla="*/ 1325878 h 1357700"/>
              <a:gd name="connsiteX96" fmla="*/ 4564919 w 10678681"/>
              <a:gd name="connsiteY96" fmla="*/ 1325507 h 1357700"/>
              <a:gd name="connsiteX97" fmla="*/ 4566586 w 10678681"/>
              <a:gd name="connsiteY97" fmla="*/ 1316963 h 1357700"/>
              <a:gd name="connsiteX98" fmla="*/ 4556303 w 10678681"/>
              <a:gd name="connsiteY98" fmla="*/ 1300262 h 1357700"/>
              <a:gd name="connsiteX99" fmla="*/ 4502358 w 10678681"/>
              <a:gd name="connsiteY99" fmla="*/ 1302558 h 1357700"/>
              <a:gd name="connsiteX100" fmla="*/ 4498919 w 10678681"/>
              <a:gd name="connsiteY100" fmla="*/ 1312115 h 1357700"/>
              <a:gd name="connsiteX101" fmla="*/ 4492075 w 10678681"/>
              <a:gd name="connsiteY101" fmla="*/ 1313357 h 1357700"/>
              <a:gd name="connsiteX102" fmla="*/ 4487466 w 10678681"/>
              <a:gd name="connsiteY102" fmla="*/ 1304102 h 1357700"/>
              <a:gd name="connsiteX103" fmla="*/ 4398292 w 10678681"/>
              <a:gd name="connsiteY103" fmla="*/ 1278410 h 1357700"/>
              <a:gd name="connsiteX104" fmla="*/ 4278026 w 10678681"/>
              <a:gd name="connsiteY104" fmla="*/ 1259803 h 1357700"/>
              <a:gd name="connsiteX105" fmla="*/ 4188995 w 10678681"/>
              <a:gd name="connsiteY105" fmla="*/ 1296718 h 1357700"/>
              <a:gd name="connsiteX106" fmla="*/ 4181483 w 10678681"/>
              <a:gd name="connsiteY106" fmla="*/ 1287686 h 1357700"/>
              <a:gd name="connsiteX107" fmla="*/ 4120739 w 10678681"/>
              <a:gd name="connsiteY107" fmla="*/ 1288549 h 1357700"/>
              <a:gd name="connsiteX108" fmla="*/ 3906561 w 10678681"/>
              <a:gd name="connsiteY108" fmla="*/ 1352435 h 1357700"/>
              <a:gd name="connsiteX109" fmla="*/ 3787890 w 10678681"/>
              <a:gd name="connsiteY109" fmla="*/ 1352442 h 1357700"/>
              <a:gd name="connsiteX110" fmla="*/ 3745993 w 10678681"/>
              <a:gd name="connsiteY110" fmla="*/ 1342630 h 1357700"/>
              <a:gd name="connsiteX111" fmla="*/ 3675785 w 10678681"/>
              <a:gd name="connsiteY111" fmla="*/ 1326802 h 1357700"/>
              <a:gd name="connsiteX112" fmla="*/ 3623856 w 10678681"/>
              <a:gd name="connsiteY112" fmla="*/ 1290804 h 1357700"/>
              <a:gd name="connsiteX113" fmla="*/ 3564933 w 10678681"/>
              <a:gd name="connsiteY113" fmla="*/ 1287147 h 1357700"/>
              <a:gd name="connsiteX114" fmla="*/ 3550537 w 10678681"/>
              <a:gd name="connsiteY114" fmla="*/ 1317552 h 1357700"/>
              <a:gd name="connsiteX115" fmla="*/ 3487736 w 10678681"/>
              <a:gd name="connsiteY115" fmla="*/ 1303493 h 1357700"/>
              <a:gd name="connsiteX116" fmla="*/ 3392548 w 10678681"/>
              <a:gd name="connsiteY116" fmla="*/ 1278741 h 1357700"/>
              <a:gd name="connsiteX117" fmla="*/ 3337466 w 10678681"/>
              <a:gd name="connsiteY117" fmla="*/ 1272537 h 1357700"/>
              <a:gd name="connsiteX118" fmla="*/ 3187206 w 10678681"/>
              <a:gd name="connsiteY118" fmla="*/ 1246821 h 1357700"/>
              <a:gd name="connsiteX119" fmla="*/ 3036856 w 10678681"/>
              <a:gd name="connsiteY119" fmla="*/ 1214383 h 1357700"/>
              <a:gd name="connsiteX120" fmla="*/ 2948654 w 10678681"/>
              <a:gd name="connsiteY120" fmla="*/ 1157455 h 1357700"/>
              <a:gd name="connsiteX121" fmla="*/ 2824973 w 10678681"/>
              <a:gd name="connsiteY121" fmla="*/ 1134864 h 1357700"/>
              <a:gd name="connsiteX122" fmla="*/ 2804398 w 10678681"/>
              <a:gd name="connsiteY122" fmla="*/ 1125556 h 1357700"/>
              <a:gd name="connsiteX123" fmla="*/ 2775396 w 10678681"/>
              <a:gd name="connsiteY123" fmla="*/ 1130148 h 1357700"/>
              <a:gd name="connsiteX124" fmla="*/ 2659096 w 10678681"/>
              <a:gd name="connsiteY124" fmla="*/ 1150294 h 1357700"/>
              <a:gd name="connsiteX125" fmla="*/ 2567088 w 10678681"/>
              <a:gd name="connsiteY125" fmla="*/ 1181781 h 1357700"/>
              <a:gd name="connsiteX126" fmla="*/ 2454501 w 10678681"/>
              <a:gd name="connsiteY126" fmla="*/ 1155455 h 1357700"/>
              <a:gd name="connsiteX127" fmla="*/ 2385161 w 10678681"/>
              <a:gd name="connsiteY127" fmla="*/ 1161312 h 1357700"/>
              <a:gd name="connsiteX128" fmla="*/ 2270528 w 10678681"/>
              <a:gd name="connsiteY128" fmla="*/ 1204338 h 1357700"/>
              <a:gd name="connsiteX129" fmla="*/ 2121820 w 10678681"/>
              <a:gd name="connsiteY129" fmla="*/ 1187078 h 1357700"/>
              <a:gd name="connsiteX130" fmla="*/ 2092716 w 10678681"/>
              <a:gd name="connsiteY130" fmla="*/ 1139224 h 1357700"/>
              <a:gd name="connsiteX131" fmla="*/ 2052449 w 10678681"/>
              <a:gd name="connsiteY131" fmla="*/ 1109687 h 1357700"/>
              <a:gd name="connsiteX132" fmla="*/ 2032607 w 10678681"/>
              <a:gd name="connsiteY132" fmla="*/ 1175477 h 1357700"/>
              <a:gd name="connsiteX133" fmla="*/ 1901837 w 10678681"/>
              <a:gd name="connsiteY133" fmla="*/ 1221762 h 1357700"/>
              <a:gd name="connsiteX134" fmla="*/ 1836762 w 10678681"/>
              <a:gd name="connsiteY134" fmla="*/ 1237387 h 1357700"/>
              <a:gd name="connsiteX135" fmla="*/ 1735877 w 10678681"/>
              <a:gd name="connsiteY135" fmla="*/ 1246527 h 1357700"/>
              <a:gd name="connsiteX136" fmla="*/ 1705069 w 10678681"/>
              <a:gd name="connsiteY136" fmla="*/ 1251989 h 1357700"/>
              <a:gd name="connsiteX137" fmla="*/ 1397689 w 10678681"/>
              <a:gd name="connsiteY137" fmla="*/ 1336144 h 1357700"/>
              <a:gd name="connsiteX138" fmla="*/ 1220734 w 10678681"/>
              <a:gd name="connsiteY138" fmla="*/ 1257811 h 1357700"/>
              <a:gd name="connsiteX139" fmla="*/ 1021737 w 10678681"/>
              <a:gd name="connsiteY139" fmla="*/ 1238739 h 1357700"/>
              <a:gd name="connsiteX140" fmla="*/ 959820 w 10678681"/>
              <a:gd name="connsiteY140" fmla="*/ 1275863 h 1357700"/>
              <a:gd name="connsiteX141" fmla="*/ 929137 w 10678681"/>
              <a:gd name="connsiteY141" fmla="*/ 1273957 h 1357700"/>
              <a:gd name="connsiteX142" fmla="*/ 878849 w 10678681"/>
              <a:gd name="connsiteY142" fmla="*/ 1266740 h 1357700"/>
              <a:gd name="connsiteX143" fmla="*/ 800667 w 10678681"/>
              <a:gd name="connsiteY143" fmla="*/ 1282041 h 1357700"/>
              <a:gd name="connsiteX144" fmla="*/ 644906 w 10678681"/>
              <a:gd name="connsiteY144" fmla="*/ 1273685 h 1357700"/>
              <a:gd name="connsiteX145" fmla="*/ 379869 w 10678681"/>
              <a:gd name="connsiteY145" fmla="*/ 1339165 h 1357700"/>
              <a:gd name="connsiteX146" fmla="*/ 137696 w 10678681"/>
              <a:gd name="connsiteY146" fmla="*/ 1319217 h 1357700"/>
              <a:gd name="connsiteX147" fmla="*/ 54250 w 10678681"/>
              <a:gd name="connsiteY147" fmla="*/ 1315838 h 1357700"/>
              <a:gd name="connsiteX148" fmla="*/ 28042 w 10678681"/>
              <a:gd name="connsiteY148" fmla="*/ 1297822 h 1357700"/>
              <a:gd name="connsiteX149" fmla="*/ 0 w 10678681"/>
              <a:gd name="connsiteY149" fmla="*/ 1294612 h 1357700"/>
              <a:gd name="connsiteX0" fmla="*/ 0 w 10678681"/>
              <a:gd name="connsiteY0" fmla="*/ 0 h 1357700"/>
              <a:gd name="connsiteX1" fmla="*/ 10678681 w 10678681"/>
              <a:gd name="connsiteY1" fmla="*/ 0 h 1357700"/>
              <a:gd name="connsiteX2" fmla="*/ 10666019 w 10678681"/>
              <a:gd name="connsiteY2" fmla="*/ 7876 h 1357700"/>
              <a:gd name="connsiteX3" fmla="*/ 10632825 w 10678681"/>
              <a:gd name="connsiteY3" fmla="*/ 32153 h 1357700"/>
              <a:gd name="connsiteX4" fmla="*/ 10510605 w 10678681"/>
              <a:gd name="connsiteY4" fmla="*/ 30449 h 1357700"/>
              <a:gd name="connsiteX5" fmla="*/ 10456989 w 10678681"/>
              <a:gd name="connsiteY5" fmla="*/ 979 h 1357700"/>
              <a:gd name="connsiteX6" fmla="*/ 10438642 w 10678681"/>
              <a:gd name="connsiteY6" fmla="*/ 1524 h 1357700"/>
              <a:gd name="connsiteX7" fmla="*/ 10407146 w 10678681"/>
              <a:gd name="connsiteY7" fmla="*/ 43659 h 1357700"/>
              <a:gd name="connsiteX8" fmla="*/ 10357996 w 10678681"/>
              <a:gd name="connsiteY8" fmla="*/ 50836 h 1357700"/>
              <a:gd name="connsiteX9" fmla="*/ 10306667 w 10678681"/>
              <a:gd name="connsiteY9" fmla="*/ 109739 h 1357700"/>
              <a:gd name="connsiteX10" fmla="*/ 10115334 w 10678681"/>
              <a:gd name="connsiteY10" fmla="*/ 155658 h 1357700"/>
              <a:gd name="connsiteX11" fmla="*/ 10068157 w 10678681"/>
              <a:gd name="connsiteY11" fmla="*/ 215673 h 1357700"/>
              <a:gd name="connsiteX12" fmla="*/ 10045431 w 10678681"/>
              <a:gd name="connsiteY12" fmla="*/ 229568 h 1357700"/>
              <a:gd name="connsiteX13" fmla="*/ 10013265 w 10678681"/>
              <a:gd name="connsiteY13" fmla="*/ 284757 h 1357700"/>
              <a:gd name="connsiteX14" fmla="*/ 9862496 w 10678681"/>
              <a:gd name="connsiteY14" fmla="*/ 223033 h 1357700"/>
              <a:gd name="connsiteX15" fmla="*/ 9679638 w 10678681"/>
              <a:gd name="connsiteY15" fmla="*/ 277462 h 1357700"/>
              <a:gd name="connsiteX16" fmla="*/ 9498347 w 10678681"/>
              <a:gd name="connsiteY16" fmla="*/ 244723 h 1357700"/>
              <a:gd name="connsiteX17" fmla="*/ 9399702 w 10678681"/>
              <a:gd name="connsiteY17" fmla="*/ 276316 h 1357700"/>
              <a:gd name="connsiteX18" fmla="*/ 9378439 w 10678681"/>
              <a:gd name="connsiteY18" fmla="*/ 326244 h 1357700"/>
              <a:gd name="connsiteX19" fmla="*/ 9121744 w 10678681"/>
              <a:gd name="connsiteY19" fmla="*/ 365177 h 1357700"/>
              <a:gd name="connsiteX20" fmla="*/ 9061654 w 10678681"/>
              <a:gd name="connsiteY20" fmla="*/ 393730 h 1357700"/>
              <a:gd name="connsiteX21" fmla="*/ 8997577 w 10678681"/>
              <a:gd name="connsiteY21" fmla="*/ 380865 h 1357700"/>
              <a:gd name="connsiteX22" fmla="*/ 8907968 w 10678681"/>
              <a:gd name="connsiteY22" fmla="*/ 447345 h 1357700"/>
              <a:gd name="connsiteX23" fmla="*/ 8764163 w 10678681"/>
              <a:gd name="connsiteY23" fmla="*/ 471000 h 1357700"/>
              <a:gd name="connsiteX24" fmla="*/ 8680155 w 10678681"/>
              <a:gd name="connsiteY24" fmla="*/ 492404 h 1357700"/>
              <a:gd name="connsiteX25" fmla="*/ 8651436 w 10678681"/>
              <a:gd name="connsiteY25" fmla="*/ 511923 h 1357700"/>
              <a:gd name="connsiteX26" fmla="*/ 8609185 w 10678681"/>
              <a:gd name="connsiteY26" fmla="*/ 531525 h 1357700"/>
              <a:gd name="connsiteX27" fmla="*/ 8537091 w 10678681"/>
              <a:gd name="connsiteY27" fmla="*/ 574933 h 1357700"/>
              <a:gd name="connsiteX28" fmla="*/ 8435931 w 10678681"/>
              <a:gd name="connsiteY28" fmla="*/ 617926 h 1357700"/>
              <a:gd name="connsiteX29" fmla="*/ 8348623 w 10678681"/>
              <a:gd name="connsiteY29" fmla="*/ 600607 h 1357700"/>
              <a:gd name="connsiteX30" fmla="*/ 8344233 w 10678681"/>
              <a:gd name="connsiteY30" fmla="*/ 610922 h 1357700"/>
              <a:gd name="connsiteX31" fmla="*/ 8290622 w 10678681"/>
              <a:gd name="connsiteY31" fmla="*/ 622687 h 1357700"/>
              <a:gd name="connsiteX32" fmla="*/ 8086698 w 10678681"/>
              <a:gd name="connsiteY32" fmla="*/ 605185 h 1357700"/>
              <a:gd name="connsiteX33" fmla="*/ 7982378 w 10678681"/>
              <a:gd name="connsiteY33" fmla="*/ 629799 h 1357700"/>
              <a:gd name="connsiteX34" fmla="*/ 7947952 w 10678681"/>
              <a:gd name="connsiteY34" fmla="*/ 648003 h 1357700"/>
              <a:gd name="connsiteX35" fmla="*/ 7890112 w 10678681"/>
              <a:gd name="connsiteY35" fmla="*/ 677915 h 1357700"/>
              <a:gd name="connsiteX36" fmla="*/ 7853284 w 10678681"/>
              <a:gd name="connsiteY36" fmla="*/ 723588 h 1357700"/>
              <a:gd name="connsiteX37" fmla="*/ 7802383 w 10678681"/>
              <a:gd name="connsiteY37" fmla="*/ 739359 h 1357700"/>
              <a:gd name="connsiteX38" fmla="*/ 7782280 w 10678681"/>
              <a:gd name="connsiteY38" fmla="*/ 712868 h 1357700"/>
              <a:gd name="connsiteX39" fmla="*/ 7730518 w 10678681"/>
              <a:gd name="connsiteY39" fmla="*/ 739526 h 1357700"/>
              <a:gd name="connsiteX40" fmla="*/ 7652907 w 10678681"/>
              <a:gd name="connsiteY40" fmla="*/ 783273 h 1357700"/>
              <a:gd name="connsiteX41" fmla="*/ 7606008 w 10678681"/>
              <a:gd name="connsiteY41" fmla="*/ 800717 h 1357700"/>
              <a:gd name="connsiteX42" fmla="*/ 7480223 w 10678681"/>
              <a:gd name="connsiteY42" fmla="*/ 856821 h 1357700"/>
              <a:gd name="connsiteX43" fmla="*/ 7356005 w 10678681"/>
              <a:gd name="connsiteY43" fmla="*/ 919462 h 1357700"/>
              <a:gd name="connsiteX44" fmla="*/ 7305396 w 10678681"/>
              <a:gd name="connsiteY44" fmla="*/ 986228 h 1357700"/>
              <a:gd name="connsiteX45" fmla="*/ 7298314 w 10678681"/>
              <a:gd name="connsiteY45" fmla="*/ 989899 h 1357700"/>
              <a:gd name="connsiteX46" fmla="*/ 7277477 w 10678681"/>
              <a:gd name="connsiteY46" fmla="*/ 990571 h 1357700"/>
              <a:gd name="connsiteX47" fmla="*/ 7269396 w 10678681"/>
              <a:gd name="connsiteY47" fmla="*/ 989282 h 1357700"/>
              <a:gd name="connsiteX48" fmla="*/ 7258094 w 10678681"/>
              <a:gd name="connsiteY48" fmla="*/ 990679 h 1357700"/>
              <a:gd name="connsiteX49" fmla="*/ 7257893 w 10678681"/>
              <a:gd name="connsiteY49" fmla="*/ 991204 h 1357700"/>
              <a:gd name="connsiteX50" fmla="*/ 7247153 w 10678681"/>
              <a:gd name="connsiteY50" fmla="*/ 991550 h 1357700"/>
              <a:gd name="connsiteX51" fmla="*/ 7193612 w 10678681"/>
              <a:gd name="connsiteY51" fmla="*/ 987042 h 1357700"/>
              <a:gd name="connsiteX52" fmla="*/ 7132632 w 10678681"/>
              <a:gd name="connsiteY52" fmla="*/ 1042036 h 1357700"/>
              <a:gd name="connsiteX53" fmla="*/ 7105610 w 10678681"/>
              <a:gd name="connsiteY53" fmla="*/ 1053537 h 1357700"/>
              <a:gd name="connsiteX54" fmla="*/ 7091599 w 10678681"/>
              <a:gd name="connsiteY54" fmla="*/ 1062302 h 1357700"/>
              <a:gd name="connsiteX55" fmla="*/ 7090998 w 10678681"/>
              <a:gd name="connsiteY55" fmla="*/ 1064540 h 1357700"/>
              <a:gd name="connsiteX56" fmla="*/ 7039634 w 10678681"/>
              <a:gd name="connsiteY56" fmla="*/ 1059971 h 1357700"/>
              <a:gd name="connsiteX57" fmla="*/ 7033445 w 10678681"/>
              <a:gd name="connsiteY57" fmla="*/ 1063314 h 1357700"/>
              <a:gd name="connsiteX58" fmla="*/ 6999157 w 10678681"/>
              <a:gd name="connsiteY58" fmla="*/ 1055282 h 1357700"/>
              <a:gd name="connsiteX59" fmla="*/ 6981874 w 10678681"/>
              <a:gd name="connsiteY59" fmla="*/ 1053827 h 1357700"/>
              <a:gd name="connsiteX60" fmla="*/ 6976102 w 10678681"/>
              <a:gd name="connsiteY60" fmla="*/ 1047854 h 1357700"/>
              <a:gd name="connsiteX61" fmla="*/ 6951040 w 10678681"/>
              <a:gd name="connsiteY61" fmla="*/ 1048531 h 1357700"/>
              <a:gd name="connsiteX62" fmla="*/ 6948497 w 10678681"/>
              <a:gd name="connsiteY62" fmla="*/ 1050706 h 1357700"/>
              <a:gd name="connsiteX63" fmla="*/ 6926582 w 10678681"/>
              <a:gd name="connsiteY63" fmla="*/ 1043462 h 1357700"/>
              <a:gd name="connsiteX64" fmla="*/ 6906706 w 10678681"/>
              <a:gd name="connsiteY64" fmla="*/ 1027961 h 1357700"/>
              <a:gd name="connsiteX65" fmla="*/ 6698313 w 10678681"/>
              <a:gd name="connsiteY65" fmla="*/ 1063249 h 1357700"/>
              <a:gd name="connsiteX66" fmla="*/ 6505317 w 10678681"/>
              <a:gd name="connsiteY66" fmla="*/ 1011686 h 1357700"/>
              <a:gd name="connsiteX67" fmla="*/ 6392549 w 10678681"/>
              <a:gd name="connsiteY67" fmla="*/ 1032948 h 1357700"/>
              <a:gd name="connsiteX68" fmla="*/ 6361470 w 10678681"/>
              <a:gd name="connsiteY68" fmla="*/ 1080572 h 1357700"/>
              <a:gd name="connsiteX69" fmla="*/ 6074811 w 10678681"/>
              <a:gd name="connsiteY69" fmla="*/ 1092701 h 1357700"/>
              <a:gd name="connsiteX70" fmla="*/ 6004655 w 10678681"/>
              <a:gd name="connsiteY70" fmla="*/ 1114946 h 1357700"/>
              <a:gd name="connsiteX71" fmla="*/ 5936643 w 10678681"/>
              <a:gd name="connsiteY71" fmla="*/ 1095428 h 1357700"/>
              <a:gd name="connsiteX72" fmla="*/ 5912484 w 10678681"/>
              <a:gd name="connsiteY72" fmla="*/ 1112624 h 1357700"/>
              <a:gd name="connsiteX73" fmla="*/ 5908387 w 10678681"/>
              <a:gd name="connsiteY73" fmla="*/ 1116018 h 1357700"/>
              <a:gd name="connsiteX74" fmla="*/ 5890495 w 10678681"/>
              <a:gd name="connsiteY74" fmla="*/ 1120268 h 1357700"/>
              <a:gd name="connsiteX75" fmla="*/ 5887318 w 10678681"/>
              <a:gd name="connsiteY75" fmla="*/ 1133134 h 1357700"/>
              <a:gd name="connsiteX76" fmla="*/ 5861726 w 10678681"/>
              <a:gd name="connsiteY76" fmla="*/ 1147891 h 1357700"/>
              <a:gd name="connsiteX77" fmla="*/ 5828273 w 10678681"/>
              <a:gd name="connsiteY77" fmla="*/ 1152456 h 1357700"/>
              <a:gd name="connsiteX78" fmla="*/ 5667391 w 10678681"/>
              <a:gd name="connsiteY78" fmla="*/ 1161093 h 1357700"/>
              <a:gd name="connsiteX79" fmla="*/ 5572219 w 10678681"/>
              <a:gd name="connsiteY79" fmla="*/ 1173708 h 1357700"/>
              <a:gd name="connsiteX80" fmla="*/ 5537768 w 10678681"/>
              <a:gd name="connsiteY80" fmla="*/ 1190202 h 1357700"/>
              <a:gd name="connsiteX81" fmla="*/ 5488513 w 10678681"/>
              <a:gd name="connsiteY81" fmla="*/ 1205367 h 1357700"/>
              <a:gd name="connsiteX82" fmla="*/ 5402905 w 10678681"/>
              <a:gd name="connsiteY82" fmla="*/ 1241191 h 1357700"/>
              <a:gd name="connsiteX83" fmla="*/ 5285593 w 10678681"/>
              <a:gd name="connsiteY83" fmla="*/ 1273569 h 1357700"/>
              <a:gd name="connsiteX84" fmla="*/ 5192893 w 10678681"/>
              <a:gd name="connsiteY84" fmla="*/ 1247188 h 1357700"/>
              <a:gd name="connsiteX85" fmla="*/ 5186475 w 10678681"/>
              <a:gd name="connsiteY85" fmla="*/ 1257028 h 1357700"/>
              <a:gd name="connsiteX86" fmla="*/ 5126038 w 10678681"/>
              <a:gd name="connsiteY86" fmla="*/ 1263189 h 1357700"/>
              <a:gd name="connsiteX87" fmla="*/ 4905913 w 10678681"/>
              <a:gd name="connsiteY87" fmla="*/ 1224477 h 1357700"/>
              <a:gd name="connsiteX88" fmla="*/ 4788036 w 10678681"/>
              <a:gd name="connsiteY88" fmla="*/ 1238182 h 1357700"/>
              <a:gd name="connsiteX89" fmla="*/ 4747555 w 10678681"/>
              <a:gd name="connsiteY89" fmla="*/ 1252768 h 1357700"/>
              <a:gd name="connsiteX90" fmla="*/ 4679644 w 10678681"/>
              <a:gd name="connsiteY90" fmla="*/ 1276603 h 1357700"/>
              <a:gd name="connsiteX91" fmla="*/ 4632222 w 10678681"/>
              <a:gd name="connsiteY91" fmla="*/ 1318360 h 1357700"/>
              <a:gd name="connsiteX92" fmla="*/ 4617358 w 10678681"/>
              <a:gd name="connsiteY92" fmla="*/ 1327690 h 1357700"/>
              <a:gd name="connsiteX93" fmla="*/ 4589102 w 10678681"/>
              <a:gd name="connsiteY93" fmla="*/ 1321223 h 1357700"/>
              <a:gd name="connsiteX94" fmla="*/ 4578184 w 10678681"/>
              <a:gd name="connsiteY94" fmla="*/ 1326745 h 1357700"/>
              <a:gd name="connsiteX95" fmla="*/ 4574270 w 10678681"/>
              <a:gd name="connsiteY95" fmla="*/ 1325878 h 1357700"/>
              <a:gd name="connsiteX96" fmla="*/ 4564919 w 10678681"/>
              <a:gd name="connsiteY96" fmla="*/ 1325507 h 1357700"/>
              <a:gd name="connsiteX97" fmla="*/ 4566586 w 10678681"/>
              <a:gd name="connsiteY97" fmla="*/ 1316963 h 1357700"/>
              <a:gd name="connsiteX98" fmla="*/ 4556303 w 10678681"/>
              <a:gd name="connsiteY98" fmla="*/ 1300262 h 1357700"/>
              <a:gd name="connsiteX99" fmla="*/ 4502358 w 10678681"/>
              <a:gd name="connsiteY99" fmla="*/ 1302558 h 1357700"/>
              <a:gd name="connsiteX100" fmla="*/ 4498919 w 10678681"/>
              <a:gd name="connsiteY100" fmla="*/ 1312115 h 1357700"/>
              <a:gd name="connsiteX101" fmla="*/ 4492075 w 10678681"/>
              <a:gd name="connsiteY101" fmla="*/ 1313357 h 1357700"/>
              <a:gd name="connsiteX102" fmla="*/ 4487466 w 10678681"/>
              <a:gd name="connsiteY102" fmla="*/ 1304102 h 1357700"/>
              <a:gd name="connsiteX103" fmla="*/ 4398292 w 10678681"/>
              <a:gd name="connsiteY103" fmla="*/ 1278410 h 1357700"/>
              <a:gd name="connsiteX104" fmla="*/ 4278026 w 10678681"/>
              <a:gd name="connsiteY104" fmla="*/ 1259803 h 1357700"/>
              <a:gd name="connsiteX105" fmla="*/ 4188995 w 10678681"/>
              <a:gd name="connsiteY105" fmla="*/ 1296718 h 1357700"/>
              <a:gd name="connsiteX106" fmla="*/ 4181483 w 10678681"/>
              <a:gd name="connsiteY106" fmla="*/ 1287686 h 1357700"/>
              <a:gd name="connsiteX107" fmla="*/ 4120739 w 10678681"/>
              <a:gd name="connsiteY107" fmla="*/ 1288549 h 1357700"/>
              <a:gd name="connsiteX108" fmla="*/ 3906561 w 10678681"/>
              <a:gd name="connsiteY108" fmla="*/ 1352435 h 1357700"/>
              <a:gd name="connsiteX109" fmla="*/ 3787890 w 10678681"/>
              <a:gd name="connsiteY109" fmla="*/ 1352442 h 1357700"/>
              <a:gd name="connsiteX110" fmla="*/ 3745993 w 10678681"/>
              <a:gd name="connsiteY110" fmla="*/ 1342630 h 1357700"/>
              <a:gd name="connsiteX111" fmla="*/ 3675785 w 10678681"/>
              <a:gd name="connsiteY111" fmla="*/ 1326802 h 1357700"/>
              <a:gd name="connsiteX112" fmla="*/ 3623856 w 10678681"/>
              <a:gd name="connsiteY112" fmla="*/ 1290804 h 1357700"/>
              <a:gd name="connsiteX113" fmla="*/ 3564933 w 10678681"/>
              <a:gd name="connsiteY113" fmla="*/ 1287147 h 1357700"/>
              <a:gd name="connsiteX114" fmla="*/ 3550537 w 10678681"/>
              <a:gd name="connsiteY114" fmla="*/ 1317552 h 1357700"/>
              <a:gd name="connsiteX115" fmla="*/ 3487736 w 10678681"/>
              <a:gd name="connsiteY115" fmla="*/ 1303493 h 1357700"/>
              <a:gd name="connsiteX116" fmla="*/ 3392548 w 10678681"/>
              <a:gd name="connsiteY116" fmla="*/ 1278741 h 1357700"/>
              <a:gd name="connsiteX117" fmla="*/ 3337466 w 10678681"/>
              <a:gd name="connsiteY117" fmla="*/ 1272537 h 1357700"/>
              <a:gd name="connsiteX118" fmla="*/ 3187206 w 10678681"/>
              <a:gd name="connsiteY118" fmla="*/ 1246821 h 1357700"/>
              <a:gd name="connsiteX119" fmla="*/ 3036856 w 10678681"/>
              <a:gd name="connsiteY119" fmla="*/ 1214383 h 1357700"/>
              <a:gd name="connsiteX120" fmla="*/ 2948654 w 10678681"/>
              <a:gd name="connsiteY120" fmla="*/ 1157455 h 1357700"/>
              <a:gd name="connsiteX121" fmla="*/ 2824973 w 10678681"/>
              <a:gd name="connsiteY121" fmla="*/ 1134864 h 1357700"/>
              <a:gd name="connsiteX122" fmla="*/ 2804398 w 10678681"/>
              <a:gd name="connsiteY122" fmla="*/ 1125556 h 1357700"/>
              <a:gd name="connsiteX123" fmla="*/ 2775396 w 10678681"/>
              <a:gd name="connsiteY123" fmla="*/ 1130148 h 1357700"/>
              <a:gd name="connsiteX124" fmla="*/ 2659096 w 10678681"/>
              <a:gd name="connsiteY124" fmla="*/ 1150294 h 1357700"/>
              <a:gd name="connsiteX125" fmla="*/ 2567088 w 10678681"/>
              <a:gd name="connsiteY125" fmla="*/ 1181781 h 1357700"/>
              <a:gd name="connsiteX126" fmla="*/ 2454501 w 10678681"/>
              <a:gd name="connsiteY126" fmla="*/ 1155455 h 1357700"/>
              <a:gd name="connsiteX127" fmla="*/ 2385161 w 10678681"/>
              <a:gd name="connsiteY127" fmla="*/ 1161312 h 1357700"/>
              <a:gd name="connsiteX128" fmla="*/ 2270528 w 10678681"/>
              <a:gd name="connsiteY128" fmla="*/ 1204338 h 1357700"/>
              <a:gd name="connsiteX129" fmla="*/ 2121820 w 10678681"/>
              <a:gd name="connsiteY129" fmla="*/ 1187078 h 1357700"/>
              <a:gd name="connsiteX130" fmla="*/ 2092716 w 10678681"/>
              <a:gd name="connsiteY130" fmla="*/ 1139224 h 1357700"/>
              <a:gd name="connsiteX131" fmla="*/ 2052449 w 10678681"/>
              <a:gd name="connsiteY131" fmla="*/ 1109687 h 1357700"/>
              <a:gd name="connsiteX132" fmla="*/ 2032607 w 10678681"/>
              <a:gd name="connsiteY132" fmla="*/ 1175477 h 1357700"/>
              <a:gd name="connsiteX133" fmla="*/ 1901837 w 10678681"/>
              <a:gd name="connsiteY133" fmla="*/ 1221762 h 1357700"/>
              <a:gd name="connsiteX134" fmla="*/ 1836762 w 10678681"/>
              <a:gd name="connsiteY134" fmla="*/ 1237387 h 1357700"/>
              <a:gd name="connsiteX135" fmla="*/ 1735877 w 10678681"/>
              <a:gd name="connsiteY135" fmla="*/ 1246527 h 1357700"/>
              <a:gd name="connsiteX136" fmla="*/ 1705069 w 10678681"/>
              <a:gd name="connsiteY136" fmla="*/ 1251989 h 1357700"/>
              <a:gd name="connsiteX137" fmla="*/ 1397689 w 10678681"/>
              <a:gd name="connsiteY137" fmla="*/ 1336144 h 1357700"/>
              <a:gd name="connsiteX138" fmla="*/ 1220734 w 10678681"/>
              <a:gd name="connsiteY138" fmla="*/ 1257811 h 1357700"/>
              <a:gd name="connsiteX139" fmla="*/ 1021737 w 10678681"/>
              <a:gd name="connsiteY139" fmla="*/ 1238739 h 1357700"/>
              <a:gd name="connsiteX140" fmla="*/ 959820 w 10678681"/>
              <a:gd name="connsiteY140" fmla="*/ 1275863 h 1357700"/>
              <a:gd name="connsiteX141" fmla="*/ 929137 w 10678681"/>
              <a:gd name="connsiteY141" fmla="*/ 1273957 h 1357700"/>
              <a:gd name="connsiteX142" fmla="*/ 878849 w 10678681"/>
              <a:gd name="connsiteY142" fmla="*/ 1266740 h 1357700"/>
              <a:gd name="connsiteX143" fmla="*/ 800667 w 10678681"/>
              <a:gd name="connsiteY143" fmla="*/ 1282041 h 1357700"/>
              <a:gd name="connsiteX144" fmla="*/ 644906 w 10678681"/>
              <a:gd name="connsiteY144" fmla="*/ 1273685 h 1357700"/>
              <a:gd name="connsiteX145" fmla="*/ 379869 w 10678681"/>
              <a:gd name="connsiteY145" fmla="*/ 1339165 h 1357700"/>
              <a:gd name="connsiteX146" fmla="*/ 137696 w 10678681"/>
              <a:gd name="connsiteY146" fmla="*/ 1319217 h 1357700"/>
              <a:gd name="connsiteX147" fmla="*/ 54250 w 10678681"/>
              <a:gd name="connsiteY147" fmla="*/ 1315838 h 1357700"/>
              <a:gd name="connsiteX148" fmla="*/ 28042 w 10678681"/>
              <a:gd name="connsiteY148" fmla="*/ 1297822 h 1357700"/>
              <a:gd name="connsiteX149" fmla="*/ 0 w 10678681"/>
              <a:gd name="connsiteY149" fmla="*/ 1294612 h 1357700"/>
              <a:gd name="connsiteX150" fmla="*/ 0 w 10678681"/>
              <a:gd name="connsiteY150" fmla="*/ 0 h 1357700"/>
              <a:gd name="connsiteX0" fmla="*/ 0 w 10678681"/>
              <a:gd name="connsiteY0" fmla="*/ 0 h 1357700"/>
              <a:gd name="connsiteX1" fmla="*/ 10678681 w 10678681"/>
              <a:gd name="connsiteY1" fmla="*/ 0 h 1357700"/>
              <a:gd name="connsiteX2" fmla="*/ 10666019 w 10678681"/>
              <a:gd name="connsiteY2" fmla="*/ 7876 h 1357700"/>
              <a:gd name="connsiteX3" fmla="*/ 10632825 w 10678681"/>
              <a:gd name="connsiteY3" fmla="*/ 32153 h 1357700"/>
              <a:gd name="connsiteX4" fmla="*/ 10510605 w 10678681"/>
              <a:gd name="connsiteY4" fmla="*/ 30449 h 1357700"/>
              <a:gd name="connsiteX5" fmla="*/ 10456989 w 10678681"/>
              <a:gd name="connsiteY5" fmla="*/ 979 h 1357700"/>
              <a:gd name="connsiteX6" fmla="*/ 10438642 w 10678681"/>
              <a:gd name="connsiteY6" fmla="*/ 1524 h 1357700"/>
              <a:gd name="connsiteX7" fmla="*/ 10407146 w 10678681"/>
              <a:gd name="connsiteY7" fmla="*/ 43659 h 1357700"/>
              <a:gd name="connsiteX8" fmla="*/ 10357996 w 10678681"/>
              <a:gd name="connsiteY8" fmla="*/ 50836 h 1357700"/>
              <a:gd name="connsiteX9" fmla="*/ 10306667 w 10678681"/>
              <a:gd name="connsiteY9" fmla="*/ 109739 h 1357700"/>
              <a:gd name="connsiteX10" fmla="*/ 10115334 w 10678681"/>
              <a:gd name="connsiteY10" fmla="*/ 155658 h 1357700"/>
              <a:gd name="connsiteX11" fmla="*/ 10068157 w 10678681"/>
              <a:gd name="connsiteY11" fmla="*/ 215673 h 1357700"/>
              <a:gd name="connsiteX12" fmla="*/ 10045431 w 10678681"/>
              <a:gd name="connsiteY12" fmla="*/ 229568 h 1357700"/>
              <a:gd name="connsiteX13" fmla="*/ 10013265 w 10678681"/>
              <a:gd name="connsiteY13" fmla="*/ 284757 h 1357700"/>
              <a:gd name="connsiteX14" fmla="*/ 9862496 w 10678681"/>
              <a:gd name="connsiteY14" fmla="*/ 223033 h 1357700"/>
              <a:gd name="connsiteX15" fmla="*/ 9679638 w 10678681"/>
              <a:gd name="connsiteY15" fmla="*/ 277462 h 1357700"/>
              <a:gd name="connsiteX16" fmla="*/ 9498347 w 10678681"/>
              <a:gd name="connsiteY16" fmla="*/ 244723 h 1357700"/>
              <a:gd name="connsiteX17" fmla="*/ 9399702 w 10678681"/>
              <a:gd name="connsiteY17" fmla="*/ 276316 h 1357700"/>
              <a:gd name="connsiteX18" fmla="*/ 9378439 w 10678681"/>
              <a:gd name="connsiteY18" fmla="*/ 326244 h 1357700"/>
              <a:gd name="connsiteX19" fmla="*/ 9121744 w 10678681"/>
              <a:gd name="connsiteY19" fmla="*/ 365177 h 1357700"/>
              <a:gd name="connsiteX20" fmla="*/ 9061654 w 10678681"/>
              <a:gd name="connsiteY20" fmla="*/ 393730 h 1357700"/>
              <a:gd name="connsiteX21" fmla="*/ 8997577 w 10678681"/>
              <a:gd name="connsiteY21" fmla="*/ 380865 h 1357700"/>
              <a:gd name="connsiteX22" fmla="*/ 8907968 w 10678681"/>
              <a:gd name="connsiteY22" fmla="*/ 447345 h 1357700"/>
              <a:gd name="connsiteX23" fmla="*/ 8764163 w 10678681"/>
              <a:gd name="connsiteY23" fmla="*/ 471000 h 1357700"/>
              <a:gd name="connsiteX24" fmla="*/ 8680155 w 10678681"/>
              <a:gd name="connsiteY24" fmla="*/ 492404 h 1357700"/>
              <a:gd name="connsiteX25" fmla="*/ 8651436 w 10678681"/>
              <a:gd name="connsiteY25" fmla="*/ 511923 h 1357700"/>
              <a:gd name="connsiteX26" fmla="*/ 8609185 w 10678681"/>
              <a:gd name="connsiteY26" fmla="*/ 531525 h 1357700"/>
              <a:gd name="connsiteX27" fmla="*/ 8537091 w 10678681"/>
              <a:gd name="connsiteY27" fmla="*/ 574933 h 1357700"/>
              <a:gd name="connsiteX28" fmla="*/ 8435931 w 10678681"/>
              <a:gd name="connsiteY28" fmla="*/ 617926 h 1357700"/>
              <a:gd name="connsiteX29" fmla="*/ 8348623 w 10678681"/>
              <a:gd name="connsiteY29" fmla="*/ 600607 h 1357700"/>
              <a:gd name="connsiteX30" fmla="*/ 8344233 w 10678681"/>
              <a:gd name="connsiteY30" fmla="*/ 610922 h 1357700"/>
              <a:gd name="connsiteX31" fmla="*/ 8290622 w 10678681"/>
              <a:gd name="connsiteY31" fmla="*/ 622687 h 1357700"/>
              <a:gd name="connsiteX32" fmla="*/ 8086698 w 10678681"/>
              <a:gd name="connsiteY32" fmla="*/ 605185 h 1357700"/>
              <a:gd name="connsiteX33" fmla="*/ 7982378 w 10678681"/>
              <a:gd name="connsiteY33" fmla="*/ 629799 h 1357700"/>
              <a:gd name="connsiteX34" fmla="*/ 7947952 w 10678681"/>
              <a:gd name="connsiteY34" fmla="*/ 648003 h 1357700"/>
              <a:gd name="connsiteX35" fmla="*/ 7890112 w 10678681"/>
              <a:gd name="connsiteY35" fmla="*/ 677915 h 1357700"/>
              <a:gd name="connsiteX36" fmla="*/ 7853284 w 10678681"/>
              <a:gd name="connsiteY36" fmla="*/ 723588 h 1357700"/>
              <a:gd name="connsiteX37" fmla="*/ 7802383 w 10678681"/>
              <a:gd name="connsiteY37" fmla="*/ 739359 h 1357700"/>
              <a:gd name="connsiteX38" fmla="*/ 7782280 w 10678681"/>
              <a:gd name="connsiteY38" fmla="*/ 712868 h 1357700"/>
              <a:gd name="connsiteX39" fmla="*/ 7730518 w 10678681"/>
              <a:gd name="connsiteY39" fmla="*/ 739526 h 1357700"/>
              <a:gd name="connsiteX40" fmla="*/ 7652907 w 10678681"/>
              <a:gd name="connsiteY40" fmla="*/ 783273 h 1357700"/>
              <a:gd name="connsiteX41" fmla="*/ 7606008 w 10678681"/>
              <a:gd name="connsiteY41" fmla="*/ 800717 h 1357700"/>
              <a:gd name="connsiteX42" fmla="*/ 7480223 w 10678681"/>
              <a:gd name="connsiteY42" fmla="*/ 856821 h 1357700"/>
              <a:gd name="connsiteX43" fmla="*/ 7356005 w 10678681"/>
              <a:gd name="connsiteY43" fmla="*/ 919462 h 1357700"/>
              <a:gd name="connsiteX44" fmla="*/ 7305396 w 10678681"/>
              <a:gd name="connsiteY44" fmla="*/ 986228 h 1357700"/>
              <a:gd name="connsiteX45" fmla="*/ 7298314 w 10678681"/>
              <a:gd name="connsiteY45" fmla="*/ 989899 h 1357700"/>
              <a:gd name="connsiteX46" fmla="*/ 7277477 w 10678681"/>
              <a:gd name="connsiteY46" fmla="*/ 990571 h 1357700"/>
              <a:gd name="connsiteX47" fmla="*/ 7269396 w 10678681"/>
              <a:gd name="connsiteY47" fmla="*/ 989282 h 1357700"/>
              <a:gd name="connsiteX48" fmla="*/ 7258094 w 10678681"/>
              <a:gd name="connsiteY48" fmla="*/ 990679 h 1357700"/>
              <a:gd name="connsiteX49" fmla="*/ 7257893 w 10678681"/>
              <a:gd name="connsiteY49" fmla="*/ 991204 h 1357700"/>
              <a:gd name="connsiteX50" fmla="*/ 7247153 w 10678681"/>
              <a:gd name="connsiteY50" fmla="*/ 991550 h 1357700"/>
              <a:gd name="connsiteX51" fmla="*/ 7193612 w 10678681"/>
              <a:gd name="connsiteY51" fmla="*/ 987042 h 1357700"/>
              <a:gd name="connsiteX52" fmla="*/ 7132632 w 10678681"/>
              <a:gd name="connsiteY52" fmla="*/ 1042036 h 1357700"/>
              <a:gd name="connsiteX53" fmla="*/ 7105610 w 10678681"/>
              <a:gd name="connsiteY53" fmla="*/ 1053537 h 1357700"/>
              <a:gd name="connsiteX54" fmla="*/ 7091599 w 10678681"/>
              <a:gd name="connsiteY54" fmla="*/ 1062302 h 1357700"/>
              <a:gd name="connsiteX55" fmla="*/ 7090998 w 10678681"/>
              <a:gd name="connsiteY55" fmla="*/ 1064540 h 1357700"/>
              <a:gd name="connsiteX56" fmla="*/ 7039634 w 10678681"/>
              <a:gd name="connsiteY56" fmla="*/ 1059971 h 1357700"/>
              <a:gd name="connsiteX57" fmla="*/ 7033445 w 10678681"/>
              <a:gd name="connsiteY57" fmla="*/ 1063314 h 1357700"/>
              <a:gd name="connsiteX58" fmla="*/ 6999157 w 10678681"/>
              <a:gd name="connsiteY58" fmla="*/ 1055282 h 1357700"/>
              <a:gd name="connsiteX59" fmla="*/ 6981874 w 10678681"/>
              <a:gd name="connsiteY59" fmla="*/ 1053827 h 1357700"/>
              <a:gd name="connsiteX60" fmla="*/ 6976102 w 10678681"/>
              <a:gd name="connsiteY60" fmla="*/ 1047854 h 1357700"/>
              <a:gd name="connsiteX61" fmla="*/ 6951040 w 10678681"/>
              <a:gd name="connsiteY61" fmla="*/ 1048531 h 1357700"/>
              <a:gd name="connsiteX62" fmla="*/ 6948497 w 10678681"/>
              <a:gd name="connsiteY62" fmla="*/ 1050706 h 1357700"/>
              <a:gd name="connsiteX63" fmla="*/ 6926582 w 10678681"/>
              <a:gd name="connsiteY63" fmla="*/ 1043462 h 1357700"/>
              <a:gd name="connsiteX64" fmla="*/ 6833743 w 10678681"/>
              <a:gd name="connsiteY64" fmla="*/ 1027960 h 1357700"/>
              <a:gd name="connsiteX65" fmla="*/ 6698313 w 10678681"/>
              <a:gd name="connsiteY65" fmla="*/ 1063249 h 1357700"/>
              <a:gd name="connsiteX66" fmla="*/ 6505317 w 10678681"/>
              <a:gd name="connsiteY66" fmla="*/ 1011686 h 1357700"/>
              <a:gd name="connsiteX67" fmla="*/ 6392549 w 10678681"/>
              <a:gd name="connsiteY67" fmla="*/ 1032948 h 1357700"/>
              <a:gd name="connsiteX68" fmla="*/ 6361470 w 10678681"/>
              <a:gd name="connsiteY68" fmla="*/ 1080572 h 1357700"/>
              <a:gd name="connsiteX69" fmla="*/ 6074811 w 10678681"/>
              <a:gd name="connsiteY69" fmla="*/ 1092701 h 1357700"/>
              <a:gd name="connsiteX70" fmla="*/ 6004655 w 10678681"/>
              <a:gd name="connsiteY70" fmla="*/ 1114946 h 1357700"/>
              <a:gd name="connsiteX71" fmla="*/ 5936643 w 10678681"/>
              <a:gd name="connsiteY71" fmla="*/ 1095428 h 1357700"/>
              <a:gd name="connsiteX72" fmla="*/ 5912484 w 10678681"/>
              <a:gd name="connsiteY72" fmla="*/ 1112624 h 1357700"/>
              <a:gd name="connsiteX73" fmla="*/ 5908387 w 10678681"/>
              <a:gd name="connsiteY73" fmla="*/ 1116018 h 1357700"/>
              <a:gd name="connsiteX74" fmla="*/ 5890495 w 10678681"/>
              <a:gd name="connsiteY74" fmla="*/ 1120268 h 1357700"/>
              <a:gd name="connsiteX75" fmla="*/ 5887318 w 10678681"/>
              <a:gd name="connsiteY75" fmla="*/ 1133134 h 1357700"/>
              <a:gd name="connsiteX76" fmla="*/ 5861726 w 10678681"/>
              <a:gd name="connsiteY76" fmla="*/ 1147891 h 1357700"/>
              <a:gd name="connsiteX77" fmla="*/ 5828273 w 10678681"/>
              <a:gd name="connsiteY77" fmla="*/ 1152456 h 1357700"/>
              <a:gd name="connsiteX78" fmla="*/ 5667391 w 10678681"/>
              <a:gd name="connsiteY78" fmla="*/ 1161093 h 1357700"/>
              <a:gd name="connsiteX79" fmla="*/ 5572219 w 10678681"/>
              <a:gd name="connsiteY79" fmla="*/ 1173708 h 1357700"/>
              <a:gd name="connsiteX80" fmla="*/ 5537768 w 10678681"/>
              <a:gd name="connsiteY80" fmla="*/ 1190202 h 1357700"/>
              <a:gd name="connsiteX81" fmla="*/ 5488513 w 10678681"/>
              <a:gd name="connsiteY81" fmla="*/ 1205367 h 1357700"/>
              <a:gd name="connsiteX82" fmla="*/ 5402905 w 10678681"/>
              <a:gd name="connsiteY82" fmla="*/ 1241191 h 1357700"/>
              <a:gd name="connsiteX83" fmla="*/ 5285593 w 10678681"/>
              <a:gd name="connsiteY83" fmla="*/ 1273569 h 1357700"/>
              <a:gd name="connsiteX84" fmla="*/ 5192893 w 10678681"/>
              <a:gd name="connsiteY84" fmla="*/ 1247188 h 1357700"/>
              <a:gd name="connsiteX85" fmla="*/ 5186475 w 10678681"/>
              <a:gd name="connsiteY85" fmla="*/ 1257028 h 1357700"/>
              <a:gd name="connsiteX86" fmla="*/ 5126038 w 10678681"/>
              <a:gd name="connsiteY86" fmla="*/ 1263189 h 1357700"/>
              <a:gd name="connsiteX87" fmla="*/ 4905913 w 10678681"/>
              <a:gd name="connsiteY87" fmla="*/ 1224477 h 1357700"/>
              <a:gd name="connsiteX88" fmla="*/ 4788036 w 10678681"/>
              <a:gd name="connsiteY88" fmla="*/ 1238182 h 1357700"/>
              <a:gd name="connsiteX89" fmla="*/ 4747555 w 10678681"/>
              <a:gd name="connsiteY89" fmla="*/ 1252768 h 1357700"/>
              <a:gd name="connsiteX90" fmla="*/ 4679644 w 10678681"/>
              <a:gd name="connsiteY90" fmla="*/ 1276603 h 1357700"/>
              <a:gd name="connsiteX91" fmla="*/ 4632222 w 10678681"/>
              <a:gd name="connsiteY91" fmla="*/ 1318360 h 1357700"/>
              <a:gd name="connsiteX92" fmla="*/ 4617358 w 10678681"/>
              <a:gd name="connsiteY92" fmla="*/ 1327690 h 1357700"/>
              <a:gd name="connsiteX93" fmla="*/ 4589102 w 10678681"/>
              <a:gd name="connsiteY93" fmla="*/ 1321223 h 1357700"/>
              <a:gd name="connsiteX94" fmla="*/ 4578184 w 10678681"/>
              <a:gd name="connsiteY94" fmla="*/ 1326745 h 1357700"/>
              <a:gd name="connsiteX95" fmla="*/ 4574270 w 10678681"/>
              <a:gd name="connsiteY95" fmla="*/ 1325878 h 1357700"/>
              <a:gd name="connsiteX96" fmla="*/ 4564919 w 10678681"/>
              <a:gd name="connsiteY96" fmla="*/ 1325507 h 1357700"/>
              <a:gd name="connsiteX97" fmla="*/ 4566586 w 10678681"/>
              <a:gd name="connsiteY97" fmla="*/ 1316963 h 1357700"/>
              <a:gd name="connsiteX98" fmla="*/ 4556303 w 10678681"/>
              <a:gd name="connsiteY98" fmla="*/ 1300262 h 1357700"/>
              <a:gd name="connsiteX99" fmla="*/ 4502358 w 10678681"/>
              <a:gd name="connsiteY99" fmla="*/ 1302558 h 1357700"/>
              <a:gd name="connsiteX100" fmla="*/ 4498919 w 10678681"/>
              <a:gd name="connsiteY100" fmla="*/ 1312115 h 1357700"/>
              <a:gd name="connsiteX101" fmla="*/ 4492075 w 10678681"/>
              <a:gd name="connsiteY101" fmla="*/ 1313357 h 1357700"/>
              <a:gd name="connsiteX102" fmla="*/ 4487466 w 10678681"/>
              <a:gd name="connsiteY102" fmla="*/ 1304102 h 1357700"/>
              <a:gd name="connsiteX103" fmla="*/ 4398292 w 10678681"/>
              <a:gd name="connsiteY103" fmla="*/ 1278410 h 1357700"/>
              <a:gd name="connsiteX104" fmla="*/ 4278026 w 10678681"/>
              <a:gd name="connsiteY104" fmla="*/ 1259803 h 1357700"/>
              <a:gd name="connsiteX105" fmla="*/ 4188995 w 10678681"/>
              <a:gd name="connsiteY105" fmla="*/ 1296718 h 1357700"/>
              <a:gd name="connsiteX106" fmla="*/ 4181483 w 10678681"/>
              <a:gd name="connsiteY106" fmla="*/ 1287686 h 1357700"/>
              <a:gd name="connsiteX107" fmla="*/ 4120739 w 10678681"/>
              <a:gd name="connsiteY107" fmla="*/ 1288549 h 1357700"/>
              <a:gd name="connsiteX108" fmla="*/ 3906561 w 10678681"/>
              <a:gd name="connsiteY108" fmla="*/ 1352435 h 1357700"/>
              <a:gd name="connsiteX109" fmla="*/ 3787890 w 10678681"/>
              <a:gd name="connsiteY109" fmla="*/ 1352442 h 1357700"/>
              <a:gd name="connsiteX110" fmla="*/ 3745993 w 10678681"/>
              <a:gd name="connsiteY110" fmla="*/ 1342630 h 1357700"/>
              <a:gd name="connsiteX111" fmla="*/ 3675785 w 10678681"/>
              <a:gd name="connsiteY111" fmla="*/ 1326802 h 1357700"/>
              <a:gd name="connsiteX112" fmla="*/ 3623856 w 10678681"/>
              <a:gd name="connsiteY112" fmla="*/ 1290804 h 1357700"/>
              <a:gd name="connsiteX113" fmla="*/ 3564933 w 10678681"/>
              <a:gd name="connsiteY113" fmla="*/ 1287147 h 1357700"/>
              <a:gd name="connsiteX114" fmla="*/ 3550537 w 10678681"/>
              <a:gd name="connsiteY114" fmla="*/ 1317552 h 1357700"/>
              <a:gd name="connsiteX115" fmla="*/ 3487736 w 10678681"/>
              <a:gd name="connsiteY115" fmla="*/ 1303493 h 1357700"/>
              <a:gd name="connsiteX116" fmla="*/ 3392548 w 10678681"/>
              <a:gd name="connsiteY116" fmla="*/ 1278741 h 1357700"/>
              <a:gd name="connsiteX117" fmla="*/ 3337466 w 10678681"/>
              <a:gd name="connsiteY117" fmla="*/ 1272537 h 1357700"/>
              <a:gd name="connsiteX118" fmla="*/ 3187206 w 10678681"/>
              <a:gd name="connsiteY118" fmla="*/ 1246821 h 1357700"/>
              <a:gd name="connsiteX119" fmla="*/ 3036856 w 10678681"/>
              <a:gd name="connsiteY119" fmla="*/ 1214383 h 1357700"/>
              <a:gd name="connsiteX120" fmla="*/ 2948654 w 10678681"/>
              <a:gd name="connsiteY120" fmla="*/ 1157455 h 1357700"/>
              <a:gd name="connsiteX121" fmla="*/ 2824973 w 10678681"/>
              <a:gd name="connsiteY121" fmla="*/ 1134864 h 1357700"/>
              <a:gd name="connsiteX122" fmla="*/ 2804398 w 10678681"/>
              <a:gd name="connsiteY122" fmla="*/ 1125556 h 1357700"/>
              <a:gd name="connsiteX123" fmla="*/ 2775396 w 10678681"/>
              <a:gd name="connsiteY123" fmla="*/ 1130148 h 1357700"/>
              <a:gd name="connsiteX124" fmla="*/ 2659096 w 10678681"/>
              <a:gd name="connsiteY124" fmla="*/ 1150294 h 1357700"/>
              <a:gd name="connsiteX125" fmla="*/ 2567088 w 10678681"/>
              <a:gd name="connsiteY125" fmla="*/ 1181781 h 1357700"/>
              <a:gd name="connsiteX126" fmla="*/ 2454501 w 10678681"/>
              <a:gd name="connsiteY126" fmla="*/ 1155455 h 1357700"/>
              <a:gd name="connsiteX127" fmla="*/ 2385161 w 10678681"/>
              <a:gd name="connsiteY127" fmla="*/ 1161312 h 1357700"/>
              <a:gd name="connsiteX128" fmla="*/ 2270528 w 10678681"/>
              <a:gd name="connsiteY128" fmla="*/ 1204338 h 1357700"/>
              <a:gd name="connsiteX129" fmla="*/ 2121820 w 10678681"/>
              <a:gd name="connsiteY129" fmla="*/ 1187078 h 1357700"/>
              <a:gd name="connsiteX130" fmla="*/ 2092716 w 10678681"/>
              <a:gd name="connsiteY130" fmla="*/ 1139224 h 1357700"/>
              <a:gd name="connsiteX131" fmla="*/ 2052449 w 10678681"/>
              <a:gd name="connsiteY131" fmla="*/ 1109687 h 1357700"/>
              <a:gd name="connsiteX132" fmla="*/ 2032607 w 10678681"/>
              <a:gd name="connsiteY132" fmla="*/ 1175477 h 1357700"/>
              <a:gd name="connsiteX133" fmla="*/ 1901837 w 10678681"/>
              <a:gd name="connsiteY133" fmla="*/ 1221762 h 1357700"/>
              <a:gd name="connsiteX134" fmla="*/ 1836762 w 10678681"/>
              <a:gd name="connsiteY134" fmla="*/ 1237387 h 1357700"/>
              <a:gd name="connsiteX135" fmla="*/ 1735877 w 10678681"/>
              <a:gd name="connsiteY135" fmla="*/ 1246527 h 1357700"/>
              <a:gd name="connsiteX136" fmla="*/ 1705069 w 10678681"/>
              <a:gd name="connsiteY136" fmla="*/ 1251989 h 1357700"/>
              <a:gd name="connsiteX137" fmla="*/ 1397689 w 10678681"/>
              <a:gd name="connsiteY137" fmla="*/ 1336144 h 1357700"/>
              <a:gd name="connsiteX138" fmla="*/ 1220734 w 10678681"/>
              <a:gd name="connsiteY138" fmla="*/ 1257811 h 1357700"/>
              <a:gd name="connsiteX139" fmla="*/ 1021737 w 10678681"/>
              <a:gd name="connsiteY139" fmla="*/ 1238739 h 1357700"/>
              <a:gd name="connsiteX140" fmla="*/ 959820 w 10678681"/>
              <a:gd name="connsiteY140" fmla="*/ 1275863 h 1357700"/>
              <a:gd name="connsiteX141" fmla="*/ 929137 w 10678681"/>
              <a:gd name="connsiteY141" fmla="*/ 1273957 h 1357700"/>
              <a:gd name="connsiteX142" fmla="*/ 878849 w 10678681"/>
              <a:gd name="connsiteY142" fmla="*/ 1266740 h 1357700"/>
              <a:gd name="connsiteX143" fmla="*/ 800667 w 10678681"/>
              <a:gd name="connsiteY143" fmla="*/ 1282041 h 1357700"/>
              <a:gd name="connsiteX144" fmla="*/ 644906 w 10678681"/>
              <a:gd name="connsiteY144" fmla="*/ 1273685 h 1357700"/>
              <a:gd name="connsiteX145" fmla="*/ 379869 w 10678681"/>
              <a:gd name="connsiteY145" fmla="*/ 1339165 h 1357700"/>
              <a:gd name="connsiteX146" fmla="*/ 137696 w 10678681"/>
              <a:gd name="connsiteY146" fmla="*/ 1319217 h 1357700"/>
              <a:gd name="connsiteX147" fmla="*/ 54250 w 10678681"/>
              <a:gd name="connsiteY147" fmla="*/ 1315838 h 1357700"/>
              <a:gd name="connsiteX148" fmla="*/ 28042 w 10678681"/>
              <a:gd name="connsiteY148" fmla="*/ 1297822 h 1357700"/>
              <a:gd name="connsiteX149" fmla="*/ 0 w 10678681"/>
              <a:gd name="connsiteY149" fmla="*/ 1294612 h 1357700"/>
              <a:gd name="connsiteX150" fmla="*/ 0 w 10678681"/>
              <a:gd name="connsiteY150" fmla="*/ 0 h 1357700"/>
              <a:gd name="connsiteX0" fmla="*/ 0 w 10678681"/>
              <a:gd name="connsiteY0" fmla="*/ 0 h 1357700"/>
              <a:gd name="connsiteX1" fmla="*/ 10678681 w 10678681"/>
              <a:gd name="connsiteY1" fmla="*/ 0 h 1357700"/>
              <a:gd name="connsiteX2" fmla="*/ 10666019 w 10678681"/>
              <a:gd name="connsiteY2" fmla="*/ 7876 h 1357700"/>
              <a:gd name="connsiteX3" fmla="*/ 10632825 w 10678681"/>
              <a:gd name="connsiteY3" fmla="*/ 32153 h 1357700"/>
              <a:gd name="connsiteX4" fmla="*/ 10510605 w 10678681"/>
              <a:gd name="connsiteY4" fmla="*/ 30449 h 1357700"/>
              <a:gd name="connsiteX5" fmla="*/ 10456989 w 10678681"/>
              <a:gd name="connsiteY5" fmla="*/ 979 h 1357700"/>
              <a:gd name="connsiteX6" fmla="*/ 10438642 w 10678681"/>
              <a:gd name="connsiteY6" fmla="*/ 1524 h 1357700"/>
              <a:gd name="connsiteX7" fmla="*/ 10407146 w 10678681"/>
              <a:gd name="connsiteY7" fmla="*/ 43659 h 1357700"/>
              <a:gd name="connsiteX8" fmla="*/ 10357996 w 10678681"/>
              <a:gd name="connsiteY8" fmla="*/ 50836 h 1357700"/>
              <a:gd name="connsiteX9" fmla="*/ 10306667 w 10678681"/>
              <a:gd name="connsiteY9" fmla="*/ 109739 h 1357700"/>
              <a:gd name="connsiteX10" fmla="*/ 10115334 w 10678681"/>
              <a:gd name="connsiteY10" fmla="*/ 155658 h 1357700"/>
              <a:gd name="connsiteX11" fmla="*/ 10068157 w 10678681"/>
              <a:gd name="connsiteY11" fmla="*/ 215673 h 1357700"/>
              <a:gd name="connsiteX12" fmla="*/ 10045431 w 10678681"/>
              <a:gd name="connsiteY12" fmla="*/ 229568 h 1357700"/>
              <a:gd name="connsiteX13" fmla="*/ 10013265 w 10678681"/>
              <a:gd name="connsiteY13" fmla="*/ 284757 h 1357700"/>
              <a:gd name="connsiteX14" fmla="*/ 9862496 w 10678681"/>
              <a:gd name="connsiteY14" fmla="*/ 223033 h 1357700"/>
              <a:gd name="connsiteX15" fmla="*/ 9679638 w 10678681"/>
              <a:gd name="connsiteY15" fmla="*/ 277462 h 1357700"/>
              <a:gd name="connsiteX16" fmla="*/ 9498347 w 10678681"/>
              <a:gd name="connsiteY16" fmla="*/ 244723 h 1357700"/>
              <a:gd name="connsiteX17" fmla="*/ 9399702 w 10678681"/>
              <a:gd name="connsiteY17" fmla="*/ 276316 h 1357700"/>
              <a:gd name="connsiteX18" fmla="*/ 9378439 w 10678681"/>
              <a:gd name="connsiteY18" fmla="*/ 326244 h 1357700"/>
              <a:gd name="connsiteX19" fmla="*/ 9121744 w 10678681"/>
              <a:gd name="connsiteY19" fmla="*/ 365177 h 1357700"/>
              <a:gd name="connsiteX20" fmla="*/ 9061654 w 10678681"/>
              <a:gd name="connsiteY20" fmla="*/ 393730 h 1357700"/>
              <a:gd name="connsiteX21" fmla="*/ 8997577 w 10678681"/>
              <a:gd name="connsiteY21" fmla="*/ 380865 h 1357700"/>
              <a:gd name="connsiteX22" fmla="*/ 8907968 w 10678681"/>
              <a:gd name="connsiteY22" fmla="*/ 447345 h 1357700"/>
              <a:gd name="connsiteX23" fmla="*/ 8764163 w 10678681"/>
              <a:gd name="connsiteY23" fmla="*/ 471000 h 1357700"/>
              <a:gd name="connsiteX24" fmla="*/ 8680155 w 10678681"/>
              <a:gd name="connsiteY24" fmla="*/ 492404 h 1357700"/>
              <a:gd name="connsiteX25" fmla="*/ 8651436 w 10678681"/>
              <a:gd name="connsiteY25" fmla="*/ 511923 h 1357700"/>
              <a:gd name="connsiteX26" fmla="*/ 8609185 w 10678681"/>
              <a:gd name="connsiteY26" fmla="*/ 531525 h 1357700"/>
              <a:gd name="connsiteX27" fmla="*/ 8537091 w 10678681"/>
              <a:gd name="connsiteY27" fmla="*/ 574933 h 1357700"/>
              <a:gd name="connsiteX28" fmla="*/ 8435931 w 10678681"/>
              <a:gd name="connsiteY28" fmla="*/ 617926 h 1357700"/>
              <a:gd name="connsiteX29" fmla="*/ 8348623 w 10678681"/>
              <a:gd name="connsiteY29" fmla="*/ 600607 h 1357700"/>
              <a:gd name="connsiteX30" fmla="*/ 8344233 w 10678681"/>
              <a:gd name="connsiteY30" fmla="*/ 610922 h 1357700"/>
              <a:gd name="connsiteX31" fmla="*/ 8290622 w 10678681"/>
              <a:gd name="connsiteY31" fmla="*/ 622687 h 1357700"/>
              <a:gd name="connsiteX32" fmla="*/ 8086698 w 10678681"/>
              <a:gd name="connsiteY32" fmla="*/ 605185 h 1357700"/>
              <a:gd name="connsiteX33" fmla="*/ 7982378 w 10678681"/>
              <a:gd name="connsiteY33" fmla="*/ 629799 h 1357700"/>
              <a:gd name="connsiteX34" fmla="*/ 7947952 w 10678681"/>
              <a:gd name="connsiteY34" fmla="*/ 648003 h 1357700"/>
              <a:gd name="connsiteX35" fmla="*/ 7890112 w 10678681"/>
              <a:gd name="connsiteY35" fmla="*/ 677915 h 1357700"/>
              <a:gd name="connsiteX36" fmla="*/ 7853284 w 10678681"/>
              <a:gd name="connsiteY36" fmla="*/ 723588 h 1357700"/>
              <a:gd name="connsiteX37" fmla="*/ 7802383 w 10678681"/>
              <a:gd name="connsiteY37" fmla="*/ 739359 h 1357700"/>
              <a:gd name="connsiteX38" fmla="*/ 7782280 w 10678681"/>
              <a:gd name="connsiteY38" fmla="*/ 712868 h 1357700"/>
              <a:gd name="connsiteX39" fmla="*/ 7730518 w 10678681"/>
              <a:gd name="connsiteY39" fmla="*/ 739526 h 1357700"/>
              <a:gd name="connsiteX40" fmla="*/ 7652907 w 10678681"/>
              <a:gd name="connsiteY40" fmla="*/ 783273 h 1357700"/>
              <a:gd name="connsiteX41" fmla="*/ 7606008 w 10678681"/>
              <a:gd name="connsiteY41" fmla="*/ 800717 h 1357700"/>
              <a:gd name="connsiteX42" fmla="*/ 7480223 w 10678681"/>
              <a:gd name="connsiteY42" fmla="*/ 856821 h 1357700"/>
              <a:gd name="connsiteX43" fmla="*/ 7356005 w 10678681"/>
              <a:gd name="connsiteY43" fmla="*/ 919462 h 1357700"/>
              <a:gd name="connsiteX44" fmla="*/ 7305396 w 10678681"/>
              <a:gd name="connsiteY44" fmla="*/ 986228 h 1357700"/>
              <a:gd name="connsiteX45" fmla="*/ 7298314 w 10678681"/>
              <a:gd name="connsiteY45" fmla="*/ 989899 h 1357700"/>
              <a:gd name="connsiteX46" fmla="*/ 7277477 w 10678681"/>
              <a:gd name="connsiteY46" fmla="*/ 990571 h 1357700"/>
              <a:gd name="connsiteX47" fmla="*/ 7269396 w 10678681"/>
              <a:gd name="connsiteY47" fmla="*/ 989282 h 1357700"/>
              <a:gd name="connsiteX48" fmla="*/ 7258094 w 10678681"/>
              <a:gd name="connsiteY48" fmla="*/ 990679 h 1357700"/>
              <a:gd name="connsiteX49" fmla="*/ 7257893 w 10678681"/>
              <a:gd name="connsiteY49" fmla="*/ 991204 h 1357700"/>
              <a:gd name="connsiteX50" fmla="*/ 7247153 w 10678681"/>
              <a:gd name="connsiteY50" fmla="*/ 991550 h 1357700"/>
              <a:gd name="connsiteX51" fmla="*/ 7193612 w 10678681"/>
              <a:gd name="connsiteY51" fmla="*/ 987042 h 1357700"/>
              <a:gd name="connsiteX52" fmla="*/ 7132632 w 10678681"/>
              <a:gd name="connsiteY52" fmla="*/ 1042036 h 1357700"/>
              <a:gd name="connsiteX53" fmla="*/ 7105610 w 10678681"/>
              <a:gd name="connsiteY53" fmla="*/ 1053537 h 1357700"/>
              <a:gd name="connsiteX54" fmla="*/ 7091599 w 10678681"/>
              <a:gd name="connsiteY54" fmla="*/ 1062302 h 1357700"/>
              <a:gd name="connsiteX55" fmla="*/ 7090998 w 10678681"/>
              <a:gd name="connsiteY55" fmla="*/ 1064540 h 1357700"/>
              <a:gd name="connsiteX56" fmla="*/ 7039634 w 10678681"/>
              <a:gd name="connsiteY56" fmla="*/ 1059971 h 1357700"/>
              <a:gd name="connsiteX57" fmla="*/ 7033445 w 10678681"/>
              <a:gd name="connsiteY57" fmla="*/ 1063314 h 1357700"/>
              <a:gd name="connsiteX58" fmla="*/ 6999157 w 10678681"/>
              <a:gd name="connsiteY58" fmla="*/ 1055282 h 1357700"/>
              <a:gd name="connsiteX59" fmla="*/ 6981874 w 10678681"/>
              <a:gd name="connsiteY59" fmla="*/ 1053827 h 1357700"/>
              <a:gd name="connsiteX60" fmla="*/ 6976102 w 10678681"/>
              <a:gd name="connsiteY60" fmla="*/ 1047854 h 1357700"/>
              <a:gd name="connsiteX61" fmla="*/ 6951040 w 10678681"/>
              <a:gd name="connsiteY61" fmla="*/ 1048531 h 1357700"/>
              <a:gd name="connsiteX62" fmla="*/ 6948497 w 10678681"/>
              <a:gd name="connsiteY62" fmla="*/ 1050706 h 1357700"/>
              <a:gd name="connsiteX63" fmla="*/ 6926582 w 10678681"/>
              <a:gd name="connsiteY63" fmla="*/ 1043462 h 1357700"/>
              <a:gd name="connsiteX64" fmla="*/ 6833743 w 10678681"/>
              <a:gd name="connsiteY64" fmla="*/ 1027960 h 1357700"/>
              <a:gd name="connsiteX65" fmla="*/ 6698313 w 10678681"/>
              <a:gd name="connsiteY65" fmla="*/ 1063249 h 1357700"/>
              <a:gd name="connsiteX66" fmla="*/ 6550218 w 10678681"/>
              <a:gd name="connsiteY66" fmla="*/ 1026825 h 1357700"/>
              <a:gd name="connsiteX67" fmla="*/ 6392549 w 10678681"/>
              <a:gd name="connsiteY67" fmla="*/ 1032948 h 1357700"/>
              <a:gd name="connsiteX68" fmla="*/ 6361470 w 10678681"/>
              <a:gd name="connsiteY68" fmla="*/ 1080572 h 1357700"/>
              <a:gd name="connsiteX69" fmla="*/ 6074811 w 10678681"/>
              <a:gd name="connsiteY69" fmla="*/ 1092701 h 1357700"/>
              <a:gd name="connsiteX70" fmla="*/ 6004655 w 10678681"/>
              <a:gd name="connsiteY70" fmla="*/ 1114946 h 1357700"/>
              <a:gd name="connsiteX71" fmla="*/ 5936643 w 10678681"/>
              <a:gd name="connsiteY71" fmla="*/ 1095428 h 1357700"/>
              <a:gd name="connsiteX72" fmla="*/ 5912484 w 10678681"/>
              <a:gd name="connsiteY72" fmla="*/ 1112624 h 1357700"/>
              <a:gd name="connsiteX73" fmla="*/ 5908387 w 10678681"/>
              <a:gd name="connsiteY73" fmla="*/ 1116018 h 1357700"/>
              <a:gd name="connsiteX74" fmla="*/ 5890495 w 10678681"/>
              <a:gd name="connsiteY74" fmla="*/ 1120268 h 1357700"/>
              <a:gd name="connsiteX75" fmla="*/ 5887318 w 10678681"/>
              <a:gd name="connsiteY75" fmla="*/ 1133134 h 1357700"/>
              <a:gd name="connsiteX76" fmla="*/ 5861726 w 10678681"/>
              <a:gd name="connsiteY76" fmla="*/ 1147891 h 1357700"/>
              <a:gd name="connsiteX77" fmla="*/ 5828273 w 10678681"/>
              <a:gd name="connsiteY77" fmla="*/ 1152456 h 1357700"/>
              <a:gd name="connsiteX78" fmla="*/ 5667391 w 10678681"/>
              <a:gd name="connsiteY78" fmla="*/ 1161093 h 1357700"/>
              <a:gd name="connsiteX79" fmla="*/ 5572219 w 10678681"/>
              <a:gd name="connsiteY79" fmla="*/ 1173708 h 1357700"/>
              <a:gd name="connsiteX80" fmla="*/ 5537768 w 10678681"/>
              <a:gd name="connsiteY80" fmla="*/ 1190202 h 1357700"/>
              <a:gd name="connsiteX81" fmla="*/ 5488513 w 10678681"/>
              <a:gd name="connsiteY81" fmla="*/ 1205367 h 1357700"/>
              <a:gd name="connsiteX82" fmla="*/ 5402905 w 10678681"/>
              <a:gd name="connsiteY82" fmla="*/ 1241191 h 1357700"/>
              <a:gd name="connsiteX83" fmla="*/ 5285593 w 10678681"/>
              <a:gd name="connsiteY83" fmla="*/ 1273569 h 1357700"/>
              <a:gd name="connsiteX84" fmla="*/ 5192893 w 10678681"/>
              <a:gd name="connsiteY84" fmla="*/ 1247188 h 1357700"/>
              <a:gd name="connsiteX85" fmla="*/ 5186475 w 10678681"/>
              <a:gd name="connsiteY85" fmla="*/ 1257028 h 1357700"/>
              <a:gd name="connsiteX86" fmla="*/ 5126038 w 10678681"/>
              <a:gd name="connsiteY86" fmla="*/ 1263189 h 1357700"/>
              <a:gd name="connsiteX87" fmla="*/ 4905913 w 10678681"/>
              <a:gd name="connsiteY87" fmla="*/ 1224477 h 1357700"/>
              <a:gd name="connsiteX88" fmla="*/ 4788036 w 10678681"/>
              <a:gd name="connsiteY88" fmla="*/ 1238182 h 1357700"/>
              <a:gd name="connsiteX89" fmla="*/ 4747555 w 10678681"/>
              <a:gd name="connsiteY89" fmla="*/ 1252768 h 1357700"/>
              <a:gd name="connsiteX90" fmla="*/ 4679644 w 10678681"/>
              <a:gd name="connsiteY90" fmla="*/ 1276603 h 1357700"/>
              <a:gd name="connsiteX91" fmla="*/ 4632222 w 10678681"/>
              <a:gd name="connsiteY91" fmla="*/ 1318360 h 1357700"/>
              <a:gd name="connsiteX92" fmla="*/ 4617358 w 10678681"/>
              <a:gd name="connsiteY92" fmla="*/ 1327690 h 1357700"/>
              <a:gd name="connsiteX93" fmla="*/ 4589102 w 10678681"/>
              <a:gd name="connsiteY93" fmla="*/ 1321223 h 1357700"/>
              <a:gd name="connsiteX94" fmla="*/ 4578184 w 10678681"/>
              <a:gd name="connsiteY94" fmla="*/ 1326745 h 1357700"/>
              <a:gd name="connsiteX95" fmla="*/ 4574270 w 10678681"/>
              <a:gd name="connsiteY95" fmla="*/ 1325878 h 1357700"/>
              <a:gd name="connsiteX96" fmla="*/ 4564919 w 10678681"/>
              <a:gd name="connsiteY96" fmla="*/ 1325507 h 1357700"/>
              <a:gd name="connsiteX97" fmla="*/ 4566586 w 10678681"/>
              <a:gd name="connsiteY97" fmla="*/ 1316963 h 1357700"/>
              <a:gd name="connsiteX98" fmla="*/ 4556303 w 10678681"/>
              <a:gd name="connsiteY98" fmla="*/ 1300262 h 1357700"/>
              <a:gd name="connsiteX99" fmla="*/ 4502358 w 10678681"/>
              <a:gd name="connsiteY99" fmla="*/ 1302558 h 1357700"/>
              <a:gd name="connsiteX100" fmla="*/ 4498919 w 10678681"/>
              <a:gd name="connsiteY100" fmla="*/ 1312115 h 1357700"/>
              <a:gd name="connsiteX101" fmla="*/ 4492075 w 10678681"/>
              <a:gd name="connsiteY101" fmla="*/ 1313357 h 1357700"/>
              <a:gd name="connsiteX102" fmla="*/ 4487466 w 10678681"/>
              <a:gd name="connsiteY102" fmla="*/ 1304102 h 1357700"/>
              <a:gd name="connsiteX103" fmla="*/ 4398292 w 10678681"/>
              <a:gd name="connsiteY103" fmla="*/ 1278410 h 1357700"/>
              <a:gd name="connsiteX104" fmla="*/ 4278026 w 10678681"/>
              <a:gd name="connsiteY104" fmla="*/ 1259803 h 1357700"/>
              <a:gd name="connsiteX105" fmla="*/ 4188995 w 10678681"/>
              <a:gd name="connsiteY105" fmla="*/ 1296718 h 1357700"/>
              <a:gd name="connsiteX106" fmla="*/ 4181483 w 10678681"/>
              <a:gd name="connsiteY106" fmla="*/ 1287686 h 1357700"/>
              <a:gd name="connsiteX107" fmla="*/ 4120739 w 10678681"/>
              <a:gd name="connsiteY107" fmla="*/ 1288549 h 1357700"/>
              <a:gd name="connsiteX108" fmla="*/ 3906561 w 10678681"/>
              <a:gd name="connsiteY108" fmla="*/ 1352435 h 1357700"/>
              <a:gd name="connsiteX109" fmla="*/ 3787890 w 10678681"/>
              <a:gd name="connsiteY109" fmla="*/ 1352442 h 1357700"/>
              <a:gd name="connsiteX110" fmla="*/ 3745993 w 10678681"/>
              <a:gd name="connsiteY110" fmla="*/ 1342630 h 1357700"/>
              <a:gd name="connsiteX111" fmla="*/ 3675785 w 10678681"/>
              <a:gd name="connsiteY111" fmla="*/ 1326802 h 1357700"/>
              <a:gd name="connsiteX112" fmla="*/ 3623856 w 10678681"/>
              <a:gd name="connsiteY112" fmla="*/ 1290804 h 1357700"/>
              <a:gd name="connsiteX113" fmla="*/ 3564933 w 10678681"/>
              <a:gd name="connsiteY113" fmla="*/ 1287147 h 1357700"/>
              <a:gd name="connsiteX114" fmla="*/ 3550537 w 10678681"/>
              <a:gd name="connsiteY114" fmla="*/ 1317552 h 1357700"/>
              <a:gd name="connsiteX115" fmla="*/ 3487736 w 10678681"/>
              <a:gd name="connsiteY115" fmla="*/ 1303493 h 1357700"/>
              <a:gd name="connsiteX116" fmla="*/ 3392548 w 10678681"/>
              <a:gd name="connsiteY116" fmla="*/ 1278741 h 1357700"/>
              <a:gd name="connsiteX117" fmla="*/ 3337466 w 10678681"/>
              <a:gd name="connsiteY117" fmla="*/ 1272537 h 1357700"/>
              <a:gd name="connsiteX118" fmla="*/ 3187206 w 10678681"/>
              <a:gd name="connsiteY118" fmla="*/ 1246821 h 1357700"/>
              <a:gd name="connsiteX119" fmla="*/ 3036856 w 10678681"/>
              <a:gd name="connsiteY119" fmla="*/ 1214383 h 1357700"/>
              <a:gd name="connsiteX120" fmla="*/ 2948654 w 10678681"/>
              <a:gd name="connsiteY120" fmla="*/ 1157455 h 1357700"/>
              <a:gd name="connsiteX121" fmla="*/ 2824973 w 10678681"/>
              <a:gd name="connsiteY121" fmla="*/ 1134864 h 1357700"/>
              <a:gd name="connsiteX122" fmla="*/ 2804398 w 10678681"/>
              <a:gd name="connsiteY122" fmla="*/ 1125556 h 1357700"/>
              <a:gd name="connsiteX123" fmla="*/ 2775396 w 10678681"/>
              <a:gd name="connsiteY123" fmla="*/ 1130148 h 1357700"/>
              <a:gd name="connsiteX124" fmla="*/ 2659096 w 10678681"/>
              <a:gd name="connsiteY124" fmla="*/ 1150294 h 1357700"/>
              <a:gd name="connsiteX125" fmla="*/ 2567088 w 10678681"/>
              <a:gd name="connsiteY125" fmla="*/ 1181781 h 1357700"/>
              <a:gd name="connsiteX126" fmla="*/ 2454501 w 10678681"/>
              <a:gd name="connsiteY126" fmla="*/ 1155455 h 1357700"/>
              <a:gd name="connsiteX127" fmla="*/ 2385161 w 10678681"/>
              <a:gd name="connsiteY127" fmla="*/ 1161312 h 1357700"/>
              <a:gd name="connsiteX128" fmla="*/ 2270528 w 10678681"/>
              <a:gd name="connsiteY128" fmla="*/ 1204338 h 1357700"/>
              <a:gd name="connsiteX129" fmla="*/ 2121820 w 10678681"/>
              <a:gd name="connsiteY129" fmla="*/ 1187078 h 1357700"/>
              <a:gd name="connsiteX130" fmla="*/ 2092716 w 10678681"/>
              <a:gd name="connsiteY130" fmla="*/ 1139224 h 1357700"/>
              <a:gd name="connsiteX131" fmla="*/ 2052449 w 10678681"/>
              <a:gd name="connsiteY131" fmla="*/ 1109687 h 1357700"/>
              <a:gd name="connsiteX132" fmla="*/ 2032607 w 10678681"/>
              <a:gd name="connsiteY132" fmla="*/ 1175477 h 1357700"/>
              <a:gd name="connsiteX133" fmla="*/ 1901837 w 10678681"/>
              <a:gd name="connsiteY133" fmla="*/ 1221762 h 1357700"/>
              <a:gd name="connsiteX134" fmla="*/ 1836762 w 10678681"/>
              <a:gd name="connsiteY134" fmla="*/ 1237387 h 1357700"/>
              <a:gd name="connsiteX135" fmla="*/ 1735877 w 10678681"/>
              <a:gd name="connsiteY135" fmla="*/ 1246527 h 1357700"/>
              <a:gd name="connsiteX136" fmla="*/ 1705069 w 10678681"/>
              <a:gd name="connsiteY136" fmla="*/ 1251989 h 1357700"/>
              <a:gd name="connsiteX137" fmla="*/ 1397689 w 10678681"/>
              <a:gd name="connsiteY137" fmla="*/ 1336144 h 1357700"/>
              <a:gd name="connsiteX138" fmla="*/ 1220734 w 10678681"/>
              <a:gd name="connsiteY138" fmla="*/ 1257811 h 1357700"/>
              <a:gd name="connsiteX139" fmla="*/ 1021737 w 10678681"/>
              <a:gd name="connsiteY139" fmla="*/ 1238739 h 1357700"/>
              <a:gd name="connsiteX140" fmla="*/ 959820 w 10678681"/>
              <a:gd name="connsiteY140" fmla="*/ 1275863 h 1357700"/>
              <a:gd name="connsiteX141" fmla="*/ 929137 w 10678681"/>
              <a:gd name="connsiteY141" fmla="*/ 1273957 h 1357700"/>
              <a:gd name="connsiteX142" fmla="*/ 878849 w 10678681"/>
              <a:gd name="connsiteY142" fmla="*/ 1266740 h 1357700"/>
              <a:gd name="connsiteX143" fmla="*/ 800667 w 10678681"/>
              <a:gd name="connsiteY143" fmla="*/ 1282041 h 1357700"/>
              <a:gd name="connsiteX144" fmla="*/ 644906 w 10678681"/>
              <a:gd name="connsiteY144" fmla="*/ 1273685 h 1357700"/>
              <a:gd name="connsiteX145" fmla="*/ 379869 w 10678681"/>
              <a:gd name="connsiteY145" fmla="*/ 1339165 h 1357700"/>
              <a:gd name="connsiteX146" fmla="*/ 137696 w 10678681"/>
              <a:gd name="connsiteY146" fmla="*/ 1319217 h 1357700"/>
              <a:gd name="connsiteX147" fmla="*/ 54250 w 10678681"/>
              <a:gd name="connsiteY147" fmla="*/ 1315838 h 1357700"/>
              <a:gd name="connsiteX148" fmla="*/ 28042 w 10678681"/>
              <a:gd name="connsiteY148" fmla="*/ 1297822 h 1357700"/>
              <a:gd name="connsiteX149" fmla="*/ 0 w 10678681"/>
              <a:gd name="connsiteY149" fmla="*/ 1294612 h 1357700"/>
              <a:gd name="connsiteX150" fmla="*/ 0 w 10678681"/>
              <a:gd name="connsiteY150" fmla="*/ 0 h 1357700"/>
              <a:gd name="connsiteX0" fmla="*/ 0 w 10678681"/>
              <a:gd name="connsiteY0" fmla="*/ 0 h 1357700"/>
              <a:gd name="connsiteX1" fmla="*/ 10678681 w 10678681"/>
              <a:gd name="connsiteY1" fmla="*/ 0 h 1357700"/>
              <a:gd name="connsiteX2" fmla="*/ 10666019 w 10678681"/>
              <a:gd name="connsiteY2" fmla="*/ 7876 h 1357700"/>
              <a:gd name="connsiteX3" fmla="*/ 10632825 w 10678681"/>
              <a:gd name="connsiteY3" fmla="*/ 32153 h 1357700"/>
              <a:gd name="connsiteX4" fmla="*/ 10510605 w 10678681"/>
              <a:gd name="connsiteY4" fmla="*/ 30449 h 1357700"/>
              <a:gd name="connsiteX5" fmla="*/ 10456989 w 10678681"/>
              <a:gd name="connsiteY5" fmla="*/ 979 h 1357700"/>
              <a:gd name="connsiteX6" fmla="*/ 10438642 w 10678681"/>
              <a:gd name="connsiteY6" fmla="*/ 1524 h 1357700"/>
              <a:gd name="connsiteX7" fmla="*/ 10407146 w 10678681"/>
              <a:gd name="connsiteY7" fmla="*/ 43659 h 1357700"/>
              <a:gd name="connsiteX8" fmla="*/ 10357996 w 10678681"/>
              <a:gd name="connsiteY8" fmla="*/ 50836 h 1357700"/>
              <a:gd name="connsiteX9" fmla="*/ 10306667 w 10678681"/>
              <a:gd name="connsiteY9" fmla="*/ 109739 h 1357700"/>
              <a:gd name="connsiteX10" fmla="*/ 10115334 w 10678681"/>
              <a:gd name="connsiteY10" fmla="*/ 155658 h 1357700"/>
              <a:gd name="connsiteX11" fmla="*/ 10068157 w 10678681"/>
              <a:gd name="connsiteY11" fmla="*/ 215673 h 1357700"/>
              <a:gd name="connsiteX12" fmla="*/ 10045431 w 10678681"/>
              <a:gd name="connsiteY12" fmla="*/ 229568 h 1357700"/>
              <a:gd name="connsiteX13" fmla="*/ 10013265 w 10678681"/>
              <a:gd name="connsiteY13" fmla="*/ 284757 h 1357700"/>
              <a:gd name="connsiteX14" fmla="*/ 9862496 w 10678681"/>
              <a:gd name="connsiteY14" fmla="*/ 223033 h 1357700"/>
              <a:gd name="connsiteX15" fmla="*/ 9679638 w 10678681"/>
              <a:gd name="connsiteY15" fmla="*/ 277462 h 1357700"/>
              <a:gd name="connsiteX16" fmla="*/ 9498347 w 10678681"/>
              <a:gd name="connsiteY16" fmla="*/ 244723 h 1357700"/>
              <a:gd name="connsiteX17" fmla="*/ 9399702 w 10678681"/>
              <a:gd name="connsiteY17" fmla="*/ 276316 h 1357700"/>
              <a:gd name="connsiteX18" fmla="*/ 9378439 w 10678681"/>
              <a:gd name="connsiteY18" fmla="*/ 326244 h 1357700"/>
              <a:gd name="connsiteX19" fmla="*/ 9121744 w 10678681"/>
              <a:gd name="connsiteY19" fmla="*/ 365177 h 1357700"/>
              <a:gd name="connsiteX20" fmla="*/ 9061654 w 10678681"/>
              <a:gd name="connsiteY20" fmla="*/ 393730 h 1357700"/>
              <a:gd name="connsiteX21" fmla="*/ 8997577 w 10678681"/>
              <a:gd name="connsiteY21" fmla="*/ 380865 h 1357700"/>
              <a:gd name="connsiteX22" fmla="*/ 8907968 w 10678681"/>
              <a:gd name="connsiteY22" fmla="*/ 447345 h 1357700"/>
              <a:gd name="connsiteX23" fmla="*/ 8764163 w 10678681"/>
              <a:gd name="connsiteY23" fmla="*/ 471000 h 1357700"/>
              <a:gd name="connsiteX24" fmla="*/ 8680155 w 10678681"/>
              <a:gd name="connsiteY24" fmla="*/ 492404 h 1357700"/>
              <a:gd name="connsiteX25" fmla="*/ 8651436 w 10678681"/>
              <a:gd name="connsiteY25" fmla="*/ 511923 h 1357700"/>
              <a:gd name="connsiteX26" fmla="*/ 8609185 w 10678681"/>
              <a:gd name="connsiteY26" fmla="*/ 531525 h 1357700"/>
              <a:gd name="connsiteX27" fmla="*/ 8537091 w 10678681"/>
              <a:gd name="connsiteY27" fmla="*/ 574933 h 1357700"/>
              <a:gd name="connsiteX28" fmla="*/ 8435931 w 10678681"/>
              <a:gd name="connsiteY28" fmla="*/ 617926 h 1357700"/>
              <a:gd name="connsiteX29" fmla="*/ 8348623 w 10678681"/>
              <a:gd name="connsiteY29" fmla="*/ 600607 h 1357700"/>
              <a:gd name="connsiteX30" fmla="*/ 8344233 w 10678681"/>
              <a:gd name="connsiteY30" fmla="*/ 610922 h 1357700"/>
              <a:gd name="connsiteX31" fmla="*/ 8290622 w 10678681"/>
              <a:gd name="connsiteY31" fmla="*/ 622687 h 1357700"/>
              <a:gd name="connsiteX32" fmla="*/ 8086698 w 10678681"/>
              <a:gd name="connsiteY32" fmla="*/ 605185 h 1357700"/>
              <a:gd name="connsiteX33" fmla="*/ 7982378 w 10678681"/>
              <a:gd name="connsiteY33" fmla="*/ 629799 h 1357700"/>
              <a:gd name="connsiteX34" fmla="*/ 7947952 w 10678681"/>
              <a:gd name="connsiteY34" fmla="*/ 648003 h 1357700"/>
              <a:gd name="connsiteX35" fmla="*/ 7890112 w 10678681"/>
              <a:gd name="connsiteY35" fmla="*/ 677915 h 1357700"/>
              <a:gd name="connsiteX36" fmla="*/ 7853284 w 10678681"/>
              <a:gd name="connsiteY36" fmla="*/ 723588 h 1357700"/>
              <a:gd name="connsiteX37" fmla="*/ 7802383 w 10678681"/>
              <a:gd name="connsiteY37" fmla="*/ 739359 h 1357700"/>
              <a:gd name="connsiteX38" fmla="*/ 7782280 w 10678681"/>
              <a:gd name="connsiteY38" fmla="*/ 712868 h 1357700"/>
              <a:gd name="connsiteX39" fmla="*/ 7730518 w 10678681"/>
              <a:gd name="connsiteY39" fmla="*/ 739526 h 1357700"/>
              <a:gd name="connsiteX40" fmla="*/ 7652907 w 10678681"/>
              <a:gd name="connsiteY40" fmla="*/ 783273 h 1357700"/>
              <a:gd name="connsiteX41" fmla="*/ 7606008 w 10678681"/>
              <a:gd name="connsiteY41" fmla="*/ 800717 h 1357700"/>
              <a:gd name="connsiteX42" fmla="*/ 7480223 w 10678681"/>
              <a:gd name="connsiteY42" fmla="*/ 856821 h 1357700"/>
              <a:gd name="connsiteX43" fmla="*/ 7356005 w 10678681"/>
              <a:gd name="connsiteY43" fmla="*/ 919462 h 1357700"/>
              <a:gd name="connsiteX44" fmla="*/ 7305396 w 10678681"/>
              <a:gd name="connsiteY44" fmla="*/ 986228 h 1357700"/>
              <a:gd name="connsiteX45" fmla="*/ 7298314 w 10678681"/>
              <a:gd name="connsiteY45" fmla="*/ 989899 h 1357700"/>
              <a:gd name="connsiteX46" fmla="*/ 7277477 w 10678681"/>
              <a:gd name="connsiteY46" fmla="*/ 990571 h 1357700"/>
              <a:gd name="connsiteX47" fmla="*/ 7269396 w 10678681"/>
              <a:gd name="connsiteY47" fmla="*/ 989282 h 1357700"/>
              <a:gd name="connsiteX48" fmla="*/ 7258094 w 10678681"/>
              <a:gd name="connsiteY48" fmla="*/ 990679 h 1357700"/>
              <a:gd name="connsiteX49" fmla="*/ 7257893 w 10678681"/>
              <a:gd name="connsiteY49" fmla="*/ 991204 h 1357700"/>
              <a:gd name="connsiteX50" fmla="*/ 7247153 w 10678681"/>
              <a:gd name="connsiteY50" fmla="*/ 991550 h 1357700"/>
              <a:gd name="connsiteX51" fmla="*/ 7193612 w 10678681"/>
              <a:gd name="connsiteY51" fmla="*/ 987042 h 1357700"/>
              <a:gd name="connsiteX52" fmla="*/ 7132632 w 10678681"/>
              <a:gd name="connsiteY52" fmla="*/ 1042036 h 1357700"/>
              <a:gd name="connsiteX53" fmla="*/ 7105610 w 10678681"/>
              <a:gd name="connsiteY53" fmla="*/ 1053537 h 1357700"/>
              <a:gd name="connsiteX54" fmla="*/ 7091599 w 10678681"/>
              <a:gd name="connsiteY54" fmla="*/ 1062302 h 1357700"/>
              <a:gd name="connsiteX55" fmla="*/ 7090998 w 10678681"/>
              <a:gd name="connsiteY55" fmla="*/ 1064540 h 1357700"/>
              <a:gd name="connsiteX56" fmla="*/ 7039634 w 10678681"/>
              <a:gd name="connsiteY56" fmla="*/ 1059971 h 1357700"/>
              <a:gd name="connsiteX57" fmla="*/ 7033445 w 10678681"/>
              <a:gd name="connsiteY57" fmla="*/ 1063314 h 1357700"/>
              <a:gd name="connsiteX58" fmla="*/ 6999157 w 10678681"/>
              <a:gd name="connsiteY58" fmla="*/ 1055282 h 1357700"/>
              <a:gd name="connsiteX59" fmla="*/ 6981874 w 10678681"/>
              <a:gd name="connsiteY59" fmla="*/ 1053827 h 1357700"/>
              <a:gd name="connsiteX60" fmla="*/ 6976102 w 10678681"/>
              <a:gd name="connsiteY60" fmla="*/ 1047854 h 1357700"/>
              <a:gd name="connsiteX61" fmla="*/ 6951040 w 10678681"/>
              <a:gd name="connsiteY61" fmla="*/ 1048531 h 1357700"/>
              <a:gd name="connsiteX62" fmla="*/ 6948497 w 10678681"/>
              <a:gd name="connsiteY62" fmla="*/ 1050706 h 1357700"/>
              <a:gd name="connsiteX63" fmla="*/ 6926582 w 10678681"/>
              <a:gd name="connsiteY63" fmla="*/ 1043462 h 1357700"/>
              <a:gd name="connsiteX64" fmla="*/ 6833743 w 10678681"/>
              <a:gd name="connsiteY64" fmla="*/ 1027960 h 1357700"/>
              <a:gd name="connsiteX65" fmla="*/ 6698313 w 10678681"/>
              <a:gd name="connsiteY65" fmla="*/ 1063249 h 1357700"/>
              <a:gd name="connsiteX66" fmla="*/ 6550218 w 10678681"/>
              <a:gd name="connsiteY66" fmla="*/ 1026825 h 1357700"/>
              <a:gd name="connsiteX67" fmla="*/ 6392549 w 10678681"/>
              <a:gd name="connsiteY67" fmla="*/ 1032948 h 1357700"/>
              <a:gd name="connsiteX68" fmla="*/ 6327795 w 10678681"/>
              <a:gd name="connsiteY68" fmla="*/ 1088142 h 1357700"/>
              <a:gd name="connsiteX69" fmla="*/ 6074811 w 10678681"/>
              <a:gd name="connsiteY69" fmla="*/ 1092701 h 1357700"/>
              <a:gd name="connsiteX70" fmla="*/ 6004655 w 10678681"/>
              <a:gd name="connsiteY70" fmla="*/ 1114946 h 1357700"/>
              <a:gd name="connsiteX71" fmla="*/ 5936643 w 10678681"/>
              <a:gd name="connsiteY71" fmla="*/ 1095428 h 1357700"/>
              <a:gd name="connsiteX72" fmla="*/ 5912484 w 10678681"/>
              <a:gd name="connsiteY72" fmla="*/ 1112624 h 1357700"/>
              <a:gd name="connsiteX73" fmla="*/ 5908387 w 10678681"/>
              <a:gd name="connsiteY73" fmla="*/ 1116018 h 1357700"/>
              <a:gd name="connsiteX74" fmla="*/ 5890495 w 10678681"/>
              <a:gd name="connsiteY74" fmla="*/ 1120268 h 1357700"/>
              <a:gd name="connsiteX75" fmla="*/ 5887318 w 10678681"/>
              <a:gd name="connsiteY75" fmla="*/ 1133134 h 1357700"/>
              <a:gd name="connsiteX76" fmla="*/ 5861726 w 10678681"/>
              <a:gd name="connsiteY76" fmla="*/ 1147891 h 1357700"/>
              <a:gd name="connsiteX77" fmla="*/ 5828273 w 10678681"/>
              <a:gd name="connsiteY77" fmla="*/ 1152456 h 1357700"/>
              <a:gd name="connsiteX78" fmla="*/ 5667391 w 10678681"/>
              <a:gd name="connsiteY78" fmla="*/ 1161093 h 1357700"/>
              <a:gd name="connsiteX79" fmla="*/ 5572219 w 10678681"/>
              <a:gd name="connsiteY79" fmla="*/ 1173708 h 1357700"/>
              <a:gd name="connsiteX80" fmla="*/ 5537768 w 10678681"/>
              <a:gd name="connsiteY80" fmla="*/ 1190202 h 1357700"/>
              <a:gd name="connsiteX81" fmla="*/ 5488513 w 10678681"/>
              <a:gd name="connsiteY81" fmla="*/ 1205367 h 1357700"/>
              <a:gd name="connsiteX82" fmla="*/ 5402905 w 10678681"/>
              <a:gd name="connsiteY82" fmla="*/ 1241191 h 1357700"/>
              <a:gd name="connsiteX83" fmla="*/ 5285593 w 10678681"/>
              <a:gd name="connsiteY83" fmla="*/ 1273569 h 1357700"/>
              <a:gd name="connsiteX84" fmla="*/ 5192893 w 10678681"/>
              <a:gd name="connsiteY84" fmla="*/ 1247188 h 1357700"/>
              <a:gd name="connsiteX85" fmla="*/ 5186475 w 10678681"/>
              <a:gd name="connsiteY85" fmla="*/ 1257028 h 1357700"/>
              <a:gd name="connsiteX86" fmla="*/ 5126038 w 10678681"/>
              <a:gd name="connsiteY86" fmla="*/ 1263189 h 1357700"/>
              <a:gd name="connsiteX87" fmla="*/ 4905913 w 10678681"/>
              <a:gd name="connsiteY87" fmla="*/ 1224477 h 1357700"/>
              <a:gd name="connsiteX88" fmla="*/ 4788036 w 10678681"/>
              <a:gd name="connsiteY88" fmla="*/ 1238182 h 1357700"/>
              <a:gd name="connsiteX89" fmla="*/ 4747555 w 10678681"/>
              <a:gd name="connsiteY89" fmla="*/ 1252768 h 1357700"/>
              <a:gd name="connsiteX90" fmla="*/ 4679644 w 10678681"/>
              <a:gd name="connsiteY90" fmla="*/ 1276603 h 1357700"/>
              <a:gd name="connsiteX91" fmla="*/ 4632222 w 10678681"/>
              <a:gd name="connsiteY91" fmla="*/ 1318360 h 1357700"/>
              <a:gd name="connsiteX92" fmla="*/ 4617358 w 10678681"/>
              <a:gd name="connsiteY92" fmla="*/ 1327690 h 1357700"/>
              <a:gd name="connsiteX93" fmla="*/ 4589102 w 10678681"/>
              <a:gd name="connsiteY93" fmla="*/ 1321223 h 1357700"/>
              <a:gd name="connsiteX94" fmla="*/ 4578184 w 10678681"/>
              <a:gd name="connsiteY94" fmla="*/ 1326745 h 1357700"/>
              <a:gd name="connsiteX95" fmla="*/ 4574270 w 10678681"/>
              <a:gd name="connsiteY95" fmla="*/ 1325878 h 1357700"/>
              <a:gd name="connsiteX96" fmla="*/ 4564919 w 10678681"/>
              <a:gd name="connsiteY96" fmla="*/ 1325507 h 1357700"/>
              <a:gd name="connsiteX97" fmla="*/ 4566586 w 10678681"/>
              <a:gd name="connsiteY97" fmla="*/ 1316963 h 1357700"/>
              <a:gd name="connsiteX98" fmla="*/ 4556303 w 10678681"/>
              <a:gd name="connsiteY98" fmla="*/ 1300262 h 1357700"/>
              <a:gd name="connsiteX99" fmla="*/ 4502358 w 10678681"/>
              <a:gd name="connsiteY99" fmla="*/ 1302558 h 1357700"/>
              <a:gd name="connsiteX100" fmla="*/ 4498919 w 10678681"/>
              <a:gd name="connsiteY100" fmla="*/ 1312115 h 1357700"/>
              <a:gd name="connsiteX101" fmla="*/ 4492075 w 10678681"/>
              <a:gd name="connsiteY101" fmla="*/ 1313357 h 1357700"/>
              <a:gd name="connsiteX102" fmla="*/ 4487466 w 10678681"/>
              <a:gd name="connsiteY102" fmla="*/ 1304102 h 1357700"/>
              <a:gd name="connsiteX103" fmla="*/ 4398292 w 10678681"/>
              <a:gd name="connsiteY103" fmla="*/ 1278410 h 1357700"/>
              <a:gd name="connsiteX104" fmla="*/ 4278026 w 10678681"/>
              <a:gd name="connsiteY104" fmla="*/ 1259803 h 1357700"/>
              <a:gd name="connsiteX105" fmla="*/ 4188995 w 10678681"/>
              <a:gd name="connsiteY105" fmla="*/ 1296718 h 1357700"/>
              <a:gd name="connsiteX106" fmla="*/ 4181483 w 10678681"/>
              <a:gd name="connsiteY106" fmla="*/ 1287686 h 1357700"/>
              <a:gd name="connsiteX107" fmla="*/ 4120739 w 10678681"/>
              <a:gd name="connsiteY107" fmla="*/ 1288549 h 1357700"/>
              <a:gd name="connsiteX108" fmla="*/ 3906561 w 10678681"/>
              <a:gd name="connsiteY108" fmla="*/ 1352435 h 1357700"/>
              <a:gd name="connsiteX109" fmla="*/ 3787890 w 10678681"/>
              <a:gd name="connsiteY109" fmla="*/ 1352442 h 1357700"/>
              <a:gd name="connsiteX110" fmla="*/ 3745993 w 10678681"/>
              <a:gd name="connsiteY110" fmla="*/ 1342630 h 1357700"/>
              <a:gd name="connsiteX111" fmla="*/ 3675785 w 10678681"/>
              <a:gd name="connsiteY111" fmla="*/ 1326802 h 1357700"/>
              <a:gd name="connsiteX112" fmla="*/ 3623856 w 10678681"/>
              <a:gd name="connsiteY112" fmla="*/ 1290804 h 1357700"/>
              <a:gd name="connsiteX113" fmla="*/ 3564933 w 10678681"/>
              <a:gd name="connsiteY113" fmla="*/ 1287147 h 1357700"/>
              <a:gd name="connsiteX114" fmla="*/ 3550537 w 10678681"/>
              <a:gd name="connsiteY114" fmla="*/ 1317552 h 1357700"/>
              <a:gd name="connsiteX115" fmla="*/ 3487736 w 10678681"/>
              <a:gd name="connsiteY115" fmla="*/ 1303493 h 1357700"/>
              <a:gd name="connsiteX116" fmla="*/ 3392548 w 10678681"/>
              <a:gd name="connsiteY116" fmla="*/ 1278741 h 1357700"/>
              <a:gd name="connsiteX117" fmla="*/ 3337466 w 10678681"/>
              <a:gd name="connsiteY117" fmla="*/ 1272537 h 1357700"/>
              <a:gd name="connsiteX118" fmla="*/ 3187206 w 10678681"/>
              <a:gd name="connsiteY118" fmla="*/ 1246821 h 1357700"/>
              <a:gd name="connsiteX119" fmla="*/ 3036856 w 10678681"/>
              <a:gd name="connsiteY119" fmla="*/ 1214383 h 1357700"/>
              <a:gd name="connsiteX120" fmla="*/ 2948654 w 10678681"/>
              <a:gd name="connsiteY120" fmla="*/ 1157455 h 1357700"/>
              <a:gd name="connsiteX121" fmla="*/ 2824973 w 10678681"/>
              <a:gd name="connsiteY121" fmla="*/ 1134864 h 1357700"/>
              <a:gd name="connsiteX122" fmla="*/ 2804398 w 10678681"/>
              <a:gd name="connsiteY122" fmla="*/ 1125556 h 1357700"/>
              <a:gd name="connsiteX123" fmla="*/ 2775396 w 10678681"/>
              <a:gd name="connsiteY123" fmla="*/ 1130148 h 1357700"/>
              <a:gd name="connsiteX124" fmla="*/ 2659096 w 10678681"/>
              <a:gd name="connsiteY124" fmla="*/ 1150294 h 1357700"/>
              <a:gd name="connsiteX125" fmla="*/ 2567088 w 10678681"/>
              <a:gd name="connsiteY125" fmla="*/ 1181781 h 1357700"/>
              <a:gd name="connsiteX126" fmla="*/ 2454501 w 10678681"/>
              <a:gd name="connsiteY126" fmla="*/ 1155455 h 1357700"/>
              <a:gd name="connsiteX127" fmla="*/ 2385161 w 10678681"/>
              <a:gd name="connsiteY127" fmla="*/ 1161312 h 1357700"/>
              <a:gd name="connsiteX128" fmla="*/ 2270528 w 10678681"/>
              <a:gd name="connsiteY128" fmla="*/ 1204338 h 1357700"/>
              <a:gd name="connsiteX129" fmla="*/ 2121820 w 10678681"/>
              <a:gd name="connsiteY129" fmla="*/ 1187078 h 1357700"/>
              <a:gd name="connsiteX130" fmla="*/ 2092716 w 10678681"/>
              <a:gd name="connsiteY130" fmla="*/ 1139224 h 1357700"/>
              <a:gd name="connsiteX131" fmla="*/ 2052449 w 10678681"/>
              <a:gd name="connsiteY131" fmla="*/ 1109687 h 1357700"/>
              <a:gd name="connsiteX132" fmla="*/ 2032607 w 10678681"/>
              <a:gd name="connsiteY132" fmla="*/ 1175477 h 1357700"/>
              <a:gd name="connsiteX133" fmla="*/ 1901837 w 10678681"/>
              <a:gd name="connsiteY133" fmla="*/ 1221762 h 1357700"/>
              <a:gd name="connsiteX134" fmla="*/ 1836762 w 10678681"/>
              <a:gd name="connsiteY134" fmla="*/ 1237387 h 1357700"/>
              <a:gd name="connsiteX135" fmla="*/ 1735877 w 10678681"/>
              <a:gd name="connsiteY135" fmla="*/ 1246527 h 1357700"/>
              <a:gd name="connsiteX136" fmla="*/ 1705069 w 10678681"/>
              <a:gd name="connsiteY136" fmla="*/ 1251989 h 1357700"/>
              <a:gd name="connsiteX137" fmla="*/ 1397689 w 10678681"/>
              <a:gd name="connsiteY137" fmla="*/ 1336144 h 1357700"/>
              <a:gd name="connsiteX138" fmla="*/ 1220734 w 10678681"/>
              <a:gd name="connsiteY138" fmla="*/ 1257811 h 1357700"/>
              <a:gd name="connsiteX139" fmla="*/ 1021737 w 10678681"/>
              <a:gd name="connsiteY139" fmla="*/ 1238739 h 1357700"/>
              <a:gd name="connsiteX140" fmla="*/ 959820 w 10678681"/>
              <a:gd name="connsiteY140" fmla="*/ 1275863 h 1357700"/>
              <a:gd name="connsiteX141" fmla="*/ 929137 w 10678681"/>
              <a:gd name="connsiteY141" fmla="*/ 1273957 h 1357700"/>
              <a:gd name="connsiteX142" fmla="*/ 878849 w 10678681"/>
              <a:gd name="connsiteY142" fmla="*/ 1266740 h 1357700"/>
              <a:gd name="connsiteX143" fmla="*/ 800667 w 10678681"/>
              <a:gd name="connsiteY143" fmla="*/ 1282041 h 1357700"/>
              <a:gd name="connsiteX144" fmla="*/ 644906 w 10678681"/>
              <a:gd name="connsiteY144" fmla="*/ 1273685 h 1357700"/>
              <a:gd name="connsiteX145" fmla="*/ 379869 w 10678681"/>
              <a:gd name="connsiteY145" fmla="*/ 1339165 h 1357700"/>
              <a:gd name="connsiteX146" fmla="*/ 137696 w 10678681"/>
              <a:gd name="connsiteY146" fmla="*/ 1319217 h 1357700"/>
              <a:gd name="connsiteX147" fmla="*/ 54250 w 10678681"/>
              <a:gd name="connsiteY147" fmla="*/ 1315838 h 1357700"/>
              <a:gd name="connsiteX148" fmla="*/ 28042 w 10678681"/>
              <a:gd name="connsiteY148" fmla="*/ 1297822 h 1357700"/>
              <a:gd name="connsiteX149" fmla="*/ 0 w 10678681"/>
              <a:gd name="connsiteY149" fmla="*/ 1294612 h 1357700"/>
              <a:gd name="connsiteX150" fmla="*/ 0 w 10678681"/>
              <a:gd name="connsiteY150" fmla="*/ 0 h 1357700"/>
              <a:gd name="connsiteX0" fmla="*/ 0 w 10678681"/>
              <a:gd name="connsiteY0" fmla="*/ 0 h 1357700"/>
              <a:gd name="connsiteX1" fmla="*/ 10678681 w 10678681"/>
              <a:gd name="connsiteY1" fmla="*/ 0 h 1357700"/>
              <a:gd name="connsiteX2" fmla="*/ 10666019 w 10678681"/>
              <a:gd name="connsiteY2" fmla="*/ 7876 h 1357700"/>
              <a:gd name="connsiteX3" fmla="*/ 10632825 w 10678681"/>
              <a:gd name="connsiteY3" fmla="*/ 32153 h 1357700"/>
              <a:gd name="connsiteX4" fmla="*/ 10510605 w 10678681"/>
              <a:gd name="connsiteY4" fmla="*/ 30449 h 1357700"/>
              <a:gd name="connsiteX5" fmla="*/ 10456989 w 10678681"/>
              <a:gd name="connsiteY5" fmla="*/ 979 h 1357700"/>
              <a:gd name="connsiteX6" fmla="*/ 10438642 w 10678681"/>
              <a:gd name="connsiteY6" fmla="*/ 1524 h 1357700"/>
              <a:gd name="connsiteX7" fmla="*/ 10407146 w 10678681"/>
              <a:gd name="connsiteY7" fmla="*/ 43659 h 1357700"/>
              <a:gd name="connsiteX8" fmla="*/ 10357996 w 10678681"/>
              <a:gd name="connsiteY8" fmla="*/ 50836 h 1357700"/>
              <a:gd name="connsiteX9" fmla="*/ 10306667 w 10678681"/>
              <a:gd name="connsiteY9" fmla="*/ 109739 h 1357700"/>
              <a:gd name="connsiteX10" fmla="*/ 10115334 w 10678681"/>
              <a:gd name="connsiteY10" fmla="*/ 155658 h 1357700"/>
              <a:gd name="connsiteX11" fmla="*/ 10068157 w 10678681"/>
              <a:gd name="connsiteY11" fmla="*/ 215673 h 1357700"/>
              <a:gd name="connsiteX12" fmla="*/ 10045431 w 10678681"/>
              <a:gd name="connsiteY12" fmla="*/ 229568 h 1357700"/>
              <a:gd name="connsiteX13" fmla="*/ 10013265 w 10678681"/>
              <a:gd name="connsiteY13" fmla="*/ 284757 h 1357700"/>
              <a:gd name="connsiteX14" fmla="*/ 9862496 w 10678681"/>
              <a:gd name="connsiteY14" fmla="*/ 223033 h 1357700"/>
              <a:gd name="connsiteX15" fmla="*/ 9679638 w 10678681"/>
              <a:gd name="connsiteY15" fmla="*/ 277462 h 1357700"/>
              <a:gd name="connsiteX16" fmla="*/ 9498347 w 10678681"/>
              <a:gd name="connsiteY16" fmla="*/ 244723 h 1357700"/>
              <a:gd name="connsiteX17" fmla="*/ 9399702 w 10678681"/>
              <a:gd name="connsiteY17" fmla="*/ 276316 h 1357700"/>
              <a:gd name="connsiteX18" fmla="*/ 9378439 w 10678681"/>
              <a:gd name="connsiteY18" fmla="*/ 326244 h 1357700"/>
              <a:gd name="connsiteX19" fmla="*/ 9121744 w 10678681"/>
              <a:gd name="connsiteY19" fmla="*/ 365177 h 1357700"/>
              <a:gd name="connsiteX20" fmla="*/ 9061654 w 10678681"/>
              <a:gd name="connsiteY20" fmla="*/ 393730 h 1357700"/>
              <a:gd name="connsiteX21" fmla="*/ 8997577 w 10678681"/>
              <a:gd name="connsiteY21" fmla="*/ 380865 h 1357700"/>
              <a:gd name="connsiteX22" fmla="*/ 8907968 w 10678681"/>
              <a:gd name="connsiteY22" fmla="*/ 447345 h 1357700"/>
              <a:gd name="connsiteX23" fmla="*/ 8764163 w 10678681"/>
              <a:gd name="connsiteY23" fmla="*/ 471000 h 1357700"/>
              <a:gd name="connsiteX24" fmla="*/ 8680155 w 10678681"/>
              <a:gd name="connsiteY24" fmla="*/ 492404 h 1357700"/>
              <a:gd name="connsiteX25" fmla="*/ 8651436 w 10678681"/>
              <a:gd name="connsiteY25" fmla="*/ 511923 h 1357700"/>
              <a:gd name="connsiteX26" fmla="*/ 8609185 w 10678681"/>
              <a:gd name="connsiteY26" fmla="*/ 531525 h 1357700"/>
              <a:gd name="connsiteX27" fmla="*/ 8537091 w 10678681"/>
              <a:gd name="connsiteY27" fmla="*/ 574933 h 1357700"/>
              <a:gd name="connsiteX28" fmla="*/ 8435931 w 10678681"/>
              <a:gd name="connsiteY28" fmla="*/ 617926 h 1357700"/>
              <a:gd name="connsiteX29" fmla="*/ 8348623 w 10678681"/>
              <a:gd name="connsiteY29" fmla="*/ 600607 h 1357700"/>
              <a:gd name="connsiteX30" fmla="*/ 8344233 w 10678681"/>
              <a:gd name="connsiteY30" fmla="*/ 610922 h 1357700"/>
              <a:gd name="connsiteX31" fmla="*/ 8290622 w 10678681"/>
              <a:gd name="connsiteY31" fmla="*/ 622687 h 1357700"/>
              <a:gd name="connsiteX32" fmla="*/ 8086698 w 10678681"/>
              <a:gd name="connsiteY32" fmla="*/ 605185 h 1357700"/>
              <a:gd name="connsiteX33" fmla="*/ 7982378 w 10678681"/>
              <a:gd name="connsiteY33" fmla="*/ 629799 h 1357700"/>
              <a:gd name="connsiteX34" fmla="*/ 7947952 w 10678681"/>
              <a:gd name="connsiteY34" fmla="*/ 648003 h 1357700"/>
              <a:gd name="connsiteX35" fmla="*/ 7890112 w 10678681"/>
              <a:gd name="connsiteY35" fmla="*/ 677915 h 1357700"/>
              <a:gd name="connsiteX36" fmla="*/ 7853284 w 10678681"/>
              <a:gd name="connsiteY36" fmla="*/ 723588 h 1357700"/>
              <a:gd name="connsiteX37" fmla="*/ 7802383 w 10678681"/>
              <a:gd name="connsiteY37" fmla="*/ 739359 h 1357700"/>
              <a:gd name="connsiteX38" fmla="*/ 7782280 w 10678681"/>
              <a:gd name="connsiteY38" fmla="*/ 712868 h 1357700"/>
              <a:gd name="connsiteX39" fmla="*/ 7730518 w 10678681"/>
              <a:gd name="connsiteY39" fmla="*/ 739526 h 1357700"/>
              <a:gd name="connsiteX40" fmla="*/ 7652907 w 10678681"/>
              <a:gd name="connsiteY40" fmla="*/ 783273 h 1357700"/>
              <a:gd name="connsiteX41" fmla="*/ 7606008 w 10678681"/>
              <a:gd name="connsiteY41" fmla="*/ 800717 h 1357700"/>
              <a:gd name="connsiteX42" fmla="*/ 7480223 w 10678681"/>
              <a:gd name="connsiteY42" fmla="*/ 856821 h 1357700"/>
              <a:gd name="connsiteX43" fmla="*/ 7356005 w 10678681"/>
              <a:gd name="connsiteY43" fmla="*/ 919462 h 1357700"/>
              <a:gd name="connsiteX44" fmla="*/ 7305396 w 10678681"/>
              <a:gd name="connsiteY44" fmla="*/ 986228 h 1357700"/>
              <a:gd name="connsiteX45" fmla="*/ 7298314 w 10678681"/>
              <a:gd name="connsiteY45" fmla="*/ 989899 h 1357700"/>
              <a:gd name="connsiteX46" fmla="*/ 7277477 w 10678681"/>
              <a:gd name="connsiteY46" fmla="*/ 990571 h 1357700"/>
              <a:gd name="connsiteX47" fmla="*/ 7269396 w 10678681"/>
              <a:gd name="connsiteY47" fmla="*/ 989282 h 1357700"/>
              <a:gd name="connsiteX48" fmla="*/ 7258094 w 10678681"/>
              <a:gd name="connsiteY48" fmla="*/ 990679 h 1357700"/>
              <a:gd name="connsiteX49" fmla="*/ 7257893 w 10678681"/>
              <a:gd name="connsiteY49" fmla="*/ 991204 h 1357700"/>
              <a:gd name="connsiteX50" fmla="*/ 7247153 w 10678681"/>
              <a:gd name="connsiteY50" fmla="*/ 991550 h 1357700"/>
              <a:gd name="connsiteX51" fmla="*/ 7193612 w 10678681"/>
              <a:gd name="connsiteY51" fmla="*/ 987042 h 1357700"/>
              <a:gd name="connsiteX52" fmla="*/ 7132632 w 10678681"/>
              <a:gd name="connsiteY52" fmla="*/ 1042036 h 1357700"/>
              <a:gd name="connsiteX53" fmla="*/ 7105610 w 10678681"/>
              <a:gd name="connsiteY53" fmla="*/ 1053537 h 1357700"/>
              <a:gd name="connsiteX54" fmla="*/ 7091599 w 10678681"/>
              <a:gd name="connsiteY54" fmla="*/ 1062302 h 1357700"/>
              <a:gd name="connsiteX55" fmla="*/ 7090998 w 10678681"/>
              <a:gd name="connsiteY55" fmla="*/ 1064540 h 1357700"/>
              <a:gd name="connsiteX56" fmla="*/ 7039634 w 10678681"/>
              <a:gd name="connsiteY56" fmla="*/ 1059971 h 1357700"/>
              <a:gd name="connsiteX57" fmla="*/ 7033445 w 10678681"/>
              <a:gd name="connsiteY57" fmla="*/ 1063314 h 1357700"/>
              <a:gd name="connsiteX58" fmla="*/ 6999157 w 10678681"/>
              <a:gd name="connsiteY58" fmla="*/ 1055282 h 1357700"/>
              <a:gd name="connsiteX59" fmla="*/ 6981874 w 10678681"/>
              <a:gd name="connsiteY59" fmla="*/ 1053827 h 1357700"/>
              <a:gd name="connsiteX60" fmla="*/ 6976102 w 10678681"/>
              <a:gd name="connsiteY60" fmla="*/ 1047854 h 1357700"/>
              <a:gd name="connsiteX61" fmla="*/ 6951040 w 10678681"/>
              <a:gd name="connsiteY61" fmla="*/ 1048531 h 1357700"/>
              <a:gd name="connsiteX62" fmla="*/ 6948497 w 10678681"/>
              <a:gd name="connsiteY62" fmla="*/ 1050706 h 1357700"/>
              <a:gd name="connsiteX63" fmla="*/ 6926582 w 10678681"/>
              <a:gd name="connsiteY63" fmla="*/ 1043462 h 1357700"/>
              <a:gd name="connsiteX64" fmla="*/ 6833743 w 10678681"/>
              <a:gd name="connsiteY64" fmla="*/ 1027960 h 1357700"/>
              <a:gd name="connsiteX65" fmla="*/ 6698313 w 10678681"/>
              <a:gd name="connsiteY65" fmla="*/ 1063249 h 1357700"/>
              <a:gd name="connsiteX66" fmla="*/ 6550218 w 10678681"/>
              <a:gd name="connsiteY66" fmla="*/ 1026825 h 1357700"/>
              <a:gd name="connsiteX67" fmla="*/ 6437450 w 10678681"/>
              <a:gd name="connsiteY67" fmla="*/ 1101075 h 1357700"/>
              <a:gd name="connsiteX68" fmla="*/ 6327795 w 10678681"/>
              <a:gd name="connsiteY68" fmla="*/ 1088142 h 1357700"/>
              <a:gd name="connsiteX69" fmla="*/ 6074811 w 10678681"/>
              <a:gd name="connsiteY69" fmla="*/ 1092701 h 1357700"/>
              <a:gd name="connsiteX70" fmla="*/ 6004655 w 10678681"/>
              <a:gd name="connsiteY70" fmla="*/ 1114946 h 1357700"/>
              <a:gd name="connsiteX71" fmla="*/ 5936643 w 10678681"/>
              <a:gd name="connsiteY71" fmla="*/ 1095428 h 1357700"/>
              <a:gd name="connsiteX72" fmla="*/ 5912484 w 10678681"/>
              <a:gd name="connsiteY72" fmla="*/ 1112624 h 1357700"/>
              <a:gd name="connsiteX73" fmla="*/ 5908387 w 10678681"/>
              <a:gd name="connsiteY73" fmla="*/ 1116018 h 1357700"/>
              <a:gd name="connsiteX74" fmla="*/ 5890495 w 10678681"/>
              <a:gd name="connsiteY74" fmla="*/ 1120268 h 1357700"/>
              <a:gd name="connsiteX75" fmla="*/ 5887318 w 10678681"/>
              <a:gd name="connsiteY75" fmla="*/ 1133134 h 1357700"/>
              <a:gd name="connsiteX76" fmla="*/ 5861726 w 10678681"/>
              <a:gd name="connsiteY76" fmla="*/ 1147891 h 1357700"/>
              <a:gd name="connsiteX77" fmla="*/ 5828273 w 10678681"/>
              <a:gd name="connsiteY77" fmla="*/ 1152456 h 1357700"/>
              <a:gd name="connsiteX78" fmla="*/ 5667391 w 10678681"/>
              <a:gd name="connsiteY78" fmla="*/ 1161093 h 1357700"/>
              <a:gd name="connsiteX79" fmla="*/ 5572219 w 10678681"/>
              <a:gd name="connsiteY79" fmla="*/ 1173708 h 1357700"/>
              <a:gd name="connsiteX80" fmla="*/ 5537768 w 10678681"/>
              <a:gd name="connsiteY80" fmla="*/ 1190202 h 1357700"/>
              <a:gd name="connsiteX81" fmla="*/ 5488513 w 10678681"/>
              <a:gd name="connsiteY81" fmla="*/ 1205367 h 1357700"/>
              <a:gd name="connsiteX82" fmla="*/ 5402905 w 10678681"/>
              <a:gd name="connsiteY82" fmla="*/ 1241191 h 1357700"/>
              <a:gd name="connsiteX83" fmla="*/ 5285593 w 10678681"/>
              <a:gd name="connsiteY83" fmla="*/ 1273569 h 1357700"/>
              <a:gd name="connsiteX84" fmla="*/ 5192893 w 10678681"/>
              <a:gd name="connsiteY84" fmla="*/ 1247188 h 1357700"/>
              <a:gd name="connsiteX85" fmla="*/ 5186475 w 10678681"/>
              <a:gd name="connsiteY85" fmla="*/ 1257028 h 1357700"/>
              <a:gd name="connsiteX86" fmla="*/ 5126038 w 10678681"/>
              <a:gd name="connsiteY86" fmla="*/ 1263189 h 1357700"/>
              <a:gd name="connsiteX87" fmla="*/ 4905913 w 10678681"/>
              <a:gd name="connsiteY87" fmla="*/ 1224477 h 1357700"/>
              <a:gd name="connsiteX88" fmla="*/ 4788036 w 10678681"/>
              <a:gd name="connsiteY88" fmla="*/ 1238182 h 1357700"/>
              <a:gd name="connsiteX89" fmla="*/ 4747555 w 10678681"/>
              <a:gd name="connsiteY89" fmla="*/ 1252768 h 1357700"/>
              <a:gd name="connsiteX90" fmla="*/ 4679644 w 10678681"/>
              <a:gd name="connsiteY90" fmla="*/ 1276603 h 1357700"/>
              <a:gd name="connsiteX91" fmla="*/ 4632222 w 10678681"/>
              <a:gd name="connsiteY91" fmla="*/ 1318360 h 1357700"/>
              <a:gd name="connsiteX92" fmla="*/ 4617358 w 10678681"/>
              <a:gd name="connsiteY92" fmla="*/ 1327690 h 1357700"/>
              <a:gd name="connsiteX93" fmla="*/ 4589102 w 10678681"/>
              <a:gd name="connsiteY93" fmla="*/ 1321223 h 1357700"/>
              <a:gd name="connsiteX94" fmla="*/ 4578184 w 10678681"/>
              <a:gd name="connsiteY94" fmla="*/ 1326745 h 1357700"/>
              <a:gd name="connsiteX95" fmla="*/ 4574270 w 10678681"/>
              <a:gd name="connsiteY95" fmla="*/ 1325878 h 1357700"/>
              <a:gd name="connsiteX96" fmla="*/ 4564919 w 10678681"/>
              <a:gd name="connsiteY96" fmla="*/ 1325507 h 1357700"/>
              <a:gd name="connsiteX97" fmla="*/ 4566586 w 10678681"/>
              <a:gd name="connsiteY97" fmla="*/ 1316963 h 1357700"/>
              <a:gd name="connsiteX98" fmla="*/ 4556303 w 10678681"/>
              <a:gd name="connsiteY98" fmla="*/ 1300262 h 1357700"/>
              <a:gd name="connsiteX99" fmla="*/ 4502358 w 10678681"/>
              <a:gd name="connsiteY99" fmla="*/ 1302558 h 1357700"/>
              <a:gd name="connsiteX100" fmla="*/ 4498919 w 10678681"/>
              <a:gd name="connsiteY100" fmla="*/ 1312115 h 1357700"/>
              <a:gd name="connsiteX101" fmla="*/ 4492075 w 10678681"/>
              <a:gd name="connsiteY101" fmla="*/ 1313357 h 1357700"/>
              <a:gd name="connsiteX102" fmla="*/ 4487466 w 10678681"/>
              <a:gd name="connsiteY102" fmla="*/ 1304102 h 1357700"/>
              <a:gd name="connsiteX103" fmla="*/ 4398292 w 10678681"/>
              <a:gd name="connsiteY103" fmla="*/ 1278410 h 1357700"/>
              <a:gd name="connsiteX104" fmla="*/ 4278026 w 10678681"/>
              <a:gd name="connsiteY104" fmla="*/ 1259803 h 1357700"/>
              <a:gd name="connsiteX105" fmla="*/ 4188995 w 10678681"/>
              <a:gd name="connsiteY105" fmla="*/ 1296718 h 1357700"/>
              <a:gd name="connsiteX106" fmla="*/ 4181483 w 10678681"/>
              <a:gd name="connsiteY106" fmla="*/ 1287686 h 1357700"/>
              <a:gd name="connsiteX107" fmla="*/ 4120739 w 10678681"/>
              <a:gd name="connsiteY107" fmla="*/ 1288549 h 1357700"/>
              <a:gd name="connsiteX108" fmla="*/ 3906561 w 10678681"/>
              <a:gd name="connsiteY108" fmla="*/ 1352435 h 1357700"/>
              <a:gd name="connsiteX109" fmla="*/ 3787890 w 10678681"/>
              <a:gd name="connsiteY109" fmla="*/ 1352442 h 1357700"/>
              <a:gd name="connsiteX110" fmla="*/ 3745993 w 10678681"/>
              <a:gd name="connsiteY110" fmla="*/ 1342630 h 1357700"/>
              <a:gd name="connsiteX111" fmla="*/ 3675785 w 10678681"/>
              <a:gd name="connsiteY111" fmla="*/ 1326802 h 1357700"/>
              <a:gd name="connsiteX112" fmla="*/ 3623856 w 10678681"/>
              <a:gd name="connsiteY112" fmla="*/ 1290804 h 1357700"/>
              <a:gd name="connsiteX113" fmla="*/ 3564933 w 10678681"/>
              <a:gd name="connsiteY113" fmla="*/ 1287147 h 1357700"/>
              <a:gd name="connsiteX114" fmla="*/ 3550537 w 10678681"/>
              <a:gd name="connsiteY114" fmla="*/ 1317552 h 1357700"/>
              <a:gd name="connsiteX115" fmla="*/ 3487736 w 10678681"/>
              <a:gd name="connsiteY115" fmla="*/ 1303493 h 1357700"/>
              <a:gd name="connsiteX116" fmla="*/ 3392548 w 10678681"/>
              <a:gd name="connsiteY116" fmla="*/ 1278741 h 1357700"/>
              <a:gd name="connsiteX117" fmla="*/ 3337466 w 10678681"/>
              <a:gd name="connsiteY117" fmla="*/ 1272537 h 1357700"/>
              <a:gd name="connsiteX118" fmla="*/ 3187206 w 10678681"/>
              <a:gd name="connsiteY118" fmla="*/ 1246821 h 1357700"/>
              <a:gd name="connsiteX119" fmla="*/ 3036856 w 10678681"/>
              <a:gd name="connsiteY119" fmla="*/ 1214383 h 1357700"/>
              <a:gd name="connsiteX120" fmla="*/ 2948654 w 10678681"/>
              <a:gd name="connsiteY120" fmla="*/ 1157455 h 1357700"/>
              <a:gd name="connsiteX121" fmla="*/ 2824973 w 10678681"/>
              <a:gd name="connsiteY121" fmla="*/ 1134864 h 1357700"/>
              <a:gd name="connsiteX122" fmla="*/ 2804398 w 10678681"/>
              <a:gd name="connsiteY122" fmla="*/ 1125556 h 1357700"/>
              <a:gd name="connsiteX123" fmla="*/ 2775396 w 10678681"/>
              <a:gd name="connsiteY123" fmla="*/ 1130148 h 1357700"/>
              <a:gd name="connsiteX124" fmla="*/ 2659096 w 10678681"/>
              <a:gd name="connsiteY124" fmla="*/ 1150294 h 1357700"/>
              <a:gd name="connsiteX125" fmla="*/ 2567088 w 10678681"/>
              <a:gd name="connsiteY125" fmla="*/ 1181781 h 1357700"/>
              <a:gd name="connsiteX126" fmla="*/ 2454501 w 10678681"/>
              <a:gd name="connsiteY126" fmla="*/ 1155455 h 1357700"/>
              <a:gd name="connsiteX127" fmla="*/ 2385161 w 10678681"/>
              <a:gd name="connsiteY127" fmla="*/ 1161312 h 1357700"/>
              <a:gd name="connsiteX128" fmla="*/ 2270528 w 10678681"/>
              <a:gd name="connsiteY128" fmla="*/ 1204338 h 1357700"/>
              <a:gd name="connsiteX129" fmla="*/ 2121820 w 10678681"/>
              <a:gd name="connsiteY129" fmla="*/ 1187078 h 1357700"/>
              <a:gd name="connsiteX130" fmla="*/ 2092716 w 10678681"/>
              <a:gd name="connsiteY130" fmla="*/ 1139224 h 1357700"/>
              <a:gd name="connsiteX131" fmla="*/ 2052449 w 10678681"/>
              <a:gd name="connsiteY131" fmla="*/ 1109687 h 1357700"/>
              <a:gd name="connsiteX132" fmla="*/ 2032607 w 10678681"/>
              <a:gd name="connsiteY132" fmla="*/ 1175477 h 1357700"/>
              <a:gd name="connsiteX133" fmla="*/ 1901837 w 10678681"/>
              <a:gd name="connsiteY133" fmla="*/ 1221762 h 1357700"/>
              <a:gd name="connsiteX134" fmla="*/ 1836762 w 10678681"/>
              <a:gd name="connsiteY134" fmla="*/ 1237387 h 1357700"/>
              <a:gd name="connsiteX135" fmla="*/ 1735877 w 10678681"/>
              <a:gd name="connsiteY135" fmla="*/ 1246527 h 1357700"/>
              <a:gd name="connsiteX136" fmla="*/ 1705069 w 10678681"/>
              <a:gd name="connsiteY136" fmla="*/ 1251989 h 1357700"/>
              <a:gd name="connsiteX137" fmla="*/ 1397689 w 10678681"/>
              <a:gd name="connsiteY137" fmla="*/ 1336144 h 1357700"/>
              <a:gd name="connsiteX138" fmla="*/ 1220734 w 10678681"/>
              <a:gd name="connsiteY138" fmla="*/ 1257811 h 1357700"/>
              <a:gd name="connsiteX139" fmla="*/ 1021737 w 10678681"/>
              <a:gd name="connsiteY139" fmla="*/ 1238739 h 1357700"/>
              <a:gd name="connsiteX140" fmla="*/ 959820 w 10678681"/>
              <a:gd name="connsiteY140" fmla="*/ 1275863 h 1357700"/>
              <a:gd name="connsiteX141" fmla="*/ 929137 w 10678681"/>
              <a:gd name="connsiteY141" fmla="*/ 1273957 h 1357700"/>
              <a:gd name="connsiteX142" fmla="*/ 878849 w 10678681"/>
              <a:gd name="connsiteY142" fmla="*/ 1266740 h 1357700"/>
              <a:gd name="connsiteX143" fmla="*/ 800667 w 10678681"/>
              <a:gd name="connsiteY143" fmla="*/ 1282041 h 1357700"/>
              <a:gd name="connsiteX144" fmla="*/ 644906 w 10678681"/>
              <a:gd name="connsiteY144" fmla="*/ 1273685 h 1357700"/>
              <a:gd name="connsiteX145" fmla="*/ 379869 w 10678681"/>
              <a:gd name="connsiteY145" fmla="*/ 1339165 h 1357700"/>
              <a:gd name="connsiteX146" fmla="*/ 137696 w 10678681"/>
              <a:gd name="connsiteY146" fmla="*/ 1319217 h 1357700"/>
              <a:gd name="connsiteX147" fmla="*/ 54250 w 10678681"/>
              <a:gd name="connsiteY147" fmla="*/ 1315838 h 1357700"/>
              <a:gd name="connsiteX148" fmla="*/ 28042 w 10678681"/>
              <a:gd name="connsiteY148" fmla="*/ 1297822 h 1357700"/>
              <a:gd name="connsiteX149" fmla="*/ 0 w 10678681"/>
              <a:gd name="connsiteY149" fmla="*/ 1294612 h 1357700"/>
              <a:gd name="connsiteX150" fmla="*/ 0 w 10678681"/>
              <a:gd name="connsiteY150" fmla="*/ 0 h 1357700"/>
              <a:gd name="connsiteX0" fmla="*/ 0 w 10678681"/>
              <a:gd name="connsiteY0" fmla="*/ 0 h 1357700"/>
              <a:gd name="connsiteX1" fmla="*/ 10678681 w 10678681"/>
              <a:gd name="connsiteY1" fmla="*/ 0 h 1357700"/>
              <a:gd name="connsiteX2" fmla="*/ 10666019 w 10678681"/>
              <a:gd name="connsiteY2" fmla="*/ 7876 h 1357700"/>
              <a:gd name="connsiteX3" fmla="*/ 10632825 w 10678681"/>
              <a:gd name="connsiteY3" fmla="*/ 32153 h 1357700"/>
              <a:gd name="connsiteX4" fmla="*/ 10510605 w 10678681"/>
              <a:gd name="connsiteY4" fmla="*/ 30449 h 1357700"/>
              <a:gd name="connsiteX5" fmla="*/ 10456989 w 10678681"/>
              <a:gd name="connsiteY5" fmla="*/ 979 h 1357700"/>
              <a:gd name="connsiteX6" fmla="*/ 10438642 w 10678681"/>
              <a:gd name="connsiteY6" fmla="*/ 1524 h 1357700"/>
              <a:gd name="connsiteX7" fmla="*/ 10407146 w 10678681"/>
              <a:gd name="connsiteY7" fmla="*/ 43659 h 1357700"/>
              <a:gd name="connsiteX8" fmla="*/ 10357996 w 10678681"/>
              <a:gd name="connsiteY8" fmla="*/ 50836 h 1357700"/>
              <a:gd name="connsiteX9" fmla="*/ 10306667 w 10678681"/>
              <a:gd name="connsiteY9" fmla="*/ 109739 h 1357700"/>
              <a:gd name="connsiteX10" fmla="*/ 10115334 w 10678681"/>
              <a:gd name="connsiteY10" fmla="*/ 155658 h 1357700"/>
              <a:gd name="connsiteX11" fmla="*/ 10068157 w 10678681"/>
              <a:gd name="connsiteY11" fmla="*/ 215673 h 1357700"/>
              <a:gd name="connsiteX12" fmla="*/ 10045431 w 10678681"/>
              <a:gd name="connsiteY12" fmla="*/ 229568 h 1357700"/>
              <a:gd name="connsiteX13" fmla="*/ 10013265 w 10678681"/>
              <a:gd name="connsiteY13" fmla="*/ 284757 h 1357700"/>
              <a:gd name="connsiteX14" fmla="*/ 9862496 w 10678681"/>
              <a:gd name="connsiteY14" fmla="*/ 223033 h 1357700"/>
              <a:gd name="connsiteX15" fmla="*/ 9679638 w 10678681"/>
              <a:gd name="connsiteY15" fmla="*/ 277462 h 1357700"/>
              <a:gd name="connsiteX16" fmla="*/ 9498347 w 10678681"/>
              <a:gd name="connsiteY16" fmla="*/ 244723 h 1357700"/>
              <a:gd name="connsiteX17" fmla="*/ 9399702 w 10678681"/>
              <a:gd name="connsiteY17" fmla="*/ 276316 h 1357700"/>
              <a:gd name="connsiteX18" fmla="*/ 9378439 w 10678681"/>
              <a:gd name="connsiteY18" fmla="*/ 326244 h 1357700"/>
              <a:gd name="connsiteX19" fmla="*/ 9121744 w 10678681"/>
              <a:gd name="connsiteY19" fmla="*/ 365177 h 1357700"/>
              <a:gd name="connsiteX20" fmla="*/ 9061654 w 10678681"/>
              <a:gd name="connsiteY20" fmla="*/ 393730 h 1357700"/>
              <a:gd name="connsiteX21" fmla="*/ 8997577 w 10678681"/>
              <a:gd name="connsiteY21" fmla="*/ 380865 h 1357700"/>
              <a:gd name="connsiteX22" fmla="*/ 8907968 w 10678681"/>
              <a:gd name="connsiteY22" fmla="*/ 447345 h 1357700"/>
              <a:gd name="connsiteX23" fmla="*/ 8764163 w 10678681"/>
              <a:gd name="connsiteY23" fmla="*/ 471000 h 1357700"/>
              <a:gd name="connsiteX24" fmla="*/ 8680155 w 10678681"/>
              <a:gd name="connsiteY24" fmla="*/ 492404 h 1357700"/>
              <a:gd name="connsiteX25" fmla="*/ 8651436 w 10678681"/>
              <a:gd name="connsiteY25" fmla="*/ 511923 h 1357700"/>
              <a:gd name="connsiteX26" fmla="*/ 8609185 w 10678681"/>
              <a:gd name="connsiteY26" fmla="*/ 531525 h 1357700"/>
              <a:gd name="connsiteX27" fmla="*/ 8537091 w 10678681"/>
              <a:gd name="connsiteY27" fmla="*/ 574933 h 1357700"/>
              <a:gd name="connsiteX28" fmla="*/ 8435931 w 10678681"/>
              <a:gd name="connsiteY28" fmla="*/ 617926 h 1357700"/>
              <a:gd name="connsiteX29" fmla="*/ 8348623 w 10678681"/>
              <a:gd name="connsiteY29" fmla="*/ 600607 h 1357700"/>
              <a:gd name="connsiteX30" fmla="*/ 8344233 w 10678681"/>
              <a:gd name="connsiteY30" fmla="*/ 610922 h 1357700"/>
              <a:gd name="connsiteX31" fmla="*/ 8290622 w 10678681"/>
              <a:gd name="connsiteY31" fmla="*/ 622687 h 1357700"/>
              <a:gd name="connsiteX32" fmla="*/ 8086698 w 10678681"/>
              <a:gd name="connsiteY32" fmla="*/ 605185 h 1357700"/>
              <a:gd name="connsiteX33" fmla="*/ 7982378 w 10678681"/>
              <a:gd name="connsiteY33" fmla="*/ 629799 h 1357700"/>
              <a:gd name="connsiteX34" fmla="*/ 7947952 w 10678681"/>
              <a:gd name="connsiteY34" fmla="*/ 648003 h 1357700"/>
              <a:gd name="connsiteX35" fmla="*/ 7890112 w 10678681"/>
              <a:gd name="connsiteY35" fmla="*/ 677915 h 1357700"/>
              <a:gd name="connsiteX36" fmla="*/ 7853284 w 10678681"/>
              <a:gd name="connsiteY36" fmla="*/ 723588 h 1357700"/>
              <a:gd name="connsiteX37" fmla="*/ 7802383 w 10678681"/>
              <a:gd name="connsiteY37" fmla="*/ 739359 h 1357700"/>
              <a:gd name="connsiteX38" fmla="*/ 7782280 w 10678681"/>
              <a:gd name="connsiteY38" fmla="*/ 712868 h 1357700"/>
              <a:gd name="connsiteX39" fmla="*/ 7730518 w 10678681"/>
              <a:gd name="connsiteY39" fmla="*/ 739526 h 1357700"/>
              <a:gd name="connsiteX40" fmla="*/ 7652907 w 10678681"/>
              <a:gd name="connsiteY40" fmla="*/ 783273 h 1357700"/>
              <a:gd name="connsiteX41" fmla="*/ 7606008 w 10678681"/>
              <a:gd name="connsiteY41" fmla="*/ 800717 h 1357700"/>
              <a:gd name="connsiteX42" fmla="*/ 7480223 w 10678681"/>
              <a:gd name="connsiteY42" fmla="*/ 856821 h 1357700"/>
              <a:gd name="connsiteX43" fmla="*/ 7356005 w 10678681"/>
              <a:gd name="connsiteY43" fmla="*/ 919462 h 1357700"/>
              <a:gd name="connsiteX44" fmla="*/ 7305396 w 10678681"/>
              <a:gd name="connsiteY44" fmla="*/ 986228 h 1357700"/>
              <a:gd name="connsiteX45" fmla="*/ 7298314 w 10678681"/>
              <a:gd name="connsiteY45" fmla="*/ 989899 h 1357700"/>
              <a:gd name="connsiteX46" fmla="*/ 7277477 w 10678681"/>
              <a:gd name="connsiteY46" fmla="*/ 990571 h 1357700"/>
              <a:gd name="connsiteX47" fmla="*/ 7269396 w 10678681"/>
              <a:gd name="connsiteY47" fmla="*/ 989282 h 1357700"/>
              <a:gd name="connsiteX48" fmla="*/ 7258094 w 10678681"/>
              <a:gd name="connsiteY48" fmla="*/ 990679 h 1357700"/>
              <a:gd name="connsiteX49" fmla="*/ 7257893 w 10678681"/>
              <a:gd name="connsiteY49" fmla="*/ 991204 h 1357700"/>
              <a:gd name="connsiteX50" fmla="*/ 7247153 w 10678681"/>
              <a:gd name="connsiteY50" fmla="*/ 991550 h 1357700"/>
              <a:gd name="connsiteX51" fmla="*/ 7193612 w 10678681"/>
              <a:gd name="connsiteY51" fmla="*/ 987042 h 1357700"/>
              <a:gd name="connsiteX52" fmla="*/ 7132632 w 10678681"/>
              <a:gd name="connsiteY52" fmla="*/ 1042036 h 1357700"/>
              <a:gd name="connsiteX53" fmla="*/ 7105610 w 10678681"/>
              <a:gd name="connsiteY53" fmla="*/ 1053537 h 1357700"/>
              <a:gd name="connsiteX54" fmla="*/ 7091599 w 10678681"/>
              <a:gd name="connsiteY54" fmla="*/ 1062302 h 1357700"/>
              <a:gd name="connsiteX55" fmla="*/ 7090998 w 10678681"/>
              <a:gd name="connsiteY55" fmla="*/ 1064540 h 1357700"/>
              <a:gd name="connsiteX56" fmla="*/ 7039634 w 10678681"/>
              <a:gd name="connsiteY56" fmla="*/ 1059971 h 1357700"/>
              <a:gd name="connsiteX57" fmla="*/ 7033445 w 10678681"/>
              <a:gd name="connsiteY57" fmla="*/ 1063314 h 1357700"/>
              <a:gd name="connsiteX58" fmla="*/ 6999157 w 10678681"/>
              <a:gd name="connsiteY58" fmla="*/ 1055282 h 1357700"/>
              <a:gd name="connsiteX59" fmla="*/ 6981874 w 10678681"/>
              <a:gd name="connsiteY59" fmla="*/ 1053827 h 1357700"/>
              <a:gd name="connsiteX60" fmla="*/ 6976102 w 10678681"/>
              <a:gd name="connsiteY60" fmla="*/ 1047854 h 1357700"/>
              <a:gd name="connsiteX61" fmla="*/ 6951040 w 10678681"/>
              <a:gd name="connsiteY61" fmla="*/ 1048531 h 1357700"/>
              <a:gd name="connsiteX62" fmla="*/ 6948497 w 10678681"/>
              <a:gd name="connsiteY62" fmla="*/ 1050706 h 1357700"/>
              <a:gd name="connsiteX63" fmla="*/ 6926582 w 10678681"/>
              <a:gd name="connsiteY63" fmla="*/ 1043462 h 1357700"/>
              <a:gd name="connsiteX64" fmla="*/ 6833743 w 10678681"/>
              <a:gd name="connsiteY64" fmla="*/ 1027960 h 1357700"/>
              <a:gd name="connsiteX65" fmla="*/ 6698313 w 10678681"/>
              <a:gd name="connsiteY65" fmla="*/ 1063249 h 1357700"/>
              <a:gd name="connsiteX66" fmla="*/ 6550218 w 10678681"/>
              <a:gd name="connsiteY66" fmla="*/ 1026825 h 1357700"/>
              <a:gd name="connsiteX67" fmla="*/ 6437450 w 10678681"/>
              <a:gd name="connsiteY67" fmla="*/ 1101075 h 1357700"/>
              <a:gd name="connsiteX68" fmla="*/ 6327795 w 10678681"/>
              <a:gd name="connsiteY68" fmla="*/ 1088142 h 1357700"/>
              <a:gd name="connsiteX69" fmla="*/ 6136549 w 10678681"/>
              <a:gd name="connsiteY69" fmla="*/ 1100268 h 1357700"/>
              <a:gd name="connsiteX70" fmla="*/ 6004655 w 10678681"/>
              <a:gd name="connsiteY70" fmla="*/ 1114946 h 1357700"/>
              <a:gd name="connsiteX71" fmla="*/ 5936643 w 10678681"/>
              <a:gd name="connsiteY71" fmla="*/ 1095428 h 1357700"/>
              <a:gd name="connsiteX72" fmla="*/ 5912484 w 10678681"/>
              <a:gd name="connsiteY72" fmla="*/ 1112624 h 1357700"/>
              <a:gd name="connsiteX73" fmla="*/ 5908387 w 10678681"/>
              <a:gd name="connsiteY73" fmla="*/ 1116018 h 1357700"/>
              <a:gd name="connsiteX74" fmla="*/ 5890495 w 10678681"/>
              <a:gd name="connsiteY74" fmla="*/ 1120268 h 1357700"/>
              <a:gd name="connsiteX75" fmla="*/ 5887318 w 10678681"/>
              <a:gd name="connsiteY75" fmla="*/ 1133134 h 1357700"/>
              <a:gd name="connsiteX76" fmla="*/ 5861726 w 10678681"/>
              <a:gd name="connsiteY76" fmla="*/ 1147891 h 1357700"/>
              <a:gd name="connsiteX77" fmla="*/ 5828273 w 10678681"/>
              <a:gd name="connsiteY77" fmla="*/ 1152456 h 1357700"/>
              <a:gd name="connsiteX78" fmla="*/ 5667391 w 10678681"/>
              <a:gd name="connsiteY78" fmla="*/ 1161093 h 1357700"/>
              <a:gd name="connsiteX79" fmla="*/ 5572219 w 10678681"/>
              <a:gd name="connsiteY79" fmla="*/ 1173708 h 1357700"/>
              <a:gd name="connsiteX80" fmla="*/ 5537768 w 10678681"/>
              <a:gd name="connsiteY80" fmla="*/ 1190202 h 1357700"/>
              <a:gd name="connsiteX81" fmla="*/ 5488513 w 10678681"/>
              <a:gd name="connsiteY81" fmla="*/ 1205367 h 1357700"/>
              <a:gd name="connsiteX82" fmla="*/ 5402905 w 10678681"/>
              <a:gd name="connsiteY82" fmla="*/ 1241191 h 1357700"/>
              <a:gd name="connsiteX83" fmla="*/ 5285593 w 10678681"/>
              <a:gd name="connsiteY83" fmla="*/ 1273569 h 1357700"/>
              <a:gd name="connsiteX84" fmla="*/ 5192893 w 10678681"/>
              <a:gd name="connsiteY84" fmla="*/ 1247188 h 1357700"/>
              <a:gd name="connsiteX85" fmla="*/ 5186475 w 10678681"/>
              <a:gd name="connsiteY85" fmla="*/ 1257028 h 1357700"/>
              <a:gd name="connsiteX86" fmla="*/ 5126038 w 10678681"/>
              <a:gd name="connsiteY86" fmla="*/ 1263189 h 1357700"/>
              <a:gd name="connsiteX87" fmla="*/ 4905913 w 10678681"/>
              <a:gd name="connsiteY87" fmla="*/ 1224477 h 1357700"/>
              <a:gd name="connsiteX88" fmla="*/ 4788036 w 10678681"/>
              <a:gd name="connsiteY88" fmla="*/ 1238182 h 1357700"/>
              <a:gd name="connsiteX89" fmla="*/ 4747555 w 10678681"/>
              <a:gd name="connsiteY89" fmla="*/ 1252768 h 1357700"/>
              <a:gd name="connsiteX90" fmla="*/ 4679644 w 10678681"/>
              <a:gd name="connsiteY90" fmla="*/ 1276603 h 1357700"/>
              <a:gd name="connsiteX91" fmla="*/ 4632222 w 10678681"/>
              <a:gd name="connsiteY91" fmla="*/ 1318360 h 1357700"/>
              <a:gd name="connsiteX92" fmla="*/ 4617358 w 10678681"/>
              <a:gd name="connsiteY92" fmla="*/ 1327690 h 1357700"/>
              <a:gd name="connsiteX93" fmla="*/ 4589102 w 10678681"/>
              <a:gd name="connsiteY93" fmla="*/ 1321223 h 1357700"/>
              <a:gd name="connsiteX94" fmla="*/ 4578184 w 10678681"/>
              <a:gd name="connsiteY94" fmla="*/ 1326745 h 1357700"/>
              <a:gd name="connsiteX95" fmla="*/ 4574270 w 10678681"/>
              <a:gd name="connsiteY95" fmla="*/ 1325878 h 1357700"/>
              <a:gd name="connsiteX96" fmla="*/ 4564919 w 10678681"/>
              <a:gd name="connsiteY96" fmla="*/ 1325507 h 1357700"/>
              <a:gd name="connsiteX97" fmla="*/ 4566586 w 10678681"/>
              <a:gd name="connsiteY97" fmla="*/ 1316963 h 1357700"/>
              <a:gd name="connsiteX98" fmla="*/ 4556303 w 10678681"/>
              <a:gd name="connsiteY98" fmla="*/ 1300262 h 1357700"/>
              <a:gd name="connsiteX99" fmla="*/ 4502358 w 10678681"/>
              <a:gd name="connsiteY99" fmla="*/ 1302558 h 1357700"/>
              <a:gd name="connsiteX100" fmla="*/ 4498919 w 10678681"/>
              <a:gd name="connsiteY100" fmla="*/ 1312115 h 1357700"/>
              <a:gd name="connsiteX101" fmla="*/ 4492075 w 10678681"/>
              <a:gd name="connsiteY101" fmla="*/ 1313357 h 1357700"/>
              <a:gd name="connsiteX102" fmla="*/ 4487466 w 10678681"/>
              <a:gd name="connsiteY102" fmla="*/ 1304102 h 1357700"/>
              <a:gd name="connsiteX103" fmla="*/ 4398292 w 10678681"/>
              <a:gd name="connsiteY103" fmla="*/ 1278410 h 1357700"/>
              <a:gd name="connsiteX104" fmla="*/ 4278026 w 10678681"/>
              <a:gd name="connsiteY104" fmla="*/ 1259803 h 1357700"/>
              <a:gd name="connsiteX105" fmla="*/ 4188995 w 10678681"/>
              <a:gd name="connsiteY105" fmla="*/ 1296718 h 1357700"/>
              <a:gd name="connsiteX106" fmla="*/ 4181483 w 10678681"/>
              <a:gd name="connsiteY106" fmla="*/ 1287686 h 1357700"/>
              <a:gd name="connsiteX107" fmla="*/ 4120739 w 10678681"/>
              <a:gd name="connsiteY107" fmla="*/ 1288549 h 1357700"/>
              <a:gd name="connsiteX108" fmla="*/ 3906561 w 10678681"/>
              <a:gd name="connsiteY108" fmla="*/ 1352435 h 1357700"/>
              <a:gd name="connsiteX109" fmla="*/ 3787890 w 10678681"/>
              <a:gd name="connsiteY109" fmla="*/ 1352442 h 1357700"/>
              <a:gd name="connsiteX110" fmla="*/ 3745993 w 10678681"/>
              <a:gd name="connsiteY110" fmla="*/ 1342630 h 1357700"/>
              <a:gd name="connsiteX111" fmla="*/ 3675785 w 10678681"/>
              <a:gd name="connsiteY111" fmla="*/ 1326802 h 1357700"/>
              <a:gd name="connsiteX112" fmla="*/ 3623856 w 10678681"/>
              <a:gd name="connsiteY112" fmla="*/ 1290804 h 1357700"/>
              <a:gd name="connsiteX113" fmla="*/ 3564933 w 10678681"/>
              <a:gd name="connsiteY113" fmla="*/ 1287147 h 1357700"/>
              <a:gd name="connsiteX114" fmla="*/ 3550537 w 10678681"/>
              <a:gd name="connsiteY114" fmla="*/ 1317552 h 1357700"/>
              <a:gd name="connsiteX115" fmla="*/ 3487736 w 10678681"/>
              <a:gd name="connsiteY115" fmla="*/ 1303493 h 1357700"/>
              <a:gd name="connsiteX116" fmla="*/ 3392548 w 10678681"/>
              <a:gd name="connsiteY116" fmla="*/ 1278741 h 1357700"/>
              <a:gd name="connsiteX117" fmla="*/ 3337466 w 10678681"/>
              <a:gd name="connsiteY117" fmla="*/ 1272537 h 1357700"/>
              <a:gd name="connsiteX118" fmla="*/ 3187206 w 10678681"/>
              <a:gd name="connsiteY118" fmla="*/ 1246821 h 1357700"/>
              <a:gd name="connsiteX119" fmla="*/ 3036856 w 10678681"/>
              <a:gd name="connsiteY119" fmla="*/ 1214383 h 1357700"/>
              <a:gd name="connsiteX120" fmla="*/ 2948654 w 10678681"/>
              <a:gd name="connsiteY120" fmla="*/ 1157455 h 1357700"/>
              <a:gd name="connsiteX121" fmla="*/ 2824973 w 10678681"/>
              <a:gd name="connsiteY121" fmla="*/ 1134864 h 1357700"/>
              <a:gd name="connsiteX122" fmla="*/ 2804398 w 10678681"/>
              <a:gd name="connsiteY122" fmla="*/ 1125556 h 1357700"/>
              <a:gd name="connsiteX123" fmla="*/ 2775396 w 10678681"/>
              <a:gd name="connsiteY123" fmla="*/ 1130148 h 1357700"/>
              <a:gd name="connsiteX124" fmla="*/ 2659096 w 10678681"/>
              <a:gd name="connsiteY124" fmla="*/ 1150294 h 1357700"/>
              <a:gd name="connsiteX125" fmla="*/ 2567088 w 10678681"/>
              <a:gd name="connsiteY125" fmla="*/ 1181781 h 1357700"/>
              <a:gd name="connsiteX126" fmla="*/ 2454501 w 10678681"/>
              <a:gd name="connsiteY126" fmla="*/ 1155455 h 1357700"/>
              <a:gd name="connsiteX127" fmla="*/ 2385161 w 10678681"/>
              <a:gd name="connsiteY127" fmla="*/ 1161312 h 1357700"/>
              <a:gd name="connsiteX128" fmla="*/ 2270528 w 10678681"/>
              <a:gd name="connsiteY128" fmla="*/ 1204338 h 1357700"/>
              <a:gd name="connsiteX129" fmla="*/ 2121820 w 10678681"/>
              <a:gd name="connsiteY129" fmla="*/ 1187078 h 1357700"/>
              <a:gd name="connsiteX130" fmla="*/ 2092716 w 10678681"/>
              <a:gd name="connsiteY130" fmla="*/ 1139224 h 1357700"/>
              <a:gd name="connsiteX131" fmla="*/ 2052449 w 10678681"/>
              <a:gd name="connsiteY131" fmla="*/ 1109687 h 1357700"/>
              <a:gd name="connsiteX132" fmla="*/ 2032607 w 10678681"/>
              <a:gd name="connsiteY132" fmla="*/ 1175477 h 1357700"/>
              <a:gd name="connsiteX133" fmla="*/ 1901837 w 10678681"/>
              <a:gd name="connsiteY133" fmla="*/ 1221762 h 1357700"/>
              <a:gd name="connsiteX134" fmla="*/ 1836762 w 10678681"/>
              <a:gd name="connsiteY134" fmla="*/ 1237387 h 1357700"/>
              <a:gd name="connsiteX135" fmla="*/ 1735877 w 10678681"/>
              <a:gd name="connsiteY135" fmla="*/ 1246527 h 1357700"/>
              <a:gd name="connsiteX136" fmla="*/ 1705069 w 10678681"/>
              <a:gd name="connsiteY136" fmla="*/ 1251989 h 1357700"/>
              <a:gd name="connsiteX137" fmla="*/ 1397689 w 10678681"/>
              <a:gd name="connsiteY137" fmla="*/ 1336144 h 1357700"/>
              <a:gd name="connsiteX138" fmla="*/ 1220734 w 10678681"/>
              <a:gd name="connsiteY138" fmla="*/ 1257811 h 1357700"/>
              <a:gd name="connsiteX139" fmla="*/ 1021737 w 10678681"/>
              <a:gd name="connsiteY139" fmla="*/ 1238739 h 1357700"/>
              <a:gd name="connsiteX140" fmla="*/ 959820 w 10678681"/>
              <a:gd name="connsiteY140" fmla="*/ 1275863 h 1357700"/>
              <a:gd name="connsiteX141" fmla="*/ 929137 w 10678681"/>
              <a:gd name="connsiteY141" fmla="*/ 1273957 h 1357700"/>
              <a:gd name="connsiteX142" fmla="*/ 878849 w 10678681"/>
              <a:gd name="connsiteY142" fmla="*/ 1266740 h 1357700"/>
              <a:gd name="connsiteX143" fmla="*/ 800667 w 10678681"/>
              <a:gd name="connsiteY143" fmla="*/ 1282041 h 1357700"/>
              <a:gd name="connsiteX144" fmla="*/ 644906 w 10678681"/>
              <a:gd name="connsiteY144" fmla="*/ 1273685 h 1357700"/>
              <a:gd name="connsiteX145" fmla="*/ 379869 w 10678681"/>
              <a:gd name="connsiteY145" fmla="*/ 1339165 h 1357700"/>
              <a:gd name="connsiteX146" fmla="*/ 137696 w 10678681"/>
              <a:gd name="connsiteY146" fmla="*/ 1319217 h 1357700"/>
              <a:gd name="connsiteX147" fmla="*/ 54250 w 10678681"/>
              <a:gd name="connsiteY147" fmla="*/ 1315838 h 1357700"/>
              <a:gd name="connsiteX148" fmla="*/ 28042 w 10678681"/>
              <a:gd name="connsiteY148" fmla="*/ 1297822 h 1357700"/>
              <a:gd name="connsiteX149" fmla="*/ 0 w 10678681"/>
              <a:gd name="connsiteY149" fmla="*/ 1294612 h 1357700"/>
              <a:gd name="connsiteX150" fmla="*/ 0 w 10678681"/>
              <a:gd name="connsiteY150" fmla="*/ 0 h 1357700"/>
              <a:gd name="connsiteX0" fmla="*/ 0 w 10678681"/>
              <a:gd name="connsiteY0" fmla="*/ 0 h 1357700"/>
              <a:gd name="connsiteX1" fmla="*/ 10678681 w 10678681"/>
              <a:gd name="connsiteY1" fmla="*/ 0 h 1357700"/>
              <a:gd name="connsiteX2" fmla="*/ 10666019 w 10678681"/>
              <a:gd name="connsiteY2" fmla="*/ 7876 h 1357700"/>
              <a:gd name="connsiteX3" fmla="*/ 10632825 w 10678681"/>
              <a:gd name="connsiteY3" fmla="*/ 32153 h 1357700"/>
              <a:gd name="connsiteX4" fmla="*/ 10510605 w 10678681"/>
              <a:gd name="connsiteY4" fmla="*/ 30449 h 1357700"/>
              <a:gd name="connsiteX5" fmla="*/ 10456989 w 10678681"/>
              <a:gd name="connsiteY5" fmla="*/ 979 h 1357700"/>
              <a:gd name="connsiteX6" fmla="*/ 10438642 w 10678681"/>
              <a:gd name="connsiteY6" fmla="*/ 1524 h 1357700"/>
              <a:gd name="connsiteX7" fmla="*/ 10407146 w 10678681"/>
              <a:gd name="connsiteY7" fmla="*/ 43659 h 1357700"/>
              <a:gd name="connsiteX8" fmla="*/ 10357996 w 10678681"/>
              <a:gd name="connsiteY8" fmla="*/ 50836 h 1357700"/>
              <a:gd name="connsiteX9" fmla="*/ 10306667 w 10678681"/>
              <a:gd name="connsiteY9" fmla="*/ 109739 h 1357700"/>
              <a:gd name="connsiteX10" fmla="*/ 10115334 w 10678681"/>
              <a:gd name="connsiteY10" fmla="*/ 155658 h 1357700"/>
              <a:gd name="connsiteX11" fmla="*/ 10068157 w 10678681"/>
              <a:gd name="connsiteY11" fmla="*/ 215673 h 1357700"/>
              <a:gd name="connsiteX12" fmla="*/ 10045431 w 10678681"/>
              <a:gd name="connsiteY12" fmla="*/ 229568 h 1357700"/>
              <a:gd name="connsiteX13" fmla="*/ 10013265 w 10678681"/>
              <a:gd name="connsiteY13" fmla="*/ 284757 h 1357700"/>
              <a:gd name="connsiteX14" fmla="*/ 9862496 w 10678681"/>
              <a:gd name="connsiteY14" fmla="*/ 223033 h 1357700"/>
              <a:gd name="connsiteX15" fmla="*/ 9679638 w 10678681"/>
              <a:gd name="connsiteY15" fmla="*/ 277462 h 1357700"/>
              <a:gd name="connsiteX16" fmla="*/ 9498347 w 10678681"/>
              <a:gd name="connsiteY16" fmla="*/ 244723 h 1357700"/>
              <a:gd name="connsiteX17" fmla="*/ 9399702 w 10678681"/>
              <a:gd name="connsiteY17" fmla="*/ 276316 h 1357700"/>
              <a:gd name="connsiteX18" fmla="*/ 9378439 w 10678681"/>
              <a:gd name="connsiteY18" fmla="*/ 326244 h 1357700"/>
              <a:gd name="connsiteX19" fmla="*/ 9121744 w 10678681"/>
              <a:gd name="connsiteY19" fmla="*/ 365177 h 1357700"/>
              <a:gd name="connsiteX20" fmla="*/ 9061654 w 10678681"/>
              <a:gd name="connsiteY20" fmla="*/ 393730 h 1357700"/>
              <a:gd name="connsiteX21" fmla="*/ 8997577 w 10678681"/>
              <a:gd name="connsiteY21" fmla="*/ 380865 h 1357700"/>
              <a:gd name="connsiteX22" fmla="*/ 8907968 w 10678681"/>
              <a:gd name="connsiteY22" fmla="*/ 447345 h 1357700"/>
              <a:gd name="connsiteX23" fmla="*/ 8764163 w 10678681"/>
              <a:gd name="connsiteY23" fmla="*/ 471000 h 1357700"/>
              <a:gd name="connsiteX24" fmla="*/ 8680155 w 10678681"/>
              <a:gd name="connsiteY24" fmla="*/ 492404 h 1357700"/>
              <a:gd name="connsiteX25" fmla="*/ 8651436 w 10678681"/>
              <a:gd name="connsiteY25" fmla="*/ 511923 h 1357700"/>
              <a:gd name="connsiteX26" fmla="*/ 8609185 w 10678681"/>
              <a:gd name="connsiteY26" fmla="*/ 531525 h 1357700"/>
              <a:gd name="connsiteX27" fmla="*/ 8537091 w 10678681"/>
              <a:gd name="connsiteY27" fmla="*/ 574933 h 1357700"/>
              <a:gd name="connsiteX28" fmla="*/ 8435931 w 10678681"/>
              <a:gd name="connsiteY28" fmla="*/ 617926 h 1357700"/>
              <a:gd name="connsiteX29" fmla="*/ 8348623 w 10678681"/>
              <a:gd name="connsiteY29" fmla="*/ 600607 h 1357700"/>
              <a:gd name="connsiteX30" fmla="*/ 8344233 w 10678681"/>
              <a:gd name="connsiteY30" fmla="*/ 610922 h 1357700"/>
              <a:gd name="connsiteX31" fmla="*/ 8290622 w 10678681"/>
              <a:gd name="connsiteY31" fmla="*/ 622687 h 1357700"/>
              <a:gd name="connsiteX32" fmla="*/ 8086698 w 10678681"/>
              <a:gd name="connsiteY32" fmla="*/ 605185 h 1357700"/>
              <a:gd name="connsiteX33" fmla="*/ 7982378 w 10678681"/>
              <a:gd name="connsiteY33" fmla="*/ 629799 h 1357700"/>
              <a:gd name="connsiteX34" fmla="*/ 7947952 w 10678681"/>
              <a:gd name="connsiteY34" fmla="*/ 648003 h 1357700"/>
              <a:gd name="connsiteX35" fmla="*/ 7890112 w 10678681"/>
              <a:gd name="connsiteY35" fmla="*/ 677915 h 1357700"/>
              <a:gd name="connsiteX36" fmla="*/ 7853284 w 10678681"/>
              <a:gd name="connsiteY36" fmla="*/ 723588 h 1357700"/>
              <a:gd name="connsiteX37" fmla="*/ 7802383 w 10678681"/>
              <a:gd name="connsiteY37" fmla="*/ 739359 h 1357700"/>
              <a:gd name="connsiteX38" fmla="*/ 7782280 w 10678681"/>
              <a:gd name="connsiteY38" fmla="*/ 712868 h 1357700"/>
              <a:gd name="connsiteX39" fmla="*/ 7730518 w 10678681"/>
              <a:gd name="connsiteY39" fmla="*/ 739526 h 1357700"/>
              <a:gd name="connsiteX40" fmla="*/ 7652907 w 10678681"/>
              <a:gd name="connsiteY40" fmla="*/ 783273 h 1357700"/>
              <a:gd name="connsiteX41" fmla="*/ 7606008 w 10678681"/>
              <a:gd name="connsiteY41" fmla="*/ 800717 h 1357700"/>
              <a:gd name="connsiteX42" fmla="*/ 7480223 w 10678681"/>
              <a:gd name="connsiteY42" fmla="*/ 856821 h 1357700"/>
              <a:gd name="connsiteX43" fmla="*/ 7356005 w 10678681"/>
              <a:gd name="connsiteY43" fmla="*/ 919462 h 1357700"/>
              <a:gd name="connsiteX44" fmla="*/ 7305396 w 10678681"/>
              <a:gd name="connsiteY44" fmla="*/ 986228 h 1357700"/>
              <a:gd name="connsiteX45" fmla="*/ 7298314 w 10678681"/>
              <a:gd name="connsiteY45" fmla="*/ 989899 h 1357700"/>
              <a:gd name="connsiteX46" fmla="*/ 7277477 w 10678681"/>
              <a:gd name="connsiteY46" fmla="*/ 990571 h 1357700"/>
              <a:gd name="connsiteX47" fmla="*/ 7269396 w 10678681"/>
              <a:gd name="connsiteY47" fmla="*/ 989282 h 1357700"/>
              <a:gd name="connsiteX48" fmla="*/ 7258094 w 10678681"/>
              <a:gd name="connsiteY48" fmla="*/ 990679 h 1357700"/>
              <a:gd name="connsiteX49" fmla="*/ 7257893 w 10678681"/>
              <a:gd name="connsiteY49" fmla="*/ 991204 h 1357700"/>
              <a:gd name="connsiteX50" fmla="*/ 7247153 w 10678681"/>
              <a:gd name="connsiteY50" fmla="*/ 991550 h 1357700"/>
              <a:gd name="connsiteX51" fmla="*/ 7193612 w 10678681"/>
              <a:gd name="connsiteY51" fmla="*/ 987042 h 1357700"/>
              <a:gd name="connsiteX52" fmla="*/ 7132632 w 10678681"/>
              <a:gd name="connsiteY52" fmla="*/ 1042036 h 1357700"/>
              <a:gd name="connsiteX53" fmla="*/ 7105610 w 10678681"/>
              <a:gd name="connsiteY53" fmla="*/ 1053537 h 1357700"/>
              <a:gd name="connsiteX54" fmla="*/ 7091599 w 10678681"/>
              <a:gd name="connsiteY54" fmla="*/ 1062302 h 1357700"/>
              <a:gd name="connsiteX55" fmla="*/ 7090998 w 10678681"/>
              <a:gd name="connsiteY55" fmla="*/ 1064540 h 1357700"/>
              <a:gd name="connsiteX56" fmla="*/ 7039634 w 10678681"/>
              <a:gd name="connsiteY56" fmla="*/ 1059971 h 1357700"/>
              <a:gd name="connsiteX57" fmla="*/ 7033445 w 10678681"/>
              <a:gd name="connsiteY57" fmla="*/ 1063314 h 1357700"/>
              <a:gd name="connsiteX58" fmla="*/ 6999157 w 10678681"/>
              <a:gd name="connsiteY58" fmla="*/ 1055282 h 1357700"/>
              <a:gd name="connsiteX59" fmla="*/ 6981874 w 10678681"/>
              <a:gd name="connsiteY59" fmla="*/ 1053827 h 1357700"/>
              <a:gd name="connsiteX60" fmla="*/ 6976102 w 10678681"/>
              <a:gd name="connsiteY60" fmla="*/ 1047854 h 1357700"/>
              <a:gd name="connsiteX61" fmla="*/ 6951040 w 10678681"/>
              <a:gd name="connsiteY61" fmla="*/ 1048531 h 1357700"/>
              <a:gd name="connsiteX62" fmla="*/ 6948497 w 10678681"/>
              <a:gd name="connsiteY62" fmla="*/ 1050706 h 1357700"/>
              <a:gd name="connsiteX63" fmla="*/ 6926582 w 10678681"/>
              <a:gd name="connsiteY63" fmla="*/ 1043462 h 1357700"/>
              <a:gd name="connsiteX64" fmla="*/ 6833743 w 10678681"/>
              <a:gd name="connsiteY64" fmla="*/ 1027960 h 1357700"/>
              <a:gd name="connsiteX65" fmla="*/ 6698313 w 10678681"/>
              <a:gd name="connsiteY65" fmla="*/ 1063249 h 1357700"/>
              <a:gd name="connsiteX66" fmla="*/ 6550218 w 10678681"/>
              <a:gd name="connsiteY66" fmla="*/ 1026825 h 1357700"/>
              <a:gd name="connsiteX67" fmla="*/ 6437450 w 10678681"/>
              <a:gd name="connsiteY67" fmla="*/ 1101075 h 1357700"/>
              <a:gd name="connsiteX68" fmla="*/ 6327795 w 10678681"/>
              <a:gd name="connsiteY68" fmla="*/ 1088142 h 1357700"/>
              <a:gd name="connsiteX69" fmla="*/ 6136549 w 10678681"/>
              <a:gd name="connsiteY69" fmla="*/ 1100268 h 1357700"/>
              <a:gd name="connsiteX70" fmla="*/ 6004655 w 10678681"/>
              <a:gd name="connsiteY70" fmla="*/ 1114946 h 1357700"/>
              <a:gd name="connsiteX71" fmla="*/ 5936643 w 10678681"/>
              <a:gd name="connsiteY71" fmla="*/ 1095428 h 1357700"/>
              <a:gd name="connsiteX72" fmla="*/ 5912484 w 10678681"/>
              <a:gd name="connsiteY72" fmla="*/ 1112624 h 1357700"/>
              <a:gd name="connsiteX73" fmla="*/ 5908387 w 10678681"/>
              <a:gd name="connsiteY73" fmla="*/ 1116018 h 1357700"/>
              <a:gd name="connsiteX74" fmla="*/ 5890495 w 10678681"/>
              <a:gd name="connsiteY74" fmla="*/ 1120268 h 1357700"/>
              <a:gd name="connsiteX75" fmla="*/ 5887318 w 10678681"/>
              <a:gd name="connsiteY75" fmla="*/ 1133134 h 1357700"/>
              <a:gd name="connsiteX76" fmla="*/ 5861726 w 10678681"/>
              <a:gd name="connsiteY76" fmla="*/ 1147891 h 1357700"/>
              <a:gd name="connsiteX77" fmla="*/ 5805823 w 10678681"/>
              <a:gd name="connsiteY77" fmla="*/ 1152457 h 1357700"/>
              <a:gd name="connsiteX78" fmla="*/ 5667391 w 10678681"/>
              <a:gd name="connsiteY78" fmla="*/ 1161093 h 1357700"/>
              <a:gd name="connsiteX79" fmla="*/ 5572219 w 10678681"/>
              <a:gd name="connsiteY79" fmla="*/ 1173708 h 1357700"/>
              <a:gd name="connsiteX80" fmla="*/ 5537768 w 10678681"/>
              <a:gd name="connsiteY80" fmla="*/ 1190202 h 1357700"/>
              <a:gd name="connsiteX81" fmla="*/ 5488513 w 10678681"/>
              <a:gd name="connsiteY81" fmla="*/ 1205367 h 1357700"/>
              <a:gd name="connsiteX82" fmla="*/ 5402905 w 10678681"/>
              <a:gd name="connsiteY82" fmla="*/ 1241191 h 1357700"/>
              <a:gd name="connsiteX83" fmla="*/ 5285593 w 10678681"/>
              <a:gd name="connsiteY83" fmla="*/ 1273569 h 1357700"/>
              <a:gd name="connsiteX84" fmla="*/ 5192893 w 10678681"/>
              <a:gd name="connsiteY84" fmla="*/ 1247188 h 1357700"/>
              <a:gd name="connsiteX85" fmla="*/ 5186475 w 10678681"/>
              <a:gd name="connsiteY85" fmla="*/ 1257028 h 1357700"/>
              <a:gd name="connsiteX86" fmla="*/ 5126038 w 10678681"/>
              <a:gd name="connsiteY86" fmla="*/ 1263189 h 1357700"/>
              <a:gd name="connsiteX87" fmla="*/ 4905913 w 10678681"/>
              <a:gd name="connsiteY87" fmla="*/ 1224477 h 1357700"/>
              <a:gd name="connsiteX88" fmla="*/ 4788036 w 10678681"/>
              <a:gd name="connsiteY88" fmla="*/ 1238182 h 1357700"/>
              <a:gd name="connsiteX89" fmla="*/ 4747555 w 10678681"/>
              <a:gd name="connsiteY89" fmla="*/ 1252768 h 1357700"/>
              <a:gd name="connsiteX90" fmla="*/ 4679644 w 10678681"/>
              <a:gd name="connsiteY90" fmla="*/ 1276603 h 1357700"/>
              <a:gd name="connsiteX91" fmla="*/ 4632222 w 10678681"/>
              <a:gd name="connsiteY91" fmla="*/ 1318360 h 1357700"/>
              <a:gd name="connsiteX92" fmla="*/ 4617358 w 10678681"/>
              <a:gd name="connsiteY92" fmla="*/ 1327690 h 1357700"/>
              <a:gd name="connsiteX93" fmla="*/ 4589102 w 10678681"/>
              <a:gd name="connsiteY93" fmla="*/ 1321223 h 1357700"/>
              <a:gd name="connsiteX94" fmla="*/ 4578184 w 10678681"/>
              <a:gd name="connsiteY94" fmla="*/ 1326745 h 1357700"/>
              <a:gd name="connsiteX95" fmla="*/ 4574270 w 10678681"/>
              <a:gd name="connsiteY95" fmla="*/ 1325878 h 1357700"/>
              <a:gd name="connsiteX96" fmla="*/ 4564919 w 10678681"/>
              <a:gd name="connsiteY96" fmla="*/ 1325507 h 1357700"/>
              <a:gd name="connsiteX97" fmla="*/ 4566586 w 10678681"/>
              <a:gd name="connsiteY97" fmla="*/ 1316963 h 1357700"/>
              <a:gd name="connsiteX98" fmla="*/ 4556303 w 10678681"/>
              <a:gd name="connsiteY98" fmla="*/ 1300262 h 1357700"/>
              <a:gd name="connsiteX99" fmla="*/ 4502358 w 10678681"/>
              <a:gd name="connsiteY99" fmla="*/ 1302558 h 1357700"/>
              <a:gd name="connsiteX100" fmla="*/ 4498919 w 10678681"/>
              <a:gd name="connsiteY100" fmla="*/ 1312115 h 1357700"/>
              <a:gd name="connsiteX101" fmla="*/ 4492075 w 10678681"/>
              <a:gd name="connsiteY101" fmla="*/ 1313357 h 1357700"/>
              <a:gd name="connsiteX102" fmla="*/ 4487466 w 10678681"/>
              <a:gd name="connsiteY102" fmla="*/ 1304102 h 1357700"/>
              <a:gd name="connsiteX103" fmla="*/ 4398292 w 10678681"/>
              <a:gd name="connsiteY103" fmla="*/ 1278410 h 1357700"/>
              <a:gd name="connsiteX104" fmla="*/ 4278026 w 10678681"/>
              <a:gd name="connsiteY104" fmla="*/ 1259803 h 1357700"/>
              <a:gd name="connsiteX105" fmla="*/ 4188995 w 10678681"/>
              <a:gd name="connsiteY105" fmla="*/ 1296718 h 1357700"/>
              <a:gd name="connsiteX106" fmla="*/ 4181483 w 10678681"/>
              <a:gd name="connsiteY106" fmla="*/ 1287686 h 1357700"/>
              <a:gd name="connsiteX107" fmla="*/ 4120739 w 10678681"/>
              <a:gd name="connsiteY107" fmla="*/ 1288549 h 1357700"/>
              <a:gd name="connsiteX108" fmla="*/ 3906561 w 10678681"/>
              <a:gd name="connsiteY108" fmla="*/ 1352435 h 1357700"/>
              <a:gd name="connsiteX109" fmla="*/ 3787890 w 10678681"/>
              <a:gd name="connsiteY109" fmla="*/ 1352442 h 1357700"/>
              <a:gd name="connsiteX110" fmla="*/ 3745993 w 10678681"/>
              <a:gd name="connsiteY110" fmla="*/ 1342630 h 1357700"/>
              <a:gd name="connsiteX111" fmla="*/ 3675785 w 10678681"/>
              <a:gd name="connsiteY111" fmla="*/ 1326802 h 1357700"/>
              <a:gd name="connsiteX112" fmla="*/ 3623856 w 10678681"/>
              <a:gd name="connsiteY112" fmla="*/ 1290804 h 1357700"/>
              <a:gd name="connsiteX113" fmla="*/ 3564933 w 10678681"/>
              <a:gd name="connsiteY113" fmla="*/ 1287147 h 1357700"/>
              <a:gd name="connsiteX114" fmla="*/ 3550537 w 10678681"/>
              <a:gd name="connsiteY114" fmla="*/ 1317552 h 1357700"/>
              <a:gd name="connsiteX115" fmla="*/ 3487736 w 10678681"/>
              <a:gd name="connsiteY115" fmla="*/ 1303493 h 1357700"/>
              <a:gd name="connsiteX116" fmla="*/ 3392548 w 10678681"/>
              <a:gd name="connsiteY116" fmla="*/ 1278741 h 1357700"/>
              <a:gd name="connsiteX117" fmla="*/ 3337466 w 10678681"/>
              <a:gd name="connsiteY117" fmla="*/ 1272537 h 1357700"/>
              <a:gd name="connsiteX118" fmla="*/ 3187206 w 10678681"/>
              <a:gd name="connsiteY118" fmla="*/ 1246821 h 1357700"/>
              <a:gd name="connsiteX119" fmla="*/ 3036856 w 10678681"/>
              <a:gd name="connsiteY119" fmla="*/ 1214383 h 1357700"/>
              <a:gd name="connsiteX120" fmla="*/ 2948654 w 10678681"/>
              <a:gd name="connsiteY120" fmla="*/ 1157455 h 1357700"/>
              <a:gd name="connsiteX121" fmla="*/ 2824973 w 10678681"/>
              <a:gd name="connsiteY121" fmla="*/ 1134864 h 1357700"/>
              <a:gd name="connsiteX122" fmla="*/ 2804398 w 10678681"/>
              <a:gd name="connsiteY122" fmla="*/ 1125556 h 1357700"/>
              <a:gd name="connsiteX123" fmla="*/ 2775396 w 10678681"/>
              <a:gd name="connsiteY123" fmla="*/ 1130148 h 1357700"/>
              <a:gd name="connsiteX124" fmla="*/ 2659096 w 10678681"/>
              <a:gd name="connsiteY124" fmla="*/ 1150294 h 1357700"/>
              <a:gd name="connsiteX125" fmla="*/ 2567088 w 10678681"/>
              <a:gd name="connsiteY125" fmla="*/ 1181781 h 1357700"/>
              <a:gd name="connsiteX126" fmla="*/ 2454501 w 10678681"/>
              <a:gd name="connsiteY126" fmla="*/ 1155455 h 1357700"/>
              <a:gd name="connsiteX127" fmla="*/ 2385161 w 10678681"/>
              <a:gd name="connsiteY127" fmla="*/ 1161312 h 1357700"/>
              <a:gd name="connsiteX128" fmla="*/ 2270528 w 10678681"/>
              <a:gd name="connsiteY128" fmla="*/ 1204338 h 1357700"/>
              <a:gd name="connsiteX129" fmla="*/ 2121820 w 10678681"/>
              <a:gd name="connsiteY129" fmla="*/ 1187078 h 1357700"/>
              <a:gd name="connsiteX130" fmla="*/ 2092716 w 10678681"/>
              <a:gd name="connsiteY130" fmla="*/ 1139224 h 1357700"/>
              <a:gd name="connsiteX131" fmla="*/ 2052449 w 10678681"/>
              <a:gd name="connsiteY131" fmla="*/ 1109687 h 1357700"/>
              <a:gd name="connsiteX132" fmla="*/ 2032607 w 10678681"/>
              <a:gd name="connsiteY132" fmla="*/ 1175477 h 1357700"/>
              <a:gd name="connsiteX133" fmla="*/ 1901837 w 10678681"/>
              <a:gd name="connsiteY133" fmla="*/ 1221762 h 1357700"/>
              <a:gd name="connsiteX134" fmla="*/ 1836762 w 10678681"/>
              <a:gd name="connsiteY134" fmla="*/ 1237387 h 1357700"/>
              <a:gd name="connsiteX135" fmla="*/ 1735877 w 10678681"/>
              <a:gd name="connsiteY135" fmla="*/ 1246527 h 1357700"/>
              <a:gd name="connsiteX136" fmla="*/ 1705069 w 10678681"/>
              <a:gd name="connsiteY136" fmla="*/ 1251989 h 1357700"/>
              <a:gd name="connsiteX137" fmla="*/ 1397689 w 10678681"/>
              <a:gd name="connsiteY137" fmla="*/ 1336144 h 1357700"/>
              <a:gd name="connsiteX138" fmla="*/ 1220734 w 10678681"/>
              <a:gd name="connsiteY138" fmla="*/ 1257811 h 1357700"/>
              <a:gd name="connsiteX139" fmla="*/ 1021737 w 10678681"/>
              <a:gd name="connsiteY139" fmla="*/ 1238739 h 1357700"/>
              <a:gd name="connsiteX140" fmla="*/ 959820 w 10678681"/>
              <a:gd name="connsiteY140" fmla="*/ 1275863 h 1357700"/>
              <a:gd name="connsiteX141" fmla="*/ 929137 w 10678681"/>
              <a:gd name="connsiteY141" fmla="*/ 1273957 h 1357700"/>
              <a:gd name="connsiteX142" fmla="*/ 878849 w 10678681"/>
              <a:gd name="connsiteY142" fmla="*/ 1266740 h 1357700"/>
              <a:gd name="connsiteX143" fmla="*/ 800667 w 10678681"/>
              <a:gd name="connsiteY143" fmla="*/ 1282041 h 1357700"/>
              <a:gd name="connsiteX144" fmla="*/ 644906 w 10678681"/>
              <a:gd name="connsiteY144" fmla="*/ 1273685 h 1357700"/>
              <a:gd name="connsiteX145" fmla="*/ 379869 w 10678681"/>
              <a:gd name="connsiteY145" fmla="*/ 1339165 h 1357700"/>
              <a:gd name="connsiteX146" fmla="*/ 137696 w 10678681"/>
              <a:gd name="connsiteY146" fmla="*/ 1319217 h 1357700"/>
              <a:gd name="connsiteX147" fmla="*/ 54250 w 10678681"/>
              <a:gd name="connsiteY147" fmla="*/ 1315838 h 1357700"/>
              <a:gd name="connsiteX148" fmla="*/ 28042 w 10678681"/>
              <a:gd name="connsiteY148" fmla="*/ 1297822 h 1357700"/>
              <a:gd name="connsiteX149" fmla="*/ 0 w 10678681"/>
              <a:gd name="connsiteY149" fmla="*/ 1294612 h 1357700"/>
              <a:gd name="connsiteX150" fmla="*/ 0 w 10678681"/>
              <a:gd name="connsiteY150" fmla="*/ 0 h 1357700"/>
              <a:gd name="connsiteX0" fmla="*/ 0 w 10678681"/>
              <a:gd name="connsiteY0" fmla="*/ 0 h 1357700"/>
              <a:gd name="connsiteX1" fmla="*/ 10678681 w 10678681"/>
              <a:gd name="connsiteY1" fmla="*/ 0 h 1357700"/>
              <a:gd name="connsiteX2" fmla="*/ 10666019 w 10678681"/>
              <a:gd name="connsiteY2" fmla="*/ 7876 h 1357700"/>
              <a:gd name="connsiteX3" fmla="*/ 10632825 w 10678681"/>
              <a:gd name="connsiteY3" fmla="*/ 32153 h 1357700"/>
              <a:gd name="connsiteX4" fmla="*/ 10510605 w 10678681"/>
              <a:gd name="connsiteY4" fmla="*/ 30449 h 1357700"/>
              <a:gd name="connsiteX5" fmla="*/ 10456989 w 10678681"/>
              <a:gd name="connsiteY5" fmla="*/ 979 h 1357700"/>
              <a:gd name="connsiteX6" fmla="*/ 10438642 w 10678681"/>
              <a:gd name="connsiteY6" fmla="*/ 1524 h 1357700"/>
              <a:gd name="connsiteX7" fmla="*/ 10407146 w 10678681"/>
              <a:gd name="connsiteY7" fmla="*/ 43659 h 1357700"/>
              <a:gd name="connsiteX8" fmla="*/ 10357996 w 10678681"/>
              <a:gd name="connsiteY8" fmla="*/ 50836 h 1357700"/>
              <a:gd name="connsiteX9" fmla="*/ 10306667 w 10678681"/>
              <a:gd name="connsiteY9" fmla="*/ 109739 h 1357700"/>
              <a:gd name="connsiteX10" fmla="*/ 10115334 w 10678681"/>
              <a:gd name="connsiteY10" fmla="*/ 155658 h 1357700"/>
              <a:gd name="connsiteX11" fmla="*/ 10068157 w 10678681"/>
              <a:gd name="connsiteY11" fmla="*/ 215673 h 1357700"/>
              <a:gd name="connsiteX12" fmla="*/ 10045431 w 10678681"/>
              <a:gd name="connsiteY12" fmla="*/ 229568 h 1357700"/>
              <a:gd name="connsiteX13" fmla="*/ 10013265 w 10678681"/>
              <a:gd name="connsiteY13" fmla="*/ 284757 h 1357700"/>
              <a:gd name="connsiteX14" fmla="*/ 9862496 w 10678681"/>
              <a:gd name="connsiteY14" fmla="*/ 223033 h 1357700"/>
              <a:gd name="connsiteX15" fmla="*/ 9679638 w 10678681"/>
              <a:gd name="connsiteY15" fmla="*/ 277462 h 1357700"/>
              <a:gd name="connsiteX16" fmla="*/ 9498347 w 10678681"/>
              <a:gd name="connsiteY16" fmla="*/ 244723 h 1357700"/>
              <a:gd name="connsiteX17" fmla="*/ 9399702 w 10678681"/>
              <a:gd name="connsiteY17" fmla="*/ 276316 h 1357700"/>
              <a:gd name="connsiteX18" fmla="*/ 9378439 w 10678681"/>
              <a:gd name="connsiteY18" fmla="*/ 326244 h 1357700"/>
              <a:gd name="connsiteX19" fmla="*/ 9121744 w 10678681"/>
              <a:gd name="connsiteY19" fmla="*/ 365177 h 1357700"/>
              <a:gd name="connsiteX20" fmla="*/ 9061654 w 10678681"/>
              <a:gd name="connsiteY20" fmla="*/ 393730 h 1357700"/>
              <a:gd name="connsiteX21" fmla="*/ 8997577 w 10678681"/>
              <a:gd name="connsiteY21" fmla="*/ 380865 h 1357700"/>
              <a:gd name="connsiteX22" fmla="*/ 8907968 w 10678681"/>
              <a:gd name="connsiteY22" fmla="*/ 447345 h 1357700"/>
              <a:gd name="connsiteX23" fmla="*/ 8764163 w 10678681"/>
              <a:gd name="connsiteY23" fmla="*/ 471000 h 1357700"/>
              <a:gd name="connsiteX24" fmla="*/ 8680155 w 10678681"/>
              <a:gd name="connsiteY24" fmla="*/ 492404 h 1357700"/>
              <a:gd name="connsiteX25" fmla="*/ 8651436 w 10678681"/>
              <a:gd name="connsiteY25" fmla="*/ 511923 h 1357700"/>
              <a:gd name="connsiteX26" fmla="*/ 8609185 w 10678681"/>
              <a:gd name="connsiteY26" fmla="*/ 531525 h 1357700"/>
              <a:gd name="connsiteX27" fmla="*/ 8537091 w 10678681"/>
              <a:gd name="connsiteY27" fmla="*/ 574933 h 1357700"/>
              <a:gd name="connsiteX28" fmla="*/ 8435931 w 10678681"/>
              <a:gd name="connsiteY28" fmla="*/ 617926 h 1357700"/>
              <a:gd name="connsiteX29" fmla="*/ 8348623 w 10678681"/>
              <a:gd name="connsiteY29" fmla="*/ 600607 h 1357700"/>
              <a:gd name="connsiteX30" fmla="*/ 8344233 w 10678681"/>
              <a:gd name="connsiteY30" fmla="*/ 610922 h 1357700"/>
              <a:gd name="connsiteX31" fmla="*/ 8290622 w 10678681"/>
              <a:gd name="connsiteY31" fmla="*/ 622687 h 1357700"/>
              <a:gd name="connsiteX32" fmla="*/ 8086698 w 10678681"/>
              <a:gd name="connsiteY32" fmla="*/ 605185 h 1357700"/>
              <a:gd name="connsiteX33" fmla="*/ 7982378 w 10678681"/>
              <a:gd name="connsiteY33" fmla="*/ 629799 h 1357700"/>
              <a:gd name="connsiteX34" fmla="*/ 7947952 w 10678681"/>
              <a:gd name="connsiteY34" fmla="*/ 648003 h 1357700"/>
              <a:gd name="connsiteX35" fmla="*/ 7890112 w 10678681"/>
              <a:gd name="connsiteY35" fmla="*/ 677915 h 1357700"/>
              <a:gd name="connsiteX36" fmla="*/ 7853284 w 10678681"/>
              <a:gd name="connsiteY36" fmla="*/ 723588 h 1357700"/>
              <a:gd name="connsiteX37" fmla="*/ 7802383 w 10678681"/>
              <a:gd name="connsiteY37" fmla="*/ 739359 h 1357700"/>
              <a:gd name="connsiteX38" fmla="*/ 7782280 w 10678681"/>
              <a:gd name="connsiteY38" fmla="*/ 712868 h 1357700"/>
              <a:gd name="connsiteX39" fmla="*/ 7730518 w 10678681"/>
              <a:gd name="connsiteY39" fmla="*/ 739526 h 1357700"/>
              <a:gd name="connsiteX40" fmla="*/ 7652907 w 10678681"/>
              <a:gd name="connsiteY40" fmla="*/ 783273 h 1357700"/>
              <a:gd name="connsiteX41" fmla="*/ 7606008 w 10678681"/>
              <a:gd name="connsiteY41" fmla="*/ 800717 h 1357700"/>
              <a:gd name="connsiteX42" fmla="*/ 7480223 w 10678681"/>
              <a:gd name="connsiteY42" fmla="*/ 856821 h 1357700"/>
              <a:gd name="connsiteX43" fmla="*/ 7356005 w 10678681"/>
              <a:gd name="connsiteY43" fmla="*/ 919462 h 1357700"/>
              <a:gd name="connsiteX44" fmla="*/ 7305396 w 10678681"/>
              <a:gd name="connsiteY44" fmla="*/ 986228 h 1357700"/>
              <a:gd name="connsiteX45" fmla="*/ 7298314 w 10678681"/>
              <a:gd name="connsiteY45" fmla="*/ 989899 h 1357700"/>
              <a:gd name="connsiteX46" fmla="*/ 7277477 w 10678681"/>
              <a:gd name="connsiteY46" fmla="*/ 990571 h 1357700"/>
              <a:gd name="connsiteX47" fmla="*/ 7269396 w 10678681"/>
              <a:gd name="connsiteY47" fmla="*/ 989282 h 1357700"/>
              <a:gd name="connsiteX48" fmla="*/ 7258094 w 10678681"/>
              <a:gd name="connsiteY48" fmla="*/ 990679 h 1357700"/>
              <a:gd name="connsiteX49" fmla="*/ 7257893 w 10678681"/>
              <a:gd name="connsiteY49" fmla="*/ 991204 h 1357700"/>
              <a:gd name="connsiteX50" fmla="*/ 7247153 w 10678681"/>
              <a:gd name="connsiteY50" fmla="*/ 991550 h 1357700"/>
              <a:gd name="connsiteX51" fmla="*/ 7193612 w 10678681"/>
              <a:gd name="connsiteY51" fmla="*/ 987042 h 1357700"/>
              <a:gd name="connsiteX52" fmla="*/ 7132632 w 10678681"/>
              <a:gd name="connsiteY52" fmla="*/ 1042036 h 1357700"/>
              <a:gd name="connsiteX53" fmla="*/ 7105610 w 10678681"/>
              <a:gd name="connsiteY53" fmla="*/ 1053537 h 1357700"/>
              <a:gd name="connsiteX54" fmla="*/ 7091599 w 10678681"/>
              <a:gd name="connsiteY54" fmla="*/ 1062302 h 1357700"/>
              <a:gd name="connsiteX55" fmla="*/ 7090998 w 10678681"/>
              <a:gd name="connsiteY55" fmla="*/ 1064540 h 1357700"/>
              <a:gd name="connsiteX56" fmla="*/ 7039634 w 10678681"/>
              <a:gd name="connsiteY56" fmla="*/ 1059971 h 1357700"/>
              <a:gd name="connsiteX57" fmla="*/ 7033445 w 10678681"/>
              <a:gd name="connsiteY57" fmla="*/ 1063314 h 1357700"/>
              <a:gd name="connsiteX58" fmla="*/ 6999157 w 10678681"/>
              <a:gd name="connsiteY58" fmla="*/ 1055282 h 1357700"/>
              <a:gd name="connsiteX59" fmla="*/ 6981874 w 10678681"/>
              <a:gd name="connsiteY59" fmla="*/ 1053827 h 1357700"/>
              <a:gd name="connsiteX60" fmla="*/ 6976102 w 10678681"/>
              <a:gd name="connsiteY60" fmla="*/ 1047854 h 1357700"/>
              <a:gd name="connsiteX61" fmla="*/ 6951040 w 10678681"/>
              <a:gd name="connsiteY61" fmla="*/ 1048531 h 1357700"/>
              <a:gd name="connsiteX62" fmla="*/ 6948497 w 10678681"/>
              <a:gd name="connsiteY62" fmla="*/ 1050706 h 1357700"/>
              <a:gd name="connsiteX63" fmla="*/ 6926582 w 10678681"/>
              <a:gd name="connsiteY63" fmla="*/ 1043462 h 1357700"/>
              <a:gd name="connsiteX64" fmla="*/ 6833743 w 10678681"/>
              <a:gd name="connsiteY64" fmla="*/ 1027960 h 1357700"/>
              <a:gd name="connsiteX65" fmla="*/ 6698313 w 10678681"/>
              <a:gd name="connsiteY65" fmla="*/ 1063249 h 1357700"/>
              <a:gd name="connsiteX66" fmla="*/ 6550218 w 10678681"/>
              <a:gd name="connsiteY66" fmla="*/ 1026825 h 1357700"/>
              <a:gd name="connsiteX67" fmla="*/ 6437450 w 10678681"/>
              <a:gd name="connsiteY67" fmla="*/ 1101075 h 1357700"/>
              <a:gd name="connsiteX68" fmla="*/ 6327795 w 10678681"/>
              <a:gd name="connsiteY68" fmla="*/ 1088142 h 1357700"/>
              <a:gd name="connsiteX69" fmla="*/ 6136549 w 10678681"/>
              <a:gd name="connsiteY69" fmla="*/ 1100268 h 1357700"/>
              <a:gd name="connsiteX70" fmla="*/ 6004655 w 10678681"/>
              <a:gd name="connsiteY70" fmla="*/ 1114946 h 1357700"/>
              <a:gd name="connsiteX71" fmla="*/ 5936643 w 10678681"/>
              <a:gd name="connsiteY71" fmla="*/ 1095428 h 1357700"/>
              <a:gd name="connsiteX72" fmla="*/ 5912484 w 10678681"/>
              <a:gd name="connsiteY72" fmla="*/ 1112624 h 1357700"/>
              <a:gd name="connsiteX73" fmla="*/ 5908387 w 10678681"/>
              <a:gd name="connsiteY73" fmla="*/ 1116018 h 1357700"/>
              <a:gd name="connsiteX74" fmla="*/ 5890495 w 10678681"/>
              <a:gd name="connsiteY74" fmla="*/ 1120268 h 1357700"/>
              <a:gd name="connsiteX75" fmla="*/ 5887318 w 10678681"/>
              <a:gd name="connsiteY75" fmla="*/ 1133134 h 1357700"/>
              <a:gd name="connsiteX76" fmla="*/ 5861726 w 10678681"/>
              <a:gd name="connsiteY76" fmla="*/ 1147891 h 1357700"/>
              <a:gd name="connsiteX77" fmla="*/ 5805823 w 10678681"/>
              <a:gd name="connsiteY77" fmla="*/ 1152457 h 1357700"/>
              <a:gd name="connsiteX78" fmla="*/ 5689841 w 10678681"/>
              <a:gd name="connsiteY78" fmla="*/ 1176232 h 1357700"/>
              <a:gd name="connsiteX79" fmla="*/ 5572219 w 10678681"/>
              <a:gd name="connsiteY79" fmla="*/ 1173708 h 1357700"/>
              <a:gd name="connsiteX80" fmla="*/ 5537768 w 10678681"/>
              <a:gd name="connsiteY80" fmla="*/ 1190202 h 1357700"/>
              <a:gd name="connsiteX81" fmla="*/ 5488513 w 10678681"/>
              <a:gd name="connsiteY81" fmla="*/ 1205367 h 1357700"/>
              <a:gd name="connsiteX82" fmla="*/ 5402905 w 10678681"/>
              <a:gd name="connsiteY82" fmla="*/ 1241191 h 1357700"/>
              <a:gd name="connsiteX83" fmla="*/ 5285593 w 10678681"/>
              <a:gd name="connsiteY83" fmla="*/ 1273569 h 1357700"/>
              <a:gd name="connsiteX84" fmla="*/ 5192893 w 10678681"/>
              <a:gd name="connsiteY84" fmla="*/ 1247188 h 1357700"/>
              <a:gd name="connsiteX85" fmla="*/ 5186475 w 10678681"/>
              <a:gd name="connsiteY85" fmla="*/ 1257028 h 1357700"/>
              <a:gd name="connsiteX86" fmla="*/ 5126038 w 10678681"/>
              <a:gd name="connsiteY86" fmla="*/ 1263189 h 1357700"/>
              <a:gd name="connsiteX87" fmla="*/ 4905913 w 10678681"/>
              <a:gd name="connsiteY87" fmla="*/ 1224477 h 1357700"/>
              <a:gd name="connsiteX88" fmla="*/ 4788036 w 10678681"/>
              <a:gd name="connsiteY88" fmla="*/ 1238182 h 1357700"/>
              <a:gd name="connsiteX89" fmla="*/ 4747555 w 10678681"/>
              <a:gd name="connsiteY89" fmla="*/ 1252768 h 1357700"/>
              <a:gd name="connsiteX90" fmla="*/ 4679644 w 10678681"/>
              <a:gd name="connsiteY90" fmla="*/ 1276603 h 1357700"/>
              <a:gd name="connsiteX91" fmla="*/ 4632222 w 10678681"/>
              <a:gd name="connsiteY91" fmla="*/ 1318360 h 1357700"/>
              <a:gd name="connsiteX92" fmla="*/ 4617358 w 10678681"/>
              <a:gd name="connsiteY92" fmla="*/ 1327690 h 1357700"/>
              <a:gd name="connsiteX93" fmla="*/ 4589102 w 10678681"/>
              <a:gd name="connsiteY93" fmla="*/ 1321223 h 1357700"/>
              <a:gd name="connsiteX94" fmla="*/ 4578184 w 10678681"/>
              <a:gd name="connsiteY94" fmla="*/ 1326745 h 1357700"/>
              <a:gd name="connsiteX95" fmla="*/ 4574270 w 10678681"/>
              <a:gd name="connsiteY95" fmla="*/ 1325878 h 1357700"/>
              <a:gd name="connsiteX96" fmla="*/ 4564919 w 10678681"/>
              <a:gd name="connsiteY96" fmla="*/ 1325507 h 1357700"/>
              <a:gd name="connsiteX97" fmla="*/ 4566586 w 10678681"/>
              <a:gd name="connsiteY97" fmla="*/ 1316963 h 1357700"/>
              <a:gd name="connsiteX98" fmla="*/ 4556303 w 10678681"/>
              <a:gd name="connsiteY98" fmla="*/ 1300262 h 1357700"/>
              <a:gd name="connsiteX99" fmla="*/ 4502358 w 10678681"/>
              <a:gd name="connsiteY99" fmla="*/ 1302558 h 1357700"/>
              <a:gd name="connsiteX100" fmla="*/ 4498919 w 10678681"/>
              <a:gd name="connsiteY100" fmla="*/ 1312115 h 1357700"/>
              <a:gd name="connsiteX101" fmla="*/ 4492075 w 10678681"/>
              <a:gd name="connsiteY101" fmla="*/ 1313357 h 1357700"/>
              <a:gd name="connsiteX102" fmla="*/ 4487466 w 10678681"/>
              <a:gd name="connsiteY102" fmla="*/ 1304102 h 1357700"/>
              <a:gd name="connsiteX103" fmla="*/ 4398292 w 10678681"/>
              <a:gd name="connsiteY103" fmla="*/ 1278410 h 1357700"/>
              <a:gd name="connsiteX104" fmla="*/ 4278026 w 10678681"/>
              <a:gd name="connsiteY104" fmla="*/ 1259803 h 1357700"/>
              <a:gd name="connsiteX105" fmla="*/ 4188995 w 10678681"/>
              <a:gd name="connsiteY105" fmla="*/ 1296718 h 1357700"/>
              <a:gd name="connsiteX106" fmla="*/ 4181483 w 10678681"/>
              <a:gd name="connsiteY106" fmla="*/ 1287686 h 1357700"/>
              <a:gd name="connsiteX107" fmla="*/ 4120739 w 10678681"/>
              <a:gd name="connsiteY107" fmla="*/ 1288549 h 1357700"/>
              <a:gd name="connsiteX108" fmla="*/ 3906561 w 10678681"/>
              <a:gd name="connsiteY108" fmla="*/ 1352435 h 1357700"/>
              <a:gd name="connsiteX109" fmla="*/ 3787890 w 10678681"/>
              <a:gd name="connsiteY109" fmla="*/ 1352442 h 1357700"/>
              <a:gd name="connsiteX110" fmla="*/ 3745993 w 10678681"/>
              <a:gd name="connsiteY110" fmla="*/ 1342630 h 1357700"/>
              <a:gd name="connsiteX111" fmla="*/ 3675785 w 10678681"/>
              <a:gd name="connsiteY111" fmla="*/ 1326802 h 1357700"/>
              <a:gd name="connsiteX112" fmla="*/ 3623856 w 10678681"/>
              <a:gd name="connsiteY112" fmla="*/ 1290804 h 1357700"/>
              <a:gd name="connsiteX113" fmla="*/ 3564933 w 10678681"/>
              <a:gd name="connsiteY113" fmla="*/ 1287147 h 1357700"/>
              <a:gd name="connsiteX114" fmla="*/ 3550537 w 10678681"/>
              <a:gd name="connsiteY114" fmla="*/ 1317552 h 1357700"/>
              <a:gd name="connsiteX115" fmla="*/ 3487736 w 10678681"/>
              <a:gd name="connsiteY115" fmla="*/ 1303493 h 1357700"/>
              <a:gd name="connsiteX116" fmla="*/ 3392548 w 10678681"/>
              <a:gd name="connsiteY116" fmla="*/ 1278741 h 1357700"/>
              <a:gd name="connsiteX117" fmla="*/ 3337466 w 10678681"/>
              <a:gd name="connsiteY117" fmla="*/ 1272537 h 1357700"/>
              <a:gd name="connsiteX118" fmla="*/ 3187206 w 10678681"/>
              <a:gd name="connsiteY118" fmla="*/ 1246821 h 1357700"/>
              <a:gd name="connsiteX119" fmla="*/ 3036856 w 10678681"/>
              <a:gd name="connsiteY119" fmla="*/ 1214383 h 1357700"/>
              <a:gd name="connsiteX120" fmla="*/ 2948654 w 10678681"/>
              <a:gd name="connsiteY120" fmla="*/ 1157455 h 1357700"/>
              <a:gd name="connsiteX121" fmla="*/ 2824973 w 10678681"/>
              <a:gd name="connsiteY121" fmla="*/ 1134864 h 1357700"/>
              <a:gd name="connsiteX122" fmla="*/ 2804398 w 10678681"/>
              <a:gd name="connsiteY122" fmla="*/ 1125556 h 1357700"/>
              <a:gd name="connsiteX123" fmla="*/ 2775396 w 10678681"/>
              <a:gd name="connsiteY123" fmla="*/ 1130148 h 1357700"/>
              <a:gd name="connsiteX124" fmla="*/ 2659096 w 10678681"/>
              <a:gd name="connsiteY124" fmla="*/ 1150294 h 1357700"/>
              <a:gd name="connsiteX125" fmla="*/ 2567088 w 10678681"/>
              <a:gd name="connsiteY125" fmla="*/ 1181781 h 1357700"/>
              <a:gd name="connsiteX126" fmla="*/ 2454501 w 10678681"/>
              <a:gd name="connsiteY126" fmla="*/ 1155455 h 1357700"/>
              <a:gd name="connsiteX127" fmla="*/ 2385161 w 10678681"/>
              <a:gd name="connsiteY127" fmla="*/ 1161312 h 1357700"/>
              <a:gd name="connsiteX128" fmla="*/ 2270528 w 10678681"/>
              <a:gd name="connsiteY128" fmla="*/ 1204338 h 1357700"/>
              <a:gd name="connsiteX129" fmla="*/ 2121820 w 10678681"/>
              <a:gd name="connsiteY129" fmla="*/ 1187078 h 1357700"/>
              <a:gd name="connsiteX130" fmla="*/ 2092716 w 10678681"/>
              <a:gd name="connsiteY130" fmla="*/ 1139224 h 1357700"/>
              <a:gd name="connsiteX131" fmla="*/ 2052449 w 10678681"/>
              <a:gd name="connsiteY131" fmla="*/ 1109687 h 1357700"/>
              <a:gd name="connsiteX132" fmla="*/ 2032607 w 10678681"/>
              <a:gd name="connsiteY132" fmla="*/ 1175477 h 1357700"/>
              <a:gd name="connsiteX133" fmla="*/ 1901837 w 10678681"/>
              <a:gd name="connsiteY133" fmla="*/ 1221762 h 1357700"/>
              <a:gd name="connsiteX134" fmla="*/ 1836762 w 10678681"/>
              <a:gd name="connsiteY134" fmla="*/ 1237387 h 1357700"/>
              <a:gd name="connsiteX135" fmla="*/ 1735877 w 10678681"/>
              <a:gd name="connsiteY135" fmla="*/ 1246527 h 1357700"/>
              <a:gd name="connsiteX136" fmla="*/ 1705069 w 10678681"/>
              <a:gd name="connsiteY136" fmla="*/ 1251989 h 1357700"/>
              <a:gd name="connsiteX137" fmla="*/ 1397689 w 10678681"/>
              <a:gd name="connsiteY137" fmla="*/ 1336144 h 1357700"/>
              <a:gd name="connsiteX138" fmla="*/ 1220734 w 10678681"/>
              <a:gd name="connsiteY138" fmla="*/ 1257811 h 1357700"/>
              <a:gd name="connsiteX139" fmla="*/ 1021737 w 10678681"/>
              <a:gd name="connsiteY139" fmla="*/ 1238739 h 1357700"/>
              <a:gd name="connsiteX140" fmla="*/ 959820 w 10678681"/>
              <a:gd name="connsiteY140" fmla="*/ 1275863 h 1357700"/>
              <a:gd name="connsiteX141" fmla="*/ 929137 w 10678681"/>
              <a:gd name="connsiteY141" fmla="*/ 1273957 h 1357700"/>
              <a:gd name="connsiteX142" fmla="*/ 878849 w 10678681"/>
              <a:gd name="connsiteY142" fmla="*/ 1266740 h 1357700"/>
              <a:gd name="connsiteX143" fmla="*/ 800667 w 10678681"/>
              <a:gd name="connsiteY143" fmla="*/ 1282041 h 1357700"/>
              <a:gd name="connsiteX144" fmla="*/ 644906 w 10678681"/>
              <a:gd name="connsiteY144" fmla="*/ 1273685 h 1357700"/>
              <a:gd name="connsiteX145" fmla="*/ 379869 w 10678681"/>
              <a:gd name="connsiteY145" fmla="*/ 1339165 h 1357700"/>
              <a:gd name="connsiteX146" fmla="*/ 137696 w 10678681"/>
              <a:gd name="connsiteY146" fmla="*/ 1319217 h 1357700"/>
              <a:gd name="connsiteX147" fmla="*/ 54250 w 10678681"/>
              <a:gd name="connsiteY147" fmla="*/ 1315838 h 1357700"/>
              <a:gd name="connsiteX148" fmla="*/ 28042 w 10678681"/>
              <a:gd name="connsiteY148" fmla="*/ 1297822 h 1357700"/>
              <a:gd name="connsiteX149" fmla="*/ 0 w 10678681"/>
              <a:gd name="connsiteY149" fmla="*/ 1294612 h 1357700"/>
              <a:gd name="connsiteX150" fmla="*/ 0 w 10678681"/>
              <a:gd name="connsiteY150" fmla="*/ 0 h 1357700"/>
              <a:gd name="connsiteX0" fmla="*/ 0 w 10678681"/>
              <a:gd name="connsiteY0" fmla="*/ 0 h 1357700"/>
              <a:gd name="connsiteX1" fmla="*/ 10678681 w 10678681"/>
              <a:gd name="connsiteY1" fmla="*/ 0 h 1357700"/>
              <a:gd name="connsiteX2" fmla="*/ 10666019 w 10678681"/>
              <a:gd name="connsiteY2" fmla="*/ 7876 h 1357700"/>
              <a:gd name="connsiteX3" fmla="*/ 10632825 w 10678681"/>
              <a:gd name="connsiteY3" fmla="*/ 32153 h 1357700"/>
              <a:gd name="connsiteX4" fmla="*/ 10510605 w 10678681"/>
              <a:gd name="connsiteY4" fmla="*/ 30449 h 1357700"/>
              <a:gd name="connsiteX5" fmla="*/ 10456989 w 10678681"/>
              <a:gd name="connsiteY5" fmla="*/ 979 h 1357700"/>
              <a:gd name="connsiteX6" fmla="*/ 10438642 w 10678681"/>
              <a:gd name="connsiteY6" fmla="*/ 1524 h 1357700"/>
              <a:gd name="connsiteX7" fmla="*/ 10407146 w 10678681"/>
              <a:gd name="connsiteY7" fmla="*/ 43659 h 1357700"/>
              <a:gd name="connsiteX8" fmla="*/ 10357996 w 10678681"/>
              <a:gd name="connsiteY8" fmla="*/ 50836 h 1357700"/>
              <a:gd name="connsiteX9" fmla="*/ 10306667 w 10678681"/>
              <a:gd name="connsiteY9" fmla="*/ 109739 h 1357700"/>
              <a:gd name="connsiteX10" fmla="*/ 10115334 w 10678681"/>
              <a:gd name="connsiteY10" fmla="*/ 155658 h 1357700"/>
              <a:gd name="connsiteX11" fmla="*/ 10068157 w 10678681"/>
              <a:gd name="connsiteY11" fmla="*/ 215673 h 1357700"/>
              <a:gd name="connsiteX12" fmla="*/ 10045431 w 10678681"/>
              <a:gd name="connsiteY12" fmla="*/ 229568 h 1357700"/>
              <a:gd name="connsiteX13" fmla="*/ 10013265 w 10678681"/>
              <a:gd name="connsiteY13" fmla="*/ 284757 h 1357700"/>
              <a:gd name="connsiteX14" fmla="*/ 9862496 w 10678681"/>
              <a:gd name="connsiteY14" fmla="*/ 223033 h 1357700"/>
              <a:gd name="connsiteX15" fmla="*/ 9679638 w 10678681"/>
              <a:gd name="connsiteY15" fmla="*/ 277462 h 1357700"/>
              <a:gd name="connsiteX16" fmla="*/ 9498347 w 10678681"/>
              <a:gd name="connsiteY16" fmla="*/ 244723 h 1357700"/>
              <a:gd name="connsiteX17" fmla="*/ 9399702 w 10678681"/>
              <a:gd name="connsiteY17" fmla="*/ 276316 h 1357700"/>
              <a:gd name="connsiteX18" fmla="*/ 9378439 w 10678681"/>
              <a:gd name="connsiteY18" fmla="*/ 326244 h 1357700"/>
              <a:gd name="connsiteX19" fmla="*/ 9121744 w 10678681"/>
              <a:gd name="connsiteY19" fmla="*/ 365177 h 1357700"/>
              <a:gd name="connsiteX20" fmla="*/ 9061654 w 10678681"/>
              <a:gd name="connsiteY20" fmla="*/ 393730 h 1357700"/>
              <a:gd name="connsiteX21" fmla="*/ 8997577 w 10678681"/>
              <a:gd name="connsiteY21" fmla="*/ 380865 h 1357700"/>
              <a:gd name="connsiteX22" fmla="*/ 8907968 w 10678681"/>
              <a:gd name="connsiteY22" fmla="*/ 447345 h 1357700"/>
              <a:gd name="connsiteX23" fmla="*/ 8764163 w 10678681"/>
              <a:gd name="connsiteY23" fmla="*/ 471000 h 1357700"/>
              <a:gd name="connsiteX24" fmla="*/ 8680155 w 10678681"/>
              <a:gd name="connsiteY24" fmla="*/ 492404 h 1357700"/>
              <a:gd name="connsiteX25" fmla="*/ 8651436 w 10678681"/>
              <a:gd name="connsiteY25" fmla="*/ 511923 h 1357700"/>
              <a:gd name="connsiteX26" fmla="*/ 8609185 w 10678681"/>
              <a:gd name="connsiteY26" fmla="*/ 531525 h 1357700"/>
              <a:gd name="connsiteX27" fmla="*/ 8537091 w 10678681"/>
              <a:gd name="connsiteY27" fmla="*/ 574933 h 1357700"/>
              <a:gd name="connsiteX28" fmla="*/ 8435931 w 10678681"/>
              <a:gd name="connsiteY28" fmla="*/ 617926 h 1357700"/>
              <a:gd name="connsiteX29" fmla="*/ 8348623 w 10678681"/>
              <a:gd name="connsiteY29" fmla="*/ 600607 h 1357700"/>
              <a:gd name="connsiteX30" fmla="*/ 8344233 w 10678681"/>
              <a:gd name="connsiteY30" fmla="*/ 610922 h 1357700"/>
              <a:gd name="connsiteX31" fmla="*/ 8290622 w 10678681"/>
              <a:gd name="connsiteY31" fmla="*/ 622687 h 1357700"/>
              <a:gd name="connsiteX32" fmla="*/ 8086698 w 10678681"/>
              <a:gd name="connsiteY32" fmla="*/ 605185 h 1357700"/>
              <a:gd name="connsiteX33" fmla="*/ 7982378 w 10678681"/>
              <a:gd name="connsiteY33" fmla="*/ 629799 h 1357700"/>
              <a:gd name="connsiteX34" fmla="*/ 7947952 w 10678681"/>
              <a:gd name="connsiteY34" fmla="*/ 648003 h 1357700"/>
              <a:gd name="connsiteX35" fmla="*/ 7890112 w 10678681"/>
              <a:gd name="connsiteY35" fmla="*/ 677915 h 1357700"/>
              <a:gd name="connsiteX36" fmla="*/ 7853284 w 10678681"/>
              <a:gd name="connsiteY36" fmla="*/ 723588 h 1357700"/>
              <a:gd name="connsiteX37" fmla="*/ 7802383 w 10678681"/>
              <a:gd name="connsiteY37" fmla="*/ 739359 h 1357700"/>
              <a:gd name="connsiteX38" fmla="*/ 7782280 w 10678681"/>
              <a:gd name="connsiteY38" fmla="*/ 712868 h 1357700"/>
              <a:gd name="connsiteX39" fmla="*/ 7730518 w 10678681"/>
              <a:gd name="connsiteY39" fmla="*/ 739526 h 1357700"/>
              <a:gd name="connsiteX40" fmla="*/ 7652907 w 10678681"/>
              <a:gd name="connsiteY40" fmla="*/ 783273 h 1357700"/>
              <a:gd name="connsiteX41" fmla="*/ 7606008 w 10678681"/>
              <a:gd name="connsiteY41" fmla="*/ 800717 h 1357700"/>
              <a:gd name="connsiteX42" fmla="*/ 7480223 w 10678681"/>
              <a:gd name="connsiteY42" fmla="*/ 856821 h 1357700"/>
              <a:gd name="connsiteX43" fmla="*/ 7356005 w 10678681"/>
              <a:gd name="connsiteY43" fmla="*/ 919462 h 1357700"/>
              <a:gd name="connsiteX44" fmla="*/ 7305396 w 10678681"/>
              <a:gd name="connsiteY44" fmla="*/ 986228 h 1357700"/>
              <a:gd name="connsiteX45" fmla="*/ 7298314 w 10678681"/>
              <a:gd name="connsiteY45" fmla="*/ 989899 h 1357700"/>
              <a:gd name="connsiteX46" fmla="*/ 7277477 w 10678681"/>
              <a:gd name="connsiteY46" fmla="*/ 990571 h 1357700"/>
              <a:gd name="connsiteX47" fmla="*/ 7269396 w 10678681"/>
              <a:gd name="connsiteY47" fmla="*/ 989282 h 1357700"/>
              <a:gd name="connsiteX48" fmla="*/ 7258094 w 10678681"/>
              <a:gd name="connsiteY48" fmla="*/ 990679 h 1357700"/>
              <a:gd name="connsiteX49" fmla="*/ 7257893 w 10678681"/>
              <a:gd name="connsiteY49" fmla="*/ 991204 h 1357700"/>
              <a:gd name="connsiteX50" fmla="*/ 7247153 w 10678681"/>
              <a:gd name="connsiteY50" fmla="*/ 991550 h 1357700"/>
              <a:gd name="connsiteX51" fmla="*/ 7193612 w 10678681"/>
              <a:gd name="connsiteY51" fmla="*/ 987042 h 1357700"/>
              <a:gd name="connsiteX52" fmla="*/ 7132632 w 10678681"/>
              <a:gd name="connsiteY52" fmla="*/ 1042036 h 1357700"/>
              <a:gd name="connsiteX53" fmla="*/ 7105610 w 10678681"/>
              <a:gd name="connsiteY53" fmla="*/ 1053537 h 1357700"/>
              <a:gd name="connsiteX54" fmla="*/ 7091599 w 10678681"/>
              <a:gd name="connsiteY54" fmla="*/ 1062302 h 1357700"/>
              <a:gd name="connsiteX55" fmla="*/ 7090998 w 10678681"/>
              <a:gd name="connsiteY55" fmla="*/ 1064540 h 1357700"/>
              <a:gd name="connsiteX56" fmla="*/ 7039634 w 10678681"/>
              <a:gd name="connsiteY56" fmla="*/ 1059971 h 1357700"/>
              <a:gd name="connsiteX57" fmla="*/ 7033445 w 10678681"/>
              <a:gd name="connsiteY57" fmla="*/ 1063314 h 1357700"/>
              <a:gd name="connsiteX58" fmla="*/ 6999157 w 10678681"/>
              <a:gd name="connsiteY58" fmla="*/ 1055282 h 1357700"/>
              <a:gd name="connsiteX59" fmla="*/ 6981874 w 10678681"/>
              <a:gd name="connsiteY59" fmla="*/ 1053827 h 1357700"/>
              <a:gd name="connsiteX60" fmla="*/ 6976102 w 10678681"/>
              <a:gd name="connsiteY60" fmla="*/ 1047854 h 1357700"/>
              <a:gd name="connsiteX61" fmla="*/ 6951040 w 10678681"/>
              <a:gd name="connsiteY61" fmla="*/ 1048531 h 1357700"/>
              <a:gd name="connsiteX62" fmla="*/ 6948497 w 10678681"/>
              <a:gd name="connsiteY62" fmla="*/ 1050706 h 1357700"/>
              <a:gd name="connsiteX63" fmla="*/ 6926582 w 10678681"/>
              <a:gd name="connsiteY63" fmla="*/ 1043462 h 1357700"/>
              <a:gd name="connsiteX64" fmla="*/ 6833743 w 10678681"/>
              <a:gd name="connsiteY64" fmla="*/ 1027960 h 1357700"/>
              <a:gd name="connsiteX65" fmla="*/ 6698313 w 10678681"/>
              <a:gd name="connsiteY65" fmla="*/ 1063249 h 1357700"/>
              <a:gd name="connsiteX66" fmla="*/ 6550218 w 10678681"/>
              <a:gd name="connsiteY66" fmla="*/ 1026825 h 1357700"/>
              <a:gd name="connsiteX67" fmla="*/ 6437450 w 10678681"/>
              <a:gd name="connsiteY67" fmla="*/ 1101075 h 1357700"/>
              <a:gd name="connsiteX68" fmla="*/ 6327795 w 10678681"/>
              <a:gd name="connsiteY68" fmla="*/ 1088142 h 1357700"/>
              <a:gd name="connsiteX69" fmla="*/ 6136549 w 10678681"/>
              <a:gd name="connsiteY69" fmla="*/ 1100268 h 1357700"/>
              <a:gd name="connsiteX70" fmla="*/ 6004655 w 10678681"/>
              <a:gd name="connsiteY70" fmla="*/ 1114946 h 1357700"/>
              <a:gd name="connsiteX71" fmla="*/ 5936643 w 10678681"/>
              <a:gd name="connsiteY71" fmla="*/ 1095428 h 1357700"/>
              <a:gd name="connsiteX72" fmla="*/ 5912484 w 10678681"/>
              <a:gd name="connsiteY72" fmla="*/ 1112624 h 1357700"/>
              <a:gd name="connsiteX73" fmla="*/ 5908387 w 10678681"/>
              <a:gd name="connsiteY73" fmla="*/ 1116018 h 1357700"/>
              <a:gd name="connsiteX74" fmla="*/ 5890495 w 10678681"/>
              <a:gd name="connsiteY74" fmla="*/ 1120268 h 1357700"/>
              <a:gd name="connsiteX75" fmla="*/ 5887318 w 10678681"/>
              <a:gd name="connsiteY75" fmla="*/ 1133134 h 1357700"/>
              <a:gd name="connsiteX76" fmla="*/ 5861726 w 10678681"/>
              <a:gd name="connsiteY76" fmla="*/ 1147891 h 1357700"/>
              <a:gd name="connsiteX77" fmla="*/ 5805823 w 10678681"/>
              <a:gd name="connsiteY77" fmla="*/ 1152457 h 1357700"/>
              <a:gd name="connsiteX78" fmla="*/ 5689841 w 10678681"/>
              <a:gd name="connsiteY78" fmla="*/ 1176232 h 1357700"/>
              <a:gd name="connsiteX79" fmla="*/ 5537768 w 10678681"/>
              <a:gd name="connsiteY79" fmla="*/ 1190202 h 1357700"/>
              <a:gd name="connsiteX80" fmla="*/ 5488513 w 10678681"/>
              <a:gd name="connsiteY80" fmla="*/ 1205367 h 1357700"/>
              <a:gd name="connsiteX81" fmla="*/ 5402905 w 10678681"/>
              <a:gd name="connsiteY81" fmla="*/ 1241191 h 1357700"/>
              <a:gd name="connsiteX82" fmla="*/ 5285593 w 10678681"/>
              <a:gd name="connsiteY82" fmla="*/ 1273569 h 1357700"/>
              <a:gd name="connsiteX83" fmla="*/ 5192893 w 10678681"/>
              <a:gd name="connsiteY83" fmla="*/ 1247188 h 1357700"/>
              <a:gd name="connsiteX84" fmla="*/ 5186475 w 10678681"/>
              <a:gd name="connsiteY84" fmla="*/ 1257028 h 1357700"/>
              <a:gd name="connsiteX85" fmla="*/ 5126038 w 10678681"/>
              <a:gd name="connsiteY85" fmla="*/ 1263189 h 1357700"/>
              <a:gd name="connsiteX86" fmla="*/ 4905913 w 10678681"/>
              <a:gd name="connsiteY86" fmla="*/ 1224477 h 1357700"/>
              <a:gd name="connsiteX87" fmla="*/ 4788036 w 10678681"/>
              <a:gd name="connsiteY87" fmla="*/ 1238182 h 1357700"/>
              <a:gd name="connsiteX88" fmla="*/ 4747555 w 10678681"/>
              <a:gd name="connsiteY88" fmla="*/ 1252768 h 1357700"/>
              <a:gd name="connsiteX89" fmla="*/ 4679644 w 10678681"/>
              <a:gd name="connsiteY89" fmla="*/ 1276603 h 1357700"/>
              <a:gd name="connsiteX90" fmla="*/ 4632222 w 10678681"/>
              <a:gd name="connsiteY90" fmla="*/ 1318360 h 1357700"/>
              <a:gd name="connsiteX91" fmla="*/ 4617358 w 10678681"/>
              <a:gd name="connsiteY91" fmla="*/ 1327690 h 1357700"/>
              <a:gd name="connsiteX92" fmla="*/ 4589102 w 10678681"/>
              <a:gd name="connsiteY92" fmla="*/ 1321223 h 1357700"/>
              <a:gd name="connsiteX93" fmla="*/ 4578184 w 10678681"/>
              <a:gd name="connsiteY93" fmla="*/ 1326745 h 1357700"/>
              <a:gd name="connsiteX94" fmla="*/ 4574270 w 10678681"/>
              <a:gd name="connsiteY94" fmla="*/ 1325878 h 1357700"/>
              <a:gd name="connsiteX95" fmla="*/ 4564919 w 10678681"/>
              <a:gd name="connsiteY95" fmla="*/ 1325507 h 1357700"/>
              <a:gd name="connsiteX96" fmla="*/ 4566586 w 10678681"/>
              <a:gd name="connsiteY96" fmla="*/ 1316963 h 1357700"/>
              <a:gd name="connsiteX97" fmla="*/ 4556303 w 10678681"/>
              <a:gd name="connsiteY97" fmla="*/ 1300262 h 1357700"/>
              <a:gd name="connsiteX98" fmla="*/ 4502358 w 10678681"/>
              <a:gd name="connsiteY98" fmla="*/ 1302558 h 1357700"/>
              <a:gd name="connsiteX99" fmla="*/ 4498919 w 10678681"/>
              <a:gd name="connsiteY99" fmla="*/ 1312115 h 1357700"/>
              <a:gd name="connsiteX100" fmla="*/ 4492075 w 10678681"/>
              <a:gd name="connsiteY100" fmla="*/ 1313357 h 1357700"/>
              <a:gd name="connsiteX101" fmla="*/ 4487466 w 10678681"/>
              <a:gd name="connsiteY101" fmla="*/ 1304102 h 1357700"/>
              <a:gd name="connsiteX102" fmla="*/ 4398292 w 10678681"/>
              <a:gd name="connsiteY102" fmla="*/ 1278410 h 1357700"/>
              <a:gd name="connsiteX103" fmla="*/ 4278026 w 10678681"/>
              <a:gd name="connsiteY103" fmla="*/ 1259803 h 1357700"/>
              <a:gd name="connsiteX104" fmla="*/ 4188995 w 10678681"/>
              <a:gd name="connsiteY104" fmla="*/ 1296718 h 1357700"/>
              <a:gd name="connsiteX105" fmla="*/ 4181483 w 10678681"/>
              <a:gd name="connsiteY105" fmla="*/ 1287686 h 1357700"/>
              <a:gd name="connsiteX106" fmla="*/ 4120739 w 10678681"/>
              <a:gd name="connsiteY106" fmla="*/ 1288549 h 1357700"/>
              <a:gd name="connsiteX107" fmla="*/ 3906561 w 10678681"/>
              <a:gd name="connsiteY107" fmla="*/ 1352435 h 1357700"/>
              <a:gd name="connsiteX108" fmla="*/ 3787890 w 10678681"/>
              <a:gd name="connsiteY108" fmla="*/ 1352442 h 1357700"/>
              <a:gd name="connsiteX109" fmla="*/ 3745993 w 10678681"/>
              <a:gd name="connsiteY109" fmla="*/ 1342630 h 1357700"/>
              <a:gd name="connsiteX110" fmla="*/ 3675785 w 10678681"/>
              <a:gd name="connsiteY110" fmla="*/ 1326802 h 1357700"/>
              <a:gd name="connsiteX111" fmla="*/ 3623856 w 10678681"/>
              <a:gd name="connsiteY111" fmla="*/ 1290804 h 1357700"/>
              <a:gd name="connsiteX112" fmla="*/ 3564933 w 10678681"/>
              <a:gd name="connsiteY112" fmla="*/ 1287147 h 1357700"/>
              <a:gd name="connsiteX113" fmla="*/ 3550537 w 10678681"/>
              <a:gd name="connsiteY113" fmla="*/ 1317552 h 1357700"/>
              <a:gd name="connsiteX114" fmla="*/ 3487736 w 10678681"/>
              <a:gd name="connsiteY114" fmla="*/ 1303493 h 1357700"/>
              <a:gd name="connsiteX115" fmla="*/ 3392548 w 10678681"/>
              <a:gd name="connsiteY115" fmla="*/ 1278741 h 1357700"/>
              <a:gd name="connsiteX116" fmla="*/ 3337466 w 10678681"/>
              <a:gd name="connsiteY116" fmla="*/ 1272537 h 1357700"/>
              <a:gd name="connsiteX117" fmla="*/ 3187206 w 10678681"/>
              <a:gd name="connsiteY117" fmla="*/ 1246821 h 1357700"/>
              <a:gd name="connsiteX118" fmla="*/ 3036856 w 10678681"/>
              <a:gd name="connsiteY118" fmla="*/ 1214383 h 1357700"/>
              <a:gd name="connsiteX119" fmla="*/ 2948654 w 10678681"/>
              <a:gd name="connsiteY119" fmla="*/ 1157455 h 1357700"/>
              <a:gd name="connsiteX120" fmla="*/ 2824973 w 10678681"/>
              <a:gd name="connsiteY120" fmla="*/ 1134864 h 1357700"/>
              <a:gd name="connsiteX121" fmla="*/ 2804398 w 10678681"/>
              <a:gd name="connsiteY121" fmla="*/ 1125556 h 1357700"/>
              <a:gd name="connsiteX122" fmla="*/ 2775396 w 10678681"/>
              <a:gd name="connsiteY122" fmla="*/ 1130148 h 1357700"/>
              <a:gd name="connsiteX123" fmla="*/ 2659096 w 10678681"/>
              <a:gd name="connsiteY123" fmla="*/ 1150294 h 1357700"/>
              <a:gd name="connsiteX124" fmla="*/ 2567088 w 10678681"/>
              <a:gd name="connsiteY124" fmla="*/ 1181781 h 1357700"/>
              <a:gd name="connsiteX125" fmla="*/ 2454501 w 10678681"/>
              <a:gd name="connsiteY125" fmla="*/ 1155455 h 1357700"/>
              <a:gd name="connsiteX126" fmla="*/ 2385161 w 10678681"/>
              <a:gd name="connsiteY126" fmla="*/ 1161312 h 1357700"/>
              <a:gd name="connsiteX127" fmla="*/ 2270528 w 10678681"/>
              <a:gd name="connsiteY127" fmla="*/ 1204338 h 1357700"/>
              <a:gd name="connsiteX128" fmla="*/ 2121820 w 10678681"/>
              <a:gd name="connsiteY128" fmla="*/ 1187078 h 1357700"/>
              <a:gd name="connsiteX129" fmla="*/ 2092716 w 10678681"/>
              <a:gd name="connsiteY129" fmla="*/ 1139224 h 1357700"/>
              <a:gd name="connsiteX130" fmla="*/ 2052449 w 10678681"/>
              <a:gd name="connsiteY130" fmla="*/ 1109687 h 1357700"/>
              <a:gd name="connsiteX131" fmla="*/ 2032607 w 10678681"/>
              <a:gd name="connsiteY131" fmla="*/ 1175477 h 1357700"/>
              <a:gd name="connsiteX132" fmla="*/ 1901837 w 10678681"/>
              <a:gd name="connsiteY132" fmla="*/ 1221762 h 1357700"/>
              <a:gd name="connsiteX133" fmla="*/ 1836762 w 10678681"/>
              <a:gd name="connsiteY133" fmla="*/ 1237387 h 1357700"/>
              <a:gd name="connsiteX134" fmla="*/ 1735877 w 10678681"/>
              <a:gd name="connsiteY134" fmla="*/ 1246527 h 1357700"/>
              <a:gd name="connsiteX135" fmla="*/ 1705069 w 10678681"/>
              <a:gd name="connsiteY135" fmla="*/ 1251989 h 1357700"/>
              <a:gd name="connsiteX136" fmla="*/ 1397689 w 10678681"/>
              <a:gd name="connsiteY136" fmla="*/ 1336144 h 1357700"/>
              <a:gd name="connsiteX137" fmla="*/ 1220734 w 10678681"/>
              <a:gd name="connsiteY137" fmla="*/ 1257811 h 1357700"/>
              <a:gd name="connsiteX138" fmla="*/ 1021737 w 10678681"/>
              <a:gd name="connsiteY138" fmla="*/ 1238739 h 1357700"/>
              <a:gd name="connsiteX139" fmla="*/ 959820 w 10678681"/>
              <a:gd name="connsiteY139" fmla="*/ 1275863 h 1357700"/>
              <a:gd name="connsiteX140" fmla="*/ 929137 w 10678681"/>
              <a:gd name="connsiteY140" fmla="*/ 1273957 h 1357700"/>
              <a:gd name="connsiteX141" fmla="*/ 878849 w 10678681"/>
              <a:gd name="connsiteY141" fmla="*/ 1266740 h 1357700"/>
              <a:gd name="connsiteX142" fmla="*/ 800667 w 10678681"/>
              <a:gd name="connsiteY142" fmla="*/ 1282041 h 1357700"/>
              <a:gd name="connsiteX143" fmla="*/ 644906 w 10678681"/>
              <a:gd name="connsiteY143" fmla="*/ 1273685 h 1357700"/>
              <a:gd name="connsiteX144" fmla="*/ 379869 w 10678681"/>
              <a:gd name="connsiteY144" fmla="*/ 1339165 h 1357700"/>
              <a:gd name="connsiteX145" fmla="*/ 137696 w 10678681"/>
              <a:gd name="connsiteY145" fmla="*/ 1319217 h 1357700"/>
              <a:gd name="connsiteX146" fmla="*/ 54250 w 10678681"/>
              <a:gd name="connsiteY146" fmla="*/ 1315838 h 1357700"/>
              <a:gd name="connsiteX147" fmla="*/ 28042 w 10678681"/>
              <a:gd name="connsiteY147" fmla="*/ 1297822 h 1357700"/>
              <a:gd name="connsiteX148" fmla="*/ 0 w 10678681"/>
              <a:gd name="connsiteY148" fmla="*/ 1294612 h 1357700"/>
              <a:gd name="connsiteX149" fmla="*/ 0 w 10678681"/>
              <a:gd name="connsiteY149" fmla="*/ 0 h 1357700"/>
              <a:gd name="connsiteX0" fmla="*/ 0 w 10678681"/>
              <a:gd name="connsiteY0" fmla="*/ 0 h 1357700"/>
              <a:gd name="connsiteX1" fmla="*/ 10678681 w 10678681"/>
              <a:gd name="connsiteY1" fmla="*/ 0 h 1357700"/>
              <a:gd name="connsiteX2" fmla="*/ 10666019 w 10678681"/>
              <a:gd name="connsiteY2" fmla="*/ 7876 h 1357700"/>
              <a:gd name="connsiteX3" fmla="*/ 10632825 w 10678681"/>
              <a:gd name="connsiteY3" fmla="*/ 32153 h 1357700"/>
              <a:gd name="connsiteX4" fmla="*/ 10510605 w 10678681"/>
              <a:gd name="connsiteY4" fmla="*/ 30449 h 1357700"/>
              <a:gd name="connsiteX5" fmla="*/ 10456989 w 10678681"/>
              <a:gd name="connsiteY5" fmla="*/ 979 h 1357700"/>
              <a:gd name="connsiteX6" fmla="*/ 10438642 w 10678681"/>
              <a:gd name="connsiteY6" fmla="*/ 1524 h 1357700"/>
              <a:gd name="connsiteX7" fmla="*/ 10407146 w 10678681"/>
              <a:gd name="connsiteY7" fmla="*/ 43659 h 1357700"/>
              <a:gd name="connsiteX8" fmla="*/ 10357996 w 10678681"/>
              <a:gd name="connsiteY8" fmla="*/ 50836 h 1357700"/>
              <a:gd name="connsiteX9" fmla="*/ 10306667 w 10678681"/>
              <a:gd name="connsiteY9" fmla="*/ 109739 h 1357700"/>
              <a:gd name="connsiteX10" fmla="*/ 10115334 w 10678681"/>
              <a:gd name="connsiteY10" fmla="*/ 155658 h 1357700"/>
              <a:gd name="connsiteX11" fmla="*/ 10068157 w 10678681"/>
              <a:gd name="connsiteY11" fmla="*/ 215673 h 1357700"/>
              <a:gd name="connsiteX12" fmla="*/ 10045431 w 10678681"/>
              <a:gd name="connsiteY12" fmla="*/ 229568 h 1357700"/>
              <a:gd name="connsiteX13" fmla="*/ 10013265 w 10678681"/>
              <a:gd name="connsiteY13" fmla="*/ 284757 h 1357700"/>
              <a:gd name="connsiteX14" fmla="*/ 9862496 w 10678681"/>
              <a:gd name="connsiteY14" fmla="*/ 223033 h 1357700"/>
              <a:gd name="connsiteX15" fmla="*/ 9679638 w 10678681"/>
              <a:gd name="connsiteY15" fmla="*/ 277462 h 1357700"/>
              <a:gd name="connsiteX16" fmla="*/ 9498347 w 10678681"/>
              <a:gd name="connsiteY16" fmla="*/ 244723 h 1357700"/>
              <a:gd name="connsiteX17" fmla="*/ 9399702 w 10678681"/>
              <a:gd name="connsiteY17" fmla="*/ 276316 h 1357700"/>
              <a:gd name="connsiteX18" fmla="*/ 9378439 w 10678681"/>
              <a:gd name="connsiteY18" fmla="*/ 326244 h 1357700"/>
              <a:gd name="connsiteX19" fmla="*/ 9121744 w 10678681"/>
              <a:gd name="connsiteY19" fmla="*/ 365177 h 1357700"/>
              <a:gd name="connsiteX20" fmla="*/ 9061654 w 10678681"/>
              <a:gd name="connsiteY20" fmla="*/ 393730 h 1357700"/>
              <a:gd name="connsiteX21" fmla="*/ 8997577 w 10678681"/>
              <a:gd name="connsiteY21" fmla="*/ 380865 h 1357700"/>
              <a:gd name="connsiteX22" fmla="*/ 8907968 w 10678681"/>
              <a:gd name="connsiteY22" fmla="*/ 447345 h 1357700"/>
              <a:gd name="connsiteX23" fmla="*/ 8764163 w 10678681"/>
              <a:gd name="connsiteY23" fmla="*/ 471000 h 1357700"/>
              <a:gd name="connsiteX24" fmla="*/ 8680155 w 10678681"/>
              <a:gd name="connsiteY24" fmla="*/ 492404 h 1357700"/>
              <a:gd name="connsiteX25" fmla="*/ 8651436 w 10678681"/>
              <a:gd name="connsiteY25" fmla="*/ 511923 h 1357700"/>
              <a:gd name="connsiteX26" fmla="*/ 8609185 w 10678681"/>
              <a:gd name="connsiteY26" fmla="*/ 531525 h 1357700"/>
              <a:gd name="connsiteX27" fmla="*/ 8537091 w 10678681"/>
              <a:gd name="connsiteY27" fmla="*/ 574933 h 1357700"/>
              <a:gd name="connsiteX28" fmla="*/ 8435931 w 10678681"/>
              <a:gd name="connsiteY28" fmla="*/ 617926 h 1357700"/>
              <a:gd name="connsiteX29" fmla="*/ 8348623 w 10678681"/>
              <a:gd name="connsiteY29" fmla="*/ 600607 h 1357700"/>
              <a:gd name="connsiteX30" fmla="*/ 8344233 w 10678681"/>
              <a:gd name="connsiteY30" fmla="*/ 610922 h 1357700"/>
              <a:gd name="connsiteX31" fmla="*/ 8290622 w 10678681"/>
              <a:gd name="connsiteY31" fmla="*/ 622687 h 1357700"/>
              <a:gd name="connsiteX32" fmla="*/ 8086698 w 10678681"/>
              <a:gd name="connsiteY32" fmla="*/ 605185 h 1357700"/>
              <a:gd name="connsiteX33" fmla="*/ 7982378 w 10678681"/>
              <a:gd name="connsiteY33" fmla="*/ 629799 h 1357700"/>
              <a:gd name="connsiteX34" fmla="*/ 7947952 w 10678681"/>
              <a:gd name="connsiteY34" fmla="*/ 648003 h 1357700"/>
              <a:gd name="connsiteX35" fmla="*/ 7890112 w 10678681"/>
              <a:gd name="connsiteY35" fmla="*/ 677915 h 1357700"/>
              <a:gd name="connsiteX36" fmla="*/ 7853284 w 10678681"/>
              <a:gd name="connsiteY36" fmla="*/ 723588 h 1357700"/>
              <a:gd name="connsiteX37" fmla="*/ 7802383 w 10678681"/>
              <a:gd name="connsiteY37" fmla="*/ 739359 h 1357700"/>
              <a:gd name="connsiteX38" fmla="*/ 7782280 w 10678681"/>
              <a:gd name="connsiteY38" fmla="*/ 712868 h 1357700"/>
              <a:gd name="connsiteX39" fmla="*/ 7730518 w 10678681"/>
              <a:gd name="connsiteY39" fmla="*/ 739526 h 1357700"/>
              <a:gd name="connsiteX40" fmla="*/ 7652907 w 10678681"/>
              <a:gd name="connsiteY40" fmla="*/ 783273 h 1357700"/>
              <a:gd name="connsiteX41" fmla="*/ 7606008 w 10678681"/>
              <a:gd name="connsiteY41" fmla="*/ 800717 h 1357700"/>
              <a:gd name="connsiteX42" fmla="*/ 7480223 w 10678681"/>
              <a:gd name="connsiteY42" fmla="*/ 856821 h 1357700"/>
              <a:gd name="connsiteX43" fmla="*/ 7356005 w 10678681"/>
              <a:gd name="connsiteY43" fmla="*/ 919462 h 1357700"/>
              <a:gd name="connsiteX44" fmla="*/ 7305396 w 10678681"/>
              <a:gd name="connsiteY44" fmla="*/ 986228 h 1357700"/>
              <a:gd name="connsiteX45" fmla="*/ 7298314 w 10678681"/>
              <a:gd name="connsiteY45" fmla="*/ 989899 h 1357700"/>
              <a:gd name="connsiteX46" fmla="*/ 7277477 w 10678681"/>
              <a:gd name="connsiteY46" fmla="*/ 990571 h 1357700"/>
              <a:gd name="connsiteX47" fmla="*/ 7269396 w 10678681"/>
              <a:gd name="connsiteY47" fmla="*/ 989282 h 1357700"/>
              <a:gd name="connsiteX48" fmla="*/ 7258094 w 10678681"/>
              <a:gd name="connsiteY48" fmla="*/ 990679 h 1357700"/>
              <a:gd name="connsiteX49" fmla="*/ 7257893 w 10678681"/>
              <a:gd name="connsiteY49" fmla="*/ 991204 h 1357700"/>
              <a:gd name="connsiteX50" fmla="*/ 7247153 w 10678681"/>
              <a:gd name="connsiteY50" fmla="*/ 991550 h 1357700"/>
              <a:gd name="connsiteX51" fmla="*/ 7193612 w 10678681"/>
              <a:gd name="connsiteY51" fmla="*/ 987042 h 1357700"/>
              <a:gd name="connsiteX52" fmla="*/ 7132632 w 10678681"/>
              <a:gd name="connsiteY52" fmla="*/ 1042036 h 1357700"/>
              <a:gd name="connsiteX53" fmla="*/ 7105610 w 10678681"/>
              <a:gd name="connsiteY53" fmla="*/ 1053537 h 1357700"/>
              <a:gd name="connsiteX54" fmla="*/ 7091599 w 10678681"/>
              <a:gd name="connsiteY54" fmla="*/ 1062302 h 1357700"/>
              <a:gd name="connsiteX55" fmla="*/ 7090998 w 10678681"/>
              <a:gd name="connsiteY55" fmla="*/ 1064540 h 1357700"/>
              <a:gd name="connsiteX56" fmla="*/ 7039634 w 10678681"/>
              <a:gd name="connsiteY56" fmla="*/ 1059971 h 1357700"/>
              <a:gd name="connsiteX57" fmla="*/ 7033445 w 10678681"/>
              <a:gd name="connsiteY57" fmla="*/ 1063314 h 1357700"/>
              <a:gd name="connsiteX58" fmla="*/ 6999157 w 10678681"/>
              <a:gd name="connsiteY58" fmla="*/ 1055282 h 1357700"/>
              <a:gd name="connsiteX59" fmla="*/ 6981874 w 10678681"/>
              <a:gd name="connsiteY59" fmla="*/ 1053827 h 1357700"/>
              <a:gd name="connsiteX60" fmla="*/ 6976102 w 10678681"/>
              <a:gd name="connsiteY60" fmla="*/ 1047854 h 1357700"/>
              <a:gd name="connsiteX61" fmla="*/ 6951040 w 10678681"/>
              <a:gd name="connsiteY61" fmla="*/ 1048531 h 1357700"/>
              <a:gd name="connsiteX62" fmla="*/ 6948497 w 10678681"/>
              <a:gd name="connsiteY62" fmla="*/ 1050706 h 1357700"/>
              <a:gd name="connsiteX63" fmla="*/ 6926582 w 10678681"/>
              <a:gd name="connsiteY63" fmla="*/ 1043462 h 1357700"/>
              <a:gd name="connsiteX64" fmla="*/ 6833743 w 10678681"/>
              <a:gd name="connsiteY64" fmla="*/ 1027960 h 1357700"/>
              <a:gd name="connsiteX65" fmla="*/ 6698313 w 10678681"/>
              <a:gd name="connsiteY65" fmla="*/ 1063249 h 1357700"/>
              <a:gd name="connsiteX66" fmla="*/ 6550218 w 10678681"/>
              <a:gd name="connsiteY66" fmla="*/ 1026825 h 1357700"/>
              <a:gd name="connsiteX67" fmla="*/ 6437450 w 10678681"/>
              <a:gd name="connsiteY67" fmla="*/ 1101075 h 1357700"/>
              <a:gd name="connsiteX68" fmla="*/ 6327795 w 10678681"/>
              <a:gd name="connsiteY68" fmla="*/ 1088142 h 1357700"/>
              <a:gd name="connsiteX69" fmla="*/ 6136549 w 10678681"/>
              <a:gd name="connsiteY69" fmla="*/ 1100268 h 1357700"/>
              <a:gd name="connsiteX70" fmla="*/ 6004655 w 10678681"/>
              <a:gd name="connsiteY70" fmla="*/ 1114946 h 1357700"/>
              <a:gd name="connsiteX71" fmla="*/ 5936643 w 10678681"/>
              <a:gd name="connsiteY71" fmla="*/ 1095428 h 1357700"/>
              <a:gd name="connsiteX72" fmla="*/ 5912484 w 10678681"/>
              <a:gd name="connsiteY72" fmla="*/ 1112624 h 1357700"/>
              <a:gd name="connsiteX73" fmla="*/ 5908387 w 10678681"/>
              <a:gd name="connsiteY73" fmla="*/ 1116018 h 1357700"/>
              <a:gd name="connsiteX74" fmla="*/ 5890495 w 10678681"/>
              <a:gd name="connsiteY74" fmla="*/ 1120268 h 1357700"/>
              <a:gd name="connsiteX75" fmla="*/ 5887318 w 10678681"/>
              <a:gd name="connsiteY75" fmla="*/ 1133134 h 1357700"/>
              <a:gd name="connsiteX76" fmla="*/ 5861726 w 10678681"/>
              <a:gd name="connsiteY76" fmla="*/ 1147891 h 1357700"/>
              <a:gd name="connsiteX77" fmla="*/ 5805823 w 10678681"/>
              <a:gd name="connsiteY77" fmla="*/ 1152457 h 1357700"/>
              <a:gd name="connsiteX78" fmla="*/ 5689841 w 10678681"/>
              <a:gd name="connsiteY78" fmla="*/ 1176232 h 1357700"/>
              <a:gd name="connsiteX79" fmla="*/ 5605119 w 10678681"/>
              <a:gd name="connsiteY79" fmla="*/ 1190202 h 1357700"/>
              <a:gd name="connsiteX80" fmla="*/ 5488513 w 10678681"/>
              <a:gd name="connsiteY80" fmla="*/ 1205367 h 1357700"/>
              <a:gd name="connsiteX81" fmla="*/ 5402905 w 10678681"/>
              <a:gd name="connsiteY81" fmla="*/ 1241191 h 1357700"/>
              <a:gd name="connsiteX82" fmla="*/ 5285593 w 10678681"/>
              <a:gd name="connsiteY82" fmla="*/ 1273569 h 1357700"/>
              <a:gd name="connsiteX83" fmla="*/ 5192893 w 10678681"/>
              <a:gd name="connsiteY83" fmla="*/ 1247188 h 1357700"/>
              <a:gd name="connsiteX84" fmla="*/ 5186475 w 10678681"/>
              <a:gd name="connsiteY84" fmla="*/ 1257028 h 1357700"/>
              <a:gd name="connsiteX85" fmla="*/ 5126038 w 10678681"/>
              <a:gd name="connsiteY85" fmla="*/ 1263189 h 1357700"/>
              <a:gd name="connsiteX86" fmla="*/ 4905913 w 10678681"/>
              <a:gd name="connsiteY86" fmla="*/ 1224477 h 1357700"/>
              <a:gd name="connsiteX87" fmla="*/ 4788036 w 10678681"/>
              <a:gd name="connsiteY87" fmla="*/ 1238182 h 1357700"/>
              <a:gd name="connsiteX88" fmla="*/ 4747555 w 10678681"/>
              <a:gd name="connsiteY88" fmla="*/ 1252768 h 1357700"/>
              <a:gd name="connsiteX89" fmla="*/ 4679644 w 10678681"/>
              <a:gd name="connsiteY89" fmla="*/ 1276603 h 1357700"/>
              <a:gd name="connsiteX90" fmla="*/ 4632222 w 10678681"/>
              <a:gd name="connsiteY90" fmla="*/ 1318360 h 1357700"/>
              <a:gd name="connsiteX91" fmla="*/ 4617358 w 10678681"/>
              <a:gd name="connsiteY91" fmla="*/ 1327690 h 1357700"/>
              <a:gd name="connsiteX92" fmla="*/ 4589102 w 10678681"/>
              <a:gd name="connsiteY92" fmla="*/ 1321223 h 1357700"/>
              <a:gd name="connsiteX93" fmla="*/ 4578184 w 10678681"/>
              <a:gd name="connsiteY93" fmla="*/ 1326745 h 1357700"/>
              <a:gd name="connsiteX94" fmla="*/ 4574270 w 10678681"/>
              <a:gd name="connsiteY94" fmla="*/ 1325878 h 1357700"/>
              <a:gd name="connsiteX95" fmla="*/ 4564919 w 10678681"/>
              <a:gd name="connsiteY95" fmla="*/ 1325507 h 1357700"/>
              <a:gd name="connsiteX96" fmla="*/ 4566586 w 10678681"/>
              <a:gd name="connsiteY96" fmla="*/ 1316963 h 1357700"/>
              <a:gd name="connsiteX97" fmla="*/ 4556303 w 10678681"/>
              <a:gd name="connsiteY97" fmla="*/ 1300262 h 1357700"/>
              <a:gd name="connsiteX98" fmla="*/ 4502358 w 10678681"/>
              <a:gd name="connsiteY98" fmla="*/ 1302558 h 1357700"/>
              <a:gd name="connsiteX99" fmla="*/ 4498919 w 10678681"/>
              <a:gd name="connsiteY99" fmla="*/ 1312115 h 1357700"/>
              <a:gd name="connsiteX100" fmla="*/ 4492075 w 10678681"/>
              <a:gd name="connsiteY100" fmla="*/ 1313357 h 1357700"/>
              <a:gd name="connsiteX101" fmla="*/ 4487466 w 10678681"/>
              <a:gd name="connsiteY101" fmla="*/ 1304102 h 1357700"/>
              <a:gd name="connsiteX102" fmla="*/ 4398292 w 10678681"/>
              <a:gd name="connsiteY102" fmla="*/ 1278410 h 1357700"/>
              <a:gd name="connsiteX103" fmla="*/ 4278026 w 10678681"/>
              <a:gd name="connsiteY103" fmla="*/ 1259803 h 1357700"/>
              <a:gd name="connsiteX104" fmla="*/ 4188995 w 10678681"/>
              <a:gd name="connsiteY104" fmla="*/ 1296718 h 1357700"/>
              <a:gd name="connsiteX105" fmla="*/ 4181483 w 10678681"/>
              <a:gd name="connsiteY105" fmla="*/ 1287686 h 1357700"/>
              <a:gd name="connsiteX106" fmla="*/ 4120739 w 10678681"/>
              <a:gd name="connsiteY106" fmla="*/ 1288549 h 1357700"/>
              <a:gd name="connsiteX107" fmla="*/ 3906561 w 10678681"/>
              <a:gd name="connsiteY107" fmla="*/ 1352435 h 1357700"/>
              <a:gd name="connsiteX108" fmla="*/ 3787890 w 10678681"/>
              <a:gd name="connsiteY108" fmla="*/ 1352442 h 1357700"/>
              <a:gd name="connsiteX109" fmla="*/ 3745993 w 10678681"/>
              <a:gd name="connsiteY109" fmla="*/ 1342630 h 1357700"/>
              <a:gd name="connsiteX110" fmla="*/ 3675785 w 10678681"/>
              <a:gd name="connsiteY110" fmla="*/ 1326802 h 1357700"/>
              <a:gd name="connsiteX111" fmla="*/ 3623856 w 10678681"/>
              <a:gd name="connsiteY111" fmla="*/ 1290804 h 1357700"/>
              <a:gd name="connsiteX112" fmla="*/ 3564933 w 10678681"/>
              <a:gd name="connsiteY112" fmla="*/ 1287147 h 1357700"/>
              <a:gd name="connsiteX113" fmla="*/ 3550537 w 10678681"/>
              <a:gd name="connsiteY113" fmla="*/ 1317552 h 1357700"/>
              <a:gd name="connsiteX114" fmla="*/ 3487736 w 10678681"/>
              <a:gd name="connsiteY114" fmla="*/ 1303493 h 1357700"/>
              <a:gd name="connsiteX115" fmla="*/ 3392548 w 10678681"/>
              <a:gd name="connsiteY115" fmla="*/ 1278741 h 1357700"/>
              <a:gd name="connsiteX116" fmla="*/ 3337466 w 10678681"/>
              <a:gd name="connsiteY116" fmla="*/ 1272537 h 1357700"/>
              <a:gd name="connsiteX117" fmla="*/ 3187206 w 10678681"/>
              <a:gd name="connsiteY117" fmla="*/ 1246821 h 1357700"/>
              <a:gd name="connsiteX118" fmla="*/ 3036856 w 10678681"/>
              <a:gd name="connsiteY118" fmla="*/ 1214383 h 1357700"/>
              <a:gd name="connsiteX119" fmla="*/ 2948654 w 10678681"/>
              <a:gd name="connsiteY119" fmla="*/ 1157455 h 1357700"/>
              <a:gd name="connsiteX120" fmla="*/ 2824973 w 10678681"/>
              <a:gd name="connsiteY120" fmla="*/ 1134864 h 1357700"/>
              <a:gd name="connsiteX121" fmla="*/ 2804398 w 10678681"/>
              <a:gd name="connsiteY121" fmla="*/ 1125556 h 1357700"/>
              <a:gd name="connsiteX122" fmla="*/ 2775396 w 10678681"/>
              <a:gd name="connsiteY122" fmla="*/ 1130148 h 1357700"/>
              <a:gd name="connsiteX123" fmla="*/ 2659096 w 10678681"/>
              <a:gd name="connsiteY123" fmla="*/ 1150294 h 1357700"/>
              <a:gd name="connsiteX124" fmla="*/ 2567088 w 10678681"/>
              <a:gd name="connsiteY124" fmla="*/ 1181781 h 1357700"/>
              <a:gd name="connsiteX125" fmla="*/ 2454501 w 10678681"/>
              <a:gd name="connsiteY125" fmla="*/ 1155455 h 1357700"/>
              <a:gd name="connsiteX126" fmla="*/ 2385161 w 10678681"/>
              <a:gd name="connsiteY126" fmla="*/ 1161312 h 1357700"/>
              <a:gd name="connsiteX127" fmla="*/ 2270528 w 10678681"/>
              <a:gd name="connsiteY127" fmla="*/ 1204338 h 1357700"/>
              <a:gd name="connsiteX128" fmla="*/ 2121820 w 10678681"/>
              <a:gd name="connsiteY128" fmla="*/ 1187078 h 1357700"/>
              <a:gd name="connsiteX129" fmla="*/ 2092716 w 10678681"/>
              <a:gd name="connsiteY129" fmla="*/ 1139224 h 1357700"/>
              <a:gd name="connsiteX130" fmla="*/ 2052449 w 10678681"/>
              <a:gd name="connsiteY130" fmla="*/ 1109687 h 1357700"/>
              <a:gd name="connsiteX131" fmla="*/ 2032607 w 10678681"/>
              <a:gd name="connsiteY131" fmla="*/ 1175477 h 1357700"/>
              <a:gd name="connsiteX132" fmla="*/ 1901837 w 10678681"/>
              <a:gd name="connsiteY132" fmla="*/ 1221762 h 1357700"/>
              <a:gd name="connsiteX133" fmla="*/ 1836762 w 10678681"/>
              <a:gd name="connsiteY133" fmla="*/ 1237387 h 1357700"/>
              <a:gd name="connsiteX134" fmla="*/ 1735877 w 10678681"/>
              <a:gd name="connsiteY134" fmla="*/ 1246527 h 1357700"/>
              <a:gd name="connsiteX135" fmla="*/ 1705069 w 10678681"/>
              <a:gd name="connsiteY135" fmla="*/ 1251989 h 1357700"/>
              <a:gd name="connsiteX136" fmla="*/ 1397689 w 10678681"/>
              <a:gd name="connsiteY136" fmla="*/ 1336144 h 1357700"/>
              <a:gd name="connsiteX137" fmla="*/ 1220734 w 10678681"/>
              <a:gd name="connsiteY137" fmla="*/ 1257811 h 1357700"/>
              <a:gd name="connsiteX138" fmla="*/ 1021737 w 10678681"/>
              <a:gd name="connsiteY138" fmla="*/ 1238739 h 1357700"/>
              <a:gd name="connsiteX139" fmla="*/ 959820 w 10678681"/>
              <a:gd name="connsiteY139" fmla="*/ 1275863 h 1357700"/>
              <a:gd name="connsiteX140" fmla="*/ 929137 w 10678681"/>
              <a:gd name="connsiteY140" fmla="*/ 1273957 h 1357700"/>
              <a:gd name="connsiteX141" fmla="*/ 878849 w 10678681"/>
              <a:gd name="connsiteY141" fmla="*/ 1266740 h 1357700"/>
              <a:gd name="connsiteX142" fmla="*/ 800667 w 10678681"/>
              <a:gd name="connsiteY142" fmla="*/ 1282041 h 1357700"/>
              <a:gd name="connsiteX143" fmla="*/ 644906 w 10678681"/>
              <a:gd name="connsiteY143" fmla="*/ 1273685 h 1357700"/>
              <a:gd name="connsiteX144" fmla="*/ 379869 w 10678681"/>
              <a:gd name="connsiteY144" fmla="*/ 1339165 h 1357700"/>
              <a:gd name="connsiteX145" fmla="*/ 137696 w 10678681"/>
              <a:gd name="connsiteY145" fmla="*/ 1319217 h 1357700"/>
              <a:gd name="connsiteX146" fmla="*/ 54250 w 10678681"/>
              <a:gd name="connsiteY146" fmla="*/ 1315838 h 1357700"/>
              <a:gd name="connsiteX147" fmla="*/ 28042 w 10678681"/>
              <a:gd name="connsiteY147" fmla="*/ 1297822 h 1357700"/>
              <a:gd name="connsiteX148" fmla="*/ 0 w 10678681"/>
              <a:gd name="connsiteY148" fmla="*/ 1294612 h 1357700"/>
              <a:gd name="connsiteX149" fmla="*/ 0 w 10678681"/>
              <a:gd name="connsiteY149" fmla="*/ 0 h 1357700"/>
              <a:gd name="connsiteX0" fmla="*/ 0 w 10678681"/>
              <a:gd name="connsiteY0" fmla="*/ 0 h 1357700"/>
              <a:gd name="connsiteX1" fmla="*/ 10678681 w 10678681"/>
              <a:gd name="connsiteY1" fmla="*/ 0 h 1357700"/>
              <a:gd name="connsiteX2" fmla="*/ 10666019 w 10678681"/>
              <a:gd name="connsiteY2" fmla="*/ 7876 h 1357700"/>
              <a:gd name="connsiteX3" fmla="*/ 10632825 w 10678681"/>
              <a:gd name="connsiteY3" fmla="*/ 32153 h 1357700"/>
              <a:gd name="connsiteX4" fmla="*/ 10510605 w 10678681"/>
              <a:gd name="connsiteY4" fmla="*/ 30449 h 1357700"/>
              <a:gd name="connsiteX5" fmla="*/ 10456989 w 10678681"/>
              <a:gd name="connsiteY5" fmla="*/ 979 h 1357700"/>
              <a:gd name="connsiteX6" fmla="*/ 10438642 w 10678681"/>
              <a:gd name="connsiteY6" fmla="*/ 1524 h 1357700"/>
              <a:gd name="connsiteX7" fmla="*/ 10407146 w 10678681"/>
              <a:gd name="connsiteY7" fmla="*/ 43659 h 1357700"/>
              <a:gd name="connsiteX8" fmla="*/ 10357996 w 10678681"/>
              <a:gd name="connsiteY8" fmla="*/ 50836 h 1357700"/>
              <a:gd name="connsiteX9" fmla="*/ 10306667 w 10678681"/>
              <a:gd name="connsiteY9" fmla="*/ 109739 h 1357700"/>
              <a:gd name="connsiteX10" fmla="*/ 10115334 w 10678681"/>
              <a:gd name="connsiteY10" fmla="*/ 155658 h 1357700"/>
              <a:gd name="connsiteX11" fmla="*/ 10068157 w 10678681"/>
              <a:gd name="connsiteY11" fmla="*/ 215673 h 1357700"/>
              <a:gd name="connsiteX12" fmla="*/ 10045431 w 10678681"/>
              <a:gd name="connsiteY12" fmla="*/ 229568 h 1357700"/>
              <a:gd name="connsiteX13" fmla="*/ 10013265 w 10678681"/>
              <a:gd name="connsiteY13" fmla="*/ 284757 h 1357700"/>
              <a:gd name="connsiteX14" fmla="*/ 9862496 w 10678681"/>
              <a:gd name="connsiteY14" fmla="*/ 223033 h 1357700"/>
              <a:gd name="connsiteX15" fmla="*/ 9679638 w 10678681"/>
              <a:gd name="connsiteY15" fmla="*/ 277462 h 1357700"/>
              <a:gd name="connsiteX16" fmla="*/ 9498347 w 10678681"/>
              <a:gd name="connsiteY16" fmla="*/ 244723 h 1357700"/>
              <a:gd name="connsiteX17" fmla="*/ 9399702 w 10678681"/>
              <a:gd name="connsiteY17" fmla="*/ 276316 h 1357700"/>
              <a:gd name="connsiteX18" fmla="*/ 9378439 w 10678681"/>
              <a:gd name="connsiteY18" fmla="*/ 326244 h 1357700"/>
              <a:gd name="connsiteX19" fmla="*/ 9121744 w 10678681"/>
              <a:gd name="connsiteY19" fmla="*/ 365177 h 1357700"/>
              <a:gd name="connsiteX20" fmla="*/ 9061654 w 10678681"/>
              <a:gd name="connsiteY20" fmla="*/ 393730 h 1357700"/>
              <a:gd name="connsiteX21" fmla="*/ 8997577 w 10678681"/>
              <a:gd name="connsiteY21" fmla="*/ 380865 h 1357700"/>
              <a:gd name="connsiteX22" fmla="*/ 8907968 w 10678681"/>
              <a:gd name="connsiteY22" fmla="*/ 447345 h 1357700"/>
              <a:gd name="connsiteX23" fmla="*/ 8764163 w 10678681"/>
              <a:gd name="connsiteY23" fmla="*/ 471000 h 1357700"/>
              <a:gd name="connsiteX24" fmla="*/ 8680155 w 10678681"/>
              <a:gd name="connsiteY24" fmla="*/ 492404 h 1357700"/>
              <a:gd name="connsiteX25" fmla="*/ 8651436 w 10678681"/>
              <a:gd name="connsiteY25" fmla="*/ 511923 h 1357700"/>
              <a:gd name="connsiteX26" fmla="*/ 8609185 w 10678681"/>
              <a:gd name="connsiteY26" fmla="*/ 531525 h 1357700"/>
              <a:gd name="connsiteX27" fmla="*/ 8537091 w 10678681"/>
              <a:gd name="connsiteY27" fmla="*/ 574933 h 1357700"/>
              <a:gd name="connsiteX28" fmla="*/ 8435931 w 10678681"/>
              <a:gd name="connsiteY28" fmla="*/ 617926 h 1357700"/>
              <a:gd name="connsiteX29" fmla="*/ 8348623 w 10678681"/>
              <a:gd name="connsiteY29" fmla="*/ 600607 h 1357700"/>
              <a:gd name="connsiteX30" fmla="*/ 8344233 w 10678681"/>
              <a:gd name="connsiteY30" fmla="*/ 610922 h 1357700"/>
              <a:gd name="connsiteX31" fmla="*/ 8290622 w 10678681"/>
              <a:gd name="connsiteY31" fmla="*/ 622687 h 1357700"/>
              <a:gd name="connsiteX32" fmla="*/ 8086698 w 10678681"/>
              <a:gd name="connsiteY32" fmla="*/ 605185 h 1357700"/>
              <a:gd name="connsiteX33" fmla="*/ 7982378 w 10678681"/>
              <a:gd name="connsiteY33" fmla="*/ 629799 h 1357700"/>
              <a:gd name="connsiteX34" fmla="*/ 7947952 w 10678681"/>
              <a:gd name="connsiteY34" fmla="*/ 648003 h 1357700"/>
              <a:gd name="connsiteX35" fmla="*/ 7890112 w 10678681"/>
              <a:gd name="connsiteY35" fmla="*/ 677915 h 1357700"/>
              <a:gd name="connsiteX36" fmla="*/ 7853284 w 10678681"/>
              <a:gd name="connsiteY36" fmla="*/ 723588 h 1357700"/>
              <a:gd name="connsiteX37" fmla="*/ 7802383 w 10678681"/>
              <a:gd name="connsiteY37" fmla="*/ 739359 h 1357700"/>
              <a:gd name="connsiteX38" fmla="*/ 7782280 w 10678681"/>
              <a:gd name="connsiteY38" fmla="*/ 712868 h 1357700"/>
              <a:gd name="connsiteX39" fmla="*/ 7730518 w 10678681"/>
              <a:gd name="connsiteY39" fmla="*/ 739526 h 1357700"/>
              <a:gd name="connsiteX40" fmla="*/ 7652907 w 10678681"/>
              <a:gd name="connsiteY40" fmla="*/ 783273 h 1357700"/>
              <a:gd name="connsiteX41" fmla="*/ 7606008 w 10678681"/>
              <a:gd name="connsiteY41" fmla="*/ 800717 h 1357700"/>
              <a:gd name="connsiteX42" fmla="*/ 7480223 w 10678681"/>
              <a:gd name="connsiteY42" fmla="*/ 856821 h 1357700"/>
              <a:gd name="connsiteX43" fmla="*/ 7356005 w 10678681"/>
              <a:gd name="connsiteY43" fmla="*/ 919462 h 1357700"/>
              <a:gd name="connsiteX44" fmla="*/ 7305396 w 10678681"/>
              <a:gd name="connsiteY44" fmla="*/ 986228 h 1357700"/>
              <a:gd name="connsiteX45" fmla="*/ 7298314 w 10678681"/>
              <a:gd name="connsiteY45" fmla="*/ 989899 h 1357700"/>
              <a:gd name="connsiteX46" fmla="*/ 7277477 w 10678681"/>
              <a:gd name="connsiteY46" fmla="*/ 990571 h 1357700"/>
              <a:gd name="connsiteX47" fmla="*/ 7269396 w 10678681"/>
              <a:gd name="connsiteY47" fmla="*/ 989282 h 1357700"/>
              <a:gd name="connsiteX48" fmla="*/ 7258094 w 10678681"/>
              <a:gd name="connsiteY48" fmla="*/ 990679 h 1357700"/>
              <a:gd name="connsiteX49" fmla="*/ 7257893 w 10678681"/>
              <a:gd name="connsiteY49" fmla="*/ 991204 h 1357700"/>
              <a:gd name="connsiteX50" fmla="*/ 7247153 w 10678681"/>
              <a:gd name="connsiteY50" fmla="*/ 991550 h 1357700"/>
              <a:gd name="connsiteX51" fmla="*/ 7193612 w 10678681"/>
              <a:gd name="connsiteY51" fmla="*/ 987042 h 1357700"/>
              <a:gd name="connsiteX52" fmla="*/ 7132632 w 10678681"/>
              <a:gd name="connsiteY52" fmla="*/ 1042036 h 1357700"/>
              <a:gd name="connsiteX53" fmla="*/ 7105610 w 10678681"/>
              <a:gd name="connsiteY53" fmla="*/ 1053537 h 1357700"/>
              <a:gd name="connsiteX54" fmla="*/ 7091599 w 10678681"/>
              <a:gd name="connsiteY54" fmla="*/ 1062302 h 1357700"/>
              <a:gd name="connsiteX55" fmla="*/ 7090998 w 10678681"/>
              <a:gd name="connsiteY55" fmla="*/ 1064540 h 1357700"/>
              <a:gd name="connsiteX56" fmla="*/ 7039634 w 10678681"/>
              <a:gd name="connsiteY56" fmla="*/ 1059971 h 1357700"/>
              <a:gd name="connsiteX57" fmla="*/ 7033445 w 10678681"/>
              <a:gd name="connsiteY57" fmla="*/ 1063314 h 1357700"/>
              <a:gd name="connsiteX58" fmla="*/ 6999157 w 10678681"/>
              <a:gd name="connsiteY58" fmla="*/ 1055282 h 1357700"/>
              <a:gd name="connsiteX59" fmla="*/ 6981874 w 10678681"/>
              <a:gd name="connsiteY59" fmla="*/ 1053827 h 1357700"/>
              <a:gd name="connsiteX60" fmla="*/ 6976102 w 10678681"/>
              <a:gd name="connsiteY60" fmla="*/ 1047854 h 1357700"/>
              <a:gd name="connsiteX61" fmla="*/ 6951040 w 10678681"/>
              <a:gd name="connsiteY61" fmla="*/ 1048531 h 1357700"/>
              <a:gd name="connsiteX62" fmla="*/ 6948497 w 10678681"/>
              <a:gd name="connsiteY62" fmla="*/ 1050706 h 1357700"/>
              <a:gd name="connsiteX63" fmla="*/ 6926582 w 10678681"/>
              <a:gd name="connsiteY63" fmla="*/ 1043462 h 1357700"/>
              <a:gd name="connsiteX64" fmla="*/ 6833743 w 10678681"/>
              <a:gd name="connsiteY64" fmla="*/ 1027960 h 1357700"/>
              <a:gd name="connsiteX65" fmla="*/ 6698313 w 10678681"/>
              <a:gd name="connsiteY65" fmla="*/ 1063249 h 1357700"/>
              <a:gd name="connsiteX66" fmla="*/ 6550218 w 10678681"/>
              <a:gd name="connsiteY66" fmla="*/ 1026825 h 1357700"/>
              <a:gd name="connsiteX67" fmla="*/ 6437450 w 10678681"/>
              <a:gd name="connsiteY67" fmla="*/ 1101075 h 1357700"/>
              <a:gd name="connsiteX68" fmla="*/ 6327795 w 10678681"/>
              <a:gd name="connsiteY68" fmla="*/ 1088142 h 1357700"/>
              <a:gd name="connsiteX69" fmla="*/ 6136549 w 10678681"/>
              <a:gd name="connsiteY69" fmla="*/ 1100268 h 1357700"/>
              <a:gd name="connsiteX70" fmla="*/ 6004655 w 10678681"/>
              <a:gd name="connsiteY70" fmla="*/ 1114946 h 1357700"/>
              <a:gd name="connsiteX71" fmla="*/ 5936643 w 10678681"/>
              <a:gd name="connsiteY71" fmla="*/ 1095428 h 1357700"/>
              <a:gd name="connsiteX72" fmla="*/ 5912484 w 10678681"/>
              <a:gd name="connsiteY72" fmla="*/ 1112624 h 1357700"/>
              <a:gd name="connsiteX73" fmla="*/ 5908387 w 10678681"/>
              <a:gd name="connsiteY73" fmla="*/ 1116018 h 1357700"/>
              <a:gd name="connsiteX74" fmla="*/ 5890495 w 10678681"/>
              <a:gd name="connsiteY74" fmla="*/ 1120268 h 1357700"/>
              <a:gd name="connsiteX75" fmla="*/ 5887318 w 10678681"/>
              <a:gd name="connsiteY75" fmla="*/ 1133134 h 1357700"/>
              <a:gd name="connsiteX76" fmla="*/ 5861726 w 10678681"/>
              <a:gd name="connsiteY76" fmla="*/ 1147891 h 1357700"/>
              <a:gd name="connsiteX77" fmla="*/ 5805823 w 10678681"/>
              <a:gd name="connsiteY77" fmla="*/ 1152457 h 1357700"/>
              <a:gd name="connsiteX78" fmla="*/ 5689841 w 10678681"/>
              <a:gd name="connsiteY78" fmla="*/ 1176232 h 1357700"/>
              <a:gd name="connsiteX79" fmla="*/ 5605119 w 10678681"/>
              <a:gd name="connsiteY79" fmla="*/ 1190202 h 1357700"/>
              <a:gd name="connsiteX80" fmla="*/ 5488513 w 10678681"/>
              <a:gd name="connsiteY80" fmla="*/ 1205367 h 1357700"/>
              <a:gd name="connsiteX81" fmla="*/ 5402905 w 10678681"/>
              <a:gd name="connsiteY81" fmla="*/ 1241191 h 1357700"/>
              <a:gd name="connsiteX82" fmla="*/ 5285593 w 10678681"/>
              <a:gd name="connsiteY82" fmla="*/ 1273569 h 1357700"/>
              <a:gd name="connsiteX83" fmla="*/ 5192893 w 10678681"/>
              <a:gd name="connsiteY83" fmla="*/ 1247188 h 1357700"/>
              <a:gd name="connsiteX84" fmla="*/ 5186475 w 10678681"/>
              <a:gd name="connsiteY84" fmla="*/ 1257028 h 1357700"/>
              <a:gd name="connsiteX85" fmla="*/ 5126038 w 10678681"/>
              <a:gd name="connsiteY85" fmla="*/ 1263189 h 1357700"/>
              <a:gd name="connsiteX86" fmla="*/ 4894688 w 10678681"/>
              <a:gd name="connsiteY86" fmla="*/ 1247184 h 1357700"/>
              <a:gd name="connsiteX87" fmla="*/ 4788036 w 10678681"/>
              <a:gd name="connsiteY87" fmla="*/ 1238182 h 1357700"/>
              <a:gd name="connsiteX88" fmla="*/ 4747555 w 10678681"/>
              <a:gd name="connsiteY88" fmla="*/ 1252768 h 1357700"/>
              <a:gd name="connsiteX89" fmla="*/ 4679644 w 10678681"/>
              <a:gd name="connsiteY89" fmla="*/ 1276603 h 1357700"/>
              <a:gd name="connsiteX90" fmla="*/ 4632222 w 10678681"/>
              <a:gd name="connsiteY90" fmla="*/ 1318360 h 1357700"/>
              <a:gd name="connsiteX91" fmla="*/ 4617358 w 10678681"/>
              <a:gd name="connsiteY91" fmla="*/ 1327690 h 1357700"/>
              <a:gd name="connsiteX92" fmla="*/ 4589102 w 10678681"/>
              <a:gd name="connsiteY92" fmla="*/ 1321223 h 1357700"/>
              <a:gd name="connsiteX93" fmla="*/ 4578184 w 10678681"/>
              <a:gd name="connsiteY93" fmla="*/ 1326745 h 1357700"/>
              <a:gd name="connsiteX94" fmla="*/ 4574270 w 10678681"/>
              <a:gd name="connsiteY94" fmla="*/ 1325878 h 1357700"/>
              <a:gd name="connsiteX95" fmla="*/ 4564919 w 10678681"/>
              <a:gd name="connsiteY95" fmla="*/ 1325507 h 1357700"/>
              <a:gd name="connsiteX96" fmla="*/ 4566586 w 10678681"/>
              <a:gd name="connsiteY96" fmla="*/ 1316963 h 1357700"/>
              <a:gd name="connsiteX97" fmla="*/ 4556303 w 10678681"/>
              <a:gd name="connsiteY97" fmla="*/ 1300262 h 1357700"/>
              <a:gd name="connsiteX98" fmla="*/ 4502358 w 10678681"/>
              <a:gd name="connsiteY98" fmla="*/ 1302558 h 1357700"/>
              <a:gd name="connsiteX99" fmla="*/ 4498919 w 10678681"/>
              <a:gd name="connsiteY99" fmla="*/ 1312115 h 1357700"/>
              <a:gd name="connsiteX100" fmla="*/ 4492075 w 10678681"/>
              <a:gd name="connsiteY100" fmla="*/ 1313357 h 1357700"/>
              <a:gd name="connsiteX101" fmla="*/ 4487466 w 10678681"/>
              <a:gd name="connsiteY101" fmla="*/ 1304102 h 1357700"/>
              <a:gd name="connsiteX102" fmla="*/ 4398292 w 10678681"/>
              <a:gd name="connsiteY102" fmla="*/ 1278410 h 1357700"/>
              <a:gd name="connsiteX103" fmla="*/ 4278026 w 10678681"/>
              <a:gd name="connsiteY103" fmla="*/ 1259803 h 1357700"/>
              <a:gd name="connsiteX104" fmla="*/ 4188995 w 10678681"/>
              <a:gd name="connsiteY104" fmla="*/ 1296718 h 1357700"/>
              <a:gd name="connsiteX105" fmla="*/ 4181483 w 10678681"/>
              <a:gd name="connsiteY105" fmla="*/ 1287686 h 1357700"/>
              <a:gd name="connsiteX106" fmla="*/ 4120739 w 10678681"/>
              <a:gd name="connsiteY106" fmla="*/ 1288549 h 1357700"/>
              <a:gd name="connsiteX107" fmla="*/ 3906561 w 10678681"/>
              <a:gd name="connsiteY107" fmla="*/ 1352435 h 1357700"/>
              <a:gd name="connsiteX108" fmla="*/ 3787890 w 10678681"/>
              <a:gd name="connsiteY108" fmla="*/ 1352442 h 1357700"/>
              <a:gd name="connsiteX109" fmla="*/ 3745993 w 10678681"/>
              <a:gd name="connsiteY109" fmla="*/ 1342630 h 1357700"/>
              <a:gd name="connsiteX110" fmla="*/ 3675785 w 10678681"/>
              <a:gd name="connsiteY110" fmla="*/ 1326802 h 1357700"/>
              <a:gd name="connsiteX111" fmla="*/ 3623856 w 10678681"/>
              <a:gd name="connsiteY111" fmla="*/ 1290804 h 1357700"/>
              <a:gd name="connsiteX112" fmla="*/ 3564933 w 10678681"/>
              <a:gd name="connsiteY112" fmla="*/ 1287147 h 1357700"/>
              <a:gd name="connsiteX113" fmla="*/ 3550537 w 10678681"/>
              <a:gd name="connsiteY113" fmla="*/ 1317552 h 1357700"/>
              <a:gd name="connsiteX114" fmla="*/ 3487736 w 10678681"/>
              <a:gd name="connsiteY114" fmla="*/ 1303493 h 1357700"/>
              <a:gd name="connsiteX115" fmla="*/ 3392548 w 10678681"/>
              <a:gd name="connsiteY115" fmla="*/ 1278741 h 1357700"/>
              <a:gd name="connsiteX116" fmla="*/ 3337466 w 10678681"/>
              <a:gd name="connsiteY116" fmla="*/ 1272537 h 1357700"/>
              <a:gd name="connsiteX117" fmla="*/ 3187206 w 10678681"/>
              <a:gd name="connsiteY117" fmla="*/ 1246821 h 1357700"/>
              <a:gd name="connsiteX118" fmla="*/ 3036856 w 10678681"/>
              <a:gd name="connsiteY118" fmla="*/ 1214383 h 1357700"/>
              <a:gd name="connsiteX119" fmla="*/ 2948654 w 10678681"/>
              <a:gd name="connsiteY119" fmla="*/ 1157455 h 1357700"/>
              <a:gd name="connsiteX120" fmla="*/ 2824973 w 10678681"/>
              <a:gd name="connsiteY120" fmla="*/ 1134864 h 1357700"/>
              <a:gd name="connsiteX121" fmla="*/ 2804398 w 10678681"/>
              <a:gd name="connsiteY121" fmla="*/ 1125556 h 1357700"/>
              <a:gd name="connsiteX122" fmla="*/ 2775396 w 10678681"/>
              <a:gd name="connsiteY122" fmla="*/ 1130148 h 1357700"/>
              <a:gd name="connsiteX123" fmla="*/ 2659096 w 10678681"/>
              <a:gd name="connsiteY123" fmla="*/ 1150294 h 1357700"/>
              <a:gd name="connsiteX124" fmla="*/ 2567088 w 10678681"/>
              <a:gd name="connsiteY124" fmla="*/ 1181781 h 1357700"/>
              <a:gd name="connsiteX125" fmla="*/ 2454501 w 10678681"/>
              <a:gd name="connsiteY125" fmla="*/ 1155455 h 1357700"/>
              <a:gd name="connsiteX126" fmla="*/ 2385161 w 10678681"/>
              <a:gd name="connsiteY126" fmla="*/ 1161312 h 1357700"/>
              <a:gd name="connsiteX127" fmla="*/ 2270528 w 10678681"/>
              <a:gd name="connsiteY127" fmla="*/ 1204338 h 1357700"/>
              <a:gd name="connsiteX128" fmla="*/ 2121820 w 10678681"/>
              <a:gd name="connsiteY128" fmla="*/ 1187078 h 1357700"/>
              <a:gd name="connsiteX129" fmla="*/ 2092716 w 10678681"/>
              <a:gd name="connsiteY129" fmla="*/ 1139224 h 1357700"/>
              <a:gd name="connsiteX130" fmla="*/ 2052449 w 10678681"/>
              <a:gd name="connsiteY130" fmla="*/ 1109687 h 1357700"/>
              <a:gd name="connsiteX131" fmla="*/ 2032607 w 10678681"/>
              <a:gd name="connsiteY131" fmla="*/ 1175477 h 1357700"/>
              <a:gd name="connsiteX132" fmla="*/ 1901837 w 10678681"/>
              <a:gd name="connsiteY132" fmla="*/ 1221762 h 1357700"/>
              <a:gd name="connsiteX133" fmla="*/ 1836762 w 10678681"/>
              <a:gd name="connsiteY133" fmla="*/ 1237387 h 1357700"/>
              <a:gd name="connsiteX134" fmla="*/ 1735877 w 10678681"/>
              <a:gd name="connsiteY134" fmla="*/ 1246527 h 1357700"/>
              <a:gd name="connsiteX135" fmla="*/ 1705069 w 10678681"/>
              <a:gd name="connsiteY135" fmla="*/ 1251989 h 1357700"/>
              <a:gd name="connsiteX136" fmla="*/ 1397689 w 10678681"/>
              <a:gd name="connsiteY136" fmla="*/ 1336144 h 1357700"/>
              <a:gd name="connsiteX137" fmla="*/ 1220734 w 10678681"/>
              <a:gd name="connsiteY137" fmla="*/ 1257811 h 1357700"/>
              <a:gd name="connsiteX138" fmla="*/ 1021737 w 10678681"/>
              <a:gd name="connsiteY138" fmla="*/ 1238739 h 1357700"/>
              <a:gd name="connsiteX139" fmla="*/ 959820 w 10678681"/>
              <a:gd name="connsiteY139" fmla="*/ 1275863 h 1357700"/>
              <a:gd name="connsiteX140" fmla="*/ 929137 w 10678681"/>
              <a:gd name="connsiteY140" fmla="*/ 1273957 h 1357700"/>
              <a:gd name="connsiteX141" fmla="*/ 878849 w 10678681"/>
              <a:gd name="connsiteY141" fmla="*/ 1266740 h 1357700"/>
              <a:gd name="connsiteX142" fmla="*/ 800667 w 10678681"/>
              <a:gd name="connsiteY142" fmla="*/ 1282041 h 1357700"/>
              <a:gd name="connsiteX143" fmla="*/ 644906 w 10678681"/>
              <a:gd name="connsiteY143" fmla="*/ 1273685 h 1357700"/>
              <a:gd name="connsiteX144" fmla="*/ 379869 w 10678681"/>
              <a:gd name="connsiteY144" fmla="*/ 1339165 h 1357700"/>
              <a:gd name="connsiteX145" fmla="*/ 137696 w 10678681"/>
              <a:gd name="connsiteY145" fmla="*/ 1319217 h 1357700"/>
              <a:gd name="connsiteX146" fmla="*/ 54250 w 10678681"/>
              <a:gd name="connsiteY146" fmla="*/ 1315838 h 1357700"/>
              <a:gd name="connsiteX147" fmla="*/ 28042 w 10678681"/>
              <a:gd name="connsiteY147" fmla="*/ 1297822 h 1357700"/>
              <a:gd name="connsiteX148" fmla="*/ 0 w 10678681"/>
              <a:gd name="connsiteY148" fmla="*/ 1294612 h 1357700"/>
              <a:gd name="connsiteX149" fmla="*/ 0 w 10678681"/>
              <a:gd name="connsiteY149" fmla="*/ 0 h 1357700"/>
              <a:gd name="connsiteX0" fmla="*/ 0 w 10678681"/>
              <a:gd name="connsiteY0" fmla="*/ 0 h 1357700"/>
              <a:gd name="connsiteX1" fmla="*/ 10678681 w 10678681"/>
              <a:gd name="connsiteY1" fmla="*/ 0 h 1357700"/>
              <a:gd name="connsiteX2" fmla="*/ 10666019 w 10678681"/>
              <a:gd name="connsiteY2" fmla="*/ 7876 h 1357700"/>
              <a:gd name="connsiteX3" fmla="*/ 10632825 w 10678681"/>
              <a:gd name="connsiteY3" fmla="*/ 32153 h 1357700"/>
              <a:gd name="connsiteX4" fmla="*/ 10510605 w 10678681"/>
              <a:gd name="connsiteY4" fmla="*/ 30449 h 1357700"/>
              <a:gd name="connsiteX5" fmla="*/ 10456989 w 10678681"/>
              <a:gd name="connsiteY5" fmla="*/ 979 h 1357700"/>
              <a:gd name="connsiteX6" fmla="*/ 10438642 w 10678681"/>
              <a:gd name="connsiteY6" fmla="*/ 1524 h 1357700"/>
              <a:gd name="connsiteX7" fmla="*/ 10407146 w 10678681"/>
              <a:gd name="connsiteY7" fmla="*/ 43659 h 1357700"/>
              <a:gd name="connsiteX8" fmla="*/ 10357996 w 10678681"/>
              <a:gd name="connsiteY8" fmla="*/ 50836 h 1357700"/>
              <a:gd name="connsiteX9" fmla="*/ 10306667 w 10678681"/>
              <a:gd name="connsiteY9" fmla="*/ 109739 h 1357700"/>
              <a:gd name="connsiteX10" fmla="*/ 10115334 w 10678681"/>
              <a:gd name="connsiteY10" fmla="*/ 155658 h 1357700"/>
              <a:gd name="connsiteX11" fmla="*/ 10068157 w 10678681"/>
              <a:gd name="connsiteY11" fmla="*/ 215673 h 1357700"/>
              <a:gd name="connsiteX12" fmla="*/ 10045431 w 10678681"/>
              <a:gd name="connsiteY12" fmla="*/ 229568 h 1357700"/>
              <a:gd name="connsiteX13" fmla="*/ 10013265 w 10678681"/>
              <a:gd name="connsiteY13" fmla="*/ 284757 h 1357700"/>
              <a:gd name="connsiteX14" fmla="*/ 9862496 w 10678681"/>
              <a:gd name="connsiteY14" fmla="*/ 223033 h 1357700"/>
              <a:gd name="connsiteX15" fmla="*/ 9679638 w 10678681"/>
              <a:gd name="connsiteY15" fmla="*/ 277462 h 1357700"/>
              <a:gd name="connsiteX16" fmla="*/ 9498347 w 10678681"/>
              <a:gd name="connsiteY16" fmla="*/ 244723 h 1357700"/>
              <a:gd name="connsiteX17" fmla="*/ 9399702 w 10678681"/>
              <a:gd name="connsiteY17" fmla="*/ 276316 h 1357700"/>
              <a:gd name="connsiteX18" fmla="*/ 9378439 w 10678681"/>
              <a:gd name="connsiteY18" fmla="*/ 326244 h 1357700"/>
              <a:gd name="connsiteX19" fmla="*/ 9121744 w 10678681"/>
              <a:gd name="connsiteY19" fmla="*/ 365177 h 1357700"/>
              <a:gd name="connsiteX20" fmla="*/ 9061654 w 10678681"/>
              <a:gd name="connsiteY20" fmla="*/ 393730 h 1357700"/>
              <a:gd name="connsiteX21" fmla="*/ 8997577 w 10678681"/>
              <a:gd name="connsiteY21" fmla="*/ 380865 h 1357700"/>
              <a:gd name="connsiteX22" fmla="*/ 8907968 w 10678681"/>
              <a:gd name="connsiteY22" fmla="*/ 447345 h 1357700"/>
              <a:gd name="connsiteX23" fmla="*/ 8764163 w 10678681"/>
              <a:gd name="connsiteY23" fmla="*/ 471000 h 1357700"/>
              <a:gd name="connsiteX24" fmla="*/ 8680155 w 10678681"/>
              <a:gd name="connsiteY24" fmla="*/ 492404 h 1357700"/>
              <a:gd name="connsiteX25" fmla="*/ 8651436 w 10678681"/>
              <a:gd name="connsiteY25" fmla="*/ 511923 h 1357700"/>
              <a:gd name="connsiteX26" fmla="*/ 8609185 w 10678681"/>
              <a:gd name="connsiteY26" fmla="*/ 531525 h 1357700"/>
              <a:gd name="connsiteX27" fmla="*/ 8537091 w 10678681"/>
              <a:gd name="connsiteY27" fmla="*/ 574933 h 1357700"/>
              <a:gd name="connsiteX28" fmla="*/ 8435931 w 10678681"/>
              <a:gd name="connsiteY28" fmla="*/ 617926 h 1357700"/>
              <a:gd name="connsiteX29" fmla="*/ 8348623 w 10678681"/>
              <a:gd name="connsiteY29" fmla="*/ 600607 h 1357700"/>
              <a:gd name="connsiteX30" fmla="*/ 8344233 w 10678681"/>
              <a:gd name="connsiteY30" fmla="*/ 610922 h 1357700"/>
              <a:gd name="connsiteX31" fmla="*/ 8290622 w 10678681"/>
              <a:gd name="connsiteY31" fmla="*/ 622687 h 1357700"/>
              <a:gd name="connsiteX32" fmla="*/ 8086698 w 10678681"/>
              <a:gd name="connsiteY32" fmla="*/ 605185 h 1357700"/>
              <a:gd name="connsiteX33" fmla="*/ 7982378 w 10678681"/>
              <a:gd name="connsiteY33" fmla="*/ 629799 h 1357700"/>
              <a:gd name="connsiteX34" fmla="*/ 7947952 w 10678681"/>
              <a:gd name="connsiteY34" fmla="*/ 648003 h 1357700"/>
              <a:gd name="connsiteX35" fmla="*/ 7890112 w 10678681"/>
              <a:gd name="connsiteY35" fmla="*/ 677915 h 1357700"/>
              <a:gd name="connsiteX36" fmla="*/ 7853284 w 10678681"/>
              <a:gd name="connsiteY36" fmla="*/ 723588 h 1357700"/>
              <a:gd name="connsiteX37" fmla="*/ 7802383 w 10678681"/>
              <a:gd name="connsiteY37" fmla="*/ 739359 h 1357700"/>
              <a:gd name="connsiteX38" fmla="*/ 7782280 w 10678681"/>
              <a:gd name="connsiteY38" fmla="*/ 712868 h 1357700"/>
              <a:gd name="connsiteX39" fmla="*/ 7730518 w 10678681"/>
              <a:gd name="connsiteY39" fmla="*/ 739526 h 1357700"/>
              <a:gd name="connsiteX40" fmla="*/ 7652907 w 10678681"/>
              <a:gd name="connsiteY40" fmla="*/ 783273 h 1357700"/>
              <a:gd name="connsiteX41" fmla="*/ 7606008 w 10678681"/>
              <a:gd name="connsiteY41" fmla="*/ 800717 h 1357700"/>
              <a:gd name="connsiteX42" fmla="*/ 7480223 w 10678681"/>
              <a:gd name="connsiteY42" fmla="*/ 856821 h 1357700"/>
              <a:gd name="connsiteX43" fmla="*/ 7356005 w 10678681"/>
              <a:gd name="connsiteY43" fmla="*/ 919462 h 1357700"/>
              <a:gd name="connsiteX44" fmla="*/ 7305396 w 10678681"/>
              <a:gd name="connsiteY44" fmla="*/ 986228 h 1357700"/>
              <a:gd name="connsiteX45" fmla="*/ 7298314 w 10678681"/>
              <a:gd name="connsiteY45" fmla="*/ 989899 h 1357700"/>
              <a:gd name="connsiteX46" fmla="*/ 7277477 w 10678681"/>
              <a:gd name="connsiteY46" fmla="*/ 990571 h 1357700"/>
              <a:gd name="connsiteX47" fmla="*/ 7269396 w 10678681"/>
              <a:gd name="connsiteY47" fmla="*/ 989282 h 1357700"/>
              <a:gd name="connsiteX48" fmla="*/ 7258094 w 10678681"/>
              <a:gd name="connsiteY48" fmla="*/ 990679 h 1357700"/>
              <a:gd name="connsiteX49" fmla="*/ 7257893 w 10678681"/>
              <a:gd name="connsiteY49" fmla="*/ 991204 h 1357700"/>
              <a:gd name="connsiteX50" fmla="*/ 7247153 w 10678681"/>
              <a:gd name="connsiteY50" fmla="*/ 991550 h 1357700"/>
              <a:gd name="connsiteX51" fmla="*/ 7193612 w 10678681"/>
              <a:gd name="connsiteY51" fmla="*/ 987042 h 1357700"/>
              <a:gd name="connsiteX52" fmla="*/ 7132632 w 10678681"/>
              <a:gd name="connsiteY52" fmla="*/ 1042036 h 1357700"/>
              <a:gd name="connsiteX53" fmla="*/ 7105610 w 10678681"/>
              <a:gd name="connsiteY53" fmla="*/ 1053537 h 1357700"/>
              <a:gd name="connsiteX54" fmla="*/ 7091599 w 10678681"/>
              <a:gd name="connsiteY54" fmla="*/ 1062302 h 1357700"/>
              <a:gd name="connsiteX55" fmla="*/ 7090998 w 10678681"/>
              <a:gd name="connsiteY55" fmla="*/ 1064540 h 1357700"/>
              <a:gd name="connsiteX56" fmla="*/ 7039634 w 10678681"/>
              <a:gd name="connsiteY56" fmla="*/ 1059971 h 1357700"/>
              <a:gd name="connsiteX57" fmla="*/ 7033445 w 10678681"/>
              <a:gd name="connsiteY57" fmla="*/ 1063314 h 1357700"/>
              <a:gd name="connsiteX58" fmla="*/ 6999157 w 10678681"/>
              <a:gd name="connsiteY58" fmla="*/ 1055282 h 1357700"/>
              <a:gd name="connsiteX59" fmla="*/ 6981874 w 10678681"/>
              <a:gd name="connsiteY59" fmla="*/ 1053827 h 1357700"/>
              <a:gd name="connsiteX60" fmla="*/ 6976102 w 10678681"/>
              <a:gd name="connsiteY60" fmla="*/ 1047854 h 1357700"/>
              <a:gd name="connsiteX61" fmla="*/ 6951040 w 10678681"/>
              <a:gd name="connsiteY61" fmla="*/ 1048531 h 1357700"/>
              <a:gd name="connsiteX62" fmla="*/ 6948497 w 10678681"/>
              <a:gd name="connsiteY62" fmla="*/ 1050706 h 1357700"/>
              <a:gd name="connsiteX63" fmla="*/ 6926582 w 10678681"/>
              <a:gd name="connsiteY63" fmla="*/ 1043462 h 1357700"/>
              <a:gd name="connsiteX64" fmla="*/ 6833743 w 10678681"/>
              <a:gd name="connsiteY64" fmla="*/ 1027960 h 1357700"/>
              <a:gd name="connsiteX65" fmla="*/ 6698313 w 10678681"/>
              <a:gd name="connsiteY65" fmla="*/ 1063249 h 1357700"/>
              <a:gd name="connsiteX66" fmla="*/ 6550218 w 10678681"/>
              <a:gd name="connsiteY66" fmla="*/ 1026825 h 1357700"/>
              <a:gd name="connsiteX67" fmla="*/ 6437450 w 10678681"/>
              <a:gd name="connsiteY67" fmla="*/ 1101075 h 1357700"/>
              <a:gd name="connsiteX68" fmla="*/ 6327795 w 10678681"/>
              <a:gd name="connsiteY68" fmla="*/ 1088142 h 1357700"/>
              <a:gd name="connsiteX69" fmla="*/ 6136549 w 10678681"/>
              <a:gd name="connsiteY69" fmla="*/ 1100268 h 1357700"/>
              <a:gd name="connsiteX70" fmla="*/ 6004655 w 10678681"/>
              <a:gd name="connsiteY70" fmla="*/ 1114946 h 1357700"/>
              <a:gd name="connsiteX71" fmla="*/ 5936643 w 10678681"/>
              <a:gd name="connsiteY71" fmla="*/ 1095428 h 1357700"/>
              <a:gd name="connsiteX72" fmla="*/ 5912484 w 10678681"/>
              <a:gd name="connsiteY72" fmla="*/ 1112624 h 1357700"/>
              <a:gd name="connsiteX73" fmla="*/ 5908387 w 10678681"/>
              <a:gd name="connsiteY73" fmla="*/ 1116018 h 1357700"/>
              <a:gd name="connsiteX74" fmla="*/ 5890495 w 10678681"/>
              <a:gd name="connsiteY74" fmla="*/ 1120268 h 1357700"/>
              <a:gd name="connsiteX75" fmla="*/ 5887318 w 10678681"/>
              <a:gd name="connsiteY75" fmla="*/ 1133134 h 1357700"/>
              <a:gd name="connsiteX76" fmla="*/ 5861726 w 10678681"/>
              <a:gd name="connsiteY76" fmla="*/ 1147891 h 1357700"/>
              <a:gd name="connsiteX77" fmla="*/ 5805823 w 10678681"/>
              <a:gd name="connsiteY77" fmla="*/ 1152457 h 1357700"/>
              <a:gd name="connsiteX78" fmla="*/ 5689841 w 10678681"/>
              <a:gd name="connsiteY78" fmla="*/ 1176232 h 1357700"/>
              <a:gd name="connsiteX79" fmla="*/ 5605119 w 10678681"/>
              <a:gd name="connsiteY79" fmla="*/ 1190202 h 1357700"/>
              <a:gd name="connsiteX80" fmla="*/ 5488513 w 10678681"/>
              <a:gd name="connsiteY80" fmla="*/ 1205367 h 1357700"/>
              <a:gd name="connsiteX81" fmla="*/ 5402905 w 10678681"/>
              <a:gd name="connsiteY81" fmla="*/ 1241191 h 1357700"/>
              <a:gd name="connsiteX82" fmla="*/ 5285593 w 10678681"/>
              <a:gd name="connsiteY82" fmla="*/ 1273569 h 1357700"/>
              <a:gd name="connsiteX83" fmla="*/ 5192893 w 10678681"/>
              <a:gd name="connsiteY83" fmla="*/ 1247188 h 1357700"/>
              <a:gd name="connsiteX84" fmla="*/ 5186475 w 10678681"/>
              <a:gd name="connsiteY84" fmla="*/ 1257028 h 1357700"/>
              <a:gd name="connsiteX85" fmla="*/ 5126038 w 10678681"/>
              <a:gd name="connsiteY85" fmla="*/ 1263189 h 1357700"/>
              <a:gd name="connsiteX86" fmla="*/ 4894688 w 10678681"/>
              <a:gd name="connsiteY86" fmla="*/ 1247184 h 1357700"/>
              <a:gd name="connsiteX87" fmla="*/ 4788036 w 10678681"/>
              <a:gd name="connsiteY87" fmla="*/ 1238182 h 1357700"/>
              <a:gd name="connsiteX88" fmla="*/ 4747555 w 10678681"/>
              <a:gd name="connsiteY88" fmla="*/ 1252768 h 1357700"/>
              <a:gd name="connsiteX89" fmla="*/ 4679644 w 10678681"/>
              <a:gd name="connsiteY89" fmla="*/ 1276603 h 1357700"/>
              <a:gd name="connsiteX90" fmla="*/ 4632222 w 10678681"/>
              <a:gd name="connsiteY90" fmla="*/ 1318360 h 1357700"/>
              <a:gd name="connsiteX91" fmla="*/ 4617358 w 10678681"/>
              <a:gd name="connsiteY91" fmla="*/ 1327690 h 1357700"/>
              <a:gd name="connsiteX92" fmla="*/ 4589102 w 10678681"/>
              <a:gd name="connsiteY92" fmla="*/ 1321223 h 1357700"/>
              <a:gd name="connsiteX93" fmla="*/ 4578184 w 10678681"/>
              <a:gd name="connsiteY93" fmla="*/ 1326745 h 1357700"/>
              <a:gd name="connsiteX94" fmla="*/ 4574270 w 10678681"/>
              <a:gd name="connsiteY94" fmla="*/ 1325878 h 1357700"/>
              <a:gd name="connsiteX95" fmla="*/ 4564919 w 10678681"/>
              <a:gd name="connsiteY95" fmla="*/ 1325507 h 1357700"/>
              <a:gd name="connsiteX96" fmla="*/ 4566586 w 10678681"/>
              <a:gd name="connsiteY96" fmla="*/ 1316963 h 1357700"/>
              <a:gd name="connsiteX97" fmla="*/ 4556303 w 10678681"/>
              <a:gd name="connsiteY97" fmla="*/ 1300262 h 1357700"/>
              <a:gd name="connsiteX98" fmla="*/ 4502358 w 10678681"/>
              <a:gd name="connsiteY98" fmla="*/ 1302558 h 1357700"/>
              <a:gd name="connsiteX99" fmla="*/ 4498919 w 10678681"/>
              <a:gd name="connsiteY99" fmla="*/ 1312115 h 1357700"/>
              <a:gd name="connsiteX100" fmla="*/ 4492075 w 10678681"/>
              <a:gd name="connsiteY100" fmla="*/ 1313357 h 1357700"/>
              <a:gd name="connsiteX101" fmla="*/ 4487466 w 10678681"/>
              <a:gd name="connsiteY101" fmla="*/ 1304102 h 1357700"/>
              <a:gd name="connsiteX102" fmla="*/ 4398292 w 10678681"/>
              <a:gd name="connsiteY102" fmla="*/ 1278410 h 1357700"/>
              <a:gd name="connsiteX103" fmla="*/ 4306088 w 10678681"/>
              <a:gd name="connsiteY103" fmla="*/ 1282512 h 1357700"/>
              <a:gd name="connsiteX104" fmla="*/ 4188995 w 10678681"/>
              <a:gd name="connsiteY104" fmla="*/ 1296718 h 1357700"/>
              <a:gd name="connsiteX105" fmla="*/ 4181483 w 10678681"/>
              <a:gd name="connsiteY105" fmla="*/ 1287686 h 1357700"/>
              <a:gd name="connsiteX106" fmla="*/ 4120739 w 10678681"/>
              <a:gd name="connsiteY106" fmla="*/ 1288549 h 1357700"/>
              <a:gd name="connsiteX107" fmla="*/ 3906561 w 10678681"/>
              <a:gd name="connsiteY107" fmla="*/ 1352435 h 1357700"/>
              <a:gd name="connsiteX108" fmla="*/ 3787890 w 10678681"/>
              <a:gd name="connsiteY108" fmla="*/ 1352442 h 1357700"/>
              <a:gd name="connsiteX109" fmla="*/ 3745993 w 10678681"/>
              <a:gd name="connsiteY109" fmla="*/ 1342630 h 1357700"/>
              <a:gd name="connsiteX110" fmla="*/ 3675785 w 10678681"/>
              <a:gd name="connsiteY110" fmla="*/ 1326802 h 1357700"/>
              <a:gd name="connsiteX111" fmla="*/ 3623856 w 10678681"/>
              <a:gd name="connsiteY111" fmla="*/ 1290804 h 1357700"/>
              <a:gd name="connsiteX112" fmla="*/ 3564933 w 10678681"/>
              <a:gd name="connsiteY112" fmla="*/ 1287147 h 1357700"/>
              <a:gd name="connsiteX113" fmla="*/ 3550537 w 10678681"/>
              <a:gd name="connsiteY113" fmla="*/ 1317552 h 1357700"/>
              <a:gd name="connsiteX114" fmla="*/ 3487736 w 10678681"/>
              <a:gd name="connsiteY114" fmla="*/ 1303493 h 1357700"/>
              <a:gd name="connsiteX115" fmla="*/ 3392548 w 10678681"/>
              <a:gd name="connsiteY115" fmla="*/ 1278741 h 1357700"/>
              <a:gd name="connsiteX116" fmla="*/ 3337466 w 10678681"/>
              <a:gd name="connsiteY116" fmla="*/ 1272537 h 1357700"/>
              <a:gd name="connsiteX117" fmla="*/ 3187206 w 10678681"/>
              <a:gd name="connsiteY117" fmla="*/ 1246821 h 1357700"/>
              <a:gd name="connsiteX118" fmla="*/ 3036856 w 10678681"/>
              <a:gd name="connsiteY118" fmla="*/ 1214383 h 1357700"/>
              <a:gd name="connsiteX119" fmla="*/ 2948654 w 10678681"/>
              <a:gd name="connsiteY119" fmla="*/ 1157455 h 1357700"/>
              <a:gd name="connsiteX120" fmla="*/ 2824973 w 10678681"/>
              <a:gd name="connsiteY120" fmla="*/ 1134864 h 1357700"/>
              <a:gd name="connsiteX121" fmla="*/ 2804398 w 10678681"/>
              <a:gd name="connsiteY121" fmla="*/ 1125556 h 1357700"/>
              <a:gd name="connsiteX122" fmla="*/ 2775396 w 10678681"/>
              <a:gd name="connsiteY122" fmla="*/ 1130148 h 1357700"/>
              <a:gd name="connsiteX123" fmla="*/ 2659096 w 10678681"/>
              <a:gd name="connsiteY123" fmla="*/ 1150294 h 1357700"/>
              <a:gd name="connsiteX124" fmla="*/ 2567088 w 10678681"/>
              <a:gd name="connsiteY124" fmla="*/ 1181781 h 1357700"/>
              <a:gd name="connsiteX125" fmla="*/ 2454501 w 10678681"/>
              <a:gd name="connsiteY125" fmla="*/ 1155455 h 1357700"/>
              <a:gd name="connsiteX126" fmla="*/ 2385161 w 10678681"/>
              <a:gd name="connsiteY126" fmla="*/ 1161312 h 1357700"/>
              <a:gd name="connsiteX127" fmla="*/ 2270528 w 10678681"/>
              <a:gd name="connsiteY127" fmla="*/ 1204338 h 1357700"/>
              <a:gd name="connsiteX128" fmla="*/ 2121820 w 10678681"/>
              <a:gd name="connsiteY128" fmla="*/ 1187078 h 1357700"/>
              <a:gd name="connsiteX129" fmla="*/ 2092716 w 10678681"/>
              <a:gd name="connsiteY129" fmla="*/ 1139224 h 1357700"/>
              <a:gd name="connsiteX130" fmla="*/ 2052449 w 10678681"/>
              <a:gd name="connsiteY130" fmla="*/ 1109687 h 1357700"/>
              <a:gd name="connsiteX131" fmla="*/ 2032607 w 10678681"/>
              <a:gd name="connsiteY131" fmla="*/ 1175477 h 1357700"/>
              <a:gd name="connsiteX132" fmla="*/ 1901837 w 10678681"/>
              <a:gd name="connsiteY132" fmla="*/ 1221762 h 1357700"/>
              <a:gd name="connsiteX133" fmla="*/ 1836762 w 10678681"/>
              <a:gd name="connsiteY133" fmla="*/ 1237387 h 1357700"/>
              <a:gd name="connsiteX134" fmla="*/ 1735877 w 10678681"/>
              <a:gd name="connsiteY134" fmla="*/ 1246527 h 1357700"/>
              <a:gd name="connsiteX135" fmla="*/ 1705069 w 10678681"/>
              <a:gd name="connsiteY135" fmla="*/ 1251989 h 1357700"/>
              <a:gd name="connsiteX136" fmla="*/ 1397689 w 10678681"/>
              <a:gd name="connsiteY136" fmla="*/ 1336144 h 1357700"/>
              <a:gd name="connsiteX137" fmla="*/ 1220734 w 10678681"/>
              <a:gd name="connsiteY137" fmla="*/ 1257811 h 1357700"/>
              <a:gd name="connsiteX138" fmla="*/ 1021737 w 10678681"/>
              <a:gd name="connsiteY138" fmla="*/ 1238739 h 1357700"/>
              <a:gd name="connsiteX139" fmla="*/ 959820 w 10678681"/>
              <a:gd name="connsiteY139" fmla="*/ 1275863 h 1357700"/>
              <a:gd name="connsiteX140" fmla="*/ 929137 w 10678681"/>
              <a:gd name="connsiteY140" fmla="*/ 1273957 h 1357700"/>
              <a:gd name="connsiteX141" fmla="*/ 878849 w 10678681"/>
              <a:gd name="connsiteY141" fmla="*/ 1266740 h 1357700"/>
              <a:gd name="connsiteX142" fmla="*/ 800667 w 10678681"/>
              <a:gd name="connsiteY142" fmla="*/ 1282041 h 1357700"/>
              <a:gd name="connsiteX143" fmla="*/ 644906 w 10678681"/>
              <a:gd name="connsiteY143" fmla="*/ 1273685 h 1357700"/>
              <a:gd name="connsiteX144" fmla="*/ 379869 w 10678681"/>
              <a:gd name="connsiteY144" fmla="*/ 1339165 h 1357700"/>
              <a:gd name="connsiteX145" fmla="*/ 137696 w 10678681"/>
              <a:gd name="connsiteY145" fmla="*/ 1319217 h 1357700"/>
              <a:gd name="connsiteX146" fmla="*/ 54250 w 10678681"/>
              <a:gd name="connsiteY146" fmla="*/ 1315838 h 1357700"/>
              <a:gd name="connsiteX147" fmla="*/ 28042 w 10678681"/>
              <a:gd name="connsiteY147" fmla="*/ 1297822 h 1357700"/>
              <a:gd name="connsiteX148" fmla="*/ 0 w 10678681"/>
              <a:gd name="connsiteY148" fmla="*/ 1294612 h 1357700"/>
              <a:gd name="connsiteX149" fmla="*/ 0 w 10678681"/>
              <a:gd name="connsiteY149" fmla="*/ 0 h 1357700"/>
              <a:gd name="connsiteX0" fmla="*/ 0 w 10678681"/>
              <a:gd name="connsiteY0" fmla="*/ 0 h 1357700"/>
              <a:gd name="connsiteX1" fmla="*/ 10678681 w 10678681"/>
              <a:gd name="connsiteY1" fmla="*/ 0 h 1357700"/>
              <a:gd name="connsiteX2" fmla="*/ 10666019 w 10678681"/>
              <a:gd name="connsiteY2" fmla="*/ 7876 h 1357700"/>
              <a:gd name="connsiteX3" fmla="*/ 10632825 w 10678681"/>
              <a:gd name="connsiteY3" fmla="*/ 32153 h 1357700"/>
              <a:gd name="connsiteX4" fmla="*/ 10510605 w 10678681"/>
              <a:gd name="connsiteY4" fmla="*/ 30449 h 1357700"/>
              <a:gd name="connsiteX5" fmla="*/ 10456989 w 10678681"/>
              <a:gd name="connsiteY5" fmla="*/ 979 h 1357700"/>
              <a:gd name="connsiteX6" fmla="*/ 10438642 w 10678681"/>
              <a:gd name="connsiteY6" fmla="*/ 1524 h 1357700"/>
              <a:gd name="connsiteX7" fmla="*/ 10407146 w 10678681"/>
              <a:gd name="connsiteY7" fmla="*/ 43659 h 1357700"/>
              <a:gd name="connsiteX8" fmla="*/ 10357996 w 10678681"/>
              <a:gd name="connsiteY8" fmla="*/ 50836 h 1357700"/>
              <a:gd name="connsiteX9" fmla="*/ 10306667 w 10678681"/>
              <a:gd name="connsiteY9" fmla="*/ 109739 h 1357700"/>
              <a:gd name="connsiteX10" fmla="*/ 10115334 w 10678681"/>
              <a:gd name="connsiteY10" fmla="*/ 155658 h 1357700"/>
              <a:gd name="connsiteX11" fmla="*/ 10068157 w 10678681"/>
              <a:gd name="connsiteY11" fmla="*/ 215673 h 1357700"/>
              <a:gd name="connsiteX12" fmla="*/ 10045431 w 10678681"/>
              <a:gd name="connsiteY12" fmla="*/ 229568 h 1357700"/>
              <a:gd name="connsiteX13" fmla="*/ 10013265 w 10678681"/>
              <a:gd name="connsiteY13" fmla="*/ 284757 h 1357700"/>
              <a:gd name="connsiteX14" fmla="*/ 9862496 w 10678681"/>
              <a:gd name="connsiteY14" fmla="*/ 223033 h 1357700"/>
              <a:gd name="connsiteX15" fmla="*/ 9679638 w 10678681"/>
              <a:gd name="connsiteY15" fmla="*/ 277462 h 1357700"/>
              <a:gd name="connsiteX16" fmla="*/ 9498347 w 10678681"/>
              <a:gd name="connsiteY16" fmla="*/ 244723 h 1357700"/>
              <a:gd name="connsiteX17" fmla="*/ 9399702 w 10678681"/>
              <a:gd name="connsiteY17" fmla="*/ 276316 h 1357700"/>
              <a:gd name="connsiteX18" fmla="*/ 9378439 w 10678681"/>
              <a:gd name="connsiteY18" fmla="*/ 326244 h 1357700"/>
              <a:gd name="connsiteX19" fmla="*/ 9121744 w 10678681"/>
              <a:gd name="connsiteY19" fmla="*/ 365177 h 1357700"/>
              <a:gd name="connsiteX20" fmla="*/ 9061654 w 10678681"/>
              <a:gd name="connsiteY20" fmla="*/ 393730 h 1357700"/>
              <a:gd name="connsiteX21" fmla="*/ 8997577 w 10678681"/>
              <a:gd name="connsiteY21" fmla="*/ 380865 h 1357700"/>
              <a:gd name="connsiteX22" fmla="*/ 8907968 w 10678681"/>
              <a:gd name="connsiteY22" fmla="*/ 447345 h 1357700"/>
              <a:gd name="connsiteX23" fmla="*/ 8764163 w 10678681"/>
              <a:gd name="connsiteY23" fmla="*/ 471000 h 1357700"/>
              <a:gd name="connsiteX24" fmla="*/ 8680155 w 10678681"/>
              <a:gd name="connsiteY24" fmla="*/ 492404 h 1357700"/>
              <a:gd name="connsiteX25" fmla="*/ 8651436 w 10678681"/>
              <a:gd name="connsiteY25" fmla="*/ 511923 h 1357700"/>
              <a:gd name="connsiteX26" fmla="*/ 8609185 w 10678681"/>
              <a:gd name="connsiteY26" fmla="*/ 531525 h 1357700"/>
              <a:gd name="connsiteX27" fmla="*/ 8537091 w 10678681"/>
              <a:gd name="connsiteY27" fmla="*/ 574933 h 1357700"/>
              <a:gd name="connsiteX28" fmla="*/ 8435931 w 10678681"/>
              <a:gd name="connsiteY28" fmla="*/ 617926 h 1357700"/>
              <a:gd name="connsiteX29" fmla="*/ 8348623 w 10678681"/>
              <a:gd name="connsiteY29" fmla="*/ 600607 h 1357700"/>
              <a:gd name="connsiteX30" fmla="*/ 8344233 w 10678681"/>
              <a:gd name="connsiteY30" fmla="*/ 610922 h 1357700"/>
              <a:gd name="connsiteX31" fmla="*/ 8290622 w 10678681"/>
              <a:gd name="connsiteY31" fmla="*/ 622687 h 1357700"/>
              <a:gd name="connsiteX32" fmla="*/ 8086698 w 10678681"/>
              <a:gd name="connsiteY32" fmla="*/ 605185 h 1357700"/>
              <a:gd name="connsiteX33" fmla="*/ 7982378 w 10678681"/>
              <a:gd name="connsiteY33" fmla="*/ 629799 h 1357700"/>
              <a:gd name="connsiteX34" fmla="*/ 7947952 w 10678681"/>
              <a:gd name="connsiteY34" fmla="*/ 648003 h 1357700"/>
              <a:gd name="connsiteX35" fmla="*/ 7890112 w 10678681"/>
              <a:gd name="connsiteY35" fmla="*/ 677915 h 1357700"/>
              <a:gd name="connsiteX36" fmla="*/ 7853284 w 10678681"/>
              <a:gd name="connsiteY36" fmla="*/ 723588 h 1357700"/>
              <a:gd name="connsiteX37" fmla="*/ 7802383 w 10678681"/>
              <a:gd name="connsiteY37" fmla="*/ 739359 h 1357700"/>
              <a:gd name="connsiteX38" fmla="*/ 7782280 w 10678681"/>
              <a:gd name="connsiteY38" fmla="*/ 712868 h 1357700"/>
              <a:gd name="connsiteX39" fmla="*/ 7730518 w 10678681"/>
              <a:gd name="connsiteY39" fmla="*/ 739526 h 1357700"/>
              <a:gd name="connsiteX40" fmla="*/ 7652907 w 10678681"/>
              <a:gd name="connsiteY40" fmla="*/ 783273 h 1357700"/>
              <a:gd name="connsiteX41" fmla="*/ 7606008 w 10678681"/>
              <a:gd name="connsiteY41" fmla="*/ 800717 h 1357700"/>
              <a:gd name="connsiteX42" fmla="*/ 7480223 w 10678681"/>
              <a:gd name="connsiteY42" fmla="*/ 856821 h 1357700"/>
              <a:gd name="connsiteX43" fmla="*/ 7356005 w 10678681"/>
              <a:gd name="connsiteY43" fmla="*/ 919462 h 1357700"/>
              <a:gd name="connsiteX44" fmla="*/ 7305396 w 10678681"/>
              <a:gd name="connsiteY44" fmla="*/ 986228 h 1357700"/>
              <a:gd name="connsiteX45" fmla="*/ 7298314 w 10678681"/>
              <a:gd name="connsiteY45" fmla="*/ 989899 h 1357700"/>
              <a:gd name="connsiteX46" fmla="*/ 7277477 w 10678681"/>
              <a:gd name="connsiteY46" fmla="*/ 990571 h 1357700"/>
              <a:gd name="connsiteX47" fmla="*/ 7269396 w 10678681"/>
              <a:gd name="connsiteY47" fmla="*/ 989282 h 1357700"/>
              <a:gd name="connsiteX48" fmla="*/ 7258094 w 10678681"/>
              <a:gd name="connsiteY48" fmla="*/ 990679 h 1357700"/>
              <a:gd name="connsiteX49" fmla="*/ 7257893 w 10678681"/>
              <a:gd name="connsiteY49" fmla="*/ 991204 h 1357700"/>
              <a:gd name="connsiteX50" fmla="*/ 7247153 w 10678681"/>
              <a:gd name="connsiteY50" fmla="*/ 991550 h 1357700"/>
              <a:gd name="connsiteX51" fmla="*/ 7193612 w 10678681"/>
              <a:gd name="connsiteY51" fmla="*/ 987042 h 1357700"/>
              <a:gd name="connsiteX52" fmla="*/ 7132632 w 10678681"/>
              <a:gd name="connsiteY52" fmla="*/ 1042036 h 1357700"/>
              <a:gd name="connsiteX53" fmla="*/ 7105610 w 10678681"/>
              <a:gd name="connsiteY53" fmla="*/ 1053537 h 1357700"/>
              <a:gd name="connsiteX54" fmla="*/ 7091599 w 10678681"/>
              <a:gd name="connsiteY54" fmla="*/ 1062302 h 1357700"/>
              <a:gd name="connsiteX55" fmla="*/ 7090998 w 10678681"/>
              <a:gd name="connsiteY55" fmla="*/ 1064540 h 1357700"/>
              <a:gd name="connsiteX56" fmla="*/ 7039634 w 10678681"/>
              <a:gd name="connsiteY56" fmla="*/ 1059971 h 1357700"/>
              <a:gd name="connsiteX57" fmla="*/ 7033445 w 10678681"/>
              <a:gd name="connsiteY57" fmla="*/ 1063314 h 1357700"/>
              <a:gd name="connsiteX58" fmla="*/ 6999157 w 10678681"/>
              <a:gd name="connsiteY58" fmla="*/ 1055282 h 1357700"/>
              <a:gd name="connsiteX59" fmla="*/ 6981874 w 10678681"/>
              <a:gd name="connsiteY59" fmla="*/ 1053827 h 1357700"/>
              <a:gd name="connsiteX60" fmla="*/ 6976102 w 10678681"/>
              <a:gd name="connsiteY60" fmla="*/ 1047854 h 1357700"/>
              <a:gd name="connsiteX61" fmla="*/ 6951040 w 10678681"/>
              <a:gd name="connsiteY61" fmla="*/ 1048531 h 1357700"/>
              <a:gd name="connsiteX62" fmla="*/ 6948497 w 10678681"/>
              <a:gd name="connsiteY62" fmla="*/ 1050706 h 1357700"/>
              <a:gd name="connsiteX63" fmla="*/ 6926582 w 10678681"/>
              <a:gd name="connsiteY63" fmla="*/ 1043462 h 1357700"/>
              <a:gd name="connsiteX64" fmla="*/ 6833743 w 10678681"/>
              <a:gd name="connsiteY64" fmla="*/ 1027960 h 1357700"/>
              <a:gd name="connsiteX65" fmla="*/ 6698313 w 10678681"/>
              <a:gd name="connsiteY65" fmla="*/ 1063249 h 1357700"/>
              <a:gd name="connsiteX66" fmla="*/ 6550218 w 10678681"/>
              <a:gd name="connsiteY66" fmla="*/ 1026825 h 1357700"/>
              <a:gd name="connsiteX67" fmla="*/ 6437450 w 10678681"/>
              <a:gd name="connsiteY67" fmla="*/ 1101075 h 1357700"/>
              <a:gd name="connsiteX68" fmla="*/ 6327795 w 10678681"/>
              <a:gd name="connsiteY68" fmla="*/ 1088142 h 1357700"/>
              <a:gd name="connsiteX69" fmla="*/ 6136549 w 10678681"/>
              <a:gd name="connsiteY69" fmla="*/ 1100268 h 1357700"/>
              <a:gd name="connsiteX70" fmla="*/ 6004655 w 10678681"/>
              <a:gd name="connsiteY70" fmla="*/ 1114946 h 1357700"/>
              <a:gd name="connsiteX71" fmla="*/ 5936643 w 10678681"/>
              <a:gd name="connsiteY71" fmla="*/ 1095428 h 1357700"/>
              <a:gd name="connsiteX72" fmla="*/ 5912484 w 10678681"/>
              <a:gd name="connsiteY72" fmla="*/ 1112624 h 1357700"/>
              <a:gd name="connsiteX73" fmla="*/ 5908387 w 10678681"/>
              <a:gd name="connsiteY73" fmla="*/ 1116018 h 1357700"/>
              <a:gd name="connsiteX74" fmla="*/ 5890495 w 10678681"/>
              <a:gd name="connsiteY74" fmla="*/ 1120268 h 1357700"/>
              <a:gd name="connsiteX75" fmla="*/ 5887318 w 10678681"/>
              <a:gd name="connsiteY75" fmla="*/ 1133134 h 1357700"/>
              <a:gd name="connsiteX76" fmla="*/ 5861726 w 10678681"/>
              <a:gd name="connsiteY76" fmla="*/ 1147891 h 1357700"/>
              <a:gd name="connsiteX77" fmla="*/ 5805823 w 10678681"/>
              <a:gd name="connsiteY77" fmla="*/ 1152457 h 1357700"/>
              <a:gd name="connsiteX78" fmla="*/ 5689841 w 10678681"/>
              <a:gd name="connsiteY78" fmla="*/ 1176232 h 1357700"/>
              <a:gd name="connsiteX79" fmla="*/ 5605119 w 10678681"/>
              <a:gd name="connsiteY79" fmla="*/ 1190202 h 1357700"/>
              <a:gd name="connsiteX80" fmla="*/ 5488513 w 10678681"/>
              <a:gd name="connsiteY80" fmla="*/ 1205367 h 1357700"/>
              <a:gd name="connsiteX81" fmla="*/ 5402905 w 10678681"/>
              <a:gd name="connsiteY81" fmla="*/ 1241191 h 1357700"/>
              <a:gd name="connsiteX82" fmla="*/ 5285593 w 10678681"/>
              <a:gd name="connsiteY82" fmla="*/ 1273569 h 1357700"/>
              <a:gd name="connsiteX83" fmla="*/ 5192893 w 10678681"/>
              <a:gd name="connsiteY83" fmla="*/ 1247188 h 1357700"/>
              <a:gd name="connsiteX84" fmla="*/ 5186475 w 10678681"/>
              <a:gd name="connsiteY84" fmla="*/ 1257028 h 1357700"/>
              <a:gd name="connsiteX85" fmla="*/ 5126038 w 10678681"/>
              <a:gd name="connsiteY85" fmla="*/ 1263189 h 1357700"/>
              <a:gd name="connsiteX86" fmla="*/ 4894688 w 10678681"/>
              <a:gd name="connsiteY86" fmla="*/ 1247184 h 1357700"/>
              <a:gd name="connsiteX87" fmla="*/ 4788036 w 10678681"/>
              <a:gd name="connsiteY87" fmla="*/ 1238182 h 1357700"/>
              <a:gd name="connsiteX88" fmla="*/ 4747555 w 10678681"/>
              <a:gd name="connsiteY88" fmla="*/ 1252768 h 1357700"/>
              <a:gd name="connsiteX89" fmla="*/ 4679644 w 10678681"/>
              <a:gd name="connsiteY89" fmla="*/ 1276603 h 1357700"/>
              <a:gd name="connsiteX90" fmla="*/ 4632222 w 10678681"/>
              <a:gd name="connsiteY90" fmla="*/ 1318360 h 1357700"/>
              <a:gd name="connsiteX91" fmla="*/ 4617358 w 10678681"/>
              <a:gd name="connsiteY91" fmla="*/ 1327690 h 1357700"/>
              <a:gd name="connsiteX92" fmla="*/ 4589102 w 10678681"/>
              <a:gd name="connsiteY92" fmla="*/ 1321223 h 1357700"/>
              <a:gd name="connsiteX93" fmla="*/ 4578184 w 10678681"/>
              <a:gd name="connsiteY93" fmla="*/ 1326745 h 1357700"/>
              <a:gd name="connsiteX94" fmla="*/ 4574270 w 10678681"/>
              <a:gd name="connsiteY94" fmla="*/ 1325878 h 1357700"/>
              <a:gd name="connsiteX95" fmla="*/ 4564919 w 10678681"/>
              <a:gd name="connsiteY95" fmla="*/ 1325507 h 1357700"/>
              <a:gd name="connsiteX96" fmla="*/ 4566586 w 10678681"/>
              <a:gd name="connsiteY96" fmla="*/ 1316963 h 1357700"/>
              <a:gd name="connsiteX97" fmla="*/ 4556303 w 10678681"/>
              <a:gd name="connsiteY97" fmla="*/ 1300262 h 1357700"/>
              <a:gd name="connsiteX98" fmla="*/ 4502358 w 10678681"/>
              <a:gd name="connsiteY98" fmla="*/ 1302558 h 1357700"/>
              <a:gd name="connsiteX99" fmla="*/ 4498919 w 10678681"/>
              <a:gd name="connsiteY99" fmla="*/ 1312115 h 1357700"/>
              <a:gd name="connsiteX100" fmla="*/ 4492075 w 10678681"/>
              <a:gd name="connsiteY100" fmla="*/ 1313357 h 1357700"/>
              <a:gd name="connsiteX101" fmla="*/ 4487466 w 10678681"/>
              <a:gd name="connsiteY101" fmla="*/ 1304102 h 1357700"/>
              <a:gd name="connsiteX102" fmla="*/ 4398292 w 10678681"/>
              <a:gd name="connsiteY102" fmla="*/ 1278410 h 1357700"/>
              <a:gd name="connsiteX103" fmla="*/ 4306088 w 10678681"/>
              <a:gd name="connsiteY103" fmla="*/ 1282512 h 1357700"/>
              <a:gd name="connsiteX104" fmla="*/ 4188995 w 10678681"/>
              <a:gd name="connsiteY104" fmla="*/ 1296718 h 1357700"/>
              <a:gd name="connsiteX105" fmla="*/ 4181483 w 10678681"/>
              <a:gd name="connsiteY105" fmla="*/ 1287686 h 1357700"/>
              <a:gd name="connsiteX106" fmla="*/ 4064614 w 10678681"/>
              <a:gd name="connsiteY106" fmla="*/ 1296118 h 1357700"/>
              <a:gd name="connsiteX107" fmla="*/ 3906561 w 10678681"/>
              <a:gd name="connsiteY107" fmla="*/ 1352435 h 1357700"/>
              <a:gd name="connsiteX108" fmla="*/ 3787890 w 10678681"/>
              <a:gd name="connsiteY108" fmla="*/ 1352442 h 1357700"/>
              <a:gd name="connsiteX109" fmla="*/ 3745993 w 10678681"/>
              <a:gd name="connsiteY109" fmla="*/ 1342630 h 1357700"/>
              <a:gd name="connsiteX110" fmla="*/ 3675785 w 10678681"/>
              <a:gd name="connsiteY110" fmla="*/ 1326802 h 1357700"/>
              <a:gd name="connsiteX111" fmla="*/ 3623856 w 10678681"/>
              <a:gd name="connsiteY111" fmla="*/ 1290804 h 1357700"/>
              <a:gd name="connsiteX112" fmla="*/ 3564933 w 10678681"/>
              <a:gd name="connsiteY112" fmla="*/ 1287147 h 1357700"/>
              <a:gd name="connsiteX113" fmla="*/ 3550537 w 10678681"/>
              <a:gd name="connsiteY113" fmla="*/ 1317552 h 1357700"/>
              <a:gd name="connsiteX114" fmla="*/ 3487736 w 10678681"/>
              <a:gd name="connsiteY114" fmla="*/ 1303493 h 1357700"/>
              <a:gd name="connsiteX115" fmla="*/ 3392548 w 10678681"/>
              <a:gd name="connsiteY115" fmla="*/ 1278741 h 1357700"/>
              <a:gd name="connsiteX116" fmla="*/ 3337466 w 10678681"/>
              <a:gd name="connsiteY116" fmla="*/ 1272537 h 1357700"/>
              <a:gd name="connsiteX117" fmla="*/ 3187206 w 10678681"/>
              <a:gd name="connsiteY117" fmla="*/ 1246821 h 1357700"/>
              <a:gd name="connsiteX118" fmla="*/ 3036856 w 10678681"/>
              <a:gd name="connsiteY118" fmla="*/ 1214383 h 1357700"/>
              <a:gd name="connsiteX119" fmla="*/ 2948654 w 10678681"/>
              <a:gd name="connsiteY119" fmla="*/ 1157455 h 1357700"/>
              <a:gd name="connsiteX120" fmla="*/ 2824973 w 10678681"/>
              <a:gd name="connsiteY120" fmla="*/ 1134864 h 1357700"/>
              <a:gd name="connsiteX121" fmla="*/ 2804398 w 10678681"/>
              <a:gd name="connsiteY121" fmla="*/ 1125556 h 1357700"/>
              <a:gd name="connsiteX122" fmla="*/ 2775396 w 10678681"/>
              <a:gd name="connsiteY122" fmla="*/ 1130148 h 1357700"/>
              <a:gd name="connsiteX123" fmla="*/ 2659096 w 10678681"/>
              <a:gd name="connsiteY123" fmla="*/ 1150294 h 1357700"/>
              <a:gd name="connsiteX124" fmla="*/ 2567088 w 10678681"/>
              <a:gd name="connsiteY124" fmla="*/ 1181781 h 1357700"/>
              <a:gd name="connsiteX125" fmla="*/ 2454501 w 10678681"/>
              <a:gd name="connsiteY125" fmla="*/ 1155455 h 1357700"/>
              <a:gd name="connsiteX126" fmla="*/ 2385161 w 10678681"/>
              <a:gd name="connsiteY126" fmla="*/ 1161312 h 1357700"/>
              <a:gd name="connsiteX127" fmla="*/ 2270528 w 10678681"/>
              <a:gd name="connsiteY127" fmla="*/ 1204338 h 1357700"/>
              <a:gd name="connsiteX128" fmla="*/ 2121820 w 10678681"/>
              <a:gd name="connsiteY128" fmla="*/ 1187078 h 1357700"/>
              <a:gd name="connsiteX129" fmla="*/ 2092716 w 10678681"/>
              <a:gd name="connsiteY129" fmla="*/ 1139224 h 1357700"/>
              <a:gd name="connsiteX130" fmla="*/ 2052449 w 10678681"/>
              <a:gd name="connsiteY130" fmla="*/ 1109687 h 1357700"/>
              <a:gd name="connsiteX131" fmla="*/ 2032607 w 10678681"/>
              <a:gd name="connsiteY131" fmla="*/ 1175477 h 1357700"/>
              <a:gd name="connsiteX132" fmla="*/ 1901837 w 10678681"/>
              <a:gd name="connsiteY132" fmla="*/ 1221762 h 1357700"/>
              <a:gd name="connsiteX133" fmla="*/ 1836762 w 10678681"/>
              <a:gd name="connsiteY133" fmla="*/ 1237387 h 1357700"/>
              <a:gd name="connsiteX134" fmla="*/ 1735877 w 10678681"/>
              <a:gd name="connsiteY134" fmla="*/ 1246527 h 1357700"/>
              <a:gd name="connsiteX135" fmla="*/ 1705069 w 10678681"/>
              <a:gd name="connsiteY135" fmla="*/ 1251989 h 1357700"/>
              <a:gd name="connsiteX136" fmla="*/ 1397689 w 10678681"/>
              <a:gd name="connsiteY136" fmla="*/ 1336144 h 1357700"/>
              <a:gd name="connsiteX137" fmla="*/ 1220734 w 10678681"/>
              <a:gd name="connsiteY137" fmla="*/ 1257811 h 1357700"/>
              <a:gd name="connsiteX138" fmla="*/ 1021737 w 10678681"/>
              <a:gd name="connsiteY138" fmla="*/ 1238739 h 1357700"/>
              <a:gd name="connsiteX139" fmla="*/ 959820 w 10678681"/>
              <a:gd name="connsiteY139" fmla="*/ 1275863 h 1357700"/>
              <a:gd name="connsiteX140" fmla="*/ 929137 w 10678681"/>
              <a:gd name="connsiteY140" fmla="*/ 1273957 h 1357700"/>
              <a:gd name="connsiteX141" fmla="*/ 878849 w 10678681"/>
              <a:gd name="connsiteY141" fmla="*/ 1266740 h 1357700"/>
              <a:gd name="connsiteX142" fmla="*/ 800667 w 10678681"/>
              <a:gd name="connsiteY142" fmla="*/ 1282041 h 1357700"/>
              <a:gd name="connsiteX143" fmla="*/ 644906 w 10678681"/>
              <a:gd name="connsiteY143" fmla="*/ 1273685 h 1357700"/>
              <a:gd name="connsiteX144" fmla="*/ 379869 w 10678681"/>
              <a:gd name="connsiteY144" fmla="*/ 1339165 h 1357700"/>
              <a:gd name="connsiteX145" fmla="*/ 137696 w 10678681"/>
              <a:gd name="connsiteY145" fmla="*/ 1319217 h 1357700"/>
              <a:gd name="connsiteX146" fmla="*/ 54250 w 10678681"/>
              <a:gd name="connsiteY146" fmla="*/ 1315838 h 1357700"/>
              <a:gd name="connsiteX147" fmla="*/ 28042 w 10678681"/>
              <a:gd name="connsiteY147" fmla="*/ 1297822 h 1357700"/>
              <a:gd name="connsiteX148" fmla="*/ 0 w 10678681"/>
              <a:gd name="connsiteY148" fmla="*/ 1294612 h 1357700"/>
              <a:gd name="connsiteX149" fmla="*/ 0 w 10678681"/>
              <a:gd name="connsiteY149" fmla="*/ 0 h 1357700"/>
              <a:gd name="connsiteX0" fmla="*/ 0 w 10678681"/>
              <a:gd name="connsiteY0" fmla="*/ 0 h 1357700"/>
              <a:gd name="connsiteX1" fmla="*/ 10678681 w 10678681"/>
              <a:gd name="connsiteY1" fmla="*/ 0 h 1357700"/>
              <a:gd name="connsiteX2" fmla="*/ 10666019 w 10678681"/>
              <a:gd name="connsiteY2" fmla="*/ 7876 h 1357700"/>
              <a:gd name="connsiteX3" fmla="*/ 10632825 w 10678681"/>
              <a:gd name="connsiteY3" fmla="*/ 32153 h 1357700"/>
              <a:gd name="connsiteX4" fmla="*/ 10510605 w 10678681"/>
              <a:gd name="connsiteY4" fmla="*/ 30449 h 1357700"/>
              <a:gd name="connsiteX5" fmla="*/ 10456989 w 10678681"/>
              <a:gd name="connsiteY5" fmla="*/ 979 h 1357700"/>
              <a:gd name="connsiteX6" fmla="*/ 10438642 w 10678681"/>
              <a:gd name="connsiteY6" fmla="*/ 1524 h 1357700"/>
              <a:gd name="connsiteX7" fmla="*/ 10407146 w 10678681"/>
              <a:gd name="connsiteY7" fmla="*/ 43659 h 1357700"/>
              <a:gd name="connsiteX8" fmla="*/ 10357996 w 10678681"/>
              <a:gd name="connsiteY8" fmla="*/ 50836 h 1357700"/>
              <a:gd name="connsiteX9" fmla="*/ 10306667 w 10678681"/>
              <a:gd name="connsiteY9" fmla="*/ 109739 h 1357700"/>
              <a:gd name="connsiteX10" fmla="*/ 10115334 w 10678681"/>
              <a:gd name="connsiteY10" fmla="*/ 155658 h 1357700"/>
              <a:gd name="connsiteX11" fmla="*/ 10068157 w 10678681"/>
              <a:gd name="connsiteY11" fmla="*/ 215673 h 1357700"/>
              <a:gd name="connsiteX12" fmla="*/ 10045431 w 10678681"/>
              <a:gd name="connsiteY12" fmla="*/ 229568 h 1357700"/>
              <a:gd name="connsiteX13" fmla="*/ 10013265 w 10678681"/>
              <a:gd name="connsiteY13" fmla="*/ 284757 h 1357700"/>
              <a:gd name="connsiteX14" fmla="*/ 9862496 w 10678681"/>
              <a:gd name="connsiteY14" fmla="*/ 223033 h 1357700"/>
              <a:gd name="connsiteX15" fmla="*/ 9679638 w 10678681"/>
              <a:gd name="connsiteY15" fmla="*/ 277462 h 1357700"/>
              <a:gd name="connsiteX16" fmla="*/ 9498347 w 10678681"/>
              <a:gd name="connsiteY16" fmla="*/ 244723 h 1357700"/>
              <a:gd name="connsiteX17" fmla="*/ 9399702 w 10678681"/>
              <a:gd name="connsiteY17" fmla="*/ 276316 h 1357700"/>
              <a:gd name="connsiteX18" fmla="*/ 9378439 w 10678681"/>
              <a:gd name="connsiteY18" fmla="*/ 326244 h 1357700"/>
              <a:gd name="connsiteX19" fmla="*/ 9121744 w 10678681"/>
              <a:gd name="connsiteY19" fmla="*/ 365177 h 1357700"/>
              <a:gd name="connsiteX20" fmla="*/ 9061654 w 10678681"/>
              <a:gd name="connsiteY20" fmla="*/ 393730 h 1357700"/>
              <a:gd name="connsiteX21" fmla="*/ 8997577 w 10678681"/>
              <a:gd name="connsiteY21" fmla="*/ 380865 h 1357700"/>
              <a:gd name="connsiteX22" fmla="*/ 8907968 w 10678681"/>
              <a:gd name="connsiteY22" fmla="*/ 447345 h 1357700"/>
              <a:gd name="connsiteX23" fmla="*/ 8764163 w 10678681"/>
              <a:gd name="connsiteY23" fmla="*/ 471000 h 1357700"/>
              <a:gd name="connsiteX24" fmla="*/ 8680155 w 10678681"/>
              <a:gd name="connsiteY24" fmla="*/ 492404 h 1357700"/>
              <a:gd name="connsiteX25" fmla="*/ 8651436 w 10678681"/>
              <a:gd name="connsiteY25" fmla="*/ 511923 h 1357700"/>
              <a:gd name="connsiteX26" fmla="*/ 8609185 w 10678681"/>
              <a:gd name="connsiteY26" fmla="*/ 531525 h 1357700"/>
              <a:gd name="connsiteX27" fmla="*/ 8537091 w 10678681"/>
              <a:gd name="connsiteY27" fmla="*/ 574933 h 1357700"/>
              <a:gd name="connsiteX28" fmla="*/ 8435931 w 10678681"/>
              <a:gd name="connsiteY28" fmla="*/ 617926 h 1357700"/>
              <a:gd name="connsiteX29" fmla="*/ 8348623 w 10678681"/>
              <a:gd name="connsiteY29" fmla="*/ 600607 h 1357700"/>
              <a:gd name="connsiteX30" fmla="*/ 8344233 w 10678681"/>
              <a:gd name="connsiteY30" fmla="*/ 610922 h 1357700"/>
              <a:gd name="connsiteX31" fmla="*/ 8290622 w 10678681"/>
              <a:gd name="connsiteY31" fmla="*/ 622687 h 1357700"/>
              <a:gd name="connsiteX32" fmla="*/ 8086698 w 10678681"/>
              <a:gd name="connsiteY32" fmla="*/ 605185 h 1357700"/>
              <a:gd name="connsiteX33" fmla="*/ 7982378 w 10678681"/>
              <a:gd name="connsiteY33" fmla="*/ 629799 h 1357700"/>
              <a:gd name="connsiteX34" fmla="*/ 7947952 w 10678681"/>
              <a:gd name="connsiteY34" fmla="*/ 648003 h 1357700"/>
              <a:gd name="connsiteX35" fmla="*/ 7890112 w 10678681"/>
              <a:gd name="connsiteY35" fmla="*/ 677915 h 1357700"/>
              <a:gd name="connsiteX36" fmla="*/ 7853284 w 10678681"/>
              <a:gd name="connsiteY36" fmla="*/ 723588 h 1357700"/>
              <a:gd name="connsiteX37" fmla="*/ 7802383 w 10678681"/>
              <a:gd name="connsiteY37" fmla="*/ 739359 h 1357700"/>
              <a:gd name="connsiteX38" fmla="*/ 7782280 w 10678681"/>
              <a:gd name="connsiteY38" fmla="*/ 712868 h 1357700"/>
              <a:gd name="connsiteX39" fmla="*/ 7730518 w 10678681"/>
              <a:gd name="connsiteY39" fmla="*/ 739526 h 1357700"/>
              <a:gd name="connsiteX40" fmla="*/ 7652907 w 10678681"/>
              <a:gd name="connsiteY40" fmla="*/ 783273 h 1357700"/>
              <a:gd name="connsiteX41" fmla="*/ 7606008 w 10678681"/>
              <a:gd name="connsiteY41" fmla="*/ 800717 h 1357700"/>
              <a:gd name="connsiteX42" fmla="*/ 7480223 w 10678681"/>
              <a:gd name="connsiteY42" fmla="*/ 856821 h 1357700"/>
              <a:gd name="connsiteX43" fmla="*/ 7356005 w 10678681"/>
              <a:gd name="connsiteY43" fmla="*/ 919462 h 1357700"/>
              <a:gd name="connsiteX44" fmla="*/ 7305396 w 10678681"/>
              <a:gd name="connsiteY44" fmla="*/ 986228 h 1357700"/>
              <a:gd name="connsiteX45" fmla="*/ 7298314 w 10678681"/>
              <a:gd name="connsiteY45" fmla="*/ 989899 h 1357700"/>
              <a:gd name="connsiteX46" fmla="*/ 7277477 w 10678681"/>
              <a:gd name="connsiteY46" fmla="*/ 990571 h 1357700"/>
              <a:gd name="connsiteX47" fmla="*/ 7269396 w 10678681"/>
              <a:gd name="connsiteY47" fmla="*/ 989282 h 1357700"/>
              <a:gd name="connsiteX48" fmla="*/ 7258094 w 10678681"/>
              <a:gd name="connsiteY48" fmla="*/ 990679 h 1357700"/>
              <a:gd name="connsiteX49" fmla="*/ 7257893 w 10678681"/>
              <a:gd name="connsiteY49" fmla="*/ 991204 h 1357700"/>
              <a:gd name="connsiteX50" fmla="*/ 7247153 w 10678681"/>
              <a:gd name="connsiteY50" fmla="*/ 991550 h 1357700"/>
              <a:gd name="connsiteX51" fmla="*/ 7193612 w 10678681"/>
              <a:gd name="connsiteY51" fmla="*/ 987042 h 1357700"/>
              <a:gd name="connsiteX52" fmla="*/ 7132632 w 10678681"/>
              <a:gd name="connsiteY52" fmla="*/ 1042036 h 1357700"/>
              <a:gd name="connsiteX53" fmla="*/ 7105610 w 10678681"/>
              <a:gd name="connsiteY53" fmla="*/ 1053537 h 1357700"/>
              <a:gd name="connsiteX54" fmla="*/ 7091599 w 10678681"/>
              <a:gd name="connsiteY54" fmla="*/ 1062302 h 1357700"/>
              <a:gd name="connsiteX55" fmla="*/ 7090998 w 10678681"/>
              <a:gd name="connsiteY55" fmla="*/ 1064540 h 1357700"/>
              <a:gd name="connsiteX56" fmla="*/ 7039634 w 10678681"/>
              <a:gd name="connsiteY56" fmla="*/ 1059971 h 1357700"/>
              <a:gd name="connsiteX57" fmla="*/ 7033445 w 10678681"/>
              <a:gd name="connsiteY57" fmla="*/ 1063314 h 1357700"/>
              <a:gd name="connsiteX58" fmla="*/ 6999157 w 10678681"/>
              <a:gd name="connsiteY58" fmla="*/ 1055282 h 1357700"/>
              <a:gd name="connsiteX59" fmla="*/ 6981874 w 10678681"/>
              <a:gd name="connsiteY59" fmla="*/ 1053827 h 1357700"/>
              <a:gd name="connsiteX60" fmla="*/ 6976102 w 10678681"/>
              <a:gd name="connsiteY60" fmla="*/ 1047854 h 1357700"/>
              <a:gd name="connsiteX61" fmla="*/ 6951040 w 10678681"/>
              <a:gd name="connsiteY61" fmla="*/ 1048531 h 1357700"/>
              <a:gd name="connsiteX62" fmla="*/ 6948497 w 10678681"/>
              <a:gd name="connsiteY62" fmla="*/ 1050706 h 1357700"/>
              <a:gd name="connsiteX63" fmla="*/ 6926582 w 10678681"/>
              <a:gd name="connsiteY63" fmla="*/ 1043462 h 1357700"/>
              <a:gd name="connsiteX64" fmla="*/ 6833743 w 10678681"/>
              <a:gd name="connsiteY64" fmla="*/ 1027960 h 1357700"/>
              <a:gd name="connsiteX65" fmla="*/ 6698313 w 10678681"/>
              <a:gd name="connsiteY65" fmla="*/ 1063249 h 1357700"/>
              <a:gd name="connsiteX66" fmla="*/ 6550218 w 10678681"/>
              <a:gd name="connsiteY66" fmla="*/ 1026825 h 1357700"/>
              <a:gd name="connsiteX67" fmla="*/ 6437450 w 10678681"/>
              <a:gd name="connsiteY67" fmla="*/ 1101075 h 1357700"/>
              <a:gd name="connsiteX68" fmla="*/ 6327795 w 10678681"/>
              <a:gd name="connsiteY68" fmla="*/ 1088142 h 1357700"/>
              <a:gd name="connsiteX69" fmla="*/ 6136549 w 10678681"/>
              <a:gd name="connsiteY69" fmla="*/ 1100268 h 1357700"/>
              <a:gd name="connsiteX70" fmla="*/ 6004655 w 10678681"/>
              <a:gd name="connsiteY70" fmla="*/ 1114946 h 1357700"/>
              <a:gd name="connsiteX71" fmla="*/ 5936643 w 10678681"/>
              <a:gd name="connsiteY71" fmla="*/ 1095428 h 1357700"/>
              <a:gd name="connsiteX72" fmla="*/ 5912484 w 10678681"/>
              <a:gd name="connsiteY72" fmla="*/ 1112624 h 1357700"/>
              <a:gd name="connsiteX73" fmla="*/ 5908387 w 10678681"/>
              <a:gd name="connsiteY73" fmla="*/ 1116018 h 1357700"/>
              <a:gd name="connsiteX74" fmla="*/ 5890495 w 10678681"/>
              <a:gd name="connsiteY74" fmla="*/ 1120268 h 1357700"/>
              <a:gd name="connsiteX75" fmla="*/ 5887318 w 10678681"/>
              <a:gd name="connsiteY75" fmla="*/ 1133134 h 1357700"/>
              <a:gd name="connsiteX76" fmla="*/ 5861726 w 10678681"/>
              <a:gd name="connsiteY76" fmla="*/ 1147891 h 1357700"/>
              <a:gd name="connsiteX77" fmla="*/ 5805823 w 10678681"/>
              <a:gd name="connsiteY77" fmla="*/ 1152457 h 1357700"/>
              <a:gd name="connsiteX78" fmla="*/ 5689841 w 10678681"/>
              <a:gd name="connsiteY78" fmla="*/ 1176232 h 1357700"/>
              <a:gd name="connsiteX79" fmla="*/ 5605119 w 10678681"/>
              <a:gd name="connsiteY79" fmla="*/ 1190202 h 1357700"/>
              <a:gd name="connsiteX80" fmla="*/ 5488513 w 10678681"/>
              <a:gd name="connsiteY80" fmla="*/ 1205367 h 1357700"/>
              <a:gd name="connsiteX81" fmla="*/ 5402905 w 10678681"/>
              <a:gd name="connsiteY81" fmla="*/ 1241191 h 1357700"/>
              <a:gd name="connsiteX82" fmla="*/ 5285593 w 10678681"/>
              <a:gd name="connsiteY82" fmla="*/ 1273569 h 1357700"/>
              <a:gd name="connsiteX83" fmla="*/ 5192893 w 10678681"/>
              <a:gd name="connsiteY83" fmla="*/ 1247188 h 1357700"/>
              <a:gd name="connsiteX84" fmla="*/ 5186475 w 10678681"/>
              <a:gd name="connsiteY84" fmla="*/ 1257028 h 1357700"/>
              <a:gd name="connsiteX85" fmla="*/ 5126038 w 10678681"/>
              <a:gd name="connsiteY85" fmla="*/ 1263189 h 1357700"/>
              <a:gd name="connsiteX86" fmla="*/ 4894688 w 10678681"/>
              <a:gd name="connsiteY86" fmla="*/ 1247184 h 1357700"/>
              <a:gd name="connsiteX87" fmla="*/ 4788036 w 10678681"/>
              <a:gd name="connsiteY87" fmla="*/ 1238182 h 1357700"/>
              <a:gd name="connsiteX88" fmla="*/ 4747555 w 10678681"/>
              <a:gd name="connsiteY88" fmla="*/ 1252768 h 1357700"/>
              <a:gd name="connsiteX89" fmla="*/ 4679644 w 10678681"/>
              <a:gd name="connsiteY89" fmla="*/ 1276603 h 1357700"/>
              <a:gd name="connsiteX90" fmla="*/ 4632222 w 10678681"/>
              <a:gd name="connsiteY90" fmla="*/ 1318360 h 1357700"/>
              <a:gd name="connsiteX91" fmla="*/ 4617358 w 10678681"/>
              <a:gd name="connsiteY91" fmla="*/ 1327690 h 1357700"/>
              <a:gd name="connsiteX92" fmla="*/ 4589102 w 10678681"/>
              <a:gd name="connsiteY92" fmla="*/ 1321223 h 1357700"/>
              <a:gd name="connsiteX93" fmla="*/ 4578184 w 10678681"/>
              <a:gd name="connsiteY93" fmla="*/ 1326745 h 1357700"/>
              <a:gd name="connsiteX94" fmla="*/ 4574270 w 10678681"/>
              <a:gd name="connsiteY94" fmla="*/ 1325878 h 1357700"/>
              <a:gd name="connsiteX95" fmla="*/ 4564919 w 10678681"/>
              <a:gd name="connsiteY95" fmla="*/ 1325507 h 1357700"/>
              <a:gd name="connsiteX96" fmla="*/ 4566586 w 10678681"/>
              <a:gd name="connsiteY96" fmla="*/ 1316963 h 1357700"/>
              <a:gd name="connsiteX97" fmla="*/ 4556303 w 10678681"/>
              <a:gd name="connsiteY97" fmla="*/ 1300262 h 1357700"/>
              <a:gd name="connsiteX98" fmla="*/ 4502358 w 10678681"/>
              <a:gd name="connsiteY98" fmla="*/ 1302558 h 1357700"/>
              <a:gd name="connsiteX99" fmla="*/ 4498919 w 10678681"/>
              <a:gd name="connsiteY99" fmla="*/ 1312115 h 1357700"/>
              <a:gd name="connsiteX100" fmla="*/ 4492075 w 10678681"/>
              <a:gd name="connsiteY100" fmla="*/ 1313357 h 1357700"/>
              <a:gd name="connsiteX101" fmla="*/ 4487466 w 10678681"/>
              <a:gd name="connsiteY101" fmla="*/ 1304102 h 1357700"/>
              <a:gd name="connsiteX102" fmla="*/ 4398292 w 10678681"/>
              <a:gd name="connsiteY102" fmla="*/ 1278410 h 1357700"/>
              <a:gd name="connsiteX103" fmla="*/ 4306088 w 10678681"/>
              <a:gd name="connsiteY103" fmla="*/ 1282512 h 1357700"/>
              <a:gd name="connsiteX104" fmla="*/ 4188995 w 10678681"/>
              <a:gd name="connsiteY104" fmla="*/ 1296718 h 1357700"/>
              <a:gd name="connsiteX105" fmla="*/ 4136582 w 10678681"/>
              <a:gd name="connsiteY105" fmla="*/ 1287687 h 1357700"/>
              <a:gd name="connsiteX106" fmla="*/ 4064614 w 10678681"/>
              <a:gd name="connsiteY106" fmla="*/ 1296118 h 1357700"/>
              <a:gd name="connsiteX107" fmla="*/ 3906561 w 10678681"/>
              <a:gd name="connsiteY107" fmla="*/ 1352435 h 1357700"/>
              <a:gd name="connsiteX108" fmla="*/ 3787890 w 10678681"/>
              <a:gd name="connsiteY108" fmla="*/ 1352442 h 1357700"/>
              <a:gd name="connsiteX109" fmla="*/ 3745993 w 10678681"/>
              <a:gd name="connsiteY109" fmla="*/ 1342630 h 1357700"/>
              <a:gd name="connsiteX110" fmla="*/ 3675785 w 10678681"/>
              <a:gd name="connsiteY110" fmla="*/ 1326802 h 1357700"/>
              <a:gd name="connsiteX111" fmla="*/ 3623856 w 10678681"/>
              <a:gd name="connsiteY111" fmla="*/ 1290804 h 1357700"/>
              <a:gd name="connsiteX112" fmla="*/ 3564933 w 10678681"/>
              <a:gd name="connsiteY112" fmla="*/ 1287147 h 1357700"/>
              <a:gd name="connsiteX113" fmla="*/ 3550537 w 10678681"/>
              <a:gd name="connsiteY113" fmla="*/ 1317552 h 1357700"/>
              <a:gd name="connsiteX114" fmla="*/ 3487736 w 10678681"/>
              <a:gd name="connsiteY114" fmla="*/ 1303493 h 1357700"/>
              <a:gd name="connsiteX115" fmla="*/ 3392548 w 10678681"/>
              <a:gd name="connsiteY115" fmla="*/ 1278741 h 1357700"/>
              <a:gd name="connsiteX116" fmla="*/ 3337466 w 10678681"/>
              <a:gd name="connsiteY116" fmla="*/ 1272537 h 1357700"/>
              <a:gd name="connsiteX117" fmla="*/ 3187206 w 10678681"/>
              <a:gd name="connsiteY117" fmla="*/ 1246821 h 1357700"/>
              <a:gd name="connsiteX118" fmla="*/ 3036856 w 10678681"/>
              <a:gd name="connsiteY118" fmla="*/ 1214383 h 1357700"/>
              <a:gd name="connsiteX119" fmla="*/ 2948654 w 10678681"/>
              <a:gd name="connsiteY119" fmla="*/ 1157455 h 1357700"/>
              <a:gd name="connsiteX120" fmla="*/ 2824973 w 10678681"/>
              <a:gd name="connsiteY120" fmla="*/ 1134864 h 1357700"/>
              <a:gd name="connsiteX121" fmla="*/ 2804398 w 10678681"/>
              <a:gd name="connsiteY121" fmla="*/ 1125556 h 1357700"/>
              <a:gd name="connsiteX122" fmla="*/ 2775396 w 10678681"/>
              <a:gd name="connsiteY122" fmla="*/ 1130148 h 1357700"/>
              <a:gd name="connsiteX123" fmla="*/ 2659096 w 10678681"/>
              <a:gd name="connsiteY123" fmla="*/ 1150294 h 1357700"/>
              <a:gd name="connsiteX124" fmla="*/ 2567088 w 10678681"/>
              <a:gd name="connsiteY124" fmla="*/ 1181781 h 1357700"/>
              <a:gd name="connsiteX125" fmla="*/ 2454501 w 10678681"/>
              <a:gd name="connsiteY125" fmla="*/ 1155455 h 1357700"/>
              <a:gd name="connsiteX126" fmla="*/ 2385161 w 10678681"/>
              <a:gd name="connsiteY126" fmla="*/ 1161312 h 1357700"/>
              <a:gd name="connsiteX127" fmla="*/ 2270528 w 10678681"/>
              <a:gd name="connsiteY127" fmla="*/ 1204338 h 1357700"/>
              <a:gd name="connsiteX128" fmla="*/ 2121820 w 10678681"/>
              <a:gd name="connsiteY128" fmla="*/ 1187078 h 1357700"/>
              <a:gd name="connsiteX129" fmla="*/ 2092716 w 10678681"/>
              <a:gd name="connsiteY129" fmla="*/ 1139224 h 1357700"/>
              <a:gd name="connsiteX130" fmla="*/ 2052449 w 10678681"/>
              <a:gd name="connsiteY130" fmla="*/ 1109687 h 1357700"/>
              <a:gd name="connsiteX131" fmla="*/ 2032607 w 10678681"/>
              <a:gd name="connsiteY131" fmla="*/ 1175477 h 1357700"/>
              <a:gd name="connsiteX132" fmla="*/ 1901837 w 10678681"/>
              <a:gd name="connsiteY132" fmla="*/ 1221762 h 1357700"/>
              <a:gd name="connsiteX133" fmla="*/ 1836762 w 10678681"/>
              <a:gd name="connsiteY133" fmla="*/ 1237387 h 1357700"/>
              <a:gd name="connsiteX134" fmla="*/ 1735877 w 10678681"/>
              <a:gd name="connsiteY134" fmla="*/ 1246527 h 1357700"/>
              <a:gd name="connsiteX135" fmla="*/ 1705069 w 10678681"/>
              <a:gd name="connsiteY135" fmla="*/ 1251989 h 1357700"/>
              <a:gd name="connsiteX136" fmla="*/ 1397689 w 10678681"/>
              <a:gd name="connsiteY136" fmla="*/ 1336144 h 1357700"/>
              <a:gd name="connsiteX137" fmla="*/ 1220734 w 10678681"/>
              <a:gd name="connsiteY137" fmla="*/ 1257811 h 1357700"/>
              <a:gd name="connsiteX138" fmla="*/ 1021737 w 10678681"/>
              <a:gd name="connsiteY138" fmla="*/ 1238739 h 1357700"/>
              <a:gd name="connsiteX139" fmla="*/ 959820 w 10678681"/>
              <a:gd name="connsiteY139" fmla="*/ 1275863 h 1357700"/>
              <a:gd name="connsiteX140" fmla="*/ 929137 w 10678681"/>
              <a:gd name="connsiteY140" fmla="*/ 1273957 h 1357700"/>
              <a:gd name="connsiteX141" fmla="*/ 878849 w 10678681"/>
              <a:gd name="connsiteY141" fmla="*/ 1266740 h 1357700"/>
              <a:gd name="connsiteX142" fmla="*/ 800667 w 10678681"/>
              <a:gd name="connsiteY142" fmla="*/ 1282041 h 1357700"/>
              <a:gd name="connsiteX143" fmla="*/ 644906 w 10678681"/>
              <a:gd name="connsiteY143" fmla="*/ 1273685 h 1357700"/>
              <a:gd name="connsiteX144" fmla="*/ 379869 w 10678681"/>
              <a:gd name="connsiteY144" fmla="*/ 1339165 h 1357700"/>
              <a:gd name="connsiteX145" fmla="*/ 137696 w 10678681"/>
              <a:gd name="connsiteY145" fmla="*/ 1319217 h 1357700"/>
              <a:gd name="connsiteX146" fmla="*/ 54250 w 10678681"/>
              <a:gd name="connsiteY146" fmla="*/ 1315838 h 1357700"/>
              <a:gd name="connsiteX147" fmla="*/ 28042 w 10678681"/>
              <a:gd name="connsiteY147" fmla="*/ 1297822 h 1357700"/>
              <a:gd name="connsiteX148" fmla="*/ 0 w 10678681"/>
              <a:gd name="connsiteY148" fmla="*/ 1294612 h 1357700"/>
              <a:gd name="connsiteX149" fmla="*/ 0 w 10678681"/>
              <a:gd name="connsiteY149" fmla="*/ 0 h 1357700"/>
              <a:gd name="connsiteX0" fmla="*/ 0 w 10678681"/>
              <a:gd name="connsiteY0" fmla="*/ 0 h 1357700"/>
              <a:gd name="connsiteX1" fmla="*/ 10678681 w 10678681"/>
              <a:gd name="connsiteY1" fmla="*/ 0 h 1357700"/>
              <a:gd name="connsiteX2" fmla="*/ 10666019 w 10678681"/>
              <a:gd name="connsiteY2" fmla="*/ 7876 h 1357700"/>
              <a:gd name="connsiteX3" fmla="*/ 10632825 w 10678681"/>
              <a:gd name="connsiteY3" fmla="*/ 32153 h 1357700"/>
              <a:gd name="connsiteX4" fmla="*/ 10510605 w 10678681"/>
              <a:gd name="connsiteY4" fmla="*/ 30449 h 1357700"/>
              <a:gd name="connsiteX5" fmla="*/ 10456989 w 10678681"/>
              <a:gd name="connsiteY5" fmla="*/ 979 h 1357700"/>
              <a:gd name="connsiteX6" fmla="*/ 10438642 w 10678681"/>
              <a:gd name="connsiteY6" fmla="*/ 1524 h 1357700"/>
              <a:gd name="connsiteX7" fmla="*/ 10407146 w 10678681"/>
              <a:gd name="connsiteY7" fmla="*/ 43659 h 1357700"/>
              <a:gd name="connsiteX8" fmla="*/ 10357996 w 10678681"/>
              <a:gd name="connsiteY8" fmla="*/ 50836 h 1357700"/>
              <a:gd name="connsiteX9" fmla="*/ 10306667 w 10678681"/>
              <a:gd name="connsiteY9" fmla="*/ 109739 h 1357700"/>
              <a:gd name="connsiteX10" fmla="*/ 10115334 w 10678681"/>
              <a:gd name="connsiteY10" fmla="*/ 155658 h 1357700"/>
              <a:gd name="connsiteX11" fmla="*/ 10068157 w 10678681"/>
              <a:gd name="connsiteY11" fmla="*/ 215673 h 1357700"/>
              <a:gd name="connsiteX12" fmla="*/ 10045431 w 10678681"/>
              <a:gd name="connsiteY12" fmla="*/ 229568 h 1357700"/>
              <a:gd name="connsiteX13" fmla="*/ 10013265 w 10678681"/>
              <a:gd name="connsiteY13" fmla="*/ 284757 h 1357700"/>
              <a:gd name="connsiteX14" fmla="*/ 9862496 w 10678681"/>
              <a:gd name="connsiteY14" fmla="*/ 223033 h 1357700"/>
              <a:gd name="connsiteX15" fmla="*/ 9679638 w 10678681"/>
              <a:gd name="connsiteY15" fmla="*/ 277462 h 1357700"/>
              <a:gd name="connsiteX16" fmla="*/ 9498347 w 10678681"/>
              <a:gd name="connsiteY16" fmla="*/ 244723 h 1357700"/>
              <a:gd name="connsiteX17" fmla="*/ 9399702 w 10678681"/>
              <a:gd name="connsiteY17" fmla="*/ 276316 h 1357700"/>
              <a:gd name="connsiteX18" fmla="*/ 9378439 w 10678681"/>
              <a:gd name="connsiteY18" fmla="*/ 326244 h 1357700"/>
              <a:gd name="connsiteX19" fmla="*/ 9121744 w 10678681"/>
              <a:gd name="connsiteY19" fmla="*/ 365177 h 1357700"/>
              <a:gd name="connsiteX20" fmla="*/ 9061654 w 10678681"/>
              <a:gd name="connsiteY20" fmla="*/ 393730 h 1357700"/>
              <a:gd name="connsiteX21" fmla="*/ 8997577 w 10678681"/>
              <a:gd name="connsiteY21" fmla="*/ 380865 h 1357700"/>
              <a:gd name="connsiteX22" fmla="*/ 8907968 w 10678681"/>
              <a:gd name="connsiteY22" fmla="*/ 447345 h 1357700"/>
              <a:gd name="connsiteX23" fmla="*/ 8764163 w 10678681"/>
              <a:gd name="connsiteY23" fmla="*/ 471000 h 1357700"/>
              <a:gd name="connsiteX24" fmla="*/ 8680155 w 10678681"/>
              <a:gd name="connsiteY24" fmla="*/ 492404 h 1357700"/>
              <a:gd name="connsiteX25" fmla="*/ 8651436 w 10678681"/>
              <a:gd name="connsiteY25" fmla="*/ 511923 h 1357700"/>
              <a:gd name="connsiteX26" fmla="*/ 8609185 w 10678681"/>
              <a:gd name="connsiteY26" fmla="*/ 531525 h 1357700"/>
              <a:gd name="connsiteX27" fmla="*/ 8537091 w 10678681"/>
              <a:gd name="connsiteY27" fmla="*/ 574933 h 1357700"/>
              <a:gd name="connsiteX28" fmla="*/ 8435931 w 10678681"/>
              <a:gd name="connsiteY28" fmla="*/ 617926 h 1357700"/>
              <a:gd name="connsiteX29" fmla="*/ 8348623 w 10678681"/>
              <a:gd name="connsiteY29" fmla="*/ 600607 h 1357700"/>
              <a:gd name="connsiteX30" fmla="*/ 8344233 w 10678681"/>
              <a:gd name="connsiteY30" fmla="*/ 610922 h 1357700"/>
              <a:gd name="connsiteX31" fmla="*/ 8290622 w 10678681"/>
              <a:gd name="connsiteY31" fmla="*/ 622687 h 1357700"/>
              <a:gd name="connsiteX32" fmla="*/ 8086698 w 10678681"/>
              <a:gd name="connsiteY32" fmla="*/ 605185 h 1357700"/>
              <a:gd name="connsiteX33" fmla="*/ 7982378 w 10678681"/>
              <a:gd name="connsiteY33" fmla="*/ 629799 h 1357700"/>
              <a:gd name="connsiteX34" fmla="*/ 7947952 w 10678681"/>
              <a:gd name="connsiteY34" fmla="*/ 648003 h 1357700"/>
              <a:gd name="connsiteX35" fmla="*/ 7890112 w 10678681"/>
              <a:gd name="connsiteY35" fmla="*/ 677915 h 1357700"/>
              <a:gd name="connsiteX36" fmla="*/ 7853284 w 10678681"/>
              <a:gd name="connsiteY36" fmla="*/ 723588 h 1357700"/>
              <a:gd name="connsiteX37" fmla="*/ 7802383 w 10678681"/>
              <a:gd name="connsiteY37" fmla="*/ 739359 h 1357700"/>
              <a:gd name="connsiteX38" fmla="*/ 7782280 w 10678681"/>
              <a:gd name="connsiteY38" fmla="*/ 712868 h 1357700"/>
              <a:gd name="connsiteX39" fmla="*/ 7730518 w 10678681"/>
              <a:gd name="connsiteY39" fmla="*/ 739526 h 1357700"/>
              <a:gd name="connsiteX40" fmla="*/ 7652907 w 10678681"/>
              <a:gd name="connsiteY40" fmla="*/ 783273 h 1357700"/>
              <a:gd name="connsiteX41" fmla="*/ 7606008 w 10678681"/>
              <a:gd name="connsiteY41" fmla="*/ 800717 h 1357700"/>
              <a:gd name="connsiteX42" fmla="*/ 7480223 w 10678681"/>
              <a:gd name="connsiteY42" fmla="*/ 856821 h 1357700"/>
              <a:gd name="connsiteX43" fmla="*/ 7356005 w 10678681"/>
              <a:gd name="connsiteY43" fmla="*/ 919462 h 1357700"/>
              <a:gd name="connsiteX44" fmla="*/ 7305396 w 10678681"/>
              <a:gd name="connsiteY44" fmla="*/ 986228 h 1357700"/>
              <a:gd name="connsiteX45" fmla="*/ 7298314 w 10678681"/>
              <a:gd name="connsiteY45" fmla="*/ 989899 h 1357700"/>
              <a:gd name="connsiteX46" fmla="*/ 7277477 w 10678681"/>
              <a:gd name="connsiteY46" fmla="*/ 990571 h 1357700"/>
              <a:gd name="connsiteX47" fmla="*/ 7269396 w 10678681"/>
              <a:gd name="connsiteY47" fmla="*/ 989282 h 1357700"/>
              <a:gd name="connsiteX48" fmla="*/ 7258094 w 10678681"/>
              <a:gd name="connsiteY48" fmla="*/ 990679 h 1357700"/>
              <a:gd name="connsiteX49" fmla="*/ 7257893 w 10678681"/>
              <a:gd name="connsiteY49" fmla="*/ 991204 h 1357700"/>
              <a:gd name="connsiteX50" fmla="*/ 7247153 w 10678681"/>
              <a:gd name="connsiteY50" fmla="*/ 991550 h 1357700"/>
              <a:gd name="connsiteX51" fmla="*/ 7193612 w 10678681"/>
              <a:gd name="connsiteY51" fmla="*/ 987042 h 1357700"/>
              <a:gd name="connsiteX52" fmla="*/ 7132632 w 10678681"/>
              <a:gd name="connsiteY52" fmla="*/ 1042036 h 1357700"/>
              <a:gd name="connsiteX53" fmla="*/ 7105610 w 10678681"/>
              <a:gd name="connsiteY53" fmla="*/ 1053537 h 1357700"/>
              <a:gd name="connsiteX54" fmla="*/ 7091599 w 10678681"/>
              <a:gd name="connsiteY54" fmla="*/ 1062302 h 1357700"/>
              <a:gd name="connsiteX55" fmla="*/ 7090998 w 10678681"/>
              <a:gd name="connsiteY55" fmla="*/ 1064540 h 1357700"/>
              <a:gd name="connsiteX56" fmla="*/ 7039634 w 10678681"/>
              <a:gd name="connsiteY56" fmla="*/ 1059971 h 1357700"/>
              <a:gd name="connsiteX57" fmla="*/ 7033445 w 10678681"/>
              <a:gd name="connsiteY57" fmla="*/ 1063314 h 1357700"/>
              <a:gd name="connsiteX58" fmla="*/ 6999157 w 10678681"/>
              <a:gd name="connsiteY58" fmla="*/ 1055282 h 1357700"/>
              <a:gd name="connsiteX59" fmla="*/ 6981874 w 10678681"/>
              <a:gd name="connsiteY59" fmla="*/ 1053827 h 1357700"/>
              <a:gd name="connsiteX60" fmla="*/ 6976102 w 10678681"/>
              <a:gd name="connsiteY60" fmla="*/ 1047854 h 1357700"/>
              <a:gd name="connsiteX61" fmla="*/ 6951040 w 10678681"/>
              <a:gd name="connsiteY61" fmla="*/ 1048531 h 1357700"/>
              <a:gd name="connsiteX62" fmla="*/ 6948497 w 10678681"/>
              <a:gd name="connsiteY62" fmla="*/ 1050706 h 1357700"/>
              <a:gd name="connsiteX63" fmla="*/ 6926582 w 10678681"/>
              <a:gd name="connsiteY63" fmla="*/ 1043462 h 1357700"/>
              <a:gd name="connsiteX64" fmla="*/ 6833743 w 10678681"/>
              <a:gd name="connsiteY64" fmla="*/ 1027960 h 1357700"/>
              <a:gd name="connsiteX65" fmla="*/ 6698313 w 10678681"/>
              <a:gd name="connsiteY65" fmla="*/ 1063249 h 1357700"/>
              <a:gd name="connsiteX66" fmla="*/ 6437450 w 10678681"/>
              <a:gd name="connsiteY66" fmla="*/ 1101075 h 1357700"/>
              <a:gd name="connsiteX67" fmla="*/ 6327795 w 10678681"/>
              <a:gd name="connsiteY67" fmla="*/ 1088142 h 1357700"/>
              <a:gd name="connsiteX68" fmla="*/ 6136549 w 10678681"/>
              <a:gd name="connsiteY68" fmla="*/ 1100268 h 1357700"/>
              <a:gd name="connsiteX69" fmla="*/ 6004655 w 10678681"/>
              <a:gd name="connsiteY69" fmla="*/ 1114946 h 1357700"/>
              <a:gd name="connsiteX70" fmla="*/ 5936643 w 10678681"/>
              <a:gd name="connsiteY70" fmla="*/ 1095428 h 1357700"/>
              <a:gd name="connsiteX71" fmla="*/ 5912484 w 10678681"/>
              <a:gd name="connsiteY71" fmla="*/ 1112624 h 1357700"/>
              <a:gd name="connsiteX72" fmla="*/ 5908387 w 10678681"/>
              <a:gd name="connsiteY72" fmla="*/ 1116018 h 1357700"/>
              <a:gd name="connsiteX73" fmla="*/ 5890495 w 10678681"/>
              <a:gd name="connsiteY73" fmla="*/ 1120268 h 1357700"/>
              <a:gd name="connsiteX74" fmla="*/ 5887318 w 10678681"/>
              <a:gd name="connsiteY74" fmla="*/ 1133134 h 1357700"/>
              <a:gd name="connsiteX75" fmla="*/ 5861726 w 10678681"/>
              <a:gd name="connsiteY75" fmla="*/ 1147891 h 1357700"/>
              <a:gd name="connsiteX76" fmla="*/ 5805823 w 10678681"/>
              <a:gd name="connsiteY76" fmla="*/ 1152457 h 1357700"/>
              <a:gd name="connsiteX77" fmla="*/ 5689841 w 10678681"/>
              <a:gd name="connsiteY77" fmla="*/ 1176232 h 1357700"/>
              <a:gd name="connsiteX78" fmla="*/ 5605119 w 10678681"/>
              <a:gd name="connsiteY78" fmla="*/ 1190202 h 1357700"/>
              <a:gd name="connsiteX79" fmla="*/ 5488513 w 10678681"/>
              <a:gd name="connsiteY79" fmla="*/ 1205367 h 1357700"/>
              <a:gd name="connsiteX80" fmla="*/ 5402905 w 10678681"/>
              <a:gd name="connsiteY80" fmla="*/ 1241191 h 1357700"/>
              <a:gd name="connsiteX81" fmla="*/ 5285593 w 10678681"/>
              <a:gd name="connsiteY81" fmla="*/ 1273569 h 1357700"/>
              <a:gd name="connsiteX82" fmla="*/ 5192893 w 10678681"/>
              <a:gd name="connsiteY82" fmla="*/ 1247188 h 1357700"/>
              <a:gd name="connsiteX83" fmla="*/ 5186475 w 10678681"/>
              <a:gd name="connsiteY83" fmla="*/ 1257028 h 1357700"/>
              <a:gd name="connsiteX84" fmla="*/ 5126038 w 10678681"/>
              <a:gd name="connsiteY84" fmla="*/ 1263189 h 1357700"/>
              <a:gd name="connsiteX85" fmla="*/ 4894688 w 10678681"/>
              <a:gd name="connsiteY85" fmla="*/ 1247184 h 1357700"/>
              <a:gd name="connsiteX86" fmla="*/ 4788036 w 10678681"/>
              <a:gd name="connsiteY86" fmla="*/ 1238182 h 1357700"/>
              <a:gd name="connsiteX87" fmla="*/ 4747555 w 10678681"/>
              <a:gd name="connsiteY87" fmla="*/ 1252768 h 1357700"/>
              <a:gd name="connsiteX88" fmla="*/ 4679644 w 10678681"/>
              <a:gd name="connsiteY88" fmla="*/ 1276603 h 1357700"/>
              <a:gd name="connsiteX89" fmla="*/ 4632222 w 10678681"/>
              <a:gd name="connsiteY89" fmla="*/ 1318360 h 1357700"/>
              <a:gd name="connsiteX90" fmla="*/ 4617358 w 10678681"/>
              <a:gd name="connsiteY90" fmla="*/ 1327690 h 1357700"/>
              <a:gd name="connsiteX91" fmla="*/ 4589102 w 10678681"/>
              <a:gd name="connsiteY91" fmla="*/ 1321223 h 1357700"/>
              <a:gd name="connsiteX92" fmla="*/ 4578184 w 10678681"/>
              <a:gd name="connsiteY92" fmla="*/ 1326745 h 1357700"/>
              <a:gd name="connsiteX93" fmla="*/ 4574270 w 10678681"/>
              <a:gd name="connsiteY93" fmla="*/ 1325878 h 1357700"/>
              <a:gd name="connsiteX94" fmla="*/ 4564919 w 10678681"/>
              <a:gd name="connsiteY94" fmla="*/ 1325507 h 1357700"/>
              <a:gd name="connsiteX95" fmla="*/ 4566586 w 10678681"/>
              <a:gd name="connsiteY95" fmla="*/ 1316963 h 1357700"/>
              <a:gd name="connsiteX96" fmla="*/ 4556303 w 10678681"/>
              <a:gd name="connsiteY96" fmla="*/ 1300262 h 1357700"/>
              <a:gd name="connsiteX97" fmla="*/ 4502358 w 10678681"/>
              <a:gd name="connsiteY97" fmla="*/ 1302558 h 1357700"/>
              <a:gd name="connsiteX98" fmla="*/ 4498919 w 10678681"/>
              <a:gd name="connsiteY98" fmla="*/ 1312115 h 1357700"/>
              <a:gd name="connsiteX99" fmla="*/ 4492075 w 10678681"/>
              <a:gd name="connsiteY99" fmla="*/ 1313357 h 1357700"/>
              <a:gd name="connsiteX100" fmla="*/ 4487466 w 10678681"/>
              <a:gd name="connsiteY100" fmla="*/ 1304102 h 1357700"/>
              <a:gd name="connsiteX101" fmla="*/ 4398292 w 10678681"/>
              <a:gd name="connsiteY101" fmla="*/ 1278410 h 1357700"/>
              <a:gd name="connsiteX102" fmla="*/ 4306088 w 10678681"/>
              <a:gd name="connsiteY102" fmla="*/ 1282512 h 1357700"/>
              <a:gd name="connsiteX103" fmla="*/ 4188995 w 10678681"/>
              <a:gd name="connsiteY103" fmla="*/ 1296718 h 1357700"/>
              <a:gd name="connsiteX104" fmla="*/ 4136582 w 10678681"/>
              <a:gd name="connsiteY104" fmla="*/ 1287687 h 1357700"/>
              <a:gd name="connsiteX105" fmla="*/ 4064614 w 10678681"/>
              <a:gd name="connsiteY105" fmla="*/ 1296118 h 1357700"/>
              <a:gd name="connsiteX106" fmla="*/ 3906561 w 10678681"/>
              <a:gd name="connsiteY106" fmla="*/ 1352435 h 1357700"/>
              <a:gd name="connsiteX107" fmla="*/ 3787890 w 10678681"/>
              <a:gd name="connsiteY107" fmla="*/ 1352442 h 1357700"/>
              <a:gd name="connsiteX108" fmla="*/ 3745993 w 10678681"/>
              <a:gd name="connsiteY108" fmla="*/ 1342630 h 1357700"/>
              <a:gd name="connsiteX109" fmla="*/ 3675785 w 10678681"/>
              <a:gd name="connsiteY109" fmla="*/ 1326802 h 1357700"/>
              <a:gd name="connsiteX110" fmla="*/ 3623856 w 10678681"/>
              <a:gd name="connsiteY110" fmla="*/ 1290804 h 1357700"/>
              <a:gd name="connsiteX111" fmla="*/ 3564933 w 10678681"/>
              <a:gd name="connsiteY111" fmla="*/ 1287147 h 1357700"/>
              <a:gd name="connsiteX112" fmla="*/ 3550537 w 10678681"/>
              <a:gd name="connsiteY112" fmla="*/ 1317552 h 1357700"/>
              <a:gd name="connsiteX113" fmla="*/ 3487736 w 10678681"/>
              <a:gd name="connsiteY113" fmla="*/ 1303493 h 1357700"/>
              <a:gd name="connsiteX114" fmla="*/ 3392548 w 10678681"/>
              <a:gd name="connsiteY114" fmla="*/ 1278741 h 1357700"/>
              <a:gd name="connsiteX115" fmla="*/ 3337466 w 10678681"/>
              <a:gd name="connsiteY115" fmla="*/ 1272537 h 1357700"/>
              <a:gd name="connsiteX116" fmla="*/ 3187206 w 10678681"/>
              <a:gd name="connsiteY116" fmla="*/ 1246821 h 1357700"/>
              <a:gd name="connsiteX117" fmla="*/ 3036856 w 10678681"/>
              <a:gd name="connsiteY117" fmla="*/ 1214383 h 1357700"/>
              <a:gd name="connsiteX118" fmla="*/ 2948654 w 10678681"/>
              <a:gd name="connsiteY118" fmla="*/ 1157455 h 1357700"/>
              <a:gd name="connsiteX119" fmla="*/ 2824973 w 10678681"/>
              <a:gd name="connsiteY119" fmla="*/ 1134864 h 1357700"/>
              <a:gd name="connsiteX120" fmla="*/ 2804398 w 10678681"/>
              <a:gd name="connsiteY120" fmla="*/ 1125556 h 1357700"/>
              <a:gd name="connsiteX121" fmla="*/ 2775396 w 10678681"/>
              <a:gd name="connsiteY121" fmla="*/ 1130148 h 1357700"/>
              <a:gd name="connsiteX122" fmla="*/ 2659096 w 10678681"/>
              <a:gd name="connsiteY122" fmla="*/ 1150294 h 1357700"/>
              <a:gd name="connsiteX123" fmla="*/ 2567088 w 10678681"/>
              <a:gd name="connsiteY123" fmla="*/ 1181781 h 1357700"/>
              <a:gd name="connsiteX124" fmla="*/ 2454501 w 10678681"/>
              <a:gd name="connsiteY124" fmla="*/ 1155455 h 1357700"/>
              <a:gd name="connsiteX125" fmla="*/ 2385161 w 10678681"/>
              <a:gd name="connsiteY125" fmla="*/ 1161312 h 1357700"/>
              <a:gd name="connsiteX126" fmla="*/ 2270528 w 10678681"/>
              <a:gd name="connsiteY126" fmla="*/ 1204338 h 1357700"/>
              <a:gd name="connsiteX127" fmla="*/ 2121820 w 10678681"/>
              <a:gd name="connsiteY127" fmla="*/ 1187078 h 1357700"/>
              <a:gd name="connsiteX128" fmla="*/ 2092716 w 10678681"/>
              <a:gd name="connsiteY128" fmla="*/ 1139224 h 1357700"/>
              <a:gd name="connsiteX129" fmla="*/ 2052449 w 10678681"/>
              <a:gd name="connsiteY129" fmla="*/ 1109687 h 1357700"/>
              <a:gd name="connsiteX130" fmla="*/ 2032607 w 10678681"/>
              <a:gd name="connsiteY130" fmla="*/ 1175477 h 1357700"/>
              <a:gd name="connsiteX131" fmla="*/ 1901837 w 10678681"/>
              <a:gd name="connsiteY131" fmla="*/ 1221762 h 1357700"/>
              <a:gd name="connsiteX132" fmla="*/ 1836762 w 10678681"/>
              <a:gd name="connsiteY132" fmla="*/ 1237387 h 1357700"/>
              <a:gd name="connsiteX133" fmla="*/ 1735877 w 10678681"/>
              <a:gd name="connsiteY133" fmla="*/ 1246527 h 1357700"/>
              <a:gd name="connsiteX134" fmla="*/ 1705069 w 10678681"/>
              <a:gd name="connsiteY134" fmla="*/ 1251989 h 1357700"/>
              <a:gd name="connsiteX135" fmla="*/ 1397689 w 10678681"/>
              <a:gd name="connsiteY135" fmla="*/ 1336144 h 1357700"/>
              <a:gd name="connsiteX136" fmla="*/ 1220734 w 10678681"/>
              <a:gd name="connsiteY136" fmla="*/ 1257811 h 1357700"/>
              <a:gd name="connsiteX137" fmla="*/ 1021737 w 10678681"/>
              <a:gd name="connsiteY137" fmla="*/ 1238739 h 1357700"/>
              <a:gd name="connsiteX138" fmla="*/ 959820 w 10678681"/>
              <a:gd name="connsiteY138" fmla="*/ 1275863 h 1357700"/>
              <a:gd name="connsiteX139" fmla="*/ 929137 w 10678681"/>
              <a:gd name="connsiteY139" fmla="*/ 1273957 h 1357700"/>
              <a:gd name="connsiteX140" fmla="*/ 878849 w 10678681"/>
              <a:gd name="connsiteY140" fmla="*/ 1266740 h 1357700"/>
              <a:gd name="connsiteX141" fmla="*/ 800667 w 10678681"/>
              <a:gd name="connsiteY141" fmla="*/ 1282041 h 1357700"/>
              <a:gd name="connsiteX142" fmla="*/ 644906 w 10678681"/>
              <a:gd name="connsiteY142" fmla="*/ 1273685 h 1357700"/>
              <a:gd name="connsiteX143" fmla="*/ 379869 w 10678681"/>
              <a:gd name="connsiteY143" fmla="*/ 1339165 h 1357700"/>
              <a:gd name="connsiteX144" fmla="*/ 137696 w 10678681"/>
              <a:gd name="connsiteY144" fmla="*/ 1319217 h 1357700"/>
              <a:gd name="connsiteX145" fmla="*/ 54250 w 10678681"/>
              <a:gd name="connsiteY145" fmla="*/ 1315838 h 1357700"/>
              <a:gd name="connsiteX146" fmla="*/ 28042 w 10678681"/>
              <a:gd name="connsiteY146" fmla="*/ 1297822 h 1357700"/>
              <a:gd name="connsiteX147" fmla="*/ 0 w 10678681"/>
              <a:gd name="connsiteY147" fmla="*/ 1294612 h 1357700"/>
              <a:gd name="connsiteX148" fmla="*/ 0 w 10678681"/>
              <a:gd name="connsiteY148" fmla="*/ 0 h 1357700"/>
              <a:gd name="connsiteX0" fmla="*/ 0 w 10678681"/>
              <a:gd name="connsiteY0" fmla="*/ 0 h 1357700"/>
              <a:gd name="connsiteX1" fmla="*/ 10678681 w 10678681"/>
              <a:gd name="connsiteY1" fmla="*/ 0 h 1357700"/>
              <a:gd name="connsiteX2" fmla="*/ 10666019 w 10678681"/>
              <a:gd name="connsiteY2" fmla="*/ 7876 h 1357700"/>
              <a:gd name="connsiteX3" fmla="*/ 10632825 w 10678681"/>
              <a:gd name="connsiteY3" fmla="*/ 32153 h 1357700"/>
              <a:gd name="connsiteX4" fmla="*/ 10510605 w 10678681"/>
              <a:gd name="connsiteY4" fmla="*/ 30449 h 1357700"/>
              <a:gd name="connsiteX5" fmla="*/ 10456989 w 10678681"/>
              <a:gd name="connsiteY5" fmla="*/ 979 h 1357700"/>
              <a:gd name="connsiteX6" fmla="*/ 10438642 w 10678681"/>
              <a:gd name="connsiteY6" fmla="*/ 1524 h 1357700"/>
              <a:gd name="connsiteX7" fmla="*/ 10407146 w 10678681"/>
              <a:gd name="connsiteY7" fmla="*/ 43659 h 1357700"/>
              <a:gd name="connsiteX8" fmla="*/ 10357996 w 10678681"/>
              <a:gd name="connsiteY8" fmla="*/ 50836 h 1357700"/>
              <a:gd name="connsiteX9" fmla="*/ 10306667 w 10678681"/>
              <a:gd name="connsiteY9" fmla="*/ 109739 h 1357700"/>
              <a:gd name="connsiteX10" fmla="*/ 10115334 w 10678681"/>
              <a:gd name="connsiteY10" fmla="*/ 155658 h 1357700"/>
              <a:gd name="connsiteX11" fmla="*/ 10068157 w 10678681"/>
              <a:gd name="connsiteY11" fmla="*/ 215673 h 1357700"/>
              <a:gd name="connsiteX12" fmla="*/ 10045431 w 10678681"/>
              <a:gd name="connsiteY12" fmla="*/ 229568 h 1357700"/>
              <a:gd name="connsiteX13" fmla="*/ 10013265 w 10678681"/>
              <a:gd name="connsiteY13" fmla="*/ 284757 h 1357700"/>
              <a:gd name="connsiteX14" fmla="*/ 9862496 w 10678681"/>
              <a:gd name="connsiteY14" fmla="*/ 223033 h 1357700"/>
              <a:gd name="connsiteX15" fmla="*/ 9679638 w 10678681"/>
              <a:gd name="connsiteY15" fmla="*/ 277462 h 1357700"/>
              <a:gd name="connsiteX16" fmla="*/ 9498347 w 10678681"/>
              <a:gd name="connsiteY16" fmla="*/ 244723 h 1357700"/>
              <a:gd name="connsiteX17" fmla="*/ 9399702 w 10678681"/>
              <a:gd name="connsiteY17" fmla="*/ 276316 h 1357700"/>
              <a:gd name="connsiteX18" fmla="*/ 9378439 w 10678681"/>
              <a:gd name="connsiteY18" fmla="*/ 326244 h 1357700"/>
              <a:gd name="connsiteX19" fmla="*/ 9121744 w 10678681"/>
              <a:gd name="connsiteY19" fmla="*/ 365177 h 1357700"/>
              <a:gd name="connsiteX20" fmla="*/ 9061654 w 10678681"/>
              <a:gd name="connsiteY20" fmla="*/ 393730 h 1357700"/>
              <a:gd name="connsiteX21" fmla="*/ 8997577 w 10678681"/>
              <a:gd name="connsiteY21" fmla="*/ 380865 h 1357700"/>
              <a:gd name="connsiteX22" fmla="*/ 8907968 w 10678681"/>
              <a:gd name="connsiteY22" fmla="*/ 447345 h 1357700"/>
              <a:gd name="connsiteX23" fmla="*/ 8764163 w 10678681"/>
              <a:gd name="connsiteY23" fmla="*/ 471000 h 1357700"/>
              <a:gd name="connsiteX24" fmla="*/ 8680155 w 10678681"/>
              <a:gd name="connsiteY24" fmla="*/ 492404 h 1357700"/>
              <a:gd name="connsiteX25" fmla="*/ 8651436 w 10678681"/>
              <a:gd name="connsiteY25" fmla="*/ 511923 h 1357700"/>
              <a:gd name="connsiteX26" fmla="*/ 8609185 w 10678681"/>
              <a:gd name="connsiteY26" fmla="*/ 531525 h 1357700"/>
              <a:gd name="connsiteX27" fmla="*/ 8537091 w 10678681"/>
              <a:gd name="connsiteY27" fmla="*/ 574933 h 1357700"/>
              <a:gd name="connsiteX28" fmla="*/ 8435931 w 10678681"/>
              <a:gd name="connsiteY28" fmla="*/ 617926 h 1357700"/>
              <a:gd name="connsiteX29" fmla="*/ 8348623 w 10678681"/>
              <a:gd name="connsiteY29" fmla="*/ 600607 h 1357700"/>
              <a:gd name="connsiteX30" fmla="*/ 8344233 w 10678681"/>
              <a:gd name="connsiteY30" fmla="*/ 610922 h 1357700"/>
              <a:gd name="connsiteX31" fmla="*/ 8290622 w 10678681"/>
              <a:gd name="connsiteY31" fmla="*/ 622687 h 1357700"/>
              <a:gd name="connsiteX32" fmla="*/ 8086698 w 10678681"/>
              <a:gd name="connsiteY32" fmla="*/ 605185 h 1357700"/>
              <a:gd name="connsiteX33" fmla="*/ 7982378 w 10678681"/>
              <a:gd name="connsiteY33" fmla="*/ 629799 h 1357700"/>
              <a:gd name="connsiteX34" fmla="*/ 7947952 w 10678681"/>
              <a:gd name="connsiteY34" fmla="*/ 648003 h 1357700"/>
              <a:gd name="connsiteX35" fmla="*/ 7890112 w 10678681"/>
              <a:gd name="connsiteY35" fmla="*/ 677915 h 1357700"/>
              <a:gd name="connsiteX36" fmla="*/ 7853284 w 10678681"/>
              <a:gd name="connsiteY36" fmla="*/ 723588 h 1357700"/>
              <a:gd name="connsiteX37" fmla="*/ 7802383 w 10678681"/>
              <a:gd name="connsiteY37" fmla="*/ 739359 h 1357700"/>
              <a:gd name="connsiteX38" fmla="*/ 7782280 w 10678681"/>
              <a:gd name="connsiteY38" fmla="*/ 712868 h 1357700"/>
              <a:gd name="connsiteX39" fmla="*/ 7730518 w 10678681"/>
              <a:gd name="connsiteY39" fmla="*/ 739526 h 1357700"/>
              <a:gd name="connsiteX40" fmla="*/ 7652907 w 10678681"/>
              <a:gd name="connsiteY40" fmla="*/ 783273 h 1357700"/>
              <a:gd name="connsiteX41" fmla="*/ 7606008 w 10678681"/>
              <a:gd name="connsiteY41" fmla="*/ 800717 h 1357700"/>
              <a:gd name="connsiteX42" fmla="*/ 7480223 w 10678681"/>
              <a:gd name="connsiteY42" fmla="*/ 856821 h 1357700"/>
              <a:gd name="connsiteX43" fmla="*/ 7356005 w 10678681"/>
              <a:gd name="connsiteY43" fmla="*/ 919462 h 1357700"/>
              <a:gd name="connsiteX44" fmla="*/ 7305396 w 10678681"/>
              <a:gd name="connsiteY44" fmla="*/ 986228 h 1357700"/>
              <a:gd name="connsiteX45" fmla="*/ 7298314 w 10678681"/>
              <a:gd name="connsiteY45" fmla="*/ 989899 h 1357700"/>
              <a:gd name="connsiteX46" fmla="*/ 7277477 w 10678681"/>
              <a:gd name="connsiteY46" fmla="*/ 990571 h 1357700"/>
              <a:gd name="connsiteX47" fmla="*/ 7269396 w 10678681"/>
              <a:gd name="connsiteY47" fmla="*/ 989282 h 1357700"/>
              <a:gd name="connsiteX48" fmla="*/ 7258094 w 10678681"/>
              <a:gd name="connsiteY48" fmla="*/ 990679 h 1357700"/>
              <a:gd name="connsiteX49" fmla="*/ 7257893 w 10678681"/>
              <a:gd name="connsiteY49" fmla="*/ 991204 h 1357700"/>
              <a:gd name="connsiteX50" fmla="*/ 7247153 w 10678681"/>
              <a:gd name="connsiteY50" fmla="*/ 991550 h 1357700"/>
              <a:gd name="connsiteX51" fmla="*/ 7193612 w 10678681"/>
              <a:gd name="connsiteY51" fmla="*/ 987042 h 1357700"/>
              <a:gd name="connsiteX52" fmla="*/ 7132632 w 10678681"/>
              <a:gd name="connsiteY52" fmla="*/ 1042036 h 1357700"/>
              <a:gd name="connsiteX53" fmla="*/ 7105610 w 10678681"/>
              <a:gd name="connsiteY53" fmla="*/ 1053537 h 1357700"/>
              <a:gd name="connsiteX54" fmla="*/ 7091599 w 10678681"/>
              <a:gd name="connsiteY54" fmla="*/ 1062302 h 1357700"/>
              <a:gd name="connsiteX55" fmla="*/ 7090998 w 10678681"/>
              <a:gd name="connsiteY55" fmla="*/ 1064540 h 1357700"/>
              <a:gd name="connsiteX56" fmla="*/ 7039634 w 10678681"/>
              <a:gd name="connsiteY56" fmla="*/ 1059971 h 1357700"/>
              <a:gd name="connsiteX57" fmla="*/ 7033445 w 10678681"/>
              <a:gd name="connsiteY57" fmla="*/ 1063314 h 1357700"/>
              <a:gd name="connsiteX58" fmla="*/ 6999157 w 10678681"/>
              <a:gd name="connsiteY58" fmla="*/ 1055282 h 1357700"/>
              <a:gd name="connsiteX59" fmla="*/ 6981874 w 10678681"/>
              <a:gd name="connsiteY59" fmla="*/ 1053827 h 1357700"/>
              <a:gd name="connsiteX60" fmla="*/ 6976102 w 10678681"/>
              <a:gd name="connsiteY60" fmla="*/ 1047854 h 1357700"/>
              <a:gd name="connsiteX61" fmla="*/ 6951040 w 10678681"/>
              <a:gd name="connsiteY61" fmla="*/ 1048531 h 1357700"/>
              <a:gd name="connsiteX62" fmla="*/ 6948497 w 10678681"/>
              <a:gd name="connsiteY62" fmla="*/ 1050706 h 1357700"/>
              <a:gd name="connsiteX63" fmla="*/ 6926582 w 10678681"/>
              <a:gd name="connsiteY63" fmla="*/ 1043462 h 1357700"/>
              <a:gd name="connsiteX64" fmla="*/ 6833743 w 10678681"/>
              <a:gd name="connsiteY64" fmla="*/ 1027960 h 1357700"/>
              <a:gd name="connsiteX65" fmla="*/ 6664639 w 10678681"/>
              <a:gd name="connsiteY65" fmla="*/ 1017831 h 1357700"/>
              <a:gd name="connsiteX66" fmla="*/ 6437450 w 10678681"/>
              <a:gd name="connsiteY66" fmla="*/ 1101075 h 1357700"/>
              <a:gd name="connsiteX67" fmla="*/ 6327795 w 10678681"/>
              <a:gd name="connsiteY67" fmla="*/ 1088142 h 1357700"/>
              <a:gd name="connsiteX68" fmla="*/ 6136549 w 10678681"/>
              <a:gd name="connsiteY68" fmla="*/ 1100268 h 1357700"/>
              <a:gd name="connsiteX69" fmla="*/ 6004655 w 10678681"/>
              <a:gd name="connsiteY69" fmla="*/ 1114946 h 1357700"/>
              <a:gd name="connsiteX70" fmla="*/ 5936643 w 10678681"/>
              <a:gd name="connsiteY70" fmla="*/ 1095428 h 1357700"/>
              <a:gd name="connsiteX71" fmla="*/ 5912484 w 10678681"/>
              <a:gd name="connsiteY71" fmla="*/ 1112624 h 1357700"/>
              <a:gd name="connsiteX72" fmla="*/ 5908387 w 10678681"/>
              <a:gd name="connsiteY72" fmla="*/ 1116018 h 1357700"/>
              <a:gd name="connsiteX73" fmla="*/ 5890495 w 10678681"/>
              <a:gd name="connsiteY73" fmla="*/ 1120268 h 1357700"/>
              <a:gd name="connsiteX74" fmla="*/ 5887318 w 10678681"/>
              <a:gd name="connsiteY74" fmla="*/ 1133134 h 1357700"/>
              <a:gd name="connsiteX75" fmla="*/ 5861726 w 10678681"/>
              <a:gd name="connsiteY75" fmla="*/ 1147891 h 1357700"/>
              <a:gd name="connsiteX76" fmla="*/ 5805823 w 10678681"/>
              <a:gd name="connsiteY76" fmla="*/ 1152457 h 1357700"/>
              <a:gd name="connsiteX77" fmla="*/ 5689841 w 10678681"/>
              <a:gd name="connsiteY77" fmla="*/ 1176232 h 1357700"/>
              <a:gd name="connsiteX78" fmla="*/ 5605119 w 10678681"/>
              <a:gd name="connsiteY78" fmla="*/ 1190202 h 1357700"/>
              <a:gd name="connsiteX79" fmla="*/ 5488513 w 10678681"/>
              <a:gd name="connsiteY79" fmla="*/ 1205367 h 1357700"/>
              <a:gd name="connsiteX80" fmla="*/ 5402905 w 10678681"/>
              <a:gd name="connsiteY80" fmla="*/ 1241191 h 1357700"/>
              <a:gd name="connsiteX81" fmla="*/ 5285593 w 10678681"/>
              <a:gd name="connsiteY81" fmla="*/ 1273569 h 1357700"/>
              <a:gd name="connsiteX82" fmla="*/ 5192893 w 10678681"/>
              <a:gd name="connsiteY82" fmla="*/ 1247188 h 1357700"/>
              <a:gd name="connsiteX83" fmla="*/ 5186475 w 10678681"/>
              <a:gd name="connsiteY83" fmla="*/ 1257028 h 1357700"/>
              <a:gd name="connsiteX84" fmla="*/ 5126038 w 10678681"/>
              <a:gd name="connsiteY84" fmla="*/ 1263189 h 1357700"/>
              <a:gd name="connsiteX85" fmla="*/ 4894688 w 10678681"/>
              <a:gd name="connsiteY85" fmla="*/ 1247184 h 1357700"/>
              <a:gd name="connsiteX86" fmla="*/ 4788036 w 10678681"/>
              <a:gd name="connsiteY86" fmla="*/ 1238182 h 1357700"/>
              <a:gd name="connsiteX87" fmla="*/ 4747555 w 10678681"/>
              <a:gd name="connsiteY87" fmla="*/ 1252768 h 1357700"/>
              <a:gd name="connsiteX88" fmla="*/ 4679644 w 10678681"/>
              <a:gd name="connsiteY88" fmla="*/ 1276603 h 1357700"/>
              <a:gd name="connsiteX89" fmla="*/ 4632222 w 10678681"/>
              <a:gd name="connsiteY89" fmla="*/ 1318360 h 1357700"/>
              <a:gd name="connsiteX90" fmla="*/ 4617358 w 10678681"/>
              <a:gd name="connsiteY90" fmla="*/ 1327690 h 1357700"/>
              <a:gd name="connsiteX91" fmla="*/ 4589102 w 10678681"/>
              <a:gd name="connsiteY91" fmla="*/ 1321223 h 1357700"/>
              <a:gd name="connsiteX92" fmla="*/ 4578184 w 10678681"/>
              <a:gd name="connsiteY92" fmla="*/ 1326745 h 1357700"/>
              <a:gd name="connsiteX93" fmla="*/ 4574270 w 10678681"/>
              <a:gd name="connsiteY93" fmla="*/ 1325878 h 1357700"/>
              <a:gd name="connsiteX94" fmla="*/ 4564919 w 10678681"/>
              <a:gd name="connsiteY94" fmla="*/ 1325507 h 1357700"/>
              <a:gd name="connsiteX95" fmla="*/ 4566586 w 10678681"/>
              <a:gd name="connsiteY95" fmla="*/ 1316963 h 1357700"/>
              <a:gd name="connsiteX96" fmla="*/ 4556303 w 10678681"/>
              <a:gd name="connsiteY96" fmla="*/ 1300262 h 1357700"/>
              <a:gd name="connsiteX97" fmla="*/ 4502358 w 10678681"/>
              <a:gd name="connsiteY97" fmla="*/ 1302558 h 1357700"/>
              <a:gd name="connsiteX98" fmla="*/ 4498919 w 10678681"/>
              <a:gd name="connsiteY98" fmla="*/ 1312115 h 1357700"/>
              <a:gd name="connsiteX99" fmla="*/ 4492075 w 10678681"/>
              <a:gd name="connsiteY99" fmla="*/ 1313357 h 1357700"/>
              <a:gd name="connsiteX100" fmla="*/ 4487466 w 10678681"/>
              <a:gd name="connsiteY100" fmla="*/ 1304102 h 1357700"/>
              <a:gd name="connsiteX101" fmla="*/ 4398292 w 10678681"/>
              <a:gd name="connsiteY101" fmla="*/ 1278410 h 1357700"/>
              <a:gd name="connsiteX102" fmla="*/ 4306088 w 10678681"/>
              <a:gd name="connsiteY102" fmla="*/ 1282512 h 1357700"/>
              <a:gd name="connsiteX103" fmla="*/ 4188995 w 10678681"/>
              <a:gd name="connsiteY103" fmla="*/ 1296718 h 1357700"/>
              <a:gd name="connsiteX104" fmla="*/ 4136582 w 10678681"/>
              <a:gd name="connsiteY104" fmla="*/ 1287687 h 1357700"/>
              <a:gd name="connsiteX105" fmla="*/ 4064614 w 10678681"/>
              <a:gd name="connsiteY105" fmla="*/ 1296118 h 1357700"/>
              <a:gd name="connsiteX106" fmla="*/ 3906561 w 10678681"/>
              <a:gd name="connsiteY106" fmla="*/ 1352435 h 1357700"/>
              <a:gd name="connsiteX107" fmla="*/ 3787890 w 10678681"/>
              <a:gd name="connsiteY107" fmla="*/ 1352442 h 1357700"/>
              <a:gd name="connsiteX108" fmla="*/ 3745993 w 10678681"/>
              <a:gd name="connsiteY108" fmla="*/ 1342630 h 1357700"/>
              <a:gd name="connsiteX109" fmla="*/ 3675785 w 10678681"/>
              <a:gd name="connsiteY109" fmla="*/ 1326802 h 1357700"/>
              <a:gd name="connsiteX110" fmla="*/ 3623856 w 10678681"/>
              <a:gd name="connsiteY110" fmla="*/ 1290804 h 1357700"/>
              <a:gd name="connsiteX111" fmla="*/ 3564933 w 10678681"/>
              <a:gd name="connsiteY111" fmla="*/ 1287147 h 1357700"/>
              <a:gd name="connsiteX112" fmla="*/ 3550537 w 10678681"/>
              <a:gd name="connsiteY112" fmla="*/ 1317552 h 1357700"/>
              <a:gd name="connsiteX113" fmla="*/ 3487736 w 10678681"/>
              <a:gd name="connsiteY113" fmla="*/ 1303493 h 1357700"/>
              <a:gd name="connsiteX114" fmla="*/ 3392548 w 10678681"/>
              <a:gd name="connsiteY114" fmla="*/ 1278741 h 1357700"/>
              <a:gd name="connsiteX115" fmla="*/ 3337466 w 10678681"/>
              <a:gd name="connsiteY115" fmla="*/ 1272537 h 1357700"/>
              <a:gd name="connsiteX116" fmla="*/ 3187206 w 10678681"/>
              <a:gd name="connsiteY116" fmla="*/ 1246821 h 1357700"/>
              <a:gd name="connsiteX117" fmla="*/ 3036856 w 10678681"/>
              <a:gd name="connsiteY117" fmla="*/ 1214383 h 1357700"/>
              <a:gd name="connsiteX118" fmla="*/ 2948654 w 10678681"/>
              <a:gd name="connsiteY118" fmla="*/ 1157455 h 1357700"/>
              <a:gd name="connsiteX119" fmla="*/ 2824973 w 10678681"/>
              <a:gd name="connsiteY119" fmla="*/ 1134864 h 1357700"/>
              <a:gd name="connsiteX120" fmla="*/ 2804398 w 10678681"/>
              <a:gd name="connsiteY120" fmla="*/ 1125556 h 1357700"/>
              <a:gd name="connsiteX121" fmla="*/ 2775396 w 10678681"/>
              <a:gd name="connsiteY121" fmla="*/ 1130148 h 1357700"/>
              <a:gd name="connsiteX122" fmla="*/ 2659096 w 10678681"/>
              <a:gd name="connsiteY122" fmla="*/ 1150294 h 1357700"/>
              <a:gd name="connsiteX123" fmla="*/ 2567088 w 10678681"/>
              <a:gd name="connsiteY123" fmla="*/ 1181781 h 1357700"/>
              <a:gd name="connsiteX124" fmla="*/ 2454501 w 10678681"/>
              <a:gd name="connsiteY124" fmla="*/ 1155455 h 1357700"/>
              <a:gd name="connsiteX125" fmla="*/ 2385161 w 10678681"/>
              <a:gd name="connsiteY125" fmla="*/ 1161312 h 1357700"/>
              <a:gd name="connsiteX126" fmla="*/ 2270528 w 10678681"/>
              <a:gd name="connsiteY126" fmla="*/ 1204338 h 1357700"/>
              <a:gd name="connsiteX127" fmla="*/ 2121820 w 10678681"/>
              <a:gd name="connsiteY127" fmla="*/ 1187078 h 1357700"/>
              <a:gd name="connsiteX128" fmla="*/ 2092716 w 10678681"/>
              <a:gd name="connsiteY128" fmla="*/ 1139224 h 1357700"/>
              <a:gd name="connsiteX129" fmla="*/ 2052449 w 10678681"/>
              <a:gd name="connsiteY129" fmla="*/ 1109687 h 1357700"/>
              <a:gd name="connsiteX130" fmla="*/ 2032607 w 10678681"/>
              <a:gd name="connsiteY130" fmla="*/ 1175477 h 1357700"/>
              <a:gd name="connsiteX131" fmla="*/ 1901837 w 10678681"/>
              <a:gd name="connsiteY131" fmla="*/ 1221762 h 1357700"/>
              <a:gd name="connsiteX132" fmla="*/ 1836762 w 10678681"/>
              <a:gd name="connsiteY132" fmla="*/ 1237387 h 1357700"/>
              <a:gd name="connsiteX133" fmla="*/ 1735877 w 10678681"/>
              <a:gd name="connsiteY133" fmla="*/ 1246527 h 1357700"/>
              <a:gd name="connsiteX134" fmla="*/ 1705069 w 10678681"/>
              <a:gd name="connsiteY134" fmla="*/ 1251989 h 1357700"/>
              <a:gd name="connsiteX135" fmla="*/ 1397689 w 10678681"/>
              <a:gd name="connsiteY135" fmla="*/ 1336144 h 1357700"/>
              <a:gd name="connsiteX136" fmla="*/ 1220734 w 10678681"/>
              <a:gd name="connsiteY136" fmla="*/ 1257811 h 1357700"/>
              <a:gd name="connsiteX137" fmla="*/ 1021737 w 10678681"/>
              <a:gd name="connsiteY137" fmla="*/ 1238739 h 1357700"/>
              <a:gd name="connsiteX138" fmla="*/ 959820 w 10678681"/>
              <a:gd name="connsiteY138" fmla="*/ 1275863 h 1357700"/>
              <a:gd name="connsiteX139" fmla="*/ 929137 w 10678681"/>
              <a:gd name="connsiteY139" fmla="*/ 1273957 h 1357700"/>
              <a:gd name="connsiteX140" fmla="*/ 878849 w 10678681"/>
              <a:gd name="connsiteY140" fmla="*/ 1266740 h 1357700"/>
              <a:gd name="connsiteX141" fmla="*/ 800667 w 10678681"/>
              <a:gd name="connsiteY141" fmla="*/ 1282041 h 1357700"/>
              <a:gd name="connsiteX142" fmla="*/ 644906 w 10678681"/>
              <a:gd name="connsiteY142" fmla="*/ 1273685 h 1357700"/>
              <a:gd name="connsiteX143" fmla="*/ 379869 w 10678681"/>
              <a:gd name="connsiteY143" fmla="*/ 1339165 h 1357700"/>
              <a:gd name="connsiteX144" fmla="*/ 137696 w 10678681"/>
              <a:gd name="connsiteY144" fmla="*/ 1319217 h 1357700"/>
              <a:gd name="connsiteX145" fmla="*/ 54250 w 10678681"/>
              <a:gd name="connsiteY145" fmla="*/ 1315838 h 1357700"/>
              <a:gd name="connsiteX146" fmla="*/ 28042 w 10678681"/>
              <a:gd name="connsiteY146" fmla="*/ 1297822 h 1357700"/>
              <a:gd name="connsiteX147" fmla="*/ 0 w 10678681"/>
              <a:gd name="connsiteY147" fmla="*/ 1294612 h 1357700"/>
              <a:gd name="connsiteX148" fmla="*/ 0 w 10678681"/>
              <a:gd name="connsiteY148" fmla="*/ 0 h 1357700"/>
              <a:gd name="connsiteX0" fmla="*/ 0 w 10678681"/>
              <a:gd name="connsiteY0" fmla="*/ 0 h 1357700"/>
              <a:gd name="connsiteX1" fmla="*/ 10678681 w 10678681"/>
              <a:gd name="connsiteY1" fmla="*/ 0 h 1357700"/>
              <a:gd name="connsiteX2" fmla="*/ 10666019 w 10678681"/>
              <a:gd name="connsiteY2" fmla="*/ 7876 h 1357700"/>
              <a:gd name="connsiteX3" fmla="*/ 10632825 w 10678681"/>
              <a:gd name="connsiteY3" fmla="*/ 32153 h 1357700"/>
              <a:gd name="connsiteX4" fmla="*/ 10510605 w 10678681"/>
              <a:gd name="connsiteY4" fmla="*/ 30449 h 1357700"/>
              <a:gd name="connsiteX5" fmla="*/ 10456989 w 10678681"/>
              <a:gd name="connsiteY5" fmla="*/ 979 h 1357700"/>
              <a:gd name="connsiteX6" fmla="*/ 10438642 w 10678681"/>
              <a:gd name="connsiteY6" fmla="*/ 1524 h 1357700"/>
              <a:gd name="connsiteX7" fmla="*/ 10407146 w 10678681"/>
              <a:gd name="connsiteY7" fmla="*/ 43659 h 1357700"/>
              <a:gd name="connsiteX8" fmla="*/ 10357996 w 10678681"/>
              <a:gd name="connsiteY8" fmla="*/ 50836 h 1357700"/>
              <a:gd name="connsiteX9" fmla="*/ 10306667 w 10678681"/>
              <a:gd name="connsiteY9" fmla="*/ 109739 h 1357700"/>
              <a:gd name="connsiteX10" fmla="*/ 10115334 w 10678681"/>
              <a:gd name="connsiteY10" fmla="*/ 155658 h 1357700"/>
              <a:gd name="connsiteX11" fmla="*/ 10068157 w 10678681"/>
              <a:gd name="connsiteY11" fmla="*/ 215673 h 1357700"/>
              <a:gd name="connsiteX12" fmla="*/ 10045431 w 10678681"/>
              <a:gd name="connsiteY12" fmla="*/ 229568 h 1357700"/>
              <a:gd name="connsiteX13" fmla="*/ 10013265 w 10678681"/>
              <a:gd name="connsiteY13" fmla="*/ 284757 h 1357700"/>
              <a:gd name="connsiteX14" fmla="*/ 9862496 w 10678681"/>
              <a:gd name="connsiteY14" fmla="*/ 223033 h 1357700"/>
              <a:gd name="connsiteX15" fmla="*/ 9679638 w 10678681"/>
              <a:gd name="connsiteY15" fmla="*/ 277462 h 1357700"/>
              <a:gd name="connsiteX16" fmla="*/ 9498347 w 10678681"/>
              <a:gd name="connsiteY16" fmla="*/ 244723 h 1357700"/>
              <a:gd name="connsiteX17" fmla="*/ 9399702 w 10678681"/>
              <a:gd name="connsiteY17" fmla="*/ 276316 h 1357700"/>
              <a:gd name="connsiteX18" fmla="*/ 9378439 w 10678681"/>
              <a:gd name="connsiteY18" fmla="*/ 326244 h 1357700"/>
              <a:gd name="connsiteX19" fmla="*/ 9121744 w 10678681"/>
              <a:gd name="connsiteY19" fmla="*/ 365177 h 1357700"/>
              <a:gd name="connsiteX20" fmla="*/ 9061654 w 10678681"/>
              <a:gd name="connsiteY20" fmla="*/ 393730 h 1357700"/>
              <a:gd name="connsiteX21" fmla="*/ 8997577 w 10678681"/>
              <a:gd name="connsiteY21" fmla="*/ 380865 h 1357700"/>
              <a:gd name="connsiteX22" fmla="*/ 8907968 w 10678681"/>
              <a:gd name="connsiteY22" fmla="*/ 447345 h 1357700"/>
              <a:gd name="connsiteX23" fmla="*/ 8764163 w 10678681"/>
              <a:gd name="connsiteY23" fmla="*/ 471000 h 1357700"/>
              <a:gd name="connsiteX24" fmla="*/ 8680155 w 10678681"/>
              <a:gd name="connsiteY24" fmla="*/ 492404 h 1357700"/>
              <a:gd name="connsiteX25" fmla="*/ 8651436 w 10678681"/>
              <a:gd name="connsiteY25" fmla="*/ 511923 h 1357700"/>
              <a:gd name="connsiteX26" fmla="*/ 8609185 w 10678681"/>
              <a:gd name="connsiteY26" fmla="*/ 531525 h 1357700"/>
              <a:gd name="connsiteX27" fmla="*/ 8537091 w 10678681"/>
              <a:gd name="connsiteY27" fmla="*/ 574933 h 1357700"/>
              <a:gd name="connsiteX28" fmla="*/ 8435931 w 10678681"/>
              <a:gd name="connsiteY28" fmla="*/ 617926 h 1357700"/>
              <a:gd name="connsiteX29" fmla="*/ 8348623 w 10678681"/>
              <a:gd name="connsiteY29" fmla="*/ 600607 h 1357700"/>
              <a:gd name="connsiteX30" fmla="*/ 8344233 w 10678681"/>
              <a:gd name="connsiteY30" fmla="*/ 610922 h 1357700"/>
              <a:gd name="connsiteX31" fmla="*/ 8290622 w 10678681"/>
              <a:gd name="connsiteY31" fmla="*/ 622687 h 1357700"/>
              <a:gd name="connsiteX32" fmla="*/ 8086698 w 10678681"/>
              <a:gd name="connsiteY32" fmla="*/ 605185 h 1357700"/>
              <a:gd name="connsiteX33" fmla="*/ 7982378 w 10678681"/>
              <a:gd name="connsiteY33" fmla="*/ 629799 h 1357700"/>
              <a:gd name="connsiteX34" fmla="*/ 7947952 w 10678681"/>
              <a:gd name="connsiteY34" fmla="*/ 648003 h 1357700"/>
              <a:gd name="connsiteX35" fmla="*/ 7890112 w 10678681"/>
              <a:gd name="connsiteY35" fmla="*/ 677915 h 1357700"/>
              <a:gd name="connsiteX36" fmla="*/ 7853284 w 10678681"/>
              <a:gd name="connsiteY36" fmla="*/ 723588 h 1357700"/>
              <a:gd name="connsiteX37" fmla="*/ 7802383 w 10678681"/>
              <a:gd name="connsiteY37" fmla="*/ 739359 h 1357700"/>
              <a:gd name="connsiteX38" fmla="*/ 7782280 w 10678681"/>
              <a:gd name="connsiteY38" fmla="*/ 712868 h 1357700"/>
              <a:gd name="connsiteX39" fmla="*/ 7730518 w 10678681"/>
              <a:gd name="connsiteY39" fmla="*/ 739526 h 1357700"/>
              <a:gd name="connsiteX40" fmla="*/ 7652907 w 10678681"/>
              <a:gd name="connsiteY40" fmla="*/ 783273 h 1357700"/>
              <a:gd name="connsiteX41" fmla="*/ 7606008 w 10678681"/>
              <a:gd name="connsiteY41" fmla="*/ 800717 h 1357700"/>
              <a:gd name="connsiteX42" fmla="*/ 7480223 w 10678681"/>
              <a:gd name="connsiteY42" fmla="*/ 856821 h 1357700"/>
              <a:gd name="connsiteX43" fmla="*/ 7356005 w 10678681"/>
              <a:gd name="connsiteY43" fmla="*/ 919462 h 1357700"/>
              <a:gd name="connsiteX44" fmla="*/ 7305396 w 10678681"/>
              <a:gd name="connsiteY44" fmla="*/ 986228 h 1357700"/>
              <a:gd name="connsiteX45" fmla="*/ 7298314 w 10678681"/>
              <a:gd name="connsiteY45" fmla="*/ 989899 h 1357700"/>
              <a:gd name="connsiteX46" fmla="*/ 7277477 w 10678681"/>
              <a:gd name="connsiteY46" fmla="*/ 990571 h 1357700"/>
              <a:gd name="connsiteX47" fmla="*/ 7269396 w 10678681"/>
              <a:gd name="connsiteY47" fmla="*/ 989282 h 1357700"/>
              <a:gd name="connsiteX48" fmla="*/ 7258094 w 10678681"/>
              <a:gd name="connsiteY48" fmla="*/ 990679 h 1357700"/>
              <a:gd name="connsiteX49" fmla="*/ 7257893 w 10678681"/>
              <a:gd name="connsiteY49" fmla="*/ 991204 h 1357700"/>
              <a:gd name="connsiteX50" fmla="*/ 7247153 w 10678681"/>
              <a:gd name="connsiteY50" fmla="*/ 991550 h 1357700"/>
              <a:gd name="connsiteX51" fmla="*/ 7193612 w 10678681"/>
              <a:gd name="connsiteY51" fmla="*/ 987042 h 1357700"/>
              <a:gd name="connsiteX52" fmla="*/ 7132632 w 10678681"/>
              <a:gd name="connsiteY52" fmla="*/ 1042036 h 1357700"/>
              <a:gd name="connsiteX53" fmla="*/ 7105610 w 10678681"/>
              <a:gd name="connsiteY53" fmla="*/ 1053537 h 1357700"/>
              <a:gd name="connsiteX54" fmla="*/ 7091599 w 10678681"/>
              <a:gd name="connsiteY54" fmla="*/ 1062302 h 1357700"/>
              <a:gd name="connsiteX55" fmla="*/ 7090998 w 10678681"/>
              <a:gd name="connsiteY55" fmla="*/ 1064540 h 1357700"/>
              <a:gd name="connsiteX56" fmla="*/ 7039634 w 10678681"/>
              <a:gd name="connsiteY56" fmla="*/ 1059971 h 1357700"/>
              <a:gd name="connsiteX57" fmla="*/ 7033445 w 10678681"/>
              <a:gd name="connsiteY57" fmla="*/ 1063314 h 1357700"/>
              <a:gd name="connsiteX58" fmla="*/ 6999157 w 10678681"/>
              <a:gd name="connsiteY58" fmla="*/ 1055282 h 1357700"/>
              <a:gd name="connsiteX59" fmla="*/ 6981874 w 10678681"/>
              <a:gd name="connsiteY59" fmla="*/ 1053827 h 1357700"/>
              <a:gd name="connsiteX60" fmla="*/ 6976102 w 10678681"/>
              <a:gd name="connsiteY60" fmla="*/ 1047854 h 1357700"/>
              <a:gd name="connsiteX61" fmla="*/ 6951040 w 10678681"/>
              <a:gd name="connsiteY61" fmla="*/ 1048531 h 1357700"/>
              <a:gd name="connsiteX62" fmla="*/ 6948497 w 10678681"/>
              <a:gd name="connsiteY62" fmla="*/ 1050706 h 1357700"/>
              <a:gd name="connsiteX63" fmla="*/ 6926582 w 10678681"/>
              <a:gd name="connsiteY63" fmla="*/ 1043462 h 1357700"/>
              <a:gd name="connsiteX64" fmla="*/ 6833743 w 10678681"/>
              <a:gd name="connsiteY64" fmla="*/ 1027960 h 1357700"/>
              <a:gd name="connsiteX65" fmla="*/ 6664639 w 10678681"/>
              <a:gd name="connsiteY65" fmla="*/ 1017831 h 1357700"/>
              <a:gd name="connsiteX66" fmla="*/ 6437450 w 10678681"/>
              <a:gd name="connsiteY66" fmla="*/ 1101075 h 1357700"/>
              <a:gd name="connsiteX67" fmla="*/ 6327795 w 10678681"/>
              <a:gd name="connsiteY67" fmla="*/ 1088142 h 1357700"/>
              <a:gd name="connsiteX68" fmla="*/ 6136549 w 10678681"/>
              <a:gd name="connsiteY68" fmla="*/ 1100268 h 1357700"/>
              <a:gd name="connsiteX69" fmla="*/ 6004655 w 10678681"/>
              <a:gd name="connsiteY69" fmla="*/ 1114946 h 1357700"/>
              <a:gd name="connsiteX70" fmla="*/ 5936643 w 10678681"/>
              <a:gd name="connsiteY70" fmla="*/ 1095428 h 1357700"/>
              <a:gd name="connsiteX71" fmla="*/ 5912484 w 10678681"/>
              <a:gd name="connsiteY71" fmla="*/ 1112624 h 1357700"/>
              <a:gd name="connsiteX72" fmla="*/ 5908387 w 10678681"/>
              <a:gd name="connsiteY72" fmla="*/ 1116018 h 1357700"/>
              <a:gd name="connsiteX73" fmla="*/ 5890495 w 10678681"/>
              <a:gd name="connsiteY73" fmla="*/ 1120268 h 1357700"/>
              <a:gd name="connsiteX74" fmla="*/ 5887318 w 10678681"/>
              <a:gd name="connsiteY74" fmla="*/ 1133134 h 1357700"/>
              <a:gd name="connsiteX75" fmla="*/ 5861726 w 10678681"/>
              <a:gd name="connsiteY75" fmla="*/ 1147891 h 1357700"/>
              <a:gd name="connsiteX76" fmla="*/ 5805823 w 10678681"/>
              <a:gd name="connsiteY76" fmla="*/ 1152457 h 1357700"/>
              <a:gd name="connsiteX77" fmla="*/ 5689841 w 10678681"/>
              <a:gd name="connsiteY77" fmla="*/ 1176232 h 1357700"/>
              <a:gd name="connsiteX78" fmla="*/ 5605119 w 10678681"/>
              <a:gd name="connsiteY78" fmla="*/ 1190202 h 1357700"/>
              <a:gd name="connsiteX79" fmla="*/ 5488513 w 10678681"/>
              <a:gd name="connsiteY79" fmla="*/ 1205367 h 1357700"/>
              <a:gd name="connsiteX80" fmla="*/ 5402905 w 10678681"/>
              <a:gd name="connsiteY80" fmla="*/ 1241191 h 1357700"/>
              <a:gd name="connsiteX81" fmla="*/ 5285593 w 10678681"/>
              <a:gd name="connsiteY81" fmla="*/ 1273569 h 1357700"/>
              <a:gd name="connsiteX82" fmla="*/ 5192893 w 10678681"/>
              <a:gd name="connsiteY82" fmla="*/ 1247188 h 1357700"/>
              <a:gd name="connsiteX83" fmla="*/ 5186475 w 10678681"/>
              <a:gd name="connsiteY83" fmla="*/ 1257028 h 1357700"/>
              <a:gd name="connsiteX84" fmla="*/ 5126038 w 10678681"/>
              <a:gd name="connsiteY84" fmla="*/ 1263189 h 1357700"/>
              <a:gd name="connsiteX85" fmla="*/ 4894688 w 10678681"/>
              <a:gd name="connsiteY85" fmla="*/ 1247184 h 1357700"/>
              <a:gd name="connsiteX86" fmla="*/ 4788036 w 10678681"/>
              <a:gd name="connsiteY86" fmla="*/ 1238182 h 1357700"/>
              <a:gd name="connsiteX87" fmla="*/ 4747555 w 10678681"/>
              <a:gd name="connsiteY87" fmla="*/ 1252768 h 1357700"/>
              <a:gd name="connsiteX88" fmla="*/ 4679644 w 10678681"/>
              <a:gd name="connsiteY88" fmla="*/ 1276603 h 1357700"/>
              <a:gd name="connsiteX89" fmla="*/ 4632222 w 10678681"/>
              <a:gd name="connsiteY89" fmla="*/ 1318360 h 1357700"/>
              <a:gd name="connsiteX90" fmla="*/ 4617358 w 10678681"/>
              <a:gd name="connsiteY90" fmla="*/ 1327690 h 1357700"/>
              <a:gd name="connsiteX91" fmla="*/ 4589102 w 10678681"/>
              <a:gd name="connsiteY91" fmla="*/ 1321223 h 1357700"/>
              <a:gd name="connsiteX92" fmla="*/ 4578184 w 10678681"/>
              <a:gd name="connsiteY92" fmla="*/ 1326745 h 1357700"/>
              <a:gd name="connsiteX93" fmla="*/ 4574270 w 10678681"/>
              <a:gd name="connsiteY93" fmla="*/ 1325878 h 1357700"/>
              <a:gd name="connsiteX94" fmla="*/ 4564919 w 10678681"/>
              <a:gd name="connsiteY94" fmla="*/ 1325507 h 1357700"/>
              <a:gd name="connsiteX95" fmla="*/ 4566586 w 10678681"/>
              <a:gd name="connsiteY95" fmla="*/ 1316963 h 1357700"/>
              <a:gd name="connsiteX96" fmla="*/ 4556303 w 10678681"/>
              <a:gd name="connsiteY96" fmla="*/ 1300262 h 1357700"/>
              <a:gd name="connsiteX97" fmla="*/ 4502358 w 10678681"/>
              <a:gd name="connsiteY97" fmla="*/ 1302558 h 1357700"/>
              <a:gd name="connsiteX98" fmla="*/ 4498919 w 10678681"/>
              <a:gd name="connsiteY98" fmla="*/ 1312115 h 1357700"/>
              <a:gd name="connsiteX99" fmla="*/ 4492075 w 10678681"/>
              <a:gd name="connsiteY99" fmla="*/ 1313357 h 1357700"/>
              <a:gd name="connsiteX100" fmla="*/ 4487466 w 10678681"/>
              <a:gd name="connsiteY100" fmla="*/ 1304102 h 1357700"/>
              <a:gd name="connsiteX101" fmla="*/ 4398292 w 10678681"/>
              <a:gd name="connsiteY101" fmla="*/ 1278410 h 1357700"/>
              <a:gd name="connsiteX102" fmla="*/ 4306088 w 10678681"/>
              <a:gd name="connsiteY102" fmla="*/ 1282512 h 1357700"/>
              <a:gd name="connsiteX103" fmla="*/ 4188995 w 10678681"/>
              <a:gd name="connsiteY103" fmla="*/ 1296718 h 1357700"/>
              <a:gd name="connsiteX104" fmla="*/ 4136582 w 10678681"/>
              <a:gd name="connsiteY104" fmla="*/ 1287687 h 1357700"/>
              <a:gd name="connsiteX105" fmla="*/ 4064614 w 10678681"/>
              <a:gd name="connsiteY105" fmla="*/ 1296118 h 1357700"/>
              <a:gd name="connsiteX106" fmla="*/ 3906561 w 10678681"/>
              <a:gd name="connsiteY106" fmla="*/ 1352435 h 1357700"/>
              <a:gd name="connsiteX107" fmla="*/ 3787890 w 10678681"/>
              <a:gd name="connsiteY107" fmla="*/ 1352442 h 1357700"/>
              <a:gd name="connsiteX108" fmla="*/ 3745993 w 10678681"/>
              <a:gd name="connsiteY108" fmla="*/ 1342630 h 1357700"/>
              <a:gd name="connsiteX109" fmla="*/ 3675785 w 10678681"/>
              <a:gd name="connsiteY109" fmla="*/ 1326802 h 1357700"/>
              <a:gd name="connsiteX110" fmla="*/ 3623856 w 10678681"/>
              <a:gd name="connsiteY110" fmla="*/ 1290804 h 1357700"/>
              <a:gd name="connsiteX111" fmla="*/ 3564933 w 10678681"/>
              <a:gd name="connsiteY111" fmla="*/ 1287147 h 1357700"/>
              <a:gd name="connsiteX112" fmla="*/ 3550537 w 10678681"/>
              <a:gd name="connsiteY112" fmla="*/ 1317552 h 1357700"/>
              <a:gd name="connsiteX113" fmla="*/ 3487736 w 10678681"/>
              <a:gd name="connsiteY113" fmla="*/ 1303493 h 1357700"/>
              <a:gd name="connsiteX114" fmla="*/ 3392548 w 10678681"/>
              <a:gd name="connsiteY114" fmla="*/ 1278741 h 1357700"/>
              <a:gd name="connsiteX115" fmla="*/ 3337466 w 10678681"/>
              <a:gd name="connsiteY115" fmla="*/ 1272537 h 1357700"/>
              <a:gd name="connsiteX116" fmla="*/ 3187206 w 10678681"/>
              <a:gd name="connsiteY116" fmla="*/ 1246821 h 1357700"/>
              <a:gd name="connsiteX117" fmla="*/ 3036856 w 10678681"/>
              <a:gd name="connsiteY117" fmla="*/ 1214383 h 1357700"/>
              <a:gd name="connsiteX118" fmla="*/ 2948654 w 10678681"/>
              <a:gd name="connsiteY118" fmla="*/ 1157455 h 1357700"/>
              <a:gd name="connsiteX119" fmla="*/ 2824973 w 10678681"/>
              <a:gd name="connsiteY119" fmla="*/ 1134864 h 1357700"/>
              <a:gd name="connsiteX120" fmla="*/ 2804398 w 10678681"/>
              <a:gd name="connsiteY120" fmla="*/ 1125556 h 1357700"/>
              <a:gd name="connsiteX121" fmla="*/ 2775396 w 10678681"/>
              <a:gd name="connsiteY121" fmla="*/ 1130148 h 1357700"/>
              <a:gd name="connsiteX122" fmla="*/ 2659096 w 10678681"/>
              <a:gd name="connsiteY122" fmla="*/ 1150294 h 1357700"/>
              <a:gd name="connsiteX123" fmla="*/ 2567088 w 10678681"/>
              <a:gd name="connsiteY123" fmla="*/ 1181781 h 1357700"/>
              <a:gd name="connsiteX124" fmla="*/ 2454501 w 10678681"/>
              <a:gd name="connsiteY124" fmla="*/ 1155455 h 1357700"/>
              <a:gd name="connsiteX125" fmla="*/ 2385161 w 10678681"/>
              <a:gd name="connsiteY125" fmla="*/ 1161312 h 1357700"/>
              <a:gd name="connsiteX126" fmla="*/ 2270528 w 10678681"/>
              <a:gd name="connsiteY126" fmla="*/ 1204338 h 1357700"/>
              <a:gd name="connsiteX127" fmla="*/ 2121820 w 10678681"/>
              <a:gd name="connsiteY127" fmla="*/ 1187078 h 1357700"/>
              <a:gd name="connsiteX128" fmla="*/ 2092716 w 10678681"/>
              <a:gd name="connsiteY128" fmla="*/ 1139224 h 1357700"/>
              <a:gd name="connsiteX129" fmla="*/ 2052449 w 10678681"/>
              <a:gd name="connsiteY129" fmla="*/ 1109687 h 1357700"/>
              <a:gd name="connsiteX130" fmla="*/ 2032607 w 10678681"/>
              <a:gd name="connsiteY130" fmla="*/ 1175477 h 1357700"/>
              <a:gd name="connsiteX131" fmla="*/ 1901837 w 10678681"/>
              <a:gd name="connsiteY131" fmla="*/ 1221762 h 1357700"/>
              <a:gd name="connsiteX132" fmla="*/ 1836762 w 10678681"/>
              <a:gd name="connsiteY132" fmla="*/ 1237387 h 1357700"/>
              <a:gd name="connsiteX133" fmla="*/ 1735877 w 10678681"/>
              <a:gd name="connsiteY133" fmla="*/ 1246527 h 1357700"/>
              <a:gd name="connsiteX134" fmla="*/ 1705069 w 10678681"/>
              <a:gd name="connsiteY134" fmla="*/ 1251989 h 1357700"/>
              <a:gd name="connsiteX135" fmla="*/ 1397689 w 10678681"/>
              <a:gd name="connsiteY135" fmla="*/ 1336144 h 1357700"/>
              <a:gd name="connsiteX136" fmla="*/ 1220734 w 10678681"/>
              <a:gd name="connsiteY136" fmla="*/ 1257811 h 1357700"/>
              <a:gd name="connsiteX137" fmla="*/ 1021737 w 10678681"/>
              <a:gd name="connsiteY137" fmla="*/ 1238739 h 1357700"/>
              <a:gd name="connsiteX138" fmla="*/ 959820 w 10678681"/>
              <a:gd name="connsiteY138" fmla="*/ 1275863 h 1357700"/>
              <a:gd name="connsiteX139" fmla="*/ 929137 w 10678681"/>
              <a:gd name="connsiteY139" fmla="*/ 1273957 h 1357700"/>
              <a:gd name="connsiteX140" fmla="*/ 878849 w 10678681"/>
              <a:gd name="connsiteY140" fmla="*/ 1266740 h 1357700"/>
              <a:gd name="connsiteX141" fmla="*/ 800667 w 10678681"/>
              <a:gd name="connsiteY141" fmla="*/ 1282041 h 1357700"/>
              <a:gd name="connsiteX142" fmla="*/ 644906 w 10678681"/>
              <a:gd name="connsiteY142" fmla="*/ 1273685 h 1357700"/>
              <a:gd name="connsiteX143" fmla="*/ 379869 w 10678681"/>
              <a:gd name="connsiteY143" fmla="*/ 1339165 h 1357700"/>
              <a:gd name="connsiteX144" fmla="*/ 137696 w 10678681"/>
              <a:gd name="connsiteY144" fmla="*/ 1319217 h 1357700"/>
              <a:gd name="connsiteX145" fmla="*/ 54250 w 10678681"/>
              <a:gd name="connsiteY145" fmla="*/ 1315838 h 1357700"/>
              <a:gd name="connsiteX146" fmla="*/ 28042 w 10678681"/>
              <a:gd name="connsiteY146" fmla="*/ 1297822 h 1357700"/>
              <a:gd name="connsiteX147" fmla="*/ 0 w 10678681"/>
              <a:gd name="connsiteY147" fmla="*/ 1294612 h 1357700"/>
              <a:gd name="connsiteX148" fmla="*/ 0 w 10678681"/>
              <a:gd name="connsiteY148" fmla="*/ 0 h 1357700"/>
              <a:gd name="connsiteX0" fmla="*/ 0 w 10678681"/>
              <a:gd name="connsiteY0" fmla="*/ 0 h 1357700"/>
              <a:gd name="connsiteX1" fmla="*/ 10678681 w 10678681"/>
              <a:gd name="connsiteY1" fmla="*/ 0 h 1357700"/>
              <a:gd name="connsiteX2" fmla="*/ 10666019 w 10678681"/>
              <a:gd name="connsiteY2" fmla="*/ 7876 h 1357700"/>
              <a:gd name="connsiteX3" fmla="*/ 10632825 w 10678681"/>
              <a:gd name="connsiteY3" fmla="*/ 32153 h 1357700"/>
              <a:gd name="connsiteX4" fmla="*/ 10510605 w 10678681"/>
              <a:gd name="connsiteY4" fmla="*/ 30449 h 1357700"/>
              <a:gd name="connsiteX5" fmla="*/ 10456989 w 10678681"/>
              <a:gd name="connsiteY5" fmla="*/ 979 h 1357700"/>
              <a:gd name="connsiteX6" fmla="*/ 10438642 w 10678681"/>
              <a:gd name="connsiteY6" fmla="*/ 1524 h 1357700"/>
              <a:gd name="connsiteX7" fmla="*/ 10407146 w 10678681"/>
              <a:gd name="connsiteY7" fmla="*/ 43659 h 1357700"/>
              <a:gd name="connsiteX8" fmla="*/ 10357996 w 10678681"/>
              <a:gd name="connsiteY8" fmla="*/ 50836 h 1357700"/>
              <a:gd name="connsiteX9" fmla="*/ 10306667 w 10678681"/>
              <a:gd name="connsiteY9" fmla="*/ 109739 h 1357700"/>
              <a:gd name="connsiteX10" fmla="*/ 10115334 w 10678681"/>
              <a:gd name="connsiteY10" fmla="*/ 155658 h 1357700"/>
              <a:gd name="connsiteX11" fmla="*/ 10068157 w 10678681"/>
              <a:gd name="connsiteY11" fmla="*/ 215673 h 1357700"/>
              <a:gd name="connsiteX12" fmla="*/ 10045431 w 10678681"/>
              <a:gd name="connsiteY12" fmla="*/ 229568 h 1357700"/>
              <a:gd name="connsiteX13" fmla="*/ 10013265 w 10678681"/>
              <a:gd name="connsiteY13" fmla="*/ 284757 h 1357700"/>
              <a:gd name="connsiteX14" fmla="*/ 9862496 w 10678681"/>
              <a:gd name="connsiteY14" fmla="*/ 223033 h 1357700"/>
              <a:gd name="connsiteX15" fmla="*/ 9679638 w 10678681"/>
              <a:gd name="connsiteY15" fmla="*/ 277462 h 1357700"/>
              <a:gd name="connsiteX16" fmla="*/ 9498347 w 10678681"/>
              <a:gd name="connsiteY16" fmla="*/ 244723 h 1357700"/>
              <a:gd name="connsiteX17" fmla="*/ 9399702 w 10678681"/>
              <a:gd name="connsiteY17" fmla="*/ 276316 h 1357700"/>
              <a:gd name="connsiteX18" fmla="*/ 9378439 w 10678681"/>
              <a:gd name="connsiteY18" fmla="*/ 326244 h 1357700"/>
              <a:gd name="connsiteX19" fmla="*/ 9121744 w 10678681"/>
              <a:gd name="connsiteY19" fmla="*/ 365177 h 1357700"/>
              <a:gd name="connsiteX20" fmla="*/ 9061654 w 10678681"/>
              <a:gd name="connsiteY20" fmla="*/ 393730 h 1357700"/>
              <a:gd name="connsiteX21" fmla="*/ 8997577 w 10678681"/>
              <a:gd name="connsiteY21" fmla="*/ 380865 h 1357700"/>
              <a:gd name="connsiteX22" fmla="*/ 8907968 w 10678681"/>
              <a:gd name="connsiteY22" fmla="*/ 447345 h 1357700"/>
              <a:gd name="connsiteX23" fmla="*/ 8764163 w 10678681"/>
              <a:gd name="connsiteY23" fmla="*/ 471000 h 1357700"/>
              <a:gd name="connsiteX24" fmla="*/ 8680155 w 10678681"/>
              <a:gd name="connsiteY24" fmla="*/ 492404 h 1357700"/>
              <a:gd name="connsiteX25" fmla="*/ 8651436 w 10678681"/>
              <a:gd name="connsiteY25" fmla="*/ 511923 h 1357700"/>
              <a:gd name="connsiteX26" fmla="*/ 8609185 w 10678681"/>
              <a:gd name="connsiteY26" fmla="*/ 531525 h 1357700"/>
              <a:gd name="connsiteX27" fmla="*/ 8537091 w 10678681"/>
              <a:gd name="connsiteY27" fmla="*/ 574933 h 1357700"/>
              <a:gd name="connsiteX28" fmla="*/ 8435931 w 10678681"/>
              <a:gd name="connsiteY28" fmla="*/ 617926 h 1357700"/>
              <a:gd name="connsiteX29" fmla="*/ 8348623 w 10678681"/>
              <a:gd name="connsiteY29" fmla="*/ 600607 h 1357700"/>
              <a:gd name="connsiteX30" fmla="*/ 8344233 w 10678681"/>
              <a:gd name="connsiteY30" fmla="*/ 610922 h 1357700"/>
              <a:gd name="connsiteX31" fmla="*/ 8290622 w 10678681"/>
              <a:gd name="connsiteY31" fmla="*/ 622687 h 1357700"/>
              <a:gd name="connsiteX32" fmla="*/ 8086698 w 10678681"/>
              <a:gd name="connsiteY32" fmla="*/ 605185 h 1357700"/>
              <a:gd name="connsiteX33" fmla="*/ 7982378 w 10678681"/>
              <a:gd name="connsiteY33" fmla="*/ 629799 h 1357700"/>
              <a:gd name="connsiteX34" fmla="*/ 7947952 w 10678681"/>
              <a:gd name="connsiteY34" fmla="*/ 648003 h 1357700"/>
              <a:gd name="connsiteX35" fmla="*/ 7890112 w 10678681"/>
              <a:gd name="connsiteY35" fmla="*/ 677915 h 1357700"/>
              <a:gd name="connsiteX36" fmla="*/ 7853284 w 10678681"/>
              <a:gd name="connsiteY36" fmla="*/ 723588 h 1357700"/>
              <a:gd name="connsiteX37" fmla="*/ 7802383 w 10678681"/>
              <a:gd name="connsiteY37" fmla="*/ 739359 h 1357700"/>
              <a:gd name="connsiteX38" fmla="*/ 7782280 w 10678681"/>
              <a:gd name="connsiteY38" fmla="*/ 712868 h 1357700"/>
              <a:gd name="connsiteX39" fmla="*/ 7730518 w 10678681"/>
              <a:gd name="connsiteY39" fmla="*/ 739526 h 1357700"/>
              <a:gd name="connsiteX40" fmla="*/ 7652907 w 10678681"/>
              <a:gd name="connsiteY40" fmla="*/ 783273 h 1357700"/>
              <a:gd name="connsiteX41" fmla="*/ 7606008 w 10678681"/>
              <a:gd name="connsiteY41" fmla="*/ 800717 h 1357700"/>
              <a:gd name="connsiteX42" fmla="*/ 7480223 w 10678681"/>
              <a:gd name="connsiteY42" fmla="*/ 856821 h 1357700"/>
              <a:gd name="connsiteX43" fmla="*/ 7356005 w 10678681"/>
              <a:gd name="connsiteY43" fmla="*/ 919462 h 1357700"/>
              <a:gd name="connsiteX44" fmla="*/ 7305396 w 10678681"/>
              <a:gd name="connsiteY44" fmla="*/ 986228 h 1357700"/>
              <a:gd name="connsiteX45" fmla="*/ 7298314 w 10678681"/>
              <a:gd name="connsiteY45" fmla="*/ 989899 h 1357700"/>
              <a:gd name="connsiteX46" fmla="*/ 7277477 w 10678681"/>
              <a:gd name="connsiteY46" fmla="*/ 990571 h 1357700"/>
              <a:gd name="connsiteX47" fmla="*/ 7269396 w 10678681"/>
              <a:gd name="connsiteY47" fmla="*/ 989282 h 1357700"/>
              <a:gd name="connsiteX48" fmla="*/ 7258094 w 10678681"/>
              <a:gd name="connsiteY48" fmla="*/ 990679 h 1357700"/>
              <a:gd name="connsiteX49" fmla="*/ 7257893 w 10678681"/>
              <a:gd name="connsiteY49" fmla="*/ 991204 h 1357700"/>
              <a:gd name="connsiteX50" fmla="*/ 7247153 w 10678681"/>
              <a:gd name="connsiteY50" fmla="*/ 991550 h 1357700"/>
              <a:gd name="connsiteX51" fmla="*/ 7193612 w 10678681"/>
              <a:gd name="connsiteY51" fmla="*/ 987042 h 1357700"/>
              <a:gd name="connsiteX52" fmla="*/ 7132632 w 10678681"/>
              <a:gd name="connsiteY52" fmla="*/ 1042036 h 1357700"/>
              <a:gd name="connsiteX53" fmla="*/ 7105610 w 10678681"/>
              <a:gd name="connsiteY53" fmla="*/ 1053537 h 1357700"/>
              <a:gd name="connsiteX54" fmla="*/ 7091599 w 10678681"/>
              <a:gd name="connsiteY54" fmla="*/ 1062302 h 1357700"/>
              <a:gd name="connsiteX55" fmla="*/ 7090998 w 10678681"/>
              <a:gd name="connsiteY55" fmla="*/ 1064540 h 1357700"/>
              <a:gd name="connsiteX56" fmla="*/ 7039634 w 10678681"/>
              <a:gd name="connsiteY56" fmla="*/ 1059971 h 1357700"/>
              <a:gd name="connsiteX57" fmla="*/ 7033445 w 10678681"/>
              <a:gd name="connsiteY57" fmla="*/ 1063314 h 1357700"/>
              <a:gd name="connsiteX58" fmla="*/ 6999157 w 10678681"/>
              <a:gd name="connsiteY58" fmla="*/ 1055282 h 1357700"/>
              <a:gd name="connsiteX59" fmla="*/ 6981874 w 10678681"/>
              <a:gd name="connsiteY59" fmla="*/ 1053827 h 1357700"/>
              <a:gd name="connsiteX60" fmla="*/ 6976102 w 10678681"/>
              <a:gd name="connsiteY60" fmla="*/ 1047854 h 1357700"/>
              <a:gd name="connsiteX61" fmla="*/ 6951040 w 10678681"/>
              <a:gd name="connsiteY61" fmla="*/ 1048531 h 1357700"/>
              <a:gd name="connsiteX62" fmla="*/ 6948497 w 10678681"/>
              <a:gd name="connsiteY62" fmla="*/ 1050706 h 1357700"/>
              <a:gd name="connsiteX63" fmla="*/ 6926582 w 10678681"/>
              <a:gd name="connsiteY63" fmla="*/ 1043462 h 1357700"/>
              <a:gd name="connsiteX64" fmla="*/ 6833743 w 10678681"/>
              <a:gd name="connsiteY64" fmla="*/ 1027960 h 1357700"/>
              <a:gd name="connsiteX65" fmla="*/ 6687090 w 10678681"/>
              <a:gd name="connsiteY65" fmla="*/ 1063250 h 1357700"/>
              <a:gd name="connsiteX66" fmla="*/ 6437450 w 10678681"/>
              <a:gd name="connsiteY66" fmla="*/ 1101075 h 1357700"/>
              <a:gd name="connsiteX67" fmla="*/ 6327795 w 10678681"/>
              <a:gd name="connsiteY67" fmla="*/ 1088142 h 1357700"/>
              <a:gd name="connsiteX68" fmla="*/ 6136549 w 10678681"/>
              <a:gd name="connsiteY68" fmla="*/ 1100268 h 1357700"/>
              <a:gd name="connsiteX69" fmla="*/ 6004655 w 10678681"/>
              <a:gd name="connsiteY69" fmla="*/ 1114946 h 1357700"/>
              <a:gd name="connsiteX70" fmla="*/ 5936643 w 10678681"/>
              <a:gd name="connsiteY70" fmla="*/ 1095428 h 1357700"/>
              <a:gd name="connsiteX71" fmla="*/ 5912484 w 10678681"/>
              <a:gd name="connsiteY71" fmla="*/ 1112624 h 1357700"/>
              <a:gd name="connsiteX72" fmla="*/ 5908387 w 10678681"/>
              <a:gd name="connsiteY72" fmla="*/ 1116018 h 1357700"/>
              <a:gd name="connsiteX73" fmla="*/ 5890495 w 10678681"/>
              <a:gd name="connsiteY73" fmla="*/ 1120268 h 1357700"/>
              <a:gd name="connsiteX74" fmla="*/ 5887318 w 10678681"/>
              <a:gd name="connsiteY74" fmla="*/ 1133134 h 1357700"/>
              <a:gd name="connsiteX75" fmla="*/ 5861726 w 10678681"/>
              <a:gd name="connsiteY75" fmla="*/ 1147891 h 1357700"/>
              <a:gd name="connsiteX76" fmla="*/ 5805823 w 10678681"/>
              <a:gd name="connsiteY76" fmla="*/ 1152457 h 1357700"/>
              <a:gd name="connsiteX77" fmla="*/ 5689841 w 10678681"/>
              <a:gd name="connsiteY77" fmla="*/ 1176232 h 1357700"/>
              <a:gd name="connsiteX78" fmla="*/ 5605119 w 10678681"/>
              <a:gd name="connsiteY78" fmla="*/ 1190202 h 1357700"/>
              <a:gd name="connsiteX79" fmla="*/ 5488513 w 10678681"/>
              <a:gd name="connsiteY79" fmla="*/ 1205367 h 1357700"/>
              <a:gd name="connsiteX80" fmla="*/ 5402905 w 10678681"/>
              <a:gd name="connsiteY80" fmla="*/ 1241191 h 1357700"/>
              <a:gd name="connsiteX81" fmla="*/ 5285593 w 10678681"/>
              <a:gd name="connsiteY81" fmla="*/ 1273569 h 1357700"/>
              <a:gd name="connsiteX82" fmla="*/ 5192893 w 10678681"/>
              <a:gd name="connsiteY82" fmla="*/ 1247188 h 1357700"/>
              <a:gd name="connsiteX83" fmla="*/ 5186475 w 10678681"/>
              <a:gd name="connsiteY83" fmla="*/ 1257028 h 1357700"/>
              <a:gd name="connsiteX84" fmla="*/ 5126038 w 10678681"/>
              <a:gd name="connsiteY84" fmla="*/ 1263189 h 1357700"/>
              <a:gd name="connsiteX85" fmla="*/ 4894688 w 10678681"/>
              <a:gd name="connsiteY85" fmla="*/ 1247184 h 1357700"/>
              <a:gd name="connsiteX86" fmla="*/ 4788036 w 10678681"/>
              <a:gd name="connsiteY86" fmla="*/ 1238182 h 1357700"/>
              <a:gd name="connsiteX87" fmla="*/ 4747555 w 10678681"/>
              <a:gd name="connsiteY87" fmla="*/ 1252768 h 1357700"/>
              <a:gd name="connsiteX88" fmla="*/ 4679644 w 10678681"/>
              <a:gd name="connsiteY88" fmla="*/ 1276603 h 1357700"/>
              <a:gd name="connsiteX89" fmla="*/ 4632222 w 10678681"/>
              <a:gd name="connsiteY89" fmla="*/ 1318360 h 1357700"/>
              <a:gd name="connsiteX90" fmla="*/ 4617358 w 10678681"/>
              <a:gd name="connsiteY90" fmla="*/ 1327690 h 1357700"/>
              <a:gd name="connsiteX91" fmla="*/ 4589102 w 10678681"/>
              <a:gd name="connsiteY91" fmla="*/ 1321223 h 1357700"/>
              <a:gd name="connsiteX92" fmla="*/ 4578184 w 10678681"/>
              <a:gd name="connsiteY92" fmla="*/ 1326745 h 1357700"/>
              <a:gd name="connsiteX93" fmla="*/ 4574270 w 10678681"/>
              <a:gd name="connsiteY93" fmla="*/ 1325878 h 1357700"/>
              <a:gd name="connsiteX94" fmla="*/ 4564919 w 10678681"/>
              <a:gd name="connsiteY94" fmla="*/ 1325507 h 1357700"/>
              <a:gd name="connsiteX95" fmla="*/ 4566586 w 10678681"/>
              <a:gd name="connsiteY95" fmla="*/ 1316963 h 1357700"/>
              <a:gd name="connsiteX96" fmla="*/ 4556303 w 10678681"/>
              <a:gd name="connsiteY96" fmla="*/ 1300262 h 1357700"/>
              <a:gd name="connsiteX97" fmla="*/ 4502358 w 10678681"/>
              <a:gd name="connsiteY97" fmla="*/ 1302558 h 1357700"/>
              <a:gd name="connsiteX98" fmla="*/ 4498919 w 10678681"/>
              <a:gd name="connsiteY98" fmla="*/ 1312115 h 1357700"/>
              <a:gd name="connsiteX99" fmla="*/ 4492075 w 10678681"/>
              <a:gd name="connsiteY99" fmla="*/ 1313357 h 1357700"/>
              <a:gd name="connsiteX100" fmla="*/ 4487466 w 10678681"/>
              <a:gd name="connsiteY100" fmla="*/ 1304102 h 1357700"/>
              <a:gd name="connsiteX101" fmla="*/ 4398292 w 10678681"/>
              <a:gd name="connsiteY101" fmla="*/ 1278410 h 1357700"/>
              <a:gd name="connsiteX102" fmla="*/ 4306088 w 10678681"/>
              <a:gd name="connsiteY102" fmla="*/ 1282512 h 1357700"/>
              <a:gd name="connsiteX103" fmla="*/ 4188995 w 10678681"/>
              <a:gd name="connsiteY103" fmla="*/ 1296718 h 1357700"/>
              <a:gd name="connsiteX104" fmla="*/ 4136582 w 10678681"/>
              <a:gd name="connsiteY104" fmla="*/ 1287687 h 1357700"/>
              <a:gd name="connsiteX105" fmla="*/ 4064614 w 10678681"/>
              <a:gd name="connsiteY105" fmla="*/ 1296118 h 1357700"/>
              <a:gd name="connsiteX106" fmla="*/ 3906561 w 10678681"/>
              <a:gd name="connsiteY106" fmla="*/ 1352435 h 1357700"/>
              <a:gd name="connsiteX107" fmla="*/ 3787890 w 10678681"/>
              <a:gd name="connsiteY107" fmla="*/ 1352442 h 1357700"/>
              <a:gd name="connsiteX108" fmla="*/ 3745993 w 10678681"/>
              <a:gd name="connsiteY108" fmla="*/ 1342630 h 1357700"/>
              <a:gd name="connsiteX109" fmla="*/ 3675785 w 10678681"/>
              <a:gd name="connsiteY109" fmla="*/ 1326802 h 1357700"/>
              <a:gd name="connsiteX110" fmla="*/ 3623856 w 10678681"/>
              <a:gd name="connsiteY110" fmla="*/ 1290804 h 1357700"/>
              <a:gd name="connsiteX111" fmla="*/ 3564933 w 10678681"/>
              <a:gd name="connsiteY111" fmla="*/ 1287147 h 1357700"/>
              <a:gd name="connsiteX112" fmla="*/ 3550537 w 10678681"/>
              <a:gd name="connsiteY112" fmla="*/ 1317552 h 1357700"/>
              <a:gd name="connsiteX113" fmla="*/ 3487736 w 10678681"/>
              <a:gd name="connsiteY113" fmla="*/ 1303493 h 1357700"/>
              <a:gd name="connsiteX114" fmla="*/ 3392548 w 10678681"/>
              <a:gd name="connsiteY114" fmla="*/ 1278741 h 1357700"/>
              <a:gd name="connsiteX115" fmla="*/ 3337466 w 10678681"/>
              <a:gd name="connsiteY115" fmla="*/ 1272537 h 1357700"/>
              <a:gd name="connsiteX116" fmla="*/ 3187206 w 10678681"/>
              <a:gd name="connsiteY116" fmla="*/ 1246821 h 1357700"/>
              <a:gd name="connsiteX117" fmla="*/ 3036856 w 10678681"/>
              <a:gd name="connsiteY117" fmla="*/ 1214383 h 1357700"/>
              <a:gd name="connsiteX118" fmla="*/ 2948654 w 10678681"/>
              <a:gd name="connsiteY118" fmla="*/ 1157455 h 1357700"/>
              <a:gd name="connsiteX119" fmla="*/ 2824973 w 10678681"/>
              <a:gd name="connsiteY119" fmla="*/ 1134864 h 1357700"/>
              <a:gd name="connsiteX120" fmla="*/ 2804398 w 10678681"/>
              <a:gd name="connsiteY120" fmla="*/ 1125556 h 1357700"/>
              <a:gd name="connsiteX121" fmla="*/ 2775396 w 10678681"/>
              <a:gd name="connsiteY121" fmla="*/ 1130148 h 1357700"/>
              <a:gd name="connsiteX122" fmla="*/ 2659096 w 10678681"/>
              <a:gd name="connsiteY122" fmla="*/ 1150294 h 1357700"/>
              <a:gd name="connsiteX123" fmla="*/ 2567088 w 10678681"/>
              <a:gd name="connsiteY123" fmla="*/ 1181781 h 1357700"/>
              <a:gd name="connsiteX124" fmla="*/ 2454501 w 10678681"/>
              <a:gd name="connsiteY124" fmla="*/ 1155455 h 1357700"/>
              <a:gd name="connsiteX125" fmla="*/ 2385161 w 10678681"/>
              <a:gd name="connsiteY125" fmla="*/ 1161312 h 1357700"/>
              <a:gd name="connsiteX126" fmla="*/ 2270528 w 10678681"/>
              <a:gd name="connsiteY126" fmla="*/ 1204338 h 1357700"/>
              <a:gd name="connsiteX127" fmla="*/ 2121820 w 10678681"/>
              <a:gd name="connsiteY127" fmla="*/ 1187078 h 1357700"/>
              <a:gd name="connsiteX128" fmla="*/ 2092716 w 10678681"/>
              <a:gd name="connsiteY128" fmla="*/ 1139224 h 1357700"/>
              <a:gd name="connsiteX129" fmla="*/ 2052449 w 10678681"/>
              <a:gd name="connsiteY129" fmla="*/ 1109687 h 1357700"/>
              <a:gd name="connsiteX130" fmla="*/ 2032607 w 10678681"/>
              <a:gd name="connsiteY130" fmla="*/ 1175477 h 1357700"/>
              <a:gd name="connsiteX131" fmla="*/ 1901837 w 10678681"/>
              <a:gd name="connsiteY131" fmla="*/ 1221762 h 1357700"/>
              <a:gd name="connsiteX132" fmla="*/ 1836762 w 10678681"/>
              <a:gd name="connsiteY132" fmla="*/ 1237387 h 1357700"/>
              <a:gd name="connsiteX133" fmla="*/ 1735877 w 10678681"/>
              <a:gd name="connsiteY133" fmla="*/ 1246527 h 1357700"/>
              <a:gd name="connsiteX134" fmla="*/ 1705069 w 10678681"/>
              <a:gd name="connsiteY134" fmla="*/ 1251989 h 1357700"/>
              <a:gd name="connsiteX135" fmla="*/ 1397689 w 10678681"/>
              <a:gd name="connsiteY135" fmla="*/ 1336144 h 1357700"/>
              <a:gd name="connsiteX136" fmla="*/ 1220734 w 10678681"/>
              <a:gd name="connsiteY136" fmla="*/ 1257811 h 1357700"/>
              <a:gd name="connsiteX137" fmla="*/ 1021737 w 10678681"/>
              <a:gd name="connsiteY137" fmla="*/ 1238739 h 1357700"/>
              <a:gd name="connsiteX138" fmla="*/ 959820 w 10678681"/>
              <a:gd name="connsiteY138" fmla="*/ 1275863 h 1357700"/>
              <a:gd name="connsiteX139" fmla="*/ 929137 w 10678681"/>
              <a:gd name="connsiteY139" fmla="*/ 1273957 h 1357700"/>
              <a:gd name="connsiteX140" fmla="*/ 878849 w 10678681"/>
              <a:gd name="connsiteY140" fmla="*/ 1266740 h 1357700"/>
              <a:gd name="connsiteX141" fmla="*/ 800667 w 10678681"/>
              <a:gd name="connsiteY141" fmla="*/ 1282041 h 1357700"/>
              <a:gd name="connsiteX142" fmla="*/ 644906 w 10678681"/>
              <a:gd name="connsiteY142" fmla="*/ 1273685 h 1357700"/>
              <a:gd name="connsiteX143" fmla="*/ 379869 w 10678681"/>
              <a:gd name="connsiteY143" fmla="*/ 1339165 h 1357700"/>
              <a:gd name="connsiteX144" fmla="*/ 137696 w 10678681"/>
              <a:gd name="connsiteY144" fmla="*/ 1319217 h 1357700"/>
              <a:gd name="connsiteX145" fmla="*/ 54250 w 10678681"/>
              <a:gd name="connsiteY145" fmla="*/ 1315838 h 1357700"/>
              <a:gd name="connsiteX146" fmla="*/ 28042 w 10678681"/>
              <a:gd name="connsiteY146" fmla="*/ 1297822 h 1357700"/>
              <a:gd name="connsiteX147" fmla="*/ 0 w 10678681"/>
              <a:gd name="connsiteY147" fmla="*/ 1294612 h 1357700"/>
              <a:gd name="connsiteX148" fmla="*/ 0 w 10678681"/>
              <a:gd name="connsiteY148" fmla="*/ 0 h 1357700"/>
              <a:gd name="connsiteX0" fmla="*/ 0 w 10678681"/>
              <a:gd name="connsiteY0" fmla="*/ 0 h 1357700"/>
              <a:gd name="connsiteX1" fmla="*/ 10678681 w 10678681"/>
              <a:gd name="connsiteY1" fmla="*/ 0 h 1357700"/>
              <a:gd name="connsiteX2" fmla="*/ 10666019 w 10678681"/>
              <a:gd name="connsiteY2" fmla="*/ 7876 h 1357700"/>
              <a:gd name="connsiteX3" fmla="*/ 10632825 w 10678681"/>
              <a:gd name="connsiteY3" fmla="*/ 32153 h 1357700"/>
              <a:gd name="connsiteX4" fmla="*/ 10510605 w 10678681"/>
              <a:gd name="connsiteY4" fmla="*/ 30449 h 1357700"/>
              <a:gd name="connsiteX5" fmla="*/ 10456989 w 10678681"/>
              <a:gd name="connsiteY5" fmla="*/ 979 h 1357700"/>
              <a:gd name="connsiteX6" fmla="*/ 10438642 w 10678681"/>
              <a:gd name="connsiteY6" fmla="*/ 1524 h 1357700"/>
              <a:gd name="connsiteX7" fmla="*/ 10407146 w 10678681"/>
              <a:gd name="connsiteY7" fmla="*/ 43659 h 1357700"/>
              <a:gd name="connsiteX8" fmla="*/ 10357996 w 10678681"/>
              <a:gd name="connsiteY8" fmla="*/ 50836 h 1357700"/>
              <a:gd name="connsiteX9" fmla="*/ 10306667 w 10678681"/>
              <a:gd name="connsiteY9" fmla="*/ 109739 h 1357700"/>
              <a:gd name="connsiteX10" fmla="*/ 10115334 w 10678681"/>
              <a:gd name="connsiteY10" fmla="*/ 155658 h 1357700"/>
              <a:gd name="connsiteX11" fmla="*/ 10068157 w 10678681"/>
              <a:gd name="connsiteY11" fmla="*/ 215673 h 1357700"/>
              <a:gd name="connsiteX12" fmla="*/ 10045431 w 10678681"/>
              <a:gd name="connsiteY12" fmla="*/ 229568 h 1357700"/>
              <a:gd name="connsiteX13" fmla="*/ 10013265 w 10678681"/>
              <a:gd name="connsiteY13" fmla="*/ 284757 h 1357700"/>
              <a:gd name="connsiteX14" fmla="*/ 9862496 w 10678681"/>
              <a:gd name="connsiteY14" fmla="*/ 223033 h 1357700"/>
              <a:gd name="connsiteX15" fmla="*/ 9679638 w 10678681"/>
              <a:gd name="connsiteY15" fmla="*/ 277462 h 1357700"/>
              <a:gd name="connsiteX16" fmla="*/ 9498347 w 10678681"/>
              <a:gd name="connsiteY16" fmla="*/ 244723 h 1357700"/>
              <a:gd name="connsiteX17" fmla="*/ 9399702 w 10678681"/>
              <a:gd name="connsiteY17" fmla="*/ 276316 h 1357700"/>
              <a:gd name="connsiteX18" fmla="*/ 9378439 w 10678681"/>
              <a:gd name="connsiteY18" fmla="*/ 326244 h 1357700"/>
              <a:gd name="connsiteX19" fmla="*/ 9121744 w 10678681"/>
              <a:gd name="connsiteY19" fmla="*/ 365177 h 1357700"/>
              <a:gd name="connsiteX20" fmla="*/ 9061654 w 10678681"/>
              <a:gd name="connsiteY20" fmla="*/ 393730 h 1357700"/>
              <a:gd name="connsiteX21" fmla="*/ 8997577 w 10678681"/>
              <a:gd name="connsiteY21" fmla="*/ 380865 h 1357700"/>
              <a:gd name="connsiteX22" fmla="*/ 8907968 w 10678681"/>
              <a:gd name="connsiteY22" fmla="*/ 447345 h 1357700"/>
              <a:gd name="connsiteX23" fmla="*/ 8764163 w 10678681"/>
              <a:gd name="connsiteY23" fmla="*/ 471000 h 1357700"/>
              <a:gd name="connsiteX24" fmla="*/ 8680155 w 10678681"/>
              <a:gd name="connsiteY24" fmla="*/ 492404 h 1357700"/>
              <a:gd name="connsiteX25" fmla="*/ 8651436 w 10678681"/>
              <a:gd name="connsiteY25" fmla="*/ 511923 h 1357700"/>
              <a:gd name="connsiteX26" fmla="*/ 8609185 w 10678681"/>
              <a:gd name="connsiteY26" fmla="*/ 531525 h 1357700"/>
              <a:gd name="connsiteX27" fmla="*/ 8537091 w 10678681"/>
              <a:gd name="connsiteY27" fmla="*/ 574933 h 1357700"/>
              <a:gd name="connsiteX28" fmla="*/ 8435931 w 10678681"/>
              <a:gd name="connsiteY28" fmla="*/ 617926 h 1357700"/>
              <a:gd name="connsiteX29" fmla="*/ 8348623 w 10678681"/>
              <a:gd name="connsiteY29" fmla="*/ 600607 h 1357700"/>
              <a:gd name="connsiteX30" fmla="*/ 8344233 w 10678681"/>
              <a:gd name="connsiteY30" fmla="*/ 610922 h 1357700"/>
              <a:gd name="connsiteX31" fmla="*/ 8290622 w 10678681"/>
              <a:gd name="connsiteY31" fmla="*/ 622687 h 1357700"/>
              <a:gd name="connsiteX32" fmla="*/ 8086698 w 10678681"/>
              <a:gd name="connsiteY32" fmla="*/ 605185 h 1357700"/>
              <a:gd name="connsiteX33" fmla="*/ 7982378 w 10678681"/>
              <a:gd name="connsiteY33" fmla="*/ 629799 h 1357700"/>
              <a:gd name="connsiteX34" fmla="*/ 7947952 w 10678681"/>
              <a:gd name="connsiteY34" fmla="*/ 648003 h 1357700"/>
              <a:gd name="connsiteX35" fmla="*/ 7890112 w 10678681"/>
              <a:gd name="connsiteY35" fmla="*/ 677915 h 1357700"/>
              <a:gd name="connsiteX36" fmla="*/ 7853284 w 10678681"/>
              <a:gd name="connsiteY36" fmla="*/ 723588 h 1357700"/>
              <a:gd name="connsiteX37" fmla="*/ 7802383 w 10678681"/>
              <a:gd name="connsiteY37" fmla="*/ 739359 h 1357700"/>
              <a:gd name="connsiteX38" fmla="*/ 7730518 w 10678681"/>
              <a:gd name="connsiteY38" fmla="*/ 739526 h 1357700"/>
              <a:gd name="connsiteX39" fmla="*/ 7652907 w 10678681"/>
              <a:gd name="connsiteY39" fmla="*/ 783273 h 1357700"/>
              <a:gd name="connsiteX40" fmla="*/ 7606008 w 10678681"/>
              <a:gd name="connsiteY40" fmla="*/ 800717 h 1357700"/>
              <a:gd name="connsiteX41" fmla="*/ 7480223 w 10678681"/>
              <a:gd name="connsiteY41" fmla="*/ 856821 h 1357700"/>
              <a:gd name="connsiteX42" fmla="*/ 7356005 w 10678681"/>
              <a:gd name="connsiteY42" fmla="*/ 919462 h 1357700"/>
              <a:gd name="connsiteX43" fmla="*/ 7305396 w 10678681"/>
              <a:gd name="connsiteY43" fmla="*/ 986228 h 1357700"/>
              <a:gd name="connsiteX44" fmla="*/ 7298314 w 10678681"/>
              <a:gd name="connsiteY44" fmla="*/ 989899 h 1357700"/>
              <a:gd name="connsiteX45" fmla="*/ 7277477 w 10678681"/>
              <a:gd name="connsiteY45" fmla="*/ 990571 h 1357700"/>
              <a:gd name="connsiteX46" fmla="*/ 7269396 w 10678681"/>
              <a:gd name="connsiteY46" fmla="*/ 989282 h 1357700"/>
              <a:gd name="connsiteX47" fmla="*/ 7258094 w 10678681"/>
              <a:gd name="connsiteY47" fmla="*/ 990679 h 1357700"/>
              <a:gd name="connsiteX48" fmla="*/ 7257893 w 10678681"/>
              <a:gd name="connsiteY48" fmla="*/ 991204 h 1357700"/>
              <a:gd name="connsiteX49" fmla="*/ 7247153 w 10678681"/>
              <a:gd name="connsiteY49" fmla="*/ 991550 h 1357700"/>
              <a:gd name="connsiteX50" fmla="*/ 7193612 w 10678681"/>
              <a:gd name="connsiteY50" fmla="*/ 987042 h 1357700"/>
              <a:gd name="connsiteX51" fmla="*/ 7132632 w 10678681"/>
              <a:gd name="connsiteY51" fmla="*/ 1042036 h 1357700"/>
              <a:gd name="connsiteX52" fmla="*/ 7105610 w 10678681"/>
              <a:gd name="connsiteY52" fmla="*/ 1053537 h 1357700"/>
              <a:gd name="connsiteX53" fmla="*/ 7091599 w 10678681"/>
              <a:gd name="connsiteY53" fmla="*/ 1062302 h 1357700"/>
              <a:gd name="connsiteX54" fmla="*/ 7090998 w 10678681"/>
              <a:gd name="connsiteY54" fmla="*/ 1064540 h 1357700"/>
              <a:gd name="connsiteX55" fmla="*/ 7039634 w 10678681"/>
              <a:gd name="connsiteY55" fmla="*/ 1059971 h 1357700"/>
              <a:gd name="connsiteX56" fmla="*/ 7033445 w 10678681"/>
              <a:gd name="connsiteY56" fmla="*/ 1063314 h 1357700"/>
              <a:gd name="connsiteX57" fmla="*/ 6999157 w 10678681"/>
              <a:gd name="connsiteY57" fmla="*/ 1055282 h 1357700"/>
              <a:gd name="connsiteX58" fmla="*/ 6981874 w 10678681"/>
              <a:gd name="connsiteY58" fmla="*/ 1053827 h 1357700"/>
              <a:gd name="connsiteX59" fmla="*/ 6976102 w 10678681"/>
              <a:gd name="connsiteY59" fmla="*/ 1047854 h 1357700"/>
              <a:gd name="connsiteX60" fmla="*/ 6951040 w 10678681"/>
              <a:gd name="connsiteY60" fmla="*/ 1048531 h 1357700"/>
              <a:gd name="connsiteX61" fmla="*/ 6948497 w 10678681"/>
              <a:gd name="connsiteY61" fmla="*/ 1050706 h 1357700"/>
              <a:gd name="connsiteX62" fmla="*/ 6926582 w 10678681"/>
              <a:gd name="connsiteY62" fmla="*/ 1043462 h 1357700"/>
              <a:gd name="connsiteX63" fmla="*/ 6833743 w 10678681"/>
              <a:gd name="connsiteY63" fmla="*/ 1027960 h 1357700"/>
              <a:gd name="connsiteX64" fmla="*/ 6687090 w 10678681"/>
              <a:gd name="connsiteY64" fmla="*/ 1063250 h 1357700"/>
              <a:gd name="connsiteX65" fmla="*/ 6437450 w 10678681"/>
              <a:gd name="connsiteY65" fmla="*/ 1101075 h 1357700"/>
              <a:gd name="connsiteX66" fmla="*/ 6327795 w 10678681"/>
              <a:gd name="connsiteY66" fmla="*/ 1088142 h 1357700"/>
              <a:gd name="connsiteX67" fmla="*/ 6136549 w 10678681"/>
              <a:gd name="connsiteY67" fmla="*/ 1100268 h 1357700"/>
              <a:gd name="connsiteX68" fmla="*/ 6004655 w 10678681"/>
              <a:gd name="connsiteY68" fmla="*/ 1114946 h 1357700"/>
              <a:gd name="connsiteX69" fmla="*/ 5936643 w 10678681"/>
              <a:gd name="connsiteY69" fmla="*/ 1095428 h 1357700"/>
              <a:gd name="connsiteX70" fmla="*/ 5912484 w 10678681"/>
              <a:gd name="connsiteY70" fmla="*/ 1112624 h 1357700"/>
              <a:gd name="connsiteX71" fmla="*/ 5908387 w 10678681"/>
              <a:gd name="connsiteY71" fmla="*/ 1116018 h 1357700"/>
              <a:gd name="connsiteX72" fmla="*/ 5890495 w 10678681"/>
              <a:gd name="connsiteY72" fmla="*/ 1120268 h 1357700"/>
              <a:gd name="connsiteX73" fmla="*/ 5887318 w 10678681"/>
              <a:gd name="connsiteY73" fmla="*/ 1133134 h 1357700"/>
              <a:gd name="connsiteX74" fmla="*/ 5861726 w 10678681"/>
              <a:gd name="connsiteY74" fmla="*/ 1147891 h 1357700"/>
              <a:gd name="connsiteX75" fmla="*/ 5805823 w 10678681"/>
              <a:gd name="connsiteY75" fmla="*/ 1152457 h 1357700"/>
              <a:gd name="connsiteX76" fmla="*/ 5689841 w 10678681"/>
              <a:gd name="connsiteY76" fmla="*/ 1176232 h 1357700"/>
              <a:gd name="connsiteX77" fmla="*/ 5605119 w 10678681"/>
              <a:gd name="connsiteY77" fmla="*/ 1190202 h 1357700"/>
              <a:gd name="connsiteX78" fmla="*/ 5488513 w 10678681"/>
              <a:gd name="connsiteY78" fmla="*/ 1205367 h 1357700"/>
              <a:gd name="connsiteX79" fmla="*/ 5402905 w 10678681"/>
              <a:gd name="connsiteY79" fmla="*/ 1241191 h 1357700"/>
              <a:gd name="connsiteX80" fmla="*/ 5285593 w 10678681"/>
              <a:gd name="connsiteY80" fmla="*/ 1273569 h 1357700"/>
              <a:gd name="connsiteX81" fmla="*/ 5192893 w 10678681"/>
              <a:gd name="connsiteY81" fmla="*/ 1247188 h 1357700"/>
              <a:gd name="connsiteX82" fmla="*/ 5186475 w 10678681"/>
              <a:gd name="connsiteY82" fmla="*/ 1257028 h 1357700"/>
              <a:gd name="connsiteX83" fmla="*/ 5126038 w 10678681"/>
              <a:gd name="connsiteY83" fmla="*/ 1263189 h 1357700"/>
              <a:gd name="connsiteX84" fmla="*/ 4894688 w 10678681"/>
              <a:gd name="connsiteY84" fmla="*/ 1247184 h 1357700"/>
              <a:gd name="connsiteX85" fmla="*/ 4788036 w 10678681"/>
              <a:gd name="connsiteY85" fmla="*/ 1238182 h 1357700"/>
              <a:gd name="connsiteX86" fmla="*/ 4747555 w 10678681"/>
              <a:gd name="connsiteY86" fmla="*/ 1252768 h 1357700"/>
              <a:gd name="connsiteX87" fmla="*/ 4679644 w 10678681"/>
              <a:gd name="connsiteY87" fmla="*/ 1276603 h 1357700"/>
              <a:gd name="connsiteX88" fmla="*/ 4632222 w 10678681"/>
              <a:gd name="connsiteY88" fmla="*/ 1318360 h 1357700"/>
              <a:gd name="connsiteX89" fmla="*/ 4617358 w 10678681"/>
              <a:gd name="connsiteY89" fmla="*/ 1327690 h 1357700"/>
              <a:gd name="connsiteX90" fmla="*/ 4589102 w 10678681"/>
              <a:gd name="connsiteY90" fmla="*/ 1321223 h 1357700"/>
              <a:gd name="connsiteX91" fmla="*/ 4578184 w 10678681"/>
              <a:gd name="connsiteY91" fmla="*/ 1326745 h 1357700"/>
              <a:gd name="connsiteX92" fmla="*/ 4574270 w 10678681"/>
              <a:gd name="connsiteY92" fmla="*/ 1325878 h 1357700"/>
              <a:gd name="connsiteX93" fmla="*/ 4564919 w 10678681"/>
              <a:gd name="connsiteY93" fmla="*/ 1325507 h 1357700"/>
              <a:gd name="connsiteX94" fmla="*/ 4566586 w 10678681"/>
              <a:gd name="connsiteY94" fmla="*/ 1316963 h 1357700"/>
              <a:gd name="connsiteX95" fmla="*/ 4556303 w 10678681"/>
              <a:gd name="connsiteY95" fmla="*/ 1300262 h 1357700"/>
              <a:gd name="connsiteX96" fmla="*/ 4502358 w 10678681"/>
              <a:gd name="connsiteY96" fmla="*/ 1302558 h 1357700"/>
              <a:gd name="connsiteX97" fmla="*/ 4498919 w 10678681"/>
              <a:gd name="connsiteY97" fmla="*/ 1312115 h 1357700"/>
              <a:gd name="connsiteX98" fmla="*/ 4492075 w 10678681"/>
              <a:gd name="connsiteY98" fmla="*/ 1313357 h 1357700"/>
              <a:gd name="connsiteX99" fmla="*/ 4487466 w 10678681"/>
              <a:gd name="connsiteY99" fmla="*/ 1304102 h 1357700"/>
              <a:gd name="connsiteX100" fmla="*/ 4398292 w 10678681"/>
              <a:gd name="connsiteY100" fmla="*/ 1278410 h 1357700"/>
              <a:gd name="connsiteX101" fmla="*/ 4306088 w 10678681"/>
              <a:gd name="connsiteY101" fmla="*/ 1282512 h 1357700"/>
              <a:gd name="connsiteX102" fmla="*/ 4188995 w 10678681"/>
              <a:gd name="connsiteY102" fmla="*/ 1296718 h 1357700"/>
              <a:gd name="connsiteX103" fmla="*/ 4136582 w 10678681"/>
              <a:gd name="connsiteY103" fmla="*/ 1287687 h 1357700"/>
              <a:gd name="connsiteX104" fmla="*/ 4064614 w 10678681"/>
              <a:gd name="connsiteY104" fmla="*/ 1296118 h 1357700"/>
              <a:gd name="connsiteX105" fmla="*/ 3906561 w 10678681"/>
              <a:gd name="connsiteY105" fmla="*/ 1352435 h 1357700"/>
              <a:gd name="connsiteX106" fmla="*/ 3787890 w 10678681"/>
              <a:gd name="connsiteY106" fmla="*/ 1352442 h 1357700"/>
              <a:gd name="connsiteX107" fmla="*/ 3745993 w 10678681"/>
              <a:gd name="connsiteY107" fmla="*/ 1342630 h 1357700"/>
              <a:gd name="connsiteX108" fmla="*/ 3675785 w 10678681"/>
              <a:gd name="connsiteY108" fmla="*/ 1326802 h 1357700"/>
              <a:gd name="connsiteX109" fmla="*/ 3623856 w 10678681"/>
              <a:gd name="connsiteY109" fmla="*/ 1290804 h 1357700"/>
              <a:gd name="connsiteX110" fmla="*/ 3564933 w 10678681"/>
              <a:gd name="connsiteY110" fmla="*/ 1287147 h 1357700"/>
              <a:gd name="connsiteX111" fmla="*/ 3550537 w 10678681"/>
              <a:gd name="connsiteY111" fmla="*/ 1317552 h 1357700"/>
              <a:gd name="connsiteX112" fmla="*/ 3487736 w 10678681"/>
              <a:gd name="connsiteY112" fmla="*/ 1303493 h 1357700"/>
              <a:gd name="connsiteX113" fmla="*/ 3392548 w 10678681"/>
              <a:gd name="connsiteY113" fmla="*/ 1278741 h 1357700"/>
              <a:gd name="connsiteX114" fmla="*/ 3337466 w 10678681"/>
              <a:gd name="connsiteY114" fmla="*/ 1272537 h 1357700"/>
              <a:gd name="connsiteX115" fmla="*/ 3187206 w 10678681"/>
              <a:gd name="connsiteY115" fmla="*/ 1246821 h 1357700"/>
              <a:gd name="connsiteX116" fmla="*/ 3036856 w 10678681"/>
              <a:gd name="connsiteY116" fmla="*/ 1214383 h 1357700"/>
              <a:gd name="connsiteX117" fmla="*/ 2948654 w 10678681"/>
              <a:gd name="connsiteY117" fmla="*/ 1157455 h 1357700"/>
              <a:gd name="connsiteX118" fmla="*/ 2824973 w 10678681"/>
              <a:gd name="connsiteY118" fmla="*/ 1134864 h 1357700"/>
              <a:gd name="connsiteX119" fmla="*/ 2804398 w 10678681"/>
              <a:gd name="connsiteY119" fmla="*/ 1125556 h 1357700"/>
              <a:gd name="connsiteX120" fmla="*/ 2775396 w 10678681"/>
              <a:gd name="connsiteY120" fmla="*/ 1130148 h 1357700"/>
              <a:gd name="connsiteX121" fmla="*/ 2659096 w 10678681"/>
              <a:gd name="connsiteY121" fmla="*/ 1150294 h 1357700"/>
              <a:gd name="connsiteX122" fmla="*/ 2567088 w 10678681"/>
              <a:gd name="connsiteY122" fmla="*/ 1181781 h 1357700"/>
              <a:gd name="connsiteX123" fmla="*/ 2454501 w 10678681"/>
              <a:gd name="connsiteY123" fmla="*/ 1155455 h 1357700"/>
              <a:gd name="connsiteX124" fmla="*/ 2385161 w 10678681"/>
              <a:gd name="connsiteY124" fmla="*/ 1161312 h 1357700"/>
              <a:gd name="connsiteX125" fmla="*/ 2270528 w 10678681"/>
              <a:gd name="connsiteY125" fmla="*/ 1204338 h 1357700"/>
              <a:gd name="connsiteX126" fmla="*/ 2121820 w 10678681"/>
              <a:gd name="connsiteY126" fmla="*/ 1187078 h 1357700"/>
              <a:gd name="connsiteX127" fmla="*/ 2092716 w 10678681"/>
              <a:gd name="connsiteY127" fmla="*/ 1139224 h 1357700"/>
              <a:gd name="connsiteX128" fmla="*/ 2052449 w 10678681"/>
              <a:gd name="connsiteY128" fmla="*/ 1109687 h 1357700"/>
              <a:gd name="connsiteX129" fmla="*/ 2032607 w 10678681"/>
              <a:gd name="connsiteY129" fmla="*/ 1175477 h 1357700"/>
              <a:gd name="connsiteX130" fmla="*/ 1901837 w 10678681"/>
              <a:gd name="connsiteY130" fmla="*/ 1221762 h 1357700"/>
              <a:gd name="connsiteX131" fmla="*/ 1836762 w 10678681"/>
              <a:gd name="connsiteY131" fmla="*/ 1237387 h 1357700"/>
              <a:gd name="connsiteX132" fmla="*/ 1735877 w 10678681"/>
              <a:gd name="connsiteY132" fmla="*/ 1246527 h 1357700"/>
              <a:gd name="connsiteX133" fmla="*/ 1705069 w 10678681"/>
              <a:gd name="connsiteY133" fmla="*/ 1251989 h 1357700"/>
              <a:gd name="connsiteX134" fmla="*/ 1397689 w 10678681"/>
              <a:gd name="connsiteY134" fmla="*/ 1336144 h 1357700"/>
              <a:gd name="connsiteX135" fmla="*/ 1220734 w 10678681"/>
              <a:gd name="connsiteY135" fmla="*/ 1257811 h 1357700"/>
              <a:gd name="connsiteX136" fmla="*/ 1021737 w 10678681"/>
              <a:gd name="connsiteY136" fmla="*/ 1238739 h 1357700"/>
              <a:gd name="connsiteX137" fmla="*/ 959820 w 10678681"/>
              <a:gd name="connsiteY137" fmla="*/ 1275863 h 1357700"/>
              <a:gd name="connsiteX138" fmla="*/ 929137 w 10678681"/>
              <a:gd name="connsiteY138" fmla="*/ 1273957 h 1357700"/>
              <a:gd name="connsiteX139" fmla="*/ 878849 w 10678681"/>
              <a:gd name="connsiteY139" fmla="*/ 1266740 h 1357700"/>
              <a:gd name="connsiteX140" fmla="*/ 800667 w 10678681"/>
              <a:gd name="connsiteY140" fmla="*/ 1282041 h 1357700"/>
              <a:gd name="connsiteX141" fmla="*/ 644906 w 10678681"/>
              <a:gd name="connsiteY141" fmla="*/ 1273685 h 1357700"/>
              <a:gd name="connsiteX142" fmla="*/ 379869 w 10678681"/>
              <a:gd name="connsiteY142" fmla="*/ 1339165 h 1357700"/>
              <a:gd name="connsiteX143" fmla="*/ 137696 w 10678681"/>
              <a:gd name="connsiteY143" fmla="*/ 1319217 h 1357700"/>
              <a:gd name="connsiteX144" fmla="*/ 54250 w 10678681"/>
              <a:gd name="connsiteY144" fmla="*/ 1315838 h 1357700"/>
              <a:gd name="connsiteX145" fmla="*/ 28042 w 10678681"/>
              <a:gd name="connsiteY145" fmla="*/ 1297822 h 1357700"/>
              <a:gd name="connsiteX146" fmla="*/ 0 w 10678681"/>
              <a:gd name="connsiteY146" fmla="*/ 1294612 h 1357700"/>
              <a:gd name="connsiteX147" fmla="*/ 0 w 10678681"/>
              <a:gd name="connsiteY147" fmla="*/ 0 h 1357700"/>
              <a:gd name="connsiteX0" fmla="*/ 0 w 10678681"/>
              <a:gd name="connsiteY0" fmla="*/ 0 h 1357700"/>
              <a:gd name="connsiteX1" fmla="*/ 10678681 w 10678681"/>
              <a:gd name="connsiteY1" fmla="*/ 0 h 1357700"/>
              <a:gd name="connsiteX2" fmla="*/ 10666019 w 10678681"/>
              <a:gd name="connsiteY2" fmla="*/ 7876 h 1357700"/>
              <a:gd name="connsiteX3" fmla="*/ 10632825 w 10678681"/>
              <a:gd name="connsiteY3" fmla="*/ 32153 h 1357700"/>
              <a:gd name="connsiteX4" fmla="*/ 10510605 w 10678681"/>
              <a:gd name="connsiteY4" fmla="*/ 30449 h 1357700"/>
              <a:gd name="connsiteX5" fmla="*/ 10456989 w 10678681"/>
              <a:gd name="connsiteY5" fmla="*/ 979 h 1357700"/>
              <a:gd name="connsiteX6" fmla="*/ 10438642 w 10678681"/>
              <a:gd name="connsiteY6" fmla="*/ 1524 h 1357700"/>
              <a:gd name="connsiteX7" fmla="*/ 10407146 w 10678681"/>
              <a:gd name="connsiteY7" fmla="*/ 43659 h 1357700"/>
              <a:gd name="connsiteX8" fmla="*/ 10357996 w 10678681"/>
              <a:gd name="connsiteY8" fmla="*/ 50836 h 1357700"/>
              <a:gd name="connsiteX9" fmla="*/ 10306667 w 10678681"/>
              <a:gd name="connsiteY9" fmla="*/ 109739 h 1357700"/>
              <a:gd name="connsiteX10" fmla="*/ 10115334 w 10678681"/>
              <a:gd name="connsiteY10" fmla="*/ 155658 h 1357700"/>
              <a:gd name="connsiteX11" fmla="*/ 10068157 w 10678681"/>
              <a:gd name="connsiteY11" fmla="*/ 215673 h 1357700"/>
              <a:gd name="connsiteX12" fmla="*/ 10045431 w 10678681"/>
              <a:gd name="connsiteY12" fmla="*/ 229568 h 1357700"/>
              <a:gd name="connsiteX13" fmla="*/ 10013265 w 10678681"/>
              <a:gd name="connsiteY13" fmla="*/ 284757 h 1357700"/>
              <a:gd name="connsiteX14" fmla="*/ 9862496 w 10678681"/>
              <a:gd name="connsiteY14" fmla="*/ 223033 h 1357700"/>
              <a:gd name="connsiteX15" fmla="*/ 9679638 w 10678681"/>
              <a:gd name="connsiteY15" fmla="*/ 277462 h 1357700"/>
              <a:gd name="connsiteX16" fmla="*/ 9498347 w 10678681"/>
              <a:gd name="connsiteY16" fmla="*/ 244723 h 1357700"/>
              <a:gd name="connsiteX17" fmla="*/ 9399702 w 10678681"/>
              <a:gd name="connsiteY17" fmla="*/ 276316 h 1357700"/>
              <a:gd name="connsiteX18" fmla="*/ 9378439 w 10678681"/>
              <a:gd name="connsiteY18" fmla="*/ 326244 h 1357700"/>
              <a:gd name="connsiteX19" fmla="*/ 9121744 w 10678681"/>
              <a:gd name="connsiteY19" fmla="*/ 365177 h 1357700"/>
              <a:gd name="connsiteX20" fmla="*/ 9061654 w 10678681"/>
              <a:gd name="connsiteY20" fmla="*/ 393730 h 1357700"/>
              <a:gd name="connsiteX21" fmla="*/ 8997577 w 10678681"/>
              <a:gd name="connsiteY21" fmla="*/ 380865 h 1357700"/>
              <a:gd name="connsiteX22" fmla="*/ 8907968 w 10678681"/>
              <a:gd name="connsiteY22" fmla="*/ 447345 h 1357700"/>
              <a:gd name="connsiteX23" fmla="*/ 8764163 w 10678681"/>
              <a:gd name="connsiteY23" fmla="*/ 471000 h 1357700"/>
              <a:gd name="connsiteX24" fmla="*/ 8680155 w 10678681"/>
              <a:gd name="connsiteY24" fmla="*/ 492404 h 1357700"/>
              <a:gd name="connsiteX25" fmla="*/ 8651436 w 10678681"/>
              <a:gd name="connsiteY25" fmla="*/ 511923 h 1357700"/>
              <a:gd name="connsiteX26" fmla="*/ 8609185 w 10678681"/>
              <a:gd name="connsiteY26" fmla="*/ 531525 h 1357700"/>
              <a:gd name="connsiteX27" fmla="*/ 8537091 w 10678681"/>
              <a:gd name="connsiteY27" fmla="*/ 574933 h 1357700"/>
              <a:gd name="connsiteX28" fmla="*/ 8435931 w 10678681"/>
              <a:gd name="connsiteY28" fmla="*/ 617926 h 1357700"/>
              <a:gd name="connsiteX29" fmla="*/ 8348623 w 10678681"/>
              <a:gd name="connsiteY29" fmla="*/ 600607 h 1357700"/>
              <a:gd name="connsiteX30" fmla="*/ 8344233 w 10678681"/>
              <a:gd name="connsiteY30" fmla="*/ 610922 h 1357700"/>
              <a:gd name="connsiteX31" fmla="*/ 8290622 w 10678681"/>
              <a:gd name="connsiteY31" fmla="*/ 622687 h 1357700"/>
              <a:gd name="connsiteX32" fmla="*/ 8086698 w 10678681"/>
              <a:gd name="connsiteY32" fmla="*/ 605185 h 1357700"/>
              <a:gd name="connsiteX33" fmla="*/ 7982378 w 10678681"/>
              <a:gd name="connsiteY33" fmla="*/ 629799 h 1357700"/>
              <a:gd name="connsiteX34" fmla="*/ 7947952 w 10678681"/>
              <a:gd name="connsiteY34" fmla="*/ 648003 h 1357700"/>
              <a:gd name="connsiteX35" fmla="*/ 7890112 w 10678681"/>
              <a:gd name="connsiteY35" fmla="*/ 677915 h 1357700"/>
              <a:gd name="connsiteX36" fmla="*/ 7853284 w 10678681"/>
              <a:gd name="connsiteY36" fmla="*/ 723588 h 1357700"/>
              <a:gd name="connsiteX37" fmla="*/ 7802383 w 10678681"/>
              <a:gd name="connsiteY37" fmla="*/ 739359 h 1357700"/>
              <a:gd name="connsiteX38" fmla="*/ 7730518 w 10678681"/>
              <a:gd name="connsiteY38" fmla="*/ 739526 h 1357700"/>
              <a:gd name="connsiteX39" fmla="*/ 7652907 w 10678681"/>
              <a:gd name="connsiteY39" fmla="*/ 783273 h 1357700"/>
              <a:gd name="connsiteX40" fmla="*/ 7606008 w 10678681"/>
              <a:gd name="connsiteY40" fmla="*/ 800717 h 1357700"/>
              <a:gd name="connsiteX41" fmla="*/ 7480223 w 10678681"/>
              <a:gd name="connsiteY41" fmla="*/ 856821 h 1357700"/>
              <a:gd name="connsiteX42" fmla="*/ 7356005 w 10678681"/>
              <a:gd name="connsiteY42" fmla="*/ 919462 h 1357700"/>
              <a:gd name="connsiteX43" fmla="*/ 7305396 w 10678681"/>
              <a:gd name="connsiteY43" fmla="*/ 986228 h 1357700"/>
              <a:gd name="connsiteX44" fmla="*/ 7277477 w 10678681"/>
              <a:gd name="connsiteY44" fmla="*/ 990571 h 1357700"/>
              <a:gd name="connsiteX45" fmla="*/ 7269396 w 10678681"/>
              <a:gd name="connsiteY45" fmla="*/ 989282 h 1357700"/>
              <a:gd name="connsiteX46" fmla="*/ 7258094 w 10678681"/>
              <a:gd name="connsiteY46" fmla="*/ 990679 h 1357700"/>
              <a:gd name="connsiteX47" fmla="*/ 7257893 w 10678681"/>
              <a:gd name="connsiteY47" fmla="*/ 991204 h 1357700"/>
              <a:gd name="connsiteX48" fmla="*/ 7247153 w 10678681"/>
              <a:gd name="connsiteY48" fmla="*/ 991550 h 1357700"/>
              <a:gd name="connsiteX49" fmla="*/ 7193612 w 10678681"/>
              <a:gd name="connsiteY49" fmla="*/ 987042 h 1357700"/>
              <a:gd name="connsiteX50" fmla="*/ 7132632 w 10678681"/>
              <a:gd name="connsiteY50" fmla="*/ 1042036 h 1357700"/>
              <a:gd name="connsiteX51" fmla="*/ 7105610 w 10678681"/>
              <a:gd name="connsiteY51" fmla="*/ 1053537 h 1357700"/>
              <a:gd name="connsiteX52" fmla="*/ 7091599 w 10678681"/>
              <a:gd name="connsiteY52" fmla="*/ 1062302 h 1357700"/>
              <a:gd name="connsiteX53" fmla="*/ 7090998 w 10678681"/>
              <a:gd name="connsiteY53" fmla="*/ 1064540 h 1357700"/>
              <a:gd name="connsiteX54" fmla="*/ 7039634 w 10678681"/>
              <a:gd name="connsiteY54" fmla="*/ 1059971 h 1357700"/>
              <a:gd name="connsiteX55" fmla="*/ 7033445 w 10678681"/>
              <a:gd name="connsiteY55" fmla="*/ 1063314 h 1357700"/>
              <a:gd name="connsiteX56" fmla="*/ 6999157 w 10678681"/>
              <a:gd name="connsiteY56" fmla="*/ 1055282 h 1357700"/>
              <a:gd name="connsiteX57" fmla="*/ 6981874 w 10678681"/>
              <a:gd name="connsiteY57" fmla="*/ 1053827 h 1357700"/>
              <a:gd name="connsiteX58" fmla="*/ 6976102 w 10678681"/>
              <a:gd name="connsiteY58" fmla="*/ 1047854 h 1357700"/>
              <a:gd name="connsiteX59" fmla="*/ 6951040 w 10678681"/>
              <a:gd name="connsiteY59" fmla="*/ 1048531 h 1357700"/>
              <a:gd name="connsiteX60" fmla="*/ 6948497 w 10678681"/>
              <a:gd name="connsiteY60" fmla="*/ 1050706 h 1357700"/>
              <a:gd name="connsiteX61" fmla="*/ 6926582 w 10678681"/>
              <a:gd name="connsiteY61" fmla="*/ 1043462 h 1357700"/>
              <a:gd name="connsiteX62" fmla="*/ 6833743 w 10678681"/>
              <a:gd name="connsiteY62" fmla="*/ 1027960 h 1357700"/>
              <a:gd name="connsiteX63" fmla="*/ 6687090 w 10678681"/>
              <a:gd name="connsiteY63" fmla="*/ 1063250 h 1357700"/>
              <a:gd name="connsiteX64" fmla="*/ 6437450 w 10678681"/>
              <a:gd name="connsiteY64" fmla="*/ 1101075 h 1357700"/>
              <a:gd name="connsiteX65" fmla="*/ 6327795 w 10678681"/>
              <a:gd name="connsiteY65" fmla="*/ 1088142 h 1357700"/>
              <a:gd name="connsiteX66" fmla="*/ 6136549 w 10678681"/>
              <a:gd name="connsiteY66" fmla="*/ 1100268 h 1357700"/>
              <a:gd name="connsiteX67" fmla="*/ 6004655 w 10678681"/>
              <a:gd name="connsiteY67" fmla="*/ 1114946 h 1357700"/>
              <a:gd name="connsiteX68" fmla="*/ 5936643 w 10678681"/>
              <a:gd name="connsiteY68" fmla="*/ 1095428 h 1357700"/>
              <a:gd name="connsiteX69" fmla="*/ 5912484 w 10678681"/>
              <a:gd name="connsiteY69" fmla="*/ 1112624 h 1357700"/>
              <a:gd name="connsiteX70" fmla="*/ 5908387 w 10678681"/>
              <a:gd name="connsiteY70" fmla="*/ 1116018 h 1357700"/>
              <a:gd name="connsiteX71" fmla="*/ 5890495 w 10678681"/>
              <a:gd name="connsiteY71" fmla="*/ 1120268 h 1357700"/>
              <a:gd name="connsiteX72" fmla="*/ 5887318 w 10678681"/>
              <a:gd name="connsiteY72" fmla="*/ 1133134 h 1357700"/>
              <a:gd name="connsiteX73" fmla="*/ 5861726 w 10678681"/>
              <a:gd name="connsiteY73" fmla="*/ 1147891 h 1357700"/>
              <a:gd name="connsiteX74" fmla="*/ 5805823 w 10678681"/>
              <a:gd name="connsiteY74" fmla="*/ 1152457 h 1357700"/>
              <a:gd name="connsiteX75" fmla="*/ 5689841 w 10678681"/>
              <a:gd name="connsiteY75" fmla="*/ 1176232 h 1357700"/>
              <a:gd name="connsiteX76" fmla="*/ 5605119 w 10678681"/>
              <a:gd name="connsiteY76" fmla="*/ 1190202 h 1357700"/>
              <a:gd name="connsiteX77" fmla="*/ 5488513 w 10678681"/>
              <a:gd name="connsiteY77" fmla="*/ 1205367 h 1357700"/>
              <a:gd name="connsiteX78" fmla="*/ 5402905 w 10678681"/>
              <a:gd name="connsiteY78" fmla="*/ 1241191 h 1357700"/>
              <a:gd name="connsiteX79" fmla="*/ 5285593 w 10678681"/>
              <a:gd name="connsiteY79" fmla="*/ 1273569 h 1357700"/>
              <a:gd name="connsiteX80" fmla="*/ 5192893 w 10678681"/>
              <a:gd name="connsiteY80" fmla="*/ 1247188 h 1357700"/>
              <a:gd name="connsiteX81" fmla="*/ 5186475 w 10678681"/>
              <a:gd name="connsiteY81" fmla="*/ 1257028 h 1357700"/>
              <a:gd name="connsiteX82" fmla="*/ 5126038 w 10678681"/>
              <a:gd name="connsiteY82" fmla="*/ 1263189 h 1357700"/>
              <a:gd name="connsiteX83" fmla="*/ 4894688 w 10678681"/>
              <a:gd name="connsiteY83" fmla="*/ 1247184 h 1357700"/>
              <a:gd name="connsiteX84" fmla="*/ 4788036 w 10678681"/>
              <a:gd name="connsiteY84" fmla="*/ 1238182 h 1357700"/>
              <a:gd name="connsiteX85" fmla="*/ 4747555 w 10678681"/>
              <a:gd name="connsiteY85" fmla="*/ 1252768 h 1357700"/>
              <a:gd name="connsiteX86" fmla="*/ 4679644 w 10678681"/>
              <a:gd name="connsiteY86" fmla="*/ 1276603 h 1357700"/>
              <a:gd name="connsiteX87" fmla="*/ 4632222 w 10678681"/>
              <a:gd name="connsiteY87" fmla="*/ 1318360 h 1357700"/>
              <a:gd name="connsiteX88" fmla="*/ 4617358 w 10678681"/>
              <a:gd name="connsiteY88" fmla="*/ 1327690 h 1357700"/>
              <a:gd name="connsiteX89" fmla="*/ 4589102 w 10678681"/>
              <a:gd name="connsiteY89" fmla="*/ 1321223 h 1357700"/>
              <a:gd name="connsiteX90" fmla="*/ 4578184 w 10678681"/>
              <a:gd name="connsiteY90" fmla="*/ 1326745 h 1357700"/>
              <a:gd name="connsiteX91" fmla="*/ 4574270 w 10678681"/>
              <a:gd name="connsiteY91" fmla="*/ 1325878 h 1357700"/>
              <a:gd name="connsiteX92" fmla="*/ 4564919 w 10678681"/>
              <a:gd name="connsiteY92" fmla="*/ 1325507 h 1357700"/>
              <a:gd name="connsiteX93" fmla="*/ 4566586 w 10678681"/>
              <a:gd name="connsiteY93" fmla="*/ 1316963 h 1357700"/>
              <a:gd name="connsiteX94" fmla="*/ 4556303 w 10678681"/>
              <a:gd name="connsiteY94" fmla="*/ 1300262 h 1357700"/>
              <a:gd name="connsiteX95" fmla="*/ 4502358 w 10678681"/>
              <a:gd name="connsiteY95" fmla="*/ 1302558 h 1357700"/>
              <a:gd name="connsiteX96" fmla="*/ 4498919 w 10678681"/>
              <a:gd name="connsiteY96" fmla="*/ 1312115 h 1357700"/>
              <a:gd name="connsiteX97" fmla="*/ 4492075 w 10678681"/>
              <a:gd name="connsiteY97" fmla="*/ 1313357 h 1357700"/>
              <a:gd name="connsiteX98" fmla="*/ 4487466 w 10678681"/>
              <a:gd name="connsiteY98" fmla="*/ 1304102 h 1357700"/>
              <a:gd name="connsiteX99" fmla="*/ 4398292 w 10678681"/>
              <a:gd name="connsiteY99" fmla="*/ 1278410 h 1357700"/>
              <a:gd name="connsiteX100" fmla="*/ 4306088 w 10678681"/>
              <a:gd name="connsiteY100" fmla="*/ 1282512 h 1357700"/>
              <a:gd name="connsiteX101" fmla="*/ 4188995 w 10678681"/>
              <a:gd name="connsiteY101" fmla="*/ 1296718 h 1357700"/>
              <a:gd name="connsiteX102" fmla="*/ 4136582 w 10678681"/>
              <a:gd name="connsiteY102" fmla="*/ 1287687 h 1357700"/>
              <a:gd name="connsiteX103" fmla="*/ 4064614 w 10678681"/>
              <a:gd name="connsiteY103" fmla="*/ 1296118 h 1357700"/>
              <a:gd name="connsiteX104" fmla="*/ 3906561 w 10678681"/>
              <a:gd name="connsiteY104" fmla="*/ 1352435 h 1357700"/>
              <a:gd name="connsiteX105" fmla="*/ 3787890 w 10678681"/>
              <a:gd name="connsiteY105" fmla="*/ 1352442 h 1357700"/>
              <a:gd name="connsiteX106" fmla="*/ 3745993 w 10678681"/>
              <a:gd name="connsiteY106" fmla="*/ 1342630 h 1357700"/>
              <a:gd name="connsiteX107" fmla="*/ 3675785 w 10678681"/>
              <a:gd name="connsiteY107" fmla="*/ 1326802 h 1357700"/>
              <a:gd name="connsiteX108" fmla="*/ 3623856 w 10678681"/>
              <a:gd name="connsiteY108" fmla="*/ 1290804 h 1357700"/>
              <a:gd name="connsiteX109" fmla="*/ 3564933 w 10678681"/>
              <a:gd name="connsiteY109" fmla="*/ 1287147 h 1357700"/>
              <a:gd name="connsiteX110" fmla="*/ 3550537 w 10678681"/>
              <a:gd name="connsiteY110" fmla="*/ 1317552 h 1357700"/>
              <a:gd name="connsiteX111" fmla="*/ 3487736 w 10678681"/>
              <a:gd name="connsiteY111" fmla="*/ 1303493 h 1357700"/>
              <a:gd name="connsiteX112" fmla="*/ 3392548 w 10678681"/>
              <a:gd name="connsiteY112" fmla="*/ 1278741 h 1357700"/>
              <a:gd name="connsiteX113" fmla="*/ 3337466 w 10678681"/>
              <a:gd name="connsiteY113" fmla="*/ 1272537 h 1357700"/>
              <a:gd name="connsiteX114" fmla="*/ 3187206 w 10678681"/>
              <a:gd name="connsiteY114" fmla="*/ 1246821 h 1357700"/>
              <a:gd name="connsiteX115" fmla="*/ 3036856 w 10678681"/>
              <a:gd name="connsiteY115" fmla="*/ 1214383 h 1357700"/>
              <a:gd name="connsiteX116" fmla="*/ 2948654 w 10678681"/>
              <a:gd name="connsiteY116" fmla="*/ 1157455 h 1357700"/>
              <a:gd name="connsiteX117" fmla="*/ 2824973 w 10678681"/>
              <a:gd name="connsiteY117" fmla="*/ 1134864 h 1357700"/>
              <a:gd name="connsiteX118" fmla="*/ 2804398 w 10678681"/>
              <a:gd name="connsiteY118" fmla="*/ 1125556 h 1357700"/>
              <a:gd name="connsiteX119" fmla="*/ 2775396 w 10678681"/>
              <a:gd name="connsiteY119" fmla="*/ 1130148 h 1357700"/>
              <a:gd name="connsiteX120" fmla="*/ 2659096 w 10678681"/>
              <a:gd name="connsiteY120" fmla="*/ 1150294 h 1357700"/>
              <a:gd name="connsiteX121" fmla="*/ 2567088 w 10678681"/>
              <a:gd name="connsiteY121" fmla="*/ 1181781 h 1357700"/>
              <a:gd name="connsiteX122" fmla="*/ 2454501 w 10678681"/>
              <a:gd name="connsiteY122" fmla="*/ 1155455 h 1357700"/>
              <a:gd name="connsiteX123" fmla="*/ 2385161 w 10678681"/>
              <a:gd name="connsiteY123" fmla="*/ 1161312 h 1357700"/>
              <a:gd name="connsiteX124" fmla="*/ 2270528 w 10678681"/>
              <a:gd name="connsiteY124" fmla="*/ 1204338 h 1357700"/>
              <a:gd name="connsiteX125" fmla="*/ 2121820 w 10678681"/>
              <a:gd name="connsiteY125" fmla="*/ 1187078 h 1357700"/>
              <a:gd name="connsiteX126" fmla="*/ 2092716 w 10678681"/>
              <a:gd name="connsiteY126" fmla="*/ 1139224 h 1357700"/>
              <a:gd name="connsiteX127" fmla="*/ 2052449 w 10678681"/>
              <a:gd name="connsiteY127" fmla="*/ 1109687 h 1357700"/>
              <a:gd name="connsiteX128" fmla="*/ 2032607 w 10678681"/>
              <a:gd name="connsiteY128" fmla="*/ 1175477 h 1357700"/>
              <a:gd name="connsiteX129" fmla="*/ 1901837 w 10678681"/>
              <a:gd name="connsiteY129" fmla="*/ 1221762 h 1357700"/>
              <a:gd name="connsiteX130" fmla="*/ 1836762 w 10678681"/>
              <a:gd name="connsiteY130" fmla="*/ 1237387 h 1357700"/>
              <a:gd name="connsiteX131" fmla="*/ 1735877 w 10678681"/>
              <a:gd name="connsiteY131" fmla="*/ 1246527 h 1357700"/>
              <a:gd name="connsiteX132" fmla="*/ 1705069 w 10678681"/>
              <a:gd name="connsiteY132" fmla="*/ 1251989 h 1357700"/>
              <a:gd name="connsiteX133" fmla="*/ 1397689 w 10678681"/>
              <a:gd name="connsiteY133" fmla="*/ 1336144 h 1357700"/>
              <a:gd name="connsiteX134" fmla="*/ 1220734 w 10678681"/>
              <a:gd name="connsiteY134" fmla="*/ 1257811 h 1357700"/>
              <a:gd name="connsiteX135" fmla="*/ 1021737 w 10678681"/>
              <a:gd name="connsiteY135" fmla="*/ 1238739 h 1357700"/>
              <a:gd name="connsiteX136" fmla="*/ 959820 w 10678681"/>
              <a:gd name="connsiteY136" fmla="*/ 1275863 h 1357700"/>
              <a:gd name="connsiteX137" fmla="*/ 929137 w 10678681"/>
              <a:gd name="connsiteY137" fmla="*/ 1273957 h 1357700"/>
              <a:gd name="connsiteX138" fmla="*/ 878849 w 10678681"/>
              <a:gd name="connsiteY138" fmla="*/ 1266740 h 1357700"/>
              <a:gd name="connsiteX139" fmla="*/ 800667 w 10678681"/>
              <a:gd name="connsiteY139" fmla="*/ 1282041 h 1357700"/>
              <a:gd name="connsiteX140" fmla="*/ 644906 w 10678681"/>
              <a:gd name="connsiteY140" fmla="*/ 1273685 h 1357700"/>
              <a:gd name="connsiteX141" fmla="*/ 379869 w 10678681"/>
              <a:gd name="connsiteY141" fmla="*/ 1339165 h 1357700"/>
              <a:gd name="connsiteX142" fmla="*/ 137696 w 10678681"/>
              <a:gd name="connsiteY142" fmla="*/ 1319217 h 1357700"/>
              <a:gd name="connsiteX143" fmla="*/ 54250 w 10678681"/>
              <a:gd name="connsiteY143" fmla="*/ 1315838 h 1357700"/>
              <a:gd name="connsiteX144" fmla="*/ 28042 w 10678681"/>
              <a:gd name="connsiteY144" fmla="*/ 1297822 h 1357700"/>
              <a:gd name="connsiteX145" fmla="*/ 0 w 10678681"/>
              <a:gd name="connsiteY145" fmla="*/ 1294612 h 1357700"/>
              <a:gd name="connsiteX146" fmla="*/ 0 w 10678681"/>
              <a:gd name="connsiteY146" fmla="*/ 0 h 1357700"/>
              <a:gd name="connsiteX0" fmla="*/ 0 w 10678681"/>
              <a:gd name="connsiteY0" fmla="*/ 0 h 1357700"/>
              <a:gd name="connsiteX1" fmla="*/ 10678681 w 10678681"/>
              <a:gd name="connsiteY1" fmla="*/ 0 h 1357700"/>
              <a:gd name="connsiteX2" fmla="*/ 10666019 w 10678681"/>
              <a:gd name="connsiteY2" fmla="*/ 7876 h 1357700"/>
              <a:gd name="connsiteX3" fmla="*/ 10632825 w 10678681"/>
              <a:gd name="connsiteY3" fmla="*/ 32153 h 1357700"/>
              <a:gd name="connsiteX4" fmla="*/ 10510605 w 10678681"/>
              <a:gd name="connsiteY4" fmla="*/ 30449 h 1357700"/>
              <a:gd name="connsiteX5" fmla="*/ 10456989 w 10678681"/>
              <a:gd name="connsiteY5" fmla="*/ 979 h 1357700"/>
              <a:gd name="connsiteX6" fmla="*/ 10438642 w 10678681"/>
              <a:gd name="connsiteY6" fmla="*/ 1524 h 1357700"/>
              <a:gd name="connsiteX7" fmla="*/ 10407146 w 10678681"/>
              <a:gd name="connsiteY7" fmla="*/ 43659 h 1357700"/>
              <a:gd name="connsiteX8" fmla="*/ 10357996 w 10678681"/>
              <a:gd name="connsiteY8" fmla="*/ 50836 h 1357700"/>
              <a:gd name="connsiteX9" fmla="*/ 10306667 w 10678681"/>
              <a:gd name="connsiteY9" fmla="*/ 109739 h 1357700"/>
              <a:gd name="connsiteX10" fmla="*/ 10115334 w 10678681"/>
              <a:gd name="connsiteY10" fmla="*/ 155658 h 1357700"/>
              <a:gd name="connsiteX11" fmla="*/ 10068157 w 10678681"/>
              <a:gd name="connsiteY11" fmla="*/ 215673 h 1357700"/>
              <a:gd name="connsiteX12" fmla="*/ 10045431 w 10678681"/>
              <a:gd name="connsiteY12" fmla="*/ 229568 h 1357700"/>
              <a:gd name="connsiteX13" fmla="*/ 10013265 w 10678681"/>
              <a:gd name="connsiteY13" fmla="*/ 284757 h 1357700"/>
              <a:gd name="connsiteX14" fmla="*/ 9862496 w 10678681"/>
              <a:gd name="connsiteY14" fmla="*/ 223033 h 1357700"/>
              <a:gd name="connsiteX15" fmla="*/ 9679638 w 10678681"/>
              <a:gd name="connsiteY15" fmla="*/ 277462 h 1357700"/>
              <a:gd name="connsiteX16" fmla="*/ 9498347 w 10678681"/>
              <a:gd name="connsiteY16" fmla="*/ 244723 h 1357700"/>
              <a:gd name="connsiteX17" fmla="*/ 9399702 w 10678681"/>
              <a:gd name="connsiteY17" fmla="*/ 276316 h 1357700"/>
              <a:gd name="connsiteX18" fmla="*/ 9378439 w 10678681"/>
              <a:gd name="connsiteY18" fmla="*/ 326244 h 1357700"/>
              <a:gd name="connsiteX19" fmla="*/ 9121744 w 10678681"/>
              <a:gd name="connsiteY19" fmla="*/ 365177 h 1357700"/>
              <a:gd name="connsiteX20" fmla="*/ 9061654 w 10678681"/>
              <a:gd name="connsiteY20" fmla="*/ 393730 h 1357700"/>
              <a:gd name="connsiteX21" fmla="*/ 8997577 w 10678681"/>
              <a:gd name="connsiteY21" fmla="*/ 380865 h 1357700"/>
              <a:gd name="connsiteX22" fmla="*/ 8907968 w 10678681"/>
              <a:gd name="connsiteY22" fmla="*/ 447345 h 1357700"/>
              <a:gd name="connsiteX23" fmla="*/ 8764163 w 10678681"/>
              <a:gd name="connsiteY23" fmla="*/ 471000 h 1357700"/>
              <a:gd name="connsiteX24" fmla="*/ 8680155 w 10678681"/>
              <a:gd name="connsiteY24" fmla="*/ 492404 h 1357700"/>
              <a:gd name="connsiteX25" fmla="*/ 8651436 w 10678681"/>
              <a:gd name="connsiteY25" fmla="*/ 511923 h 1357700"/>
              <a:gd name="connsiteX26" fmla="*/ 8609185 w 10678681"/>
              <a:gd name="connsiteY26" fmla="*/ 531525 h 1357700"/>
              <a:gd name="connsiteX27" fmla="*/ 8537091 w 10678681"/>
              <a:gd name="connsiteY27" fmla="*/ 574933 h 1357700"/>
              <a:gd name="connsiteX28" fmla="*/ 8435931 w 10678681"/>
              <a:gd name="connsiteY28" fmla="*/ 617926 h 1357700"/>
              <a:gd name="connsiteX29" fmla="*/ 8348623 w 10678681"/>
              <a:gd name="connsiteY29" fmla="*/ 600607 h 1357700"/>
              <a:gd name="connsiteX30" fmla="*/ 8344233 w 10678681"/>
              <a:gd name="connsiteY30" fmla="*/ 610922 h 1357700"/>
              <a:gd name="connsiteX31" fmla="*/ 8290622 w 10678681"/>
              <a:gd name="connsiteY31" fmla="*/ 622687 h 1357700"/>
              <a:gd name="connsiteX32" fmla="*/ 8086698 w 10678681"/>
              <a:gd name="connsiteY32" fmla="*/ 605185 h 1357700"/>
              <a:gd name="connsiteX33" fmla="*/ 7982378 w 10678681"/>
              <a:gd name="connsiteY33" fmla="*/ 629799 h 1357700"/>
              <a:gd name="connsiteX34" fmla="*/ 7947952 w 10678681"/>
              <a:gd name="connsiteY34" fmla="*/ 648003 h 1357700"/>
              <a:gd name="connsiteX35" fmla="*/ 7890112 w 10678681"/>
              <a:gd name="connsiteY35" fmla="*/ 677915 h 1357700"/>
              <a:gd name="connsiteX36" fmla="*/ 7853284 w 10678681"/>
              <a:gd name="connsiteY36" fmla="*/ 723588 h 1357700"/>
              <a:gd name="connsiteX37" fmla="*/ 7802383 w 10678681"/>
              <a:gd name="connsiteY37" fmla="*/ 739359 h 1357700"/>
              <a:gd name="connsiteX38" fmla="*/ 7730518 w 10678681"/>
              <a:gd name="connsiteY38" fmla="*/ 739526 h 1357700"/>
              <a:gd name="connsiteX39" fmla="*/ 7652907 w 10678681"/>
              <a:gd name="connsiteY39" fmla="*/ 783273 h 1357700"/>
              <a:gd name="connsiteX40" fmla="*/ 7606008 w 10678681"/>
              <a:gd name="connsiteY40" fmla="*/ 800717 h 1357700"/>
              <a:gd name="connsiteX41" fmla="*/ 7480223 w 10678681"/>
              <a:gd name="connsiteY41" fmla="*/ 856821 h 1357700"/>
              <a:gd name="connsiteX42" fmla="*/ 7356005 w 10678681"/>
              <a:gd name="connsiteY42" fmla="*/ 919462 h 1357700"/>
              <a:gd name="connsiteX43" fmla="*/ 7305396 w 10678681"/>
              <a:gd name="connsiteY43" fmla="*/ 986228 h 1357700"/>
              <a:gd name="connsiteX44" fmla="*/ 7277477 w 10678681"/>
              <a:gd name="connsiteY44" fmla="*/ 990571 h 1357700"/>
              <a:gd name="connsiteX45" fmla="*/ 7269396 w 10678681"/>
              <a:gd name="connsiteY45" fmla="*/ 989282 h 1357700"/>
              <a:gd name="connsiteX46" fmla="*/ 7258094 w 10678681"/>
              <a:gd name="connsiteY46" fmla="*/ 990679 h 1357700"/>
              <a:gd name="connsiteX47" fmla="*/ 7257893 w 10678681"/>
              <a:gd name="connsiteY47" fmla="*/ 991204 h 1357700"/>
              <a:gd name="connsiteX48" fmla="*/ 7247153 w 10678681"/>
              <a:gd name="connsiteY48" fmla="*/ 991550 h 1357700"/>
              <a:gd name="connsiteX49" fmla="*/ 7193612 w 10678681"/>
              <a:gd name="connsiteY49" fmla="*/ 987042 h 1357700"/>
              <a:gd name="connsiteX50" fmla="*/ 7132632 w 10678681"/>
              <a:gd name="connsiteY50" fmla="*/ 1042036 h 1357700"/>
              <a:gd name="connsiteX51" fmla="*/ 7105610 w 10678681"/>
              <a:gd name="connsiteY51" fmla="*/ 1053537 h 1357700"/>
              <a:gd name="connsiteX52" fmla="*/ 7091599 w 10678681"/>
              <a:gd name="connsiteY52" fmla="*/ 1062302 h 1357700"/>
              <a:gd name="connsiteX53" fmla="*/ 7039634 w 10678681"/>
              <a:gd name="connsiteY53" fmla="*/ 1059971 h 1357700"/>
              <a:gd name="connsiteX54" fmla="*/ 7033445 w 10678681"/>
              <a:gd name="connsiteY54" fmla="*/ 1063314 h 1357700"/>
              <a:gd name="connsiteX55" fmla="*/ 6999157 w 10678681"/>
              <a:gd name="connsiteY55" fmla="*/ 1055282 h 1357700"/>
              <a:gd name="connsiteX56" fmla="*/ 6981874 w 10678681"/>
              <a:gd name="connsiteY56" fmla="*/ 1053827 h 1357700"/>
              <a:gd name="connsiteX57" fmla="*/ 6976102 w 10678681"/>
              <a:gd name="connsiteY57" fmla="*/ 1047854 h 1357700"/>
              <a:gd name="connsiteX58" fmla="*/ 6951040 w 10678681"/>
              <a:gd name="connsiteY58" fmla="*/ 1048531 h 1357700"/>
              <a:gd name="connsiteX59" fmla="*/ 6948497 w 10678681"/>
              <a:gd name="connsiteY59" fmla="*/ 1050706 h 1357700"/>
              <a:gd name="connsiteX60" fmla="*/ 6926582 w 10678681"/>
              <a:gd name="connsiteY60" fmla="*/ 1043462 h 1357700"/>
              <a:gd name="connsiteX61" fmla="*/ 6833743 w 10678681"/>
              <a:gd name="connsiteY61" fmla="*/ 1027960 h 1357700"/>
              <a:gd name="connsiteX62" fmla="*/ 6687090 w 10678681"/>
              <a:gd name="connsiteY62" fmla="*/ 1063250 h 1357700"/>
              <a:gd name="connsiteX63" fmla="*/ 6437450 w 10678681"/>
              <a:gd name="connsiteY63" fmla="*/ 1101075 h 1357700"/>
              <a:gd name="connsiteX64" fmla="*/ 6327795 w 10678681"/>
              <a:gd name="connsiteY64" fmla="*/ 1088142 h 1357700"/>
              <a:gd name="connsiteX65" fmla="*/ 6136549 w 10678681"/>
              <a:gd name="connsiteY65" fmla="*/ 1100268 h 1357700"/>
              <a:gd name="connsiteX66" fmla="*/ 6004655 w 10678681"/>
              <a:gd name="connsiteY66" fmla="*/ 1114946 h 1357700"/>
              <a:gd name="connsiteX67" fmla="*/ 5936643 w 10678681"/>
              <a:gd name="connsiteY67" fmla="*/ 1095428 h 1357700"/>
              <a:gd name="connsiteX68" fmla="*/ 5912484 w 10678681"/>
              <a:gd name="connsiteY68" fmla="*/ 1112624 h 1357700"/>
              <a:gd name="connsiteX69" fmla="*/ 5908387 w 10678681"/>
              <a:gd name="connsiteY69" fmla="*/ 1116018 h 1357700"/>
              <a:gd name="connsiteX70" fmla="*/ 5890495 w 10678681"/>
              <a:gd name="connsiteY70" fmla="*/ 1120268 h 1357700"/>
              <a:gd name="connsiteX71" fmla="*/ 5887318 w 10678681"/>
              <a:gd name="connsiteY71" fmla="*/ 1133134 h 1357700"/>
              <a:gd name="connsiteX72" fmla="*/ 5861726 w 10678681"/>
              <a:gd name="connsiteY72" fmla="*/ 1147891 h 1357700"/>
              <a:gd name="connsiteX73" fmla="*/ 5805823 w 10678681"/>
              <a:gd name="connsiteY73" fmla="*/ 1152457 h 1357700"/>
              <a:gd name="connsiteX74" fmla="*/ 5689841 w 10678681"/>
              <a:gd name="connsiteY74" fmla="*/ 1176232 h 1357700"/>
              <a:gd name="connsiteX75" fmla="*/ 5605119 w 10678681"/>
              <a:gd name="connsiteY75" fmla="*/ 1190202 h 1357700"/>
              <a:gd name="connsiteX76" fmla="*/ 5488513 w 10678681"/>
              <a:gd name="connsiteY76" fmla="*/ 1205367 h 1357700"/>
              <a:gd name="connsiteX77" fmla="*/ 5402905 w 10678681"/>
              <a:gd name="connsiteY77" fmla="*/ 1241191 h 1357700"/>
              <a:gd name="connsiteX78" fmla="*/ 5285593 w 10678681"/>
              <a:gd name="connsiteY78" fmla="*/ 1273569 h 1357700"/>
              <a:gd name="connsiteX79" fmla="*/ 5192893 w 10678681"/>
              <a:gd name="connsiteY79" fmla="*/ 1247188 h 1357700"/>
              <a:gd name="connsiteX80" fmla="*/ 5186475 w 10678681"/>
              <a:gd name="connsiteY80" fmla="*/ 1257028 h 1357700"/>
              <a:gd name="connsiteX81" fmla="*/ 5126038 w 10678681"/>
              <a:gd name="connsiteY81" fmla="*/ 1263189 h 1357700"/>
              <a:gd name="connsiteX82" fmla="*/ 4894688 w 10678681"/>
              <a:gd name="connsiteY82" fmla="*/ 1247184 h 1357700"/>
              <a:gd name="connsiteX83" fmla="*/ 4788036 w 10678681"/>
              <a:gd name="connsiteY83" fmla="*/ 1238182 h 1357700"/>
              <a:gd name="connsiteX84" fmla="*/ 4747555 w 10678681"/>
              <a:gd name="connsiteY84" fmla="*/ 1252768 h 1357700"/>
              <a:gd name="connsiteX85" fmla="*/ 4679644 w 10678681"/>
              <a:gd name="connsiteY85" fmla="*/ 1276603 h 1357700"/>
              <a:gd name="connsiteX86" fmla="*/ 4632222 w 10678681"/>
              <a:gd name="connsiteY86" fmla="*/ 1318360 h 1357700"/>
              <a:gd name="connsiteX87" fmla="*/ 4617358 w 10678681"/>
              <a:gd name="connsiteY87" fmla="*/ 1327690 h 1357700"/>
              <a:gd name="connsiteX88" fmla="*/ 4589102 w 10678681"/>
              <a:gd name="connsiteY88" fmla="*/ 1321223 h 1357700"/>
              <a:gd name="connsiteX89" fmla="*/ 4578184 w 10678681"/>
              <a:gd name="connsiteY89" fmla="*/ 1326745 h 1357700"/>
              <a:gd name="connsiteX90" fmla="*/ 4574270 w 10678681"/>
              <a:gd name="connsiteY90" fmla="*/ 1325878 h 1357700"/>
              <a:gd name="connsiteX91" fmla="*/ 4564919 w 10678681"/>
              <a:gd name="connsiteY91" fmla="*/ 1325507 h 1357700"/>
              <a:gd name="connsiteX92" fmla="*/ 4566586 w 10678681"/>
              <a:gd name="connsiteY92" fmla="*/ 1316963 h 1357700"/>
              <a:gd name="connsiteX93" fmla="*/ 4556303 w 10678681"/>
              <a:gd name="connsiteY93" fmla="*/ 1300262 h 1357700"/>
              <a:gd name="connsiteX94" fmla="*/ 4502358 w 10678681"/>
              <a:gd name="connsiteY94" fmla="*/ 1302558 h 1357700"/>
              <a:gd name="connsiteX95" fmla="*/ 4498919 w 10678681"/>
              <a:gd name="connsiteY95" fmla="*/ 1312115 h 1357700"/>
              <a:gd name="connsiteX96" fmla="*/ 4492075 w 10678681"/>
              <a:gd name="connsiteY96" fmla="*/ 1313357 h 1357700"/>
              <a:gd name="connsiteX97" fmla="*/ 4487466 w 10678681"/>
              <a:gd name="connsiteY97" fmla="*/ 1304102 h 1357700"/>
              <a:gd name="connsiteX98" fmla="*/ 4398292 w 10678681"/>
              <a:gd name="connsiteY98" fmla="*/ 1278410 h 1357700"/>
              <a:gd name="connsiteX99" fmla="*/ 4306088 w 10678681"/>
              <a:gd name="connsiteY99" fmla="*/ 1282512 h 1357700"/>
              <a:gd name="connsiteX100" fmla="*/ 4188995 w 10678681"/>
              <a:gd name="connsiteY100" fmla="*/ 1296718 h 1357700"/>
              <a:gd name="connsiteX101" fmla="*/ 4136582 w 10678681"/>
              <a:gd name="connsiteY101" fmla="*/ 1287687 h 1357700"/>
              <a:gd name="connsiteX102" fmla="*/ 4064614 w 10678681"/>
              <a:gd name="connsiteY102" fmla="*/ 1296118 h 1357700"/>
              <a:gd name="connsiteX103" fmla="*/ 3906561 w 10678681"/>
              <a:gd name="connsiteY103" fmla="*/ 1352435 h 1357700"/>
              <a:gd name="connsiteX104" fmla="*/ 3787890 w 10678681"/>
              <a:gd name="connsiteY104" fmla="*/ 1352442 h 1357700"/>
              <a:gd name="connsiteX105" fmla="*/ 3745993 w 10678681"/>
              <a:gd name="connsiteY105" fmla="*/ 1342630 h 1357700"/>
              <a:gd name="connsiteX106" fmla="*/ 3675785 w 10678681"/>
              <a:gd name="connsiteY106" fmla="*/ 1326802 h 1357700"/>
              <a:gd name="connsiteX107" fmla="*/ 3623856 w 10678681"/>
              <a:gd name="connsiteY107" fmla="*/ 1290804 h 1357700"/>
              <a:gd name="connsiteX108" fmla="*/ 3564933 w 10678681"/>
              <a:gd name="connsiteY108" fmla="*/ 1287147 h 1357700"/>
              <a:gd name="connsiteX109" fmla="*/ 3550537 w 10678681"/>
              <a:gd name="connsiteY109" fmla="*/ 1317552 h 1357700"/>
              <a:gd name="connsiteX110" fmla="*/ 3487736 w 10678681"/>
              <a:gd name="connsiteY110" fmla="*/ 1303493 h 1357700"/>
              <a:gd name="connsiteX111" fmla="*/ 3392548 w 10678681"/>
              <a:gd name="connsiteY111" fmla="*/ 1278741 h 1357700"/>
              <a:gd name="connsiteX112" fmla="*/ 3337466 w 10678681"/>
              <a:gd name="connsiteY112" fmla="*/ 1272537 h 1357700"/>
              <a:gd name="connsiteX113" fmla="*/ 3187206 w 10678681"/>
              <a:gd name="connsiteY113" fmla="*/ 1246821 h 1357700"/>
              <a:gd name="connsiteX114" fmla="*/ 3036856 w 10678681"/>
              <a:gd name="connsiteY114" fmla="*/ 1214383 h 1357700"/>
              <a:gd name="connsiteX115" fmla="*/ 2948654 w 10678681"/>
              <a:gd name="connsiteY115" fmla="*/ 1157455 h 1357700"/>
              <a:gd name="connsiteX116" fmla="*/ 2824973 w 10678681"/>
              <a:gd name="connsiteY116" fmla="*/ 1134864 h 1357700"/>
              <a:gd name="connsiteX117" fmla="*/ 2804398 w 10678681"/>
              <a:gd name="connsiteY117" fmla="*/ 1125556 h 1357700"/>
              <a:gd name="connsiteX118" fmla="*/ 2775396 w 10678681"/>
              <a:gd name="connsiteY118" fmla="*/ 1130148 h 1357700"/>
              <a:gd name="connsiteX119" fmla="*/ 2659096 w 10678681"/>
              <a:gd name="connsiteY119" fmla="*/ 1150294 h 1357700"/>
              <a:gd name="connsiteX120" fmla="*/ 2567088 w 10678681"/>
              <a:gd name="connsiteY120" fmla="*/ 1181781 h 1357700"/>
              <a:gd name="connsiteX121" fmla="*/ 2454501 w 10678681"/>
              <a:gd name="connsiteY121" fmla="*/ 1155455 h 1357700"/>
              <a:gd name="connsiteX122" fmla="*/ 2385161 w 10678681"/>
              <a:gd name="connsiteY122" fmla="*/ 1161312 h 1357700"/>
              <a:gd name="connsiteX123" fmla="*/ 2270528 w 10678681"/>
              <a:gd name="connsiteY123" fmla="*/ 1204338 h 1357700"/>
              <a:gd name="connsiteX124" fmla="*/ 2121820 w 10678681"/>
              <a:gd name="connsiteY124" fmla="*/ 1187078 h 1357700"/>
              <a:gd name="connsiteX125" fmla="*/ 2092716 w 10678681"/>
              <a:gd name="connsiteY125" fmla="*/ 1139224 h 1357700"/>
              <a:gd name="connsiteX126" fmla="*/ 2052449 w 10678681"/>
              <a:gd name="connsiteY126" fmla="*/ 1109687 h 1357700"/>
              <a:gd name="connsiteX127" fmla="*/ 2032607 w 10678681"/>
              <a:gd name="connsiteY127" fmla="*/ 1175477 h 1357700"/>
              <a:gd name="connsiteX128" fmla="*/ 1901837 w 10678681"/>
              <a:gd name="connsiteY128" fmla="*/ 1221762 h 1357700"/>
              <a:gd name="connsiteX129" fmla="*/ 1836762 w 10678681"/>
              <a:gd name="connsiteY129" fmla="*/ 1237387 h 1357700"/>
              <a:gd name="connsiteX130" fmla="*/ 1735877 w 10678681"/>
              <a:gd name="connsiteY130" fmla="*/ 1246527 h 1357700"/>
              <a:gd name="connsiteX131" fmla="*/ 1705069 w 10678681"/>
              <a:gd name="connsiteY131" fmla="*/ 1251989 h 1357700"/>
              <a:gd name="connsiteX132" fmla="*/ 1397689 w 10678681"/>
              <a:gd name="connsiteY132" fmla="*/ 1336144 h 1357700"/>
              <a:gd name="connsiteX133" fmla="*/ 1220734 w 10678681"/>
              <a:gd name="connsiteY133" fmla="*/ 1257811 h 1357700"/>
              <a:gd name="connsiteX134" fmla="*/ 1021737 w 10678681"/>
              <a:gd name="connsiteY134" fmla="*/ 1238739 h 1357700"/>
              <a:gd name="connsiteX135" fmla="*/ 959820 w 10678681"/>
              <a:gd name="connsiteY135" fmla="*/ 1275863 h 1357700"/>
              <a:gd name="connsiteX136" fmla="*/ 929137 w 10678681"/>
              <a:gd name="connsiteY136" fmla="*/ 1273957 h 1357700"/>
              <a:gd name="connsiteX137" fmla="*/ 878849 w 10678681"/>
              <a:gd name="connsiteY137" fmla="*/ 1266740 h 1357700"/>
              <a:gd name="connsiteX138" fmla="*/ 800667 w 10678681"/>
              <a:gd name="connsiteY138" fmla="*/ 1282041 h 1357700"/>
              <a:gd name="connsiteX139" fmla="*/ 644906 w 10678681"/>
              <a:gd name="connsiteY139" fmla="*/ 1273685 h 1357700"/>
              <a:gd name="connsiteX140" fmla="*/ 379869 w 10678681"/>
              <a:gd name="connsiteY140" fmla="*/ 1339165 h 1357700"/>
              <a:gd name="connsiteX141" fmla="*/ 137696 w 10678681"/>
              <a:gd name="connsiteY141" fmla="*/ 1319217 h 1357700"/>
              <a:gd name="connsiteX142" fmla="*/ 54250 w 10678681"/>
              <a:gd name="connsiteY142" fmla="*/ 1315838 h 1357700"/>
              <a:gd name="connsiteX143" fmla="*/ 28042 w 10678681"/>
              <a:gd name="connsiteY143" fmla="*/ 1297822 h 1357700"/>
              <a:gd name="connsiteX144" fmla="*/ 0 w 10678681"/>
              <a:gd name="connsiteY144" fmla="*/ 1294612 h 1357700"/>
              <a:gd name="connsiteX145" fmla="*/ 0 w 10678681"/>
              <a:gd name="connsiteY145" fmla="*/ 0 h 1357700"/>
              <a:gd name="connsiteX0" fmla="*/ 0 w 10678681"/>
              <a:gd name="connsiteY0" fmla="*/ 0 h 1357700"/>
              <a:gd name="connsiteX1" fmla="*/ 10678681 w 10678681"/>
              <a:gd name="connsiteY1" fmla="*/ 0 h 1357700"/>
              <a:gd name="connsiteX2" fmla="*/ 10666019 w 10678681"/>
              <a:gd name="connsiteY2" fmla="*/ 7876 h 1357700"/>
              <a:gd name="connsiteX3" fmla="*/ 10632825 w 10678681"/>
              <a:gd name="connsiteY3" fmla="*/ 32153 h 1357700"/>
              <a:gd name="connsiteX4" fmla="*/ 10510605 w 10678681"/>
              <a:gd name="connsiteY4" fmla="*/ 30449 h 1357700"/>
              <a:gd name="connsiteX5" fmla="*/ 10456989 w 10678681"/>
              <a:gd name="connsiteY5" fmla="*/ 979 h 1357700"/>
              <a:gd name="connsiteX6" fmla="*/ 10438642 w 10678681"/>
              <a:gd name="connsiteY6" fmla="*/ 1524 h 1357700"/>
              <a:gd name="connsiteX7" fmla="*/ 10407146 w 10678681"/>
              <a:gd name="connsiteY7" fmla="*/ 43659 h 1357700"/>
              <a:gd name="connsiteX8" fmla="*/ 10357996 w 10678681"/>
              <a:gd name="connsiteY8" fmla="*/ 50836 h 1357700"/>
              <a:gd name="connsiteX9" fmla="*/ 10306667 w 10678681"/>
              <a:gd name="connsiteY9" fmla="*/ 109739 h 1357700"/>
              <a:gd name="connsiteX10" fmla="*/ 10115334 w 10678681"/>
              <a:gd name="connsiteY10" fmla="*/ 155658 h 1357700"/>
              <a:gd name="connsiteX11" fmla="*/ 10068157 w 10678681"/>
              <a:gd name="connsiteY11" fmla="*/ 215673 h 1357700"/>
              <a:gd name="connsiteX12" fmla="*/ 10045431 w 10678681"/>
              <a:gd name="connsiteY12" fmla="*/ 229568 h 1357700"/>
              <a:gd name="connsiteX13" fmla="*/ 10013265 w 10678681"/>
              <a:gd name="connsiteY13" fmla="*/ 284757 h 1357700"/>
              <a:gd name="connsiteX14" fmla="*/ 9862496 w 10678681"/>
              <a:gd name="connsiteY14" fmla="*/ 223033 h 1357700"/>
              <a:gd name="connsiteX15" fmla="*/ 9679638 w 10678681"/>
              <a:gd name="connsiteY15" fmla="*/ 277462 h 1357700"/>
              <a:gd name="connsiteX16" fmla="*/ 9498347 w 10678681"/>
              <a:gd name="connsiteY16" fmla="*/ 244723 h 1357700"/>
              <a:gd name="connsiteX17" fmla="*/ 9399702 w 10678681"/>
              <a:gd name="connsiteY17" fmla="*/ 276316 h 1357700"/>
              <a:gd name="connsiteX18" fmla="*/ 9378439 w 10678681"/>
              <a:gd name="connsiteY18" fmla="*/ 326244 h 1357700"/>
              <a:gd name="connsiteX19" fmla="*/ 9121744 w 10678681"/>
              <a:gd name="connsiteY19" fmla="*/ 365177 h 1357700"/>
              <a:gd name="connsiteX20" fmla="*/ 9061654 w 10678681"/>
              <a:gd name="connsiteY20" fmla="*/ 393730 h 1357700"/>
              <a:gd name="connsiteX21" fmla="*/ 8997577 w 10678681"/>
              <a:gd name="connsiteY21" fmla="*/ 380865 h 1357700"/>
              <a:gd name="connsiteX22" fmla="*/ 8907968 w 10678681"/>
              <a:gd name="connsiteY22" fmla="*/ 447345 h 1357700"/>
              <a:gd name="connsiteX23" fmla="*/ 8764163 w 10678681"/>
              <a:gd name="connsiteY23" fmla="*/ 471000 h 1357700"/>
              <a:gd name="connsiteX24" fmla="*/ 8680155 w 10678681"/>
              <a:gd name="connsiteY24" fmla="*/ 492404 h 1357700"/>
              <a:gd name="connsiteX25" fmla="*/ 8651436 w 10678681"/>
              <a:gd name="connsiteY25" fmla="*/ 511923 h 1357700"/>
              <a:gd name="connsiteX26" fmla="*/ 8609185 w 10678681"/>
              <a:gd name="connsiteY26" fmla="*/ 531525 h 1357700"/>
              <a:gd name="connsiteX27" fmla="*/ 8537091 w 10678681"/>
              <a:gd name="connsiteY27" fmla="*/ 574933 h 1357700"/>
              <a:gd name="connsiteX28" fmla="*/ 8435931 w 10678681"/>
              <a:gd name="connsiteY28" fmla="*/ 617926 h 1357700"/>
              <a:gd name="connsiteX29" fmla="*/ 8348623 w 10678681"/>
              <a:gd name="connsiteY29" fmla="*/ 600607 h 1357700"/>
              <a:gd name="connsiteX30" fmla="*/ 8344233 w 10678681"/>
              <a:gd name="connsiteY30" fmla="*/ 610922 h 1357700"/>
              <a:gd name="connsiteX31" fmla="*/ 8290622 w 10678681"/>
              <a:gd name="connsiteY31" fmla="*/ 622687 h 1357700"/>
              <a:gd name="connsiteX32" fmla="*/ 8086698 w 10678681"/>
              <a:gd name="connsiteY32" fmla="*/ 605185 h 1357700"/>
              <a:gd name="connsiteX33" fmla="*/ 7982378 w 10678681"/>
              <a:gd name="connsiteY33" fmla="*/ 629799 h 1357700"/>
              <a:gd name="connsiteX34" fmla="*/ 7947952 w 10678681"/>
              <a:gd name="connsiteY34" fmla="*/ 648003 h 1357700"/>
              <a:gd name="connsiteX35" fmla="*/ 7890112 w 10678681"/>
              <a:gd name="connsiteY35" fmla="*/ 677915 h 1357700"/>
              <a:gd name="connsiteX36" fmla="*/ 7853284 w 10678681"/>
              <a:gd name="connsiteY36" fmla="*/ 723588 h 1357700"/>
              <a:gd name="connsiteX37" fmla="*/ 7802383 w 10678681"/>
              <a:gd name="connsiteY37" fmla="*/ 739359 h 1357700"/>
              <a:gd name="connsiteX38" fmla="*/ 7730518 w 10678681"/>
              <a:gd name="connsiteY38" fmla="*/ 739526 h 1357700"/>
              <a:gd name="connsiteX39" fmla="*/ 7652907 w 10678681"/>
              <a:gd name="connsiteY39" fmla="*/ 783273 h 1357700"/>
              <a:gd name="connsiteX40" fmla="*/ 7606008 w 10678681"/>
              <a:gd name="connsiteY40" fmla="*/ 800717 h 1357700"/>
              <a:gd name="connsiteX41" fmla="*/ 7480223 w 10678681"/>
              <a:gd name="connsiteY41" fmla="*/ 856821 h 1357700"/>
              <a:gd name="connsiteX42" fmla="*/ 7356005 w 10678681"/>
              <a:gd name="connsiteY42" fmla="*/ 919462 h 1357700"/>
              <a:gd name="connsiteX43" fmla="*/ 7305396 w 10678681"/>
              <a:gd name="connsiteY43" fmla="*/ 986228 h 1357700"/>
              <a:gd name="connsiteX44" fmla="*/ 7277477 w 10678681"/>
              <a:gd name="connsiteY44" fmla="*/ 990571 h 1357700"/>
              <a:gd name="connsiteX45" fmla="*/ 7269396 w 10678681"/>
              <a:gd name="connsiteY45" fmla="*/ 989282 h 1357700"/>
              <a:gd name="connsiteX46" fmla="*/ 7258094 w 10678681"/>
              <a:gd name="connsiteY46" fmla="*/ 990679 h 1357700"/>
              <a:gd name="connsiteX47" fmla="*/ 7257893 w 10678681"/>
              <a:gd name="connsiteY47" fmla="*/ 991204 h 1357700"/>
              <a:gd name="connsiteX48" fmla="*/ 7247153 w 10678681"/>
              <a:gd name="connsiteY48" fmla="*/ 991550 h 1357700"/>
              <a:gd name="connsiteX49" fmla="*/ 7193612 w 10678681"/>
              <a:gd name="connsiteY49" fmla="*/ 987042 h 1357700"/>
              <a:gd name="connsiteX50" fmla="*/ 7132632 w 10678681"/>
              <a:gd name="connsiteY50" fmla="*/ 1042036 h 1357700"/>
              <a:gd name="connsiteX51" fmla="*/ 7105610 w 10678681"/>
              <a:gd name="connsiteY51" fmla="*/ 1053537 h 1357700"/>
              <a:gd name="connsiteX52" fmla="*/ 7069148 w 10678681"/>
              <a:gd name="connsiteY52" fmla="*/ 1047163 h 1357700"/>
              <a:gd name="connsiteX53" fmla="*/ 7039634 w 10678681"/>
              <a:gd name="connsiteY53" fmla="*/ 1059971 h 1357700"/>
              <a:gd name="connsiteX54" fmla="*/ 7033445 w 10678681"/>
              <a:gd name="connsiteY54" fmla="*/ 1063314 h 1357700"/>
              <a:gd name="connsiteX55" fmla="*/ 6999157 w 10678681"/>
              <a:gd name="connsiteY55" fmla="*/ 1055282 h 1357700"/>
              <a:gd name="connsiteX56" fmla="*/ 6981874 w 10678681"/>
              <a:gd name="connsiteY56" fmla="*/ 1053827 h 1357700"/>
              <a:gd name="connsiteX57" fmla="*/ 6976102 w 10678681"/>
              <a:gd name="connsiteY57" fmla="*/ 1047854 h 1357700"/>
              <a:gd name="connsiteX58" fmla="*/ 6951040 w 10678681"/>
              <a:gd name="connsiteY58" fmla="*/ 1048531 h 1357700"/>
              <a:gd name="connsiteX59" fmla="*/ 6948497 w 10678681"/>
              <a:gd name="connsiteY59" fmla="*/ 1050706 h 1357700"/>
              <a:gd name="connsiteX60" fmla="*/ 6926582 w 10678681"/>
              <a:gd name="connsiteY60" fmla="*/ 1043462 h 1357700"/>
              <a:gd name="connsiteX61" fmla="*/ 6833743 w 10678681"/>
              <a:gd name="connsiteY61" fmla="*/ 1027960 h 1357700"/>
              <a:gd name="connsiteX62" fmla="*/ 6687090 w 10678681"/>
              <a:gd name="connsiteY62" fmla="*/ 1063250 h 1357700"/>
              <a:gd name="connsiteX63" fmla="*/ 6437450 w 10678681"/>
              <a:gd name="connsiteY63" fmla="*/ 1101075 h 1357700"/>
              <a:gd name="connsiteX64" fmla="*/ 6327795 w 10678681"/>
              <a:gd name="connsiteY64" fmla="*/ 1088142 h 1357700"/>
              <a:gd name="connsiteX65" fmla="*/ 6136549 w 10678681"/>
              <a:gd name="connsiteY65" fmla="*/ 1100268 h 1357700"/>
              <a:gd name="connsiteX66" fmla="*/ 6004655 w 10678681"/>
              <a:gd name="connsiteY66" fmla="*/ 1114946 h 1357700"/>
              <a:gd name="connsiteX67" fmla="*/ 5936643 w 10678681"/>
              <a:gd name="connsiteY67" fmla="*/ 1095428 h 1357700"/>
              <a:gd name="connsiteX68" fmla="*/ 5912484 w 10678681"/>
              <a:gd name="connsiteY68" fmla="*/ 1112624 h 1357700"/>
              <a:gd name="connsiteX69" fmla="*/ 5908387 w 10678681"/>
              <a:gd name="connsiteY69" fmla="*/ 1116018 h 1357700"/>
              <a:gd name="connsiteX70" fmla="*/ 5890495 w 10678681"/>
              <a:gd name="connsiteY70" fmla="*/ 1120268 h 1357700"/>
              <a:gd name="connsiteX71" fmla="*/ 5887318 w 10678681"/>
              <a:gd name="connsiteY71" fmla="*/ 1133134 h 1357700"/>
              <a:gd name="connsiteX72" fmla="*/ 5861726 w 10678681"/>
              <a:gd name="connsiteY72" fmla="*/ 1147891 h 1357700"/>
              <a:gd name="connsiteX73" fmla="*/ 5805823 w 10678681"/>
              <a:gd name="connsiteY73" fmla="*/ 1152457 h 1357700"/>
              <a:gd name="connsiteX74" fmla="*/ 5689841 w 10678681"/>
              <a:gd name="connsiteY74" fmla="*/ 1176232 h 1357700"/>
              <a:gd name="connsiteX75" fmla="*/ 5605119 w 10678681"/>
              <a:gd name="connsiteY75" fmla="*/ 1190202 h 1357700"/>
              <a:gd name="connsiteX76" fmla="*/ 5488513 w 10678681"/>
              <a:gd name="connsiteY76" fmla="*/ 1205367 h 1357700"/>
              <a:gd name="connsiteX77" fmla="*/ 5402905 w 10678681"/>
              <a:gd name="connsiteY77" fmla="*/ 1241191 h 1357700"/>
              <a:gd name="connsiteX78" fmla="*/ 5285593 w 10678681"/>
              <a:gd name="connsiteY78" fmla="*/ 1273569 h 1357700"/>
              <a:gd name="connsiteX79" fmla="*/ 5192893 w 10678681"/>
              <a:gd name="connsiteY79" fmla="*/ 1247188 h 1357700"/>
              <a:gd name="connsiteX80" fmla="*/ 5186475 w 10678681"/>
              <a:gd name="connsiteY80" fmla="*/ 1257028 h 1357700"/>
              <a:gd name="connsiteX81" fmla="*/ 5126038 w 10678681"/>
              <a:gd name="connsiteY81" fmla="*/ 1263189 h 1357700"/>
              <a:gd name="connsiteX82" fmla="*/ 4894688 w 10678681"/>
              <a:gd name="connsiteY82" fmla="*/ 1247184 h 1357700"/>
              <a:gd name="connsiteX83" fmla="*/ 4788036 w 10678681"/>
              <a:gd name="connsiteY83" fmla="*/ 1238182 h 1357700"/>
              <a:gd name="connsiteX84" fmla="*/ 4747555 w 10678681"/>
              <a:gd name="connsiteY84" fmla="*/ 1252768 h 1357700"/>
              <a:gd name="connsiteX85" fmla="*/ 4679644 w 10678681"/>
              <a:gd name="connsiteY85" fmla="*/ 1276603 h 1357700"/>
              <a:gd name="connsiteX86" fmla="*/ 4632222 w 10678681"/>
              <a:gd name="connsiteY86" fmla="*/ 1318360 h 1357700"/>
              <a:gd name="connsiteX87" fmla="*/ 4617358 w 10678681"/>
              <a:gd name="connsiteY87" fmla="*/ 1327690 h 1357700"/>
              <a:gd name="connsiteX88" fmla="*/ 4589102 w 10678681"/>
              <a:gd name="connsiteY88" fmla="*/ 1321223 h 1357700"/>
              <a:gd name="connsiteX89" fmla="*/ 4578184 w 10678681"/>
              <a:gd name="connsiteY89" fmla="*/ 1326745 h 1357700"/>
              <a:gd name="connsiteX90" fmla="*/ 4574270 w 10678681"/>
              <a:gd name="connsiteY90" fmla="*/ 1325878 h 1357700"/>
              <a:gd name="connsiteX91" fmla="*/ 4564919 w 10678681"/>
              <a:gd name="connsiteY91" fmla="*/ 1325507 h 1357700"/>
              <a:gd name="connsiteX92" fmla="*/ 4566586 w 10678681"/>
              <a:gd name="connsiteY92" fmla="*/ 1316963 h 1357700"/>
              <a:gd name="connsiteX93" fmla="*/ 4556303 w 10678681"/>
              <a:gd name="connsiteY93" fmla="*/ 1300262 h 1357700"/>
              <a:gd name="connsiteX94" fmla="*/ 4502358 w 10678681"/>
              <a:gd name="connsiteY94" fmla="*/ 1302558 h 1357700"/>
              <a:gd name="connsiteX95" fmla="*/ 4498919 w 10678681"/>
              <a:gd name="connsiteY95" fmla="*/ 1312115 h 1357700"/>
              <a:gd name="connsiteX96" fmla="*/ 4492075 w 10678681"/>
              <a:gd name="connsiteY96" fmla="*/ 1313357 h 1357700"/>
              <a:gd name="connsiteX97" fmla="*/ 4487466 w 10678681"/>
              <a:gd name="connsiteY97" fmla="*/ 1304102 h 1357700"/>
              <a:gd name="connsiteX98" fmla="*/ 4398292 w 10678681"/>
              <a:gd name="connsiteY98" fmla="*/ 1278410 h 1357700"/>
              <a:gd name="connsiteX99" fmla="*/ 4306088 w 10678681"/>
              <a:gd name="connsiteY99" fmla="*/ 1282512 h 1357700"/>
              <a:gd name="connsiteX100" fmla="*/ 4188995 w 10678681"/>
              <a:gd name="connsiteY100" fmla="*/ 1296718 h 1357700"/>
              <a:gd name="connsiteX101" fmla="*/ 4136582 w 10678681"/>
              <a:gd name="connsiteY101" fmla="*/ 1287687 h 1357700"/>
              <a:gd name="connsiteX102" fmla="*/ 4064614 w 10678681"/>
              <a:gd name="connsiteY102" fmla="*/ 1296118 h 1357700"/>
              <a:gd name="connsiteX103" fmla="*/ 3906561 w 10678681"/>
              <a:gd name="connsiteY103" fmla="*/ 1352435 h 1357700"/>
              <a:gd name="connsiteX104" fmla="*/ 3787890 w 10678681"/>
              <a:gd name="connsiteY104" fmla="*/ 1352442 h 1357700"/>
              <a:gd name="connsiteX105" fmla="*/ 3745993 w 10678681"/>
              <a:gd name="connsiteY105" fmla="*/ 1342630 h 1357700"/>
              <a:gd name="connsiteX106" fmla="*/ 3675785 w 10678681"/>
              <a:gd name="connsiteY106" fmla="*/ 1326802 h 1357700"/>
              <a:gd name="connsiteX107" fmla="*/ 3623856 w 10678681"/>
              <a:gd name="connsiteY107" fmla="*/ 1290804 h 1357700"/>
              <a:gd name="connsiteX108" fmla="*/ 3564933 w 10678681"/>
              <a:gd name="connsiteY108" fmla="*/ 1287147 h 1357700"/>
              <a:gd name="connsiteX109" fmla="*/ 3550537 w 10678681"/>
              <a:gd name="connsiteY109" fmla="*/ 1317552 h 1357700"/>
              <a:gd name="connsiteX110" fmla="*/ 3487736 w 10678681"/>
              <a:gd name="connsiteY110" fmla="*/ 1303493 h 1357700"/>
              <a:gd name="connsiteX111" fmla="*/ 3392548 w 10678681"/>
              <a:gd name="connsiteY111" fmla="*/ 1278741 h 1357700"/>
              <a:gd name="connsiteX112" fmla="*/ 3337466 w 10678681"/>
              <a:gd name="connsiteY112" fmla="*/ 1272537 h 1357700"/>
              <a:gd name="connsiteX113" fmla="*/ 3187206 w 10678681"/>
              <a:gd name="connsiteY113" fmla="*/ 1246821 h 1357700"/>
              <a:gd name="connsiteX114" fmla="*/ 3036856 w 10678681"/>
              <a:gd name="connsiteY114" fmla="*/ 1214383 h 1357700"/>
              <a:gd name="connsiteX115" fmla="*/ 2948654 w 10678681"/>
              <a:gd name="connsiteY115" fmla="*/ 1157455 h 1357700"/>
              <a:gd name="connsiteX116" fmla="*/ 2824973 w 10678681"/>
              <a:gd name="connsiteY116" fmla="*/ 1134864 h 1357700"/>
              <a:gd name="connsiteX117" fmla="*/ 2804398 w 10678681"/>
              <a:gd name="connsiteY117" fmla="*/ 1125556 h 1357700"/>
              <a:gd name="connsiteX118" fmla="*/ 2775396 w 10678681"/>
              <a:gd name="connsiteY118" fmla="*/ 1130148 h 1357700"/>
              <a:gd name="connsiteX119" fmla="*/ 2659096 w 10678681"/>
              <a:gd name="connsiteY119" fmla="*/ 1150294 h 1357700"/>
              <a:gd name="connsiteX120" fmla="*/ 2567088 w 10678681"/>
              <a:gd name="connsiteY120" fmla="*/ 1181781 h 1357700"/>
              <a:gd name="connsiteX121" fmla="*/ 2454501 w 10678681"/>
              <a:gd name="connsiteY121" fmla="*/ 1155455 h 1357700"/>
              <a:gd name="connsiteX122" fmla="*/ 2385161 w 10678681"/>
              <a:gd name="connsiteY122" fmla="*/ 1161312 h 1357700"/>
              <a:gd name="connsiteX123" fmla="*/ 2270528 w 10678681"/>
              <a:gd name="connsiteY123" fmla="*/ 1204338 h 1357700"/>
              <a:gd name="connsiteX124" fmla="*/ 2121820 w 10678681"/>
              <a:gd name="connsiteY124" fmla="*/ 1187078 h 1357700"/>
              <a:gd name="connsiteX125" fmla="*/ 2092716 w 10678681"/>
              <a:gd name="connsiteY125" fmla="*/ 1139224 h 1357700"/>
              <a:gd name="connsiteX126" fmla="*/ 2052449 w 10678681"/>
              <a:gd name="connsiteY126" fmla="*/ 1109687 h 1357700"/>
              <a:gd name="connsiteX127" fmla="*/ 2032607 w 10678681"/>
              <a:gd name="connsiteY127" fmla="*/ 1175477 h 1357700"/>
              <a:gd name="connsiteX128" fmla="*/ 1901837 w 10678681"/>
              <a:gd name="connsiteY128" fmla="*/ 1221762 h 1357700"/>
              <a:gd name="connsiteX129" fmla="*/ 1836762 w 10678681"/>
              <a:gd name="connsiteY129" fmla="*/ 1237387 h 1357700"/>
              <a:gd name="connsiteX130" fmla="*/ 1735877 w 10678681"/>
              <a:gd name="connsiteY130" fmla="*/ 1246527 h 1357700"/>
              <a:gd name="connsiteX131" fmla="*/ 1705069 w 10678681"/>
              <a:gd name="connsiteY131" fmla="*/ 1251989 h 1357700"/>
              <a:gd name="connsiteX132" fmla="*/ 1397689 w 10678681"/>
              <a:gd name="connsiteY132" fmla="*/ 1336144 h 1357700"/>
              <a:gd name="connsiteX133" fmla="*/ 1220734 w 10678681"/>
              <a:gd name="connsiteY133" fmla="*/ 1257811 h 1357700"/>
              <a:gd name="connsiteX134" fmla="*/ 1021737 w 10678681"/>
              <a:gd name="connsiteY134" fmla="*/ 1238739 h 1357700"/>
              <a:gd name="connsiteX135" fmla="*/ 959820 w 10678681"/>
              <a:gd name="connsiteY135" fmla="*/ 1275863 h 1357700"/>
              <a:gd name="connsiteX136" fmla="*/ 929137 w 10678681"/>
              <a:gd name="connsiteY136" fmla="*/ 1273957 h 1357700"/>
              <a:gd name="connsiteX137" fmla="*/ 878849 w 10678681"/>
              <a:gd name="connsiteY137" fmla="*/ 1266740 h 1357700"/>
              <a:gd name="connsiteX138" fmla="*/ 800667 w 10678681"/>
              <a:gd name="connsiteY138" fmla="*/ 1282041 h 1357700"/>
              <a:gd name="connsiteX139" fmla="*/ 644906 w 10678681"/>
              <a:gd name="connsiteY139" fmla="*/ 1273685 h 1357700"/>
              <a:gd name="connsiteX140" fmla="*/ 379869 w 10678681"/>
              <a:gd name="connsiteY140" fmla="*/ 1339165 h 1357700"/>
              <a:gd name="connsiteX141" fmla="*/ 137696 w 10678681"/>
              <a:gd name="connsiteY141" fmla="*/ 1319217 h 1357700"/>
              <a:gd name="connsiteX142" fmla="*/ 54250 w 10678681"/>
              <a:gd name="connsiteY142" fmla="*/ 1315838 h 1357700"/>
              <a:gd name="connsiteX143" fmla="*/ 28042 w 10678681"/>
              <a:gd name="connsiteY143" fmla="*/ 1297822 h 1357700"/>
              <a:gd name="connsiteX144" fmla="*/ 0 w 10678681"/>
              <a:gd name="connsiteY144" fmla="*/ 1294612 h 1357700"/>
              <a:gd name="connsiteX145" fmla="*/ 0 w 10678681"/>
              <a:gd name="connsiteY145" fmla="*/ 0 h 1357700"/>
              <a:gd name="connsiteX0" fmla="*/ 0 w 10678681"/>
              <a:gd name="connsiteY0" fmla="*/ 0 h 1357700"/>
              <a:gd name="connsiteX1" fmla="*/ 10678681 w 10678681"/>
              <a:gd name="connsiteY1" fmla="*/ 0 h 1357700"/>
              <a:gd name="connsiteX2" fmla="*/ 10666019 w 10678681"/>
              <a:gd name="connsiteY2" fmla="*/ 7876 h 1357700"/>
              <a:gd name="connsiteX3" fmla="*/ 10632825 w 10678681"/>
              <a:gd name="connsiteY3" fmla="*/ 32153 h 1357700"/>
              <a:gd name="connsiteX4" fmla="*/ 10510605 w 10678681"/>
              <a:gd name="connsiteY4" fmla="*/ 30449 h 1357700"/>
              <a:gd name="connsiteX5" fmla="*/ 10456989 w 10678681"/>
              <a:gd name="connsiteY5" fmla="*/ 979 h 1357700"/>
              <a:gd name="connsiteX6" fmla="*/ 10438642 w 10678681"/>
              <a:gd name="connsiteY6" fmla="*/ 1524 h 1357700"/>
              <a:gd name="connsiteX7" fmla="*/ 10407146 w 10678681"/>
              <a:gd name="connsiteY7" fmla="*/ 43659 h 1357700"/>
              <a:gd name="connsiteX8" fmla="*/ 10357996 w 10678681"/>
              <a:gd name="connsiteY8" fmla="*/ 50836 h 1357700"/>
              <a:gd name="connsiteX9" fmla="*/ 10306667 w 10678681"/>
              <a:gd name="connsiteY9" fmla="*/ 109739 h 1357700"/>
              <a:gd name="connsiteX10" fmla="*/ 10115334 w 10678681"/>
              <a:gd name="connsiteY10" fmla="*/ 155658 h 1357700"/>
              <a:gd name="connsiteX11" fmla="*/ 10068157 w 10678681"/>
              <a:gd name="connsiteY11" fmla="*/ 215673 h 1357700"/>
              <a:gd name="connsiteX12" fmla="*/ 10045431 w 10678681"/>
              <a:gd name="connsiteY12" fmla="*/ 229568 h 1357700"/>
              <a:gd name="connsiteX13" fmla="*/ 10013265 w 10678681"/>
              <a:gd name="connsiteY13" fmla="*/ 284757 h 1357700"/>
              <a:gd name="connsiteX14" fmla="*/ 9862496 w 10678681"/>
              <a:gd name="connsiteY14" fmla="*/ 223033 h 1357700"/>
              <a:gd name="connsiteX15" fmla="*/ 9679638 w 10678681"/>
              <a:gd name="connsiteY15" fmla="*/ 277462 h 1357700"/>
              <a:gd name="connsiteX16" fmla="*/ 9498347 w 10678681"/>
              <a:gd name="connsiteY16" fmla="*/ 244723 h 1357700"/>
              <a:gd name="connsiteX17" fmla="*/ 9399702 w 10678681"/>
              <a:gd name="connsiteY17" fmla="*/ 276316 h 1357700"/>
              <a:gd name="connsiteX18" fmla="*/ 9378439 w 10678681"/>
              <a:gd name="connsiteY18" fmla="*/ 326244 h 1357700"/>
              <a:gd name="connsiteX19" fmla="*/ 9121744 w 10678681"/>
              <a:gd name="connsiteY19" fmla="*/ 365177 h 1357700"/>
              <a:gd name="connsiteX20" fmla="*/ 9061654 w 10678681"/>
              <a:gd name="connsiteY20" fmla="*/ 393730 h 1357700"/>
              <a:gd name="connsiteX21" fmla="*/ 8997577 w 10678681"/>
              <a:gd name="connsiteY21" fmla="*/ 380865 h 1357700"/>
              <a:gd name="connsiteX22" fmla="*/ 8907968 w 10678681"/>
              <a:gd name="connsiteY22" fmla="*/ 447345 h 1357700"/>
              <a:gd name="connsiteX23" fmla="*/ 8764163 w 10678681"/>
              <a:gd name="connsiteY23" fmla="*/ 471000 h 1357700"/>
              <a:gd name="connsiteX24" fmla="*/ 8680155 w 10678681"/>
              <a:gd name="connsiteY24" fmla="*/ 492404 h 1357700"/>
              <a:gd name="connsiteX25" fmla="*/ 8651436 w 10678681"/>
              <a:gd name="connsiteY25" fmla="*/ 511923 h 1357700"/>
              <a:gd name="connsiteX26" fmla="*/ 8609185 w 10678681"/>
              <a:gd name="connsiteY26" fmla="*/ 531525 h 1357700"/>
              <a:gd name="connsiteX27" fmla="*/ 8537091 w 10678681"/>
              <a:gd name="connsiteY27" fmla="*/ 574933 h 1357700"/>
              <a:gd name="connsiteX28" fmla="*/ 8435931 w 10678681"/>
              <a:gd name="connsiteY28" fmla="*/ 617926 h 1357700"/>
              <a:gd name="connsiteX29" fmla="*/ 8348623 w 10678681"/>
              <a:gd name="connsiteY29" fmla="*/ 600607 h 1357700"/>
              <a:gd name="connsiteX30" fmla="*/ 8344233 w 10678681"/>
              <a:gd name="connsiteY30" fmla="*/ 610922 h 1357700"/>
              <a:gd name="connsiteX31" fmla="*/ 8290622 w 10678681"/>
              <a:gd name="connsiteY31" fmla="*/ 622687 h 1357700"/>
              <a:gd name="connsiteX32" fmla="*/ 8086698 w 10678681"/>
              <a:gd name="connsiteY32" fmla="*/ 605185 h 1357700"/>
              <a:gd name="connsiteX33" fmla="*/ 7982378 w 10678681"/>
              <a:gd name="connsiteY33" fmla="*/ 629799 h 1357700"/>
              <a:gd name="connsiteX34" fmla="*/ 7947952 w 10678681"/>
              <a:gd name="connsiteY34" fmla="*/ 648003 h 1357700"/>
              <a:gd name="connsiteX35" fmla="*/ 7890112 w 10678681"/>
              <a:gd name="connsiteY35" fmla="*/ 677915 h 1357700"/>
              <a:gd name="connsiteX36" fmla="*/ 7853284 w 10678681"/>
              <a:gd name="connsiteY36" fmla="*/ 723588 h 1357700"/>
              <a:gd name="connsiteX37" fmla="*/ 7802383 w 10678681"/>
              <a:gd name="connsiteY37" fmla="*/ 739359 h 1357700"/>
              <a:gd name="connsiteX38" fmla="*/ 7730518 w 10678681"/>
              <a:gd name="connsiteY38" fmla="*/ 739526 h 1357700"/>
              <a:gd name="connsiteX39" fmla="*/ 7652907 w 10678681"/>
              <a:gd name="connsiteY39" fmla="*/ 783273 h 1357700"/>
              <a:gd name="connsiteX40" fmla="*/ 7606008 w 10678681"/>
              <a:gd name="connsiteY40" fmla="*/ 800717 h 1357700"/>
              <a:gd name="connsiteX41" fmla="*/ 7480223 w 10678681"/>
              <a:gd name="connsiteY41" fmla="*/ 856821 h 1357700"/>
              <a:gd name="connsiteX42" fmla="*/ 7356005 w 10678681"/>
              <a:gd name="connsiteY42" fmla="*/ 919462 h 1357700"/>
              <a:gd name="connsiteX43" fmla="*/ 7305396 w 10678681"/>
              <a:gd name="connsiteY43" fmla="*/ 986228 h 1357700"/>
              <a:gd name="connsiteX44" fmla="*/ 7266251 w 10678681"/>
              <a:gd name="connsiteY44" fmla="*/ 967864 h 1357700"/>
              <a:gd name="connsiteX45" fmla="*/ 7269396 w 10678681"/>
              <a:gd name="connsiteY45" fmla="*/ 989282 h 1357700"/>
              <a:gd name="connsiteX46" fmla="*/ 7258094 w 10678681"/>
              <a:gd name="connsiteY46" fmla="*/ 990679 h 1357700"/>
              <a:gd name="connsiteX47" fmla="*/ 7257893 w 10678681"/>
              <a:gd name="connsiteY47" fmla="*/ 991204 h 1357700"/>
              <a:gd name="connsiteX48" fmla="*/ 7247153 w 10678681"/>
              <a:gd name="connsiteY48" fmla="*/ 991550 h 1357700"/>
              <a:gd name="connsiteX49" fmla="*/ 7193612 w 10678681"/>
              <a:gd name="connsiteY49" fmla="*/ 987042 h 1357700"/>
              <a:gd name="connsiteX50" fmla="*/ 7132632 w 10678681"/>
              <a:gd name="connsiteY50" fmla="*/ 1042036 h 1357700"/>
              <a:gd name="connsiteX51" fmla="*/ 7105610 w 10678681"/>
              <a:gd name="connsiteY51" fmla="*/ 1053537 h 1357700"/>
              <a:gd name="connsiteX52" fmla="*/ 7069148 w 10678681"/>
              <a:gd name="connsiteY52" fmla="*/ 1047163 h 1357700"/>
              <a:gd name="connsiteX53" fmla="*/ 7039634 w 10678681"/>
              <a:gd name="connsiteY53" fmla="*/ 1059971 h 1357700"/>
              <a:gd name="connsiteX54" fmla="*/ 7033445 w 10678681"/>
              <a:gd name="connsiteY54" fmla="*/ 1063314 h 1357700"/>
              <a:gd name="connsiteX55" fmla="*/ 6999157 w 10678681"/>
              <a:gd name="connsiteY55" fmla="*/ 1055282 h 1357700"/>
              <a:gd name="connsiteX56" fmla="*/ 6981874 w 10678681"/>
              <a:gd name="connsiteY56" fmla="*/ 1053827 h 1357700"/>
              <a:gd name="connsiteX57" fmla="*/ 6976102 w 10678681"/>
              <a:gd name="connsiteY57" fmla="*/ 1047854 h 1357700"/>
              <a:gd name="connsiteX58" fmla="*/ 6951040 w 10678681"/>
              <a:gd name="connsiteY58" fmla="*/ 1048531 h 1357700"/>
              <a:gd name="connsiteX59" fmla="*/ 6948497 w 10678681"/>
              <a:gd name="connsiteY59" fmla="*/ 1050706 h 1357700"/>
              <a:gd name="connsiteX60" fmla="*/ 6926582 w 10678681"/>
              <a:gd name="connsiteY60" fmla="*/ 1043462 h 1357700"/>
              <a:gd name="connsiteX61" fmla="*/ 6833743 w 10678681"/>
              <a:gd name="connsiteY61" fmla="*/ 1027960 h 1357700"/>
              <a:gd name="connsiteX62" fmla="*/ 6687090 w 10678681"/>
              <a:gd name="connsiteY62" fmla="*/ 1063250 h 1357700"/>
              <a:gd name="connsiteX63" fmla="*/ 6437450 w 10678681"/>
              <a:gd name="connsiteY63" fmla="*/ 1101075 h 1357700"/>
              <a:gd name="connsiteX64" fmla="*/ 6327795 w 10678681"/>
              <a:gd name="connsiteY64" fmla="*/ 1088142 h 1357700"/>
              <a:gd name="connsiteX65" fmla="*/ 6136549 w 10678681"/>
              <a:gd name="connsiteY65" fmla="*/ 1100268 h 1357700"/>
              <a:gd name="connsiteX66" fmla="*/ 6004655 w 10678681"/>
              <a:gd name="connsiteY66" fmla="*/ 1114946 h 1357700"/>
              <a:gd name="connsiteX67" fmla="*/ 5936643 w 10678681"/>
              <a:gd name="connsiteY67" fmla="*/ 1095428 h 1357700"/>
              <a:gd name="connsiteX68" fmla="*/ 5912484 w 10678681"/>
              <a:gd name="connsiteY68" fmla="*/ 1112624 h 1357700"/>
              <a:gd name="connsiteX69" fmla="*/ 5908387 w 10678681"/>
              <a:gd name="connsiteY69" fmla="*/ 1116018 h 1357700"/>
              <a:gd name="connsiteX70" fmla="*/ 5890495 w 10678681"/>
              <a:gd name="connsiteY70" fmla="*/ 1120268 h 1357700"/>
              <a:gd name="connsiteX71" fmla="*/ 5887318 w 10678681"/>
              <a:gd name="connsiteY71" fmla="*/ 1133134 h 1357700"/>
              <a:gd name="connsiteX72" fmla="*/ 5861726 w 10678681"/>
              <a:gd name="connsiteY72" fmla="*/ 1147891 h 1357700"/>
              <a:gd name="connsiteX73" fmla="*/ 5805823 w 10678681"/>
              <a:gd name="connsiteY73" fmla="*/ 1152457 h 1357700"/>
              <a:gd name="connsiteX74" fmla="*/ 5689841 w 10678681"/>
              <a:gd name="connsiteY74" fmla="*/ 1176232 h 1357700"/>
              <a:gd name="connsiteX75" fmla="*/ 5605119 w 10678681"/>
              <a:gd name="connsiteY75" fmla="*/ 1190202 h 1357700"/>
              <a:gd name="connsiteX76" fmla="*/ 5488513 w 10678681"/>
              <a:gd name="connsiteY76" fmla="*/ 1205367 h 1357700"/>
              <a:gd name="connsiteX77" fmla="*/ 5402905 w 10678681"/>
              <a:gd name="connsiteY77" fmla="*/ 1241191 h 1357700"/>
              <a:gd name="connsiteX78" fmla="*/ 5285593 w 10678681"/>
              <a:gd name="connsiteY78" fmla="*/ 1273569 h 1357700"/>
              <a:gd name="connsiteX79" fmla="*/ 5192893 w 10678681"/>
              <a:gd name="connsiteY79" fmla="*/ 1247188 h 1357700"/>
              <a:gd name="connsiteX80" fmla="*/ 5186475 w 10678681"/>
              <a:gd name="connsiteY80" fmla="*/ 1257028 h 1357700"/>
              <a:gd name="connsiteX81" fmla="*/ 5126038 w 10678681"/>
              <a:gd name="connsiteY81" fmla="*/ 1263189 h 1357700"/>
              <a:gd name="connsiteX82" fmla="*/ 4894688 w 10678681"/>
              <a:gd name="connsiteY82" fmla="*/ 1247184 h 1357700"/>
              <a:gd name="connsiteX83" fmla="*/ 4788036 w 10678681"/>
              <a:gd name="connsiteY83" fmla="*/ 1238182 h 1357700"/>
              <a:gd name="connsiteX84" fmla="*/ 4747555 w 10678681"/>
              <a:gd name="connsiteY84" fmla="*/ 1252768 h 1357700"/>
              <a:gd name="connsiteX85" fmla="*/ 4679644 w 10678681"/>
              <a:gd name="connsiteY85" fmla="*/ 1276603 h 1357700"/>
              <a:gd name="connsiteX86" fmla="*/ 4632222 w 10678681"/>
              <a:gd name="connsiteY86" fmla="*/ 1318360 h 1357700"/>
              <a:gd name="connsiteX87" fmla="*/ 4617358 w 10678681"/>
              <a:gd name="connsiteY87" fmla="*/ 1327690 h 1357700"/>
              <a:gd name="connsiteX88" fmla="*/ 4589102 w 10678681"/>
              <a:gd name="connsiteY88" fmla="*/ 1321223 h 1357700"/>
              <a:gd name="connsiteX89" fmla="*/ 4578184 w 10678681"/>
              <a:gd name="connsiteY89" fmla="*/ 1326745 h 1357700"/>
              <a:gd name="connsiteX90" fmla="*/ 4574270 w 10678681"/>
              <a:gd name="connsiteY90" fmla="*/ 1325878 h 1357700"/>
              <a:gd name="connsiteX91" fmla="*/ 4564919 w 10678681"/>
              <a:gd name="connsiteY91" fmla="*/ 1325507 h 1357700"/>
              <a:gd name="connsiteX92" fmla="*/ 4566586 w 10678681"/>
              <a:gd name="connsiteY92" fmla="*/ 1316963 h 1357700"/>
              <a:gd name="connsiteX93" fmla="*/ 4556303 w 10678681"/>
              <a:gd name="connsiteY93" fmla="*/ 1300262 h 1357700"/>
              <a:gd name="connsiteX94" fmla="*/ 4502358 w 10678681"/>
              <a:gd name="connsiteY94" fmla="*/ 1302558 h 1357700"/>
              <a:gd name="connsiteX95" fmla="*/ 4498919 w 10678681"/>
              <a:gd name="connsiteY95" fmla="*/ 1312115 h 1357700"/>
              <a:gd name="connsiteX96" fmla="*/ 4492075 w 10678681"/>
              <a:gd name="connsiteY96" fmla="*/ 1313357 h 1357700"/>
              <a:gd name="connsiteX97" fmla="*/ 4487466 w 10678681"/>
              <a:gd name="connsiteY97" fmla="*/ 1304102 h 1357700"/>
              <a:gd name="connsiteX98" fmla="*/ 4398292 w 10678681"/>
              <a:gd name="connsiteY98" fmla="*/ 1278410 h 1357700"/>
              <a:gd name="connsiteX99" fmla="*/ 4306088 w 10678681"/>
              <a:gd name="connsiteY99" fmla="*/ 1282512 h 1357700"/>
              <a:gd name="connsiteX100" fmla="*/ 4188995 w 10678681"/>
              <a:gd name="connsiteY100" fmla="*/ 1296718 h 1357700"/>
              <a:gd name="connsiteX101" fmla="*/ 4136582 w 10678681"/>
              <a:gd name="connsiteY101" fmla="*/ 1287687 h 1357700"/>
              <a:gd name="connsiteX102" fmla="*/ 4064614 w 10678681"/>
              <a:gd name="connsiteY102" fmla="*/ 1296118 h 1357700"/>
              <a:gd name="connsiteX103" fmla="*/ 3906561 w 10678681"/>
              <a:gd name="connsiteY103" fmla="*/ 1352435 h 1357700"/>
              <a:gd name="connsiteX104" fmla="*/ 3787890 w 10678681"/>
              <a:gd name="connsiteY104" fmla="*/ 1352442 h 1357700"/>
              <a:gd name="connsiteX105" fmla="*/ 3745993 w 10678681"/>
              <a:gd name="connsiteY105" fmla="*/ 1342630 h 1357700"/>
              <a:gd name="connsiteX106" fmla="*/ 3675785 w 10678681"/>
              <a:gd name="connsiteY106" fmla="*/ 1326802 h 1357700"/>
              <a:gd name="connsiteX107" fmla="*/ 3623856 w 10678681"/>
              <a:gd name="connsiteY107" fmla="*/ 1290804 h 1357700"/>
              <a:gd name="connsiteX108" fmla="*/ 3564933 w 10678681"/>
              <a:gd name="connsiteY108" fmla="*/ 1287147 h 1357700"/>
              <a:gd name="connsiteX109" fmla="*/ 3550537 w 10678681"/>
              <a:gd name="connsiteY109" fmla="*/ 1317552 h 1357700"/>
              <a:gd name="connsiteX110" fmla="*/ 3487736 w 10678681"/>
              <a:gd name="connsiteY110" fmla="*/ 1303493 h 1357700"/>
              <a:gd name="connsiteX111" fmla="*/ 3392548 w 10678681"/>
              <a:gd name="connsiteY111" fmla="*/ 1278741 h 1357700"/>
              <a:gd name="connsiteX112" fmla="*/ 3337466 w 10678681"/>
              <a:gd name="connsiteY112" fmla="*/ 1272537 h 1357700"/>
              <a:gd name="connsiteX113" fmla="*/ 3187206 w 10678681"/>
              <a:gd name="connsiteY113" fmla="*/ 1246821 h 1357700"/>
              <a:gd name="connsiteX114" fmla="*/ 3036856 w 10678681"/>
              <a:gd name="connsiteY114" fmla="*/ 1214383 h 1357700"/>
              <a:gd name="connsiteX115" fmla="*/ 2948654 w 10678681"/>
              <a:gd name="connsiteY115" fmla="*/ 1157455 h 1357700"/>
              <a:gd name="connsiteX116" fmla="*/ 2824973 w 10678681"/>
              <a:gd name="connsiteY116" fmla="*/ 1134864 h 1357700"/>
              <a:gd name="connsiteX117" fmla="*/ 2804398 w 10678681"/>
              <a:gd name="connsiteY117" fmla="*/ 1125556 h 1357700"/>
              <a:gd name="connsiteX118" fmla="*/ 2775396 w 10678681"/>
              <a:gd name="connsiteY118" fmla="*/ 1130148 h 1357700"/>
              <a:gd name="connsiteX119" fmla="*/ 2659096 w 10678681"/>
              <a:gd name="connsiteY119" fmla="*/ 1150294 h 1357700"/>
              <a:gd name="connsiteX120" fmla="*/ 2567088 w 10678681"/>
              <a:gd name="connsiteY120" fmla="*/ 1181781 h 1357700"/>
              <a:gd name="connsiteX121" fmla="*/ 2454501 w 10678681"/>
              <a:gd name="connsiteY121" fmla="*/ 1155455 h 1357700"/>
              <a:gd name="connsiteX122" fmla="*/ 2385161 w 10678681"/>
              <a:gd name="connsiteY122" fmla="*/ 1161312 h 1357700"/>
              <a:gd name="connsiteX123" fmla="*/ 2270528 w 10678681"/>
              <a:gd name="connsiteY123" fmla="*/ 1204338 h 1357700"/>
              <a:gd name="connsiteX124" fmla="*/ 2121820 w 10678681"/>
              <a:gd name="connsiteY124" fmla="*/ 1187078 h 1357700"/>
              <a:gd name="connsiteX125" fmla="*/ 2092716 w 10678681"/>
              <a:gd name="connsiteY125" fmla="*/ 1139224 h 1357700"/>
              <a:gd name="connsiteX126" fmla="*/ 2052449 w 10678681"/>
              <a:gd name="connsiteY126" fmla="*/ 1109687 h 1357700"/>
              <a:gd name="connsiteX127" fmla="*/ 2032607 w 10678681"/>
              <a:gd name="connsiteY127" fmla="*/ 1175477 h 1357700"/>
              <a:gd name="connsiteX128" fmla="*/ 1901837 w 10678681"/>
              <a:gd name="connsiteY128" fmla="*/ 1221762 h 1357700"/>
              <a:gd name="connsiteX129" fmla="*/ 1836762 w 10678681"/>
              <a:gd name="connsiteY129" fmla="*/ 1237387 h 1357700"/>
              <a:gd name="connsiteX130" fmla="*/ 1735877 w 10678681"/>
              <a:gd name="connsiteY130" fmla="*/ 1246527 h 1357700"/>
              <a:gd name="connsiteX131" fmla="*/ 1705069 w 10678681"/>
              <a:gd name="connsiteY131" fmla="*/ 1251989 h 1357700"/>
              <a:gd name="connsiteX132" fmla="*/ 1397689 w 10678681"/>
              <a:gd name="connsiteY132" fmla="*/ 1336144 h 1357700"/>
              <a:gd name="connsiteX133" fmla="*/ 1220734 w 10678681"/>
              <a:gd name="connsiteY133" fmla="*/ 1257811 h 1357700"/>
              <a:gd name="connsiteX134" fmla="*/ 1021737 w 10678681"/>
              <a:gd name="connsiteY134" fmla="*/ 1238739 h 1357700"/>
              <a:gd name="connsiteX135" fmla="*/ 959820 w 10678681"/>
              <a:gd name="connsiteY135" fmla="*/ 1275863 h 1357700"/>
              <a:gd name="connsiteX136" fmla="*/ 929137 w 10678681"/>
              <a:gd name="connsiteY136" fmla="*/ 1273957 h 1357700"/>
              <a:gd name="connsiteX137" fmla="*/ 878849 w 10678681"/>
              <a:gd name="connsiteY137" fmla="*/ 1266740 h 1357700"/>
              <a:gd name="connsiteX138" fmla="*/ 800667 w 10678681"/>
              <a:gd name="connsiteY138" fmla="*/ 1282041 h 1357700"/>
              <a:gd name="connsiteX139" fmla="*/ 644906 w 10678681"/>
              <a:gd name="connsiteY139" fmla="*/ 1273685 h 1357700"/>
              <a:gd name="connsiteX140" fmla="*/ 379869 w 10678681"/>
              <a:gd name="connsiteY140" fmla="*/ 1339165 h 1357700"/>
              <a:gd name="connsiteX141" fmla="*/ 137696 w 10678681"/>
              <a:gd name="connsiteY141" fmla="*/ 1319217 h 1357700"/>
              <a:gd name="connsiteX142" fmla="*/ 54250 w 10678681"/>
              <a:gd name="connsiteY142" fmla="*/ 1315838 h 1357700"/>
              <a:gd name="connsiteX143" fmla="*/ 28042 w 10678681"/>
              <a:gd name="connsiteY143" fmla="*/ 1297822 h 1357700"/>
              <a:gd name="connsiteX144" fmla="*/ 0 w 10678681"/>
              <a:gd name="connsiteY144" fmla="*/ 1294612 h 1357700"/>
              <a:gd name="connsiteX145" fmla="*/ 0 w 10678681"/>
              <a:gd name="connsiteY145" fmla="*/ 0 h 1357700"/>
              <a:gd name="connsiteX0" fmla="*/ 0 w 10678681"/>
              <a:gd name="connsiteY0" fmla="*/ 0 h 1357700"/>
              <a:gd name="connsiteX1" fmla="*/ 10678681 w 10678681"/>
              <a:gd name="connsiteY1" fmla="*/ 0 h 1357700"/>
              <a:gd name="connsiteX2" fmla="*/ 10666019 w 10678681"/>
              <a:gd name="connsiteY2" fmla="*/ 7876 h 1357700"/>
              <a:gd name="connsiteX3" fmla="*/ 10632825 w 10678681"/>
              <a:gd name="connsiteY3" fmla="*/ 32153 h 1357700"/>
              <a:gd name="connsiteX4" fmla="*/ 10510605 w 10678681"/>
              <a:gd name="connsiteY4" fmla="*/ 30449 h 1357700"/>
              <a:gd name="connsiteX5" fmla="*/ 10456989 w 10678681"/>
              <a:gd name="connsiteY5" fmla="*/ 979 h 1357700"/>
              <a:gd name="connsiteX6" fmla="*/ 10438642 w 10678681"/>
              <a:gd name="connsiteY6" fmla="*/ 1524 h 1357700"/>
              <a:gd name="connsiteX7" fmla="*/ 10407146 w 10678681"/>
              <a:gd name="connsiteY7" fmla="*/ 43659 h 1357700"/>
              <a:gd name="connsiteX8" fmla="*/ 10357996 w 10678681"/>
              <a:gd name="connsiteY8" fmla="*/ 50836 h 1357700"/>
              <a:gd name="connsiteX9" fmla="*/ 10306667 w 10678681"/>
              <a:gd name="connsiteY9" fmla="*/ 109739 h 1357700"/>
              <a:gd name="connsiteX10" fmla="*/ 10115334 w 10678681"/>
              <a:gd name="connsiteY10" fmla="*/ 155658 h 1357700"/>
              <a:gd name="connsiteX11" fmla="*/ 10068157 w 10678681"/>
              <a:gd name="connsiteY11" fmla="*/ 215673 h 1357700"/>
              <a:gd name="connsiteX12" fmla="*/ 10045431 w 10678681"/>
              <a:gd name="connsiteY12" fmla="*/ 229568 h 1357700"/>
              <a:gd name="connsiteX13" fmla="*/ 10013265 w 10678681"/>
              <a:gd name="connsiteY13" fmla="*/ 284757 h 1357700"/>
              <a:gd name="connsiteX14" fmla="*/ 9862496 w 10678681"/>
              <a:gd name="connsiteY14" fmla="*/ 223033 h 1357700"/>
              <a:gd name="connsiteX15" fmla="*/ 9679638 w 10678681"/>
              <a:gd name="connsiteY15" fmla="*/ 277462 h 1357700"/>
              <a:gd name="connsiteX16" fmla="*/ 9498347 w 10678681"/>
              <a:gd name="connsiteY16" fmla="*/ 244723 h 1357700"/>
              <a:gd name="connsiteX17" fmla="*/ 9399702 w 10678681"/>
              <a:gd name="connsiteY17" fmla="*/ 276316 h 1357700"/>
              <a:gd name="connsiteX18" fmla="*/ 9378439 w 10678681"/>
              <a:gd name="connsiteY18" fmla="*/ 326244 h 1357700"/>
              <a:gd name="connsiteX19" fmla="*/ 9121744 w 10678681"/>
              <a:gd name="connsiteY19" fmla="*/ 365177 h 1357700"/>
              <a:gd name="connsiteX20" fmla="*/ 9061654 w 10678681"/>
              <a:gd name="connsiteY20" fmla="*/ 393730 h 1357700"/>
              <a:gd name="connsiteX21" fmla="*/ 8997577 w 10678681"/>
              <a:gd name="connsiteY21" fmla="*/ 380865 h 1357700"/>
              <a:gd name="connsiteX22" fmla="*/ 8907968 w 10678681"/>
              <a:gd name="connsiteY22" fmla="*/ 447345 h 1357700"/>
              <a:gd name="connsiteX23" fmla="*/ 8764163 w 10678681"/>
              <a:gd name="connsiteY23" fmla="*/ 471000 h 1357700"/>
              <a:gd name="connsiteX24" fmla="*/ 8680155 w 10678681"/>
              <a:gd name="connsiteY24" fmla="*/ 492404 h 1357700"/>
              <a:gd name="connsiteX25" fmla="*/ 8651436 w 10678681"/>
              <a:gd name="connsiteY25" fmla="*/ 511923 h 1357700"/>
              <a:gd name="connsiteX26" fmla="*/ 8609185 w 10678681"/>
              <a:gd name="connsiteY26" fmla="*/ 531525 h 1357700"/>
              <a:gd name="connsiteX27" fmla="*/ 8537091 w 10678681"/>
              <a:gd name="connsiteY27" fmla="*/ 574933 h 1357700"/>
              <a:gd name="connsiteX28" fmla="*/ 8435931 w 10678681"/>
              <a:gd name="connsiteY28" fmla="*/ 617926 h 1357700"/>
              <a:gd name="connsiteX29" fmla="*/ 8348623 w 10678681"/>
              <a:gd name="connsiteY29" fmla="*/ 600607 h 1357700"/>
              <a:gd name="connsiteX30" fmla="*/ 8344233 w 10678681"/>
              <a:gd name="connsiteY30" fmla="*/ 610922 h 1357700"/>
              <a:gd name="connsiteX31" fmla="*/ 8290622 w 10678681"/>
              <a:gd name="connsiteY31" fmla="*/ 622687 h 1357700"/>
              <a:gd name="connsiteX32" fmla="*/ 8086698 w 10678681"/>
              <a:gd name="connsiteY32" fmla="*/ 605185 h 1357700"/>
              <a:gd name="connsiteX33" fmla="*/ 7982378 w 10678681"/>
              <a:gd name="connsiteY33" fmla="*/ 629799 h 1357700"/>
              <a:gd name="connsiteX34" fmla="*/ 7947952 w 10678681"/>
              <a:gd name="connsiteY34" fmla="*/ 648003 h 1357700"/>
              <a:gd name="connsiteX35" fmla="*/ 7890112 w 10678681"/>
              <a:gd name="connsiteY35" fmla="*/ 677915 h 1357700"/>
              <a:gd name="connsiteX36" fmla="*/ 7853284 w 10678681"/>
              <a:gd name="connsiteY36" fmla="*/ 723588 h 1357700"/>
              <a:gd name="connsiteX37" fmla="*/ 7802383 w 10678681"/>
              <a:gd name="connsiteY37" fmla="*/ 739359 h 1357700"/>
              <a:gd name="connsiteX38" fmla="*/ 7730518 w 10678681"/>
              <a:gd name="connsiteY38" fmla="*/ 739526 h 1357700"/>
              <a:gd name="connsiteX39" fmla="*/ 7652907 w 10678681"/>
              <a:gd name="connsiteY39" fmla="*/ 783273 h 1357700"/>
              <a:gd name="connsiteX40" fmla="*/ 7606008 w 10678681"/>
              <a:gd name="connsiteY40" fmla="*/ 800717 h 1357700"/>
              <a:gd name="connsiteX41" fmla="*/ 7480223 w 10678681"/>
              <a:gd name="connsiteY41" fmla="*/ 856821 h 1357700"/>
              <a:gd name="connsiteX42" fmla="*/ 7356005 w 10678681"/>
              <a:gd name="connsiteY42" fmla="*/ 919462 h 1357700"/>
              <a:gd name="connsiteX43" fmla="*/ 7305396 w 10678681"/>
              <a:gd name="connsiteY43" fmla="*/ 986228 h 1357700"/>
              <a:gd name="connsiteX44" fmla="*/ 7266251 w 10678681"/>
              <a:gd name="connsiteY44" fmla="*/ 967864 h 1357700"/>
              <a:gd name="connsiteX45" fmla="*/ 7269396 w 10678681"/>
              <a:gd name="connsiteY45" fmla="*/ 989282 h 1357700"/>
              <a:gd name="connsiteX46" fmla="*/ 7258094 w 10678681"/>
              <a:gd name="connsiteY46" fmla="*/ 990679 h 1357700"/>
              <a:gd name="connsiteX47" fmla="*/ 7257893 w 10678681"/>
              <a:gd name="connsiteY47" fmla="*/ 991204 h 1357700"/>
              <a:gd name="connsiteX48" fmla="*/ 7247153 w 10678681"/>
              <a:gd name="connsiteY48" fmla="*/ 991550 h 1357700"/>
              <a:gd name="connsiteX49" fmla="*/ 7193612 w 10678681"/>
              <a:gd name="connsiteY49" fmla="*/ 987042 h 1357700"/>
              <a:gd name="connsiteX50" fmla="*/ 7132632 w 10678681"/>
              <a:gd name="connsiteY50" fmla="*/ 1042036 h 1357700"/>
              <a:gd name="connsiteX51" fmla="*/ 7105610 w 10678681"/>
              <a:gd name="connsiteY51" fmla="*/ 1053537 h 1357700"/>
              <a:gd name="connsiteX52" fmla="*/ 7069148 w 10678681"/>
              <a:gd name="connsiteY52" fmla="*/ 1047163 h 1357700"/>
              <a:gd name="connsiteX53" fmla="*/ 7039634 w 10678681"/>
              <a:gd name="connsiteY53" fmla="*/ 1059971 h 1357700"/>
              <a:gd name="connsiteX54" fmla="*/ 7033445 w 10678681"/>
              <a:gd name="connsiteY54" fmla="*/ 1063314 h 1357700"/>
              <a:gd name="connsiteX55" fmla="*/ 6999157 w 10678681"/>
              <a:gd name="connsiteY55" fmla="*/ 1055282 h 1357700"/>
              <a:gd name="connsiteX56" fmla="*/ 6981874 w 10678681"/>
              <a:gd name="connsiteY56" fmla="*/ 1053827 h 1357700"/>
              <a:gd name="connsiteX57" fmla="*/ 6976102 w 10678681"/>
              <a:gd name="connsiteY57" fmla="*/ 1047854 h 1357700"/>
              <a:gd name="connsiteX58" fmla="*/ 6951040 w 10678681"/>
              <a:gd name="connsiteY58" fmla="*/ 1048531 h 1357700"/>
              <a:gd name="connsiteX59" fmla="*/ 6948497 w 10678681"/>
              <a:gd name="connsiteY59" fmla="*/ 1050706 h 1357700"/>
              <a:gd name="connsiteX60" fmla="*/ 6926582 w 10678681"/>
              <a:gd name="connsiteY60" fmla="*/ 1043462 h 1357700"/>
              <a:gd name="connsiteX61" fmla="*/ 6833743 w 10678681"/>
              <a:gd name="connsiteY61" fmla="*/ 1027960 h 1357700"/>
              <a:gd name="connsiteX62" fmla="*/ 6687090 w 10678681"/>
              <a:gd name="connsiteY62" fmla="*/ 1063250 h 1357700"/>
              <a:gd name="connsiteX63" fmla="*/ 6437450 w 10678681"/>
              <a:gd name="connsiteY63" fmla="*/ 1101075 h 1357700"/>
              <a:gd name="connsiteX64" fmla="*/ 6327795 w 10678681"/>
              <a:gd name="connsiteY64" fmla="*/ 1088142 h 1357700"/>
              <a:gd name="connsiteX65" fmla="*/ 6136549 w 10678681"/>
              <a:gd name="connsiteY65" fmla="*/ 1100268 h 1357700"/>
              <a:gd name="connsiteX66" fmla="*/ 6004655 w 10678681"/>
              <a:gd name="connsiteY66" fmla="*/ 1114946 h 1357700"/>
              <a:gd name="connsiteX67" fmla="*/ 5936643 w 10678681"/>
              <a:gd name="connsiteY67" fmla="*/ 1095428 h 1357700"/>
              <a:gd name="connsiteX68" fmla="*/ 5912484 w 10678681"/>
              <a:gd name="connsiteY68" fmla="*/ 1112624 h 1357700"/>
              <a:gd name="connsiteX69" fmla="*/ 5908387 w 10678681"/>
              <a:gd name="connsiteY69" fmla="*/ 1116018 h 1357700"/>
              <a:gd name="connsiteX70" fmla="*/ 5890495 w 10678681"/>
              <a:gd name="connsiteY70" fmla="*/ 1120268 h 1357700"/>
              <a:gd name="connsiteX71" fmla="*/ 5887318 w 10678681"/>
              <a:gd name="connsiteY71" fmla="*/ 1133134 h 1357700"/>
              <a:gd name="connsiteX72" fmla="*/ 5861726 w 10678681"/>
              <a:gd name="connsiteY72" fmla="*/ 1147891 h 1357700"/>
              <a:gd name="connsiteX73" fmla="*/ 5805823 w 10678681"/>
              <a:gd name="connsiteY73" fmla="*/ 1152457 h 1357700"/>
              <a:gd name="connsiteX74" fmla="*/ 5689841 w 10678681"/>
              <a:gd name="connsiteY74" fmla="*/ 1176232 h 1357700"/>
              <a:gd name="connsiteX75" fmla="*/ 5605119 w 10678681"/>
              <a:gd name="connsiteY75" fmla="*/ 1190202 h 1357700"/>
              <a:gd name="connsiteX76" fmla="*/ 5488513 w 10678681"/>
              <a:gd name="connsiteY76" fmla="*/ 1205367 h 1357700"/>
              <a:gd name="connsiteX77" fmla="*/ 5402905 w 10678681"/>
              <a:gd name="connsiteY77" fmla="*/ 1241191 h 1357700"/>
              <a:gd name="connsiteX78" fmla="*/ 5285593 w 10678681"/>
              <a:gd name="connsiteY78" fmla="*/ 1273569 h 1357700"/>
              <a:gd name="connsiteX79" fmla="*/ 5192893 w 10678681"/>
              <a:gd name="connsiteY79" fmla="*/ 1247188 h 1357700"/>
              <a:gd name="connsiteX80" fmla="*/ 5186475 w 10678681"/>
              <a:gd name="connsiteY80" fmla="*/ 1257028 h 1357700"/>
              <a:gd name="connsiteX81" fmla="*/ 5126038 w 10678681"/>
              <a:gd name="connsiteY81" fmla="*/ 1263189 h 1357700"/>
              <a:gd name="connsiteX82" fmla="*/ 4894688 w 10678681"/>
              <a:gd name="connsiteY82" fmla="*/ 1247184 h 1357700"/>
              <a:gd name="connsiteX83" fmla="*/ 4788036 w 10678681"/>
              <a:gd name="connsiteY83" fmla="*/ 1238182 h 1357700"/>
              <a:gd name="connsiteX84" fmla="*/ 4747555 w 10678681"/>
              <a:gd name="connsiteY84" fmla="*/ 1252768 h 1357700"/>
              <a:gd name="connsiteX85" fmla="*/ 4679644 w 10678681"/>
              <a:gd name="connsiteY85" fmla="*/ 1276603 h 1357700"/>
              <a:gd name="connsiteX86" fmla="*/ 4632222 w 10678681"/>
              <a:gd name="connsiteY86" fmla="*/ 1318360 h 1357700"/>
              <a:gd name="connsiteX87" fmla="*/ 4617358 w 10678681"/>
              <a:gd name="connsiteY87" fmla="*/ 1327690 h 1357700"/>
              <a:gd name="connsiteX88" fmla="*/ 4589102 w 10678681"/>
              <a:gd name="connsiteY88" fmla="*/ 1321223 h 1357700"/>
              <a:gd name="connsiteX89" fmla="*/ 4578184 w 10678681"/>
              <a:gd name="connsiteY89" fmla="*/ 1326745 h 1357700"/>
              <a:gd name="connsiteX90" fmla="*/ 4574270 w 10678681"/>
              <a:gd name="connsiteY90" fmla="*/ 1325878 h 1357700"/>
              <a:gd name="connsiteX91" fmla="*/ 4564919 w 10678681"/>
              <a:gd name="connsiteY91" fmla="*/ 1325507 h 1357700"/>
              <a:gd name="connsiteX92" fmla="*/ 4566586 w 10678681"/>
              <a:gd name="connsiteY92" fmla="*/ 1316963 h 1357700"/>
              <a:gd name="connsiteX93" fmla="*/ 4556303 w 10678681"/>
              <a:gd name="connsiteY93" fmla="*/ 1300262 h 1357700"/>
              <a:gd name="connsiteX94" fmla="*/ 4502358 w 10678681"/>
              <a:gd name="connsiteY94" fmla="*/ 1302558 h 1357700"/>
              <a:gd name="connsiteX95" fmla="*/ 4498919 w 10678681"/>
              <a:gd name="connsiteY95" fmla="*/ 1312115 h 1357700"/>
              <a:gd name="connsiteX96" fmla="*/ 4492075 w 10678681"/>
              <a:gd name="connsiteY96" fmla="*/ 1313357 h 1357700"/>
              <a:gd name="connsiteX97" fmla="*/ 4487466 w 10678681"/>
              <a:gd name="connsiteY97" fmla="*/ 1304102 h 1357700"/>
              <a:gd name="connsiteX98" fmla="*/ 4398292 w 10678681"/>
              <a:gd name="connsiteY98" fmla="*/ 1278410 h 1357700"/>
              <a:gd name="connsiteX99" fmla="*/ 4306088 w 10678681"/>
              <a:gd name="connsiteY99" fmla="*/ 1282512 h 1357700"/>
              <a:gd name="connsiteX100" fmla="*/ 4188995 w 10678681"/>
              <a:gd name="connsiteY100" fmla="*/ 1296718 h 1357700"/>
              <a:gd name="connsiteX101" fmla="*/ 4136582 w 10678681"/>
              <a:gd name="connsiteY101" fmla="*/ 1287687 h 1357700"/>
              <a:gd name="connsiteX102" fmla="*/ 4064614 w 10678681"/>
              <a:gd name="connsiteY102" fmla="*/ 1296118 h 1357700"/>
              <a:gd name="connsiteX103" fmla="*/ 3906561 w 10678681"/>
              <a:gd name="connsiteY103" fmla="*/ 1352435 h 1357700"/>
              <a:gd name="connsiteX104" fmla="*/ 3787890 w 10678681"/>
              <a:gd name="connsiteY104" fmla="*/ 1352442 h 1357700"/>
              <a:gd name="connsiteX105" fmla="*/ 3745993 w 10678681"/>
              <a:gd name="connsiteY105" fmla="*/ 1342630 h 1357700"/>
              <a:gd name="connsiteX106" fmla="*/ 3675785 w 10678681"/>
              <a:gd name="connsiteY106" fmla="*/ 1326802 h 1357700"/>
              <a:gd name="connsiteX107" fmla="*/ 3623856 w 10678681"/>
              <a:gd name="connsiteY107" fmla="*/ 1290804 h 1357700"/>
              <a:gd name="connsiteX108" fmla="*/ 3564933 w 10678681"/>
              <a:gd name="connsiteY108" fmla="*/ 1287147 h 1357700"/>
              <a:gd name="connsiteX109" fmla="*/ 3550537 w 10678681"/>
              <a:gd name="connsiteY109" fmla="*/ 1317552 h 1357700"/>
              <a:gd name="connsiteX110" fmla="*/ 3487736 w 10678681"/>
              <a:gd name="connsiteY110" fmla="*/ 1303493 h 1357700"/>
              <a:gd name="connsiteX111" fmla="*/ 3392548 w 10678681"/>
              <a:gd name="connsiteY111" fmla="*/ 1278741 h 1357700"/>
              <a:gd name="connsiteX112" fmla="*/ 3337466 w 10678681"/>
              <a:gd name="connsiteY112" fmla="*/ 1272537 h 1357700"/>
              <a:gd name="connsiteX113" fmla="*/ 3187206 w 10678681"/>
              <a:gd name="connsiteY113" fmla="*/ 1246821 h 1357700"/>
              <a:gd name="connsiteX114" fmla="*/ 3036856 w 10678681"/>
              <a:gd name="connsiteY114" fmla="*/ 1214383 h 1357700"/>
              <a:gd name="connsiteX115" fmla="*/ 2824973 w 10678681"/>
              <a:gd name="connsiteY115" fmla="*/ 1134864 h 1357700"/>
              <a:gd name="connsiteX116" fmla="*/ 2804398 w 10678681"/>
              <a:gd name="connsiteY116" fmla="*/ 1125556 h 1357700"/>
              <a:gd name="connsiteX117" fmla="*/ 2775396 w 10678681"/>
              <a:gd name="connsiteY117" fmla="*/ 1130148 h 1357700"/>
              <a:gd name="connsiteX118" fmla="*/ 2659096 w 10678681"/>
              <a:gd name="connsiteY118" fmla="*/ 1150294 h 1357700"/>
              <a:gd name="connsiteX119" fmla="*/ 2567088 w 10678681"/>
              <a:gd name="connsiteY119" fmla="*/ 1181781 h 1357700"/>
              <a:gd name="connsiteX120" fmla="*/ 2454501 w 10678681"/>
              <a:gd name="connsiteY120" fmla="*/ 1155455 h 1357700"/>
              <a:gd name="connsiteX121" fmla="*/ 2385161 w 10678681"/>
              <a:gd name="connsiteY121" fmla="*/ 1161312 h 1357700"/>
              <a:gd name="connsiteX122" fmla="*/ 2270528 w 10678681"/>
              <a:gd name="connsiteY122" fmla="*/ 1204338 h 1357700"/>
              <a:gd name="connsiteX123" fmla="*/ 2121820 w 10678681"/>
              <a:gd name="connsiteY123" fmla="*/ 1187078 h 1357700"/>
              <a:gd name="connsiteX124" fmla="*/ 2092716 w 10678681"/>
              <a:gd name="connsiteY124" fmla="*/ 1139224 h 1357700"/>
              <a:gd name="connsiteX125" fmla="*/ 2052449 w 10678681"/>
              <a:gd name="connsiteY125" fmla="*/ 1109687 h 1357700"/>
              <a:gd name="connsiteX126" fmla="*/ 2032607 w 10678681"/>
              <a:gd name="connsiteY126" fmla="*/ 1175477 h 1357700"/>
              <a:gd name="connsiteX127" fmla="*/ 1901837 w 10678681"/>
              <a:gd name="connsiteY127" fmla="*/ 1221762 h 1357700"/>
              <a:gd name="connsiteX128" fmla="*/ 1836762 w 10678681"/>
              <a:gd name="connsiteY128" fmla="*/ 1237387 h 1357700"/>
              <a:gd name="connsiteX129" fmla="*/ 1735877 w 10678681"/>
              <a:gd name="connsiteY129" fmla="*/ 1246527 h 1357700"/>
              <a:gd name="connsiteX130" fmla="*/ 1705069 w 10678681"/>
              <a:gd name="connsiteY130" fmla="*/ 1251989 h 1357700"/>
              <a:gd name="connsiteX131" fmla="*/ 1397689 w 10678681"/>
              <a:gd name="connsiteY131" fmla="*/ 1336144 h 1357700"/>
              <a:gd name="connsiteX132" fmla="*/ 1220734 w 10678681"/>
              <a:gd name="connsiteY132" fmla="*/ 1257811 h 1357700"/>
              <a:gd name="connsiteX133" fmla="*/ 1021737 w 10678681"/>
              <a:gd name="connsiteY133" fmla="*/ 1238739 h 1357700"/>
              <a:gd name="connsiteX134" fmla="*/ 959820 w 10678681"/>
              <a:gd name="connsiteY134" fmla="*/ 1275863 h 1357700"/>
              <a:gd name="connsiteX135" fmla="*/ 929137 w 10678681"/>
              <a:gd name="connsiteY135" fmla="*/ 1273957 h 1357700"/>
              <a:gd name="connsiteX136" fmla="*/ 878849 w 10678681"/>
              <a:gd name="connsiteY136" fmla="*/ 1266740 h 1357700"/>
              <a:gd name="connsiteX137" fmla="*/ 800667 w 10678681"/>
              <a:gd name="connsiteY137" fmla="*/ 1282041 h 1357700"/>
              <a:gd name="connsiteX138" fmla="*/ 644906 w 10678681"/>
              <a:gd name="connsiteY138" fmla="*/ 1273685 h 1357700"/>
              <a:gd name="connsiteX139" fmla="*/ 379869 w 10678681"/>
              <a:gd name="connsiteY139" fmla="*/ 1339165 h 1357700"/>
              <a:gd name="connsiteX140" fmla="*/ 137696 w 10678681"/>
              <a:gd name="connsiteY140" fmla="*/ 1319217 h 1357700"/>
              <a:gd name="connsiteX141" fmla="*/ 54250 w 10678681"/>
              <a:gd name="connsiteY141" fmla="*/ 1315838 h 1357700"/>
              <a:gd name="connsiteX142" fmla="*/ 28042 w 10678681"/>
              <a:gd name="connsiteY142" fmla="*/ 1297822 h 1357700"/>
              <a:gd name="connsiteX143" fmla="*/ 0 w 10678681"/>
              <a:gd name="connsiteY143" fmla="*/ 1294612 h 1357700"/>
              <a:gd name="connsiteX144" fmla="*/ 0 w 10678681"/>
              <a:gd name="connsiteY144" fmla="*/ 0 h 1357700"/>
              <a:gd name="connsiteX0" fmla="*/ 0 w 10678681"/>
              <a:gd name="connsiteY0" fmla="*/ 0 h 1357700"/>
              <a:gd name="connsiteX1" fmla="*/ 10678681 w 10678681"/>
              <a:gd name="connsiteY1" fmla="*/ 0 h 1357700"/>
              <a:gd name="connsiteX2" fmla="*/ 10666019 w 10678681"/>
              <a:gd name="connsiteY2" fmla="*/ 7876 h 1357700"/>
              <a:gd name="connsiteX3" fmla="*/ 10632825 w 10678681"/>
              <a:gd name="connsiteY3" fmla="*/ 32153 h 1357700"/>
              <a:gd name="connsiteX4" fmla="*/ 10510605 w 10678681"/>
              <a:gd name="connsiteY4" fmla="*/ 30449 h 1357700"/>
              <a:gd name="connsiteX5" fmla="*/ 10456989 w 10678681"/>
              <a:gd name="connsiteY5" fmla="*/ 979 h 1357700"/>
              <a:gd name="connsiteX6" fmla="*/ 10438642 w 10678681"/>
              <a:gd name="connsiteY6" fmla="*/ 1524 h 1357700"/>
              <a:gd name="connsiteX7" fmla="*/ 10407146 w 10678681"/>
              <a:gd name="connsiteY7" fmla="*/ 43659 h 1357700"/>
              <a:gd name="connsiteX8" fmla="*/ 10357996 w 10678681"/>
              <a:gd name="connsiteY8" fmla="*/ 50836 h 1357700"/>
              <a:gd name="connsiteX9" fmla="*/ 10306667 w 10678681"/>
              <a:gd name="connsiteY9" fmla="*/ 109739 h 1357700"/>
              <a:gd name="connsiteX10" fmla="*/ 10115334 w 10678681"/>
              <a:gd name="connsiteY10" fmla="*/ 155658 h 1357700"/>
              <a:gd name="connsiteX11" fmla="*/ 10068157 w 10678681"/>
              <a:gd name="connsiteY11" fmla="*/ 215673 h 1357700"/>
              <a:gd name="connsiteX12" fmla="*/ 10045431 w 10678681"/>
              <a:gd name="connsiteY12" fmla="*/ 229568 h 1357700"/>
              <a:gd name="connsiteX13" fmla="*/ 10013265 w 10678681"/>
              <a:gd name="connsiteY13" fmla="*/ 284757 h 1357700"/>
              <a:gd name="connsiteX14" fmla="*/ 9862496 w 10678681"/>
              <a:gd name="connsiteY14" fmla="*/ 223033 h 1357700"/>
              <a:gd name="connsiteX15" fmla="*/ 9679638 w 10678681"/>
              <a:gd name="connsiteY15" fmla="*/ 277462 h 1357700"/>
              <a:gd name="connsiteX16" fmla="*/ 9498347 w 10678681"/>
              <a:gd name="connsiteY16" fmla="*/ 244723 h 1357700"/>
              <a:gd name="connsiteX17" fmla="*/ 9399702 w 10678681"/>
              <a:gd name="connsiteY17" fmla="*/ 276316 h 1357700"/>
              <a:gd name="connsiteX18" fmla="*/ 9378439 w 10678681"/>
              <a:gd name="connsiteY18" fmla="*/ 326244 h 1357700"/>
              <a:gd name="connsiteX19" fmla="*/ 9121744 w 10678681"/>
              <a:gd name="connsiteY19" fmla="*/ 365177 h 1357700"/>
              <a:gd name="connsiteX20" fmla="*/ 9061654 w 10678681"/>
              <a:gd name="connsiteY20" fmla="*/ 393730 h 1357700"/>
              <a:gd name="connsiteX21" fmla="*/ 8997577 w 10678681"/>
              <a:gd name="connsiteY21" fmla="*/ 380865 h 1357700"/>
              <a:gd name="connsiteX22" fmla="*/ 8907968 w 10678681"/>
              <a:gd name="connsiteY22" fmla="*/ 447345 h 1357700"/>
              <a:gd name="connsiteX23" fmla="*/ 8764163 w 10678681"/>
              <a:gd name="connsiteY23" fmla="*/ 471000 h 1357700"/>
              <a:gd name="connsiteX24" fmla="*/ 8680155 w 10678681"/>
              <a:gd name="connsiteY24" fmla="*/ 492404 h 1357700"/>
              <a:gd name="connsiteX25" fmla="*/ 8651436 w 10678681"/>
              <a:gd name="connsiteY25" fmla="*/ 511923 h 1357700"/>
              <a:gd name="connsiteX26" fmla="*/ 8609185 w 10678681"/>
              <a:gd name="connsiteY26" fmla="*/ 531525 h 1357700"/>
              <a:gd name="connsiteX27" fmla="*/ 8537091 w 10678681"/>
              <a:gd name="connsiteY27" fmla="*/ 574933 h 1357700"/>
              <a:gd name="connsiteX28" fmla="*/ 8435931 w 10678681"/>
              <a:gd name="connsiteY28" fmla="*/ 617926 h 1357700"/>
              <a:gd name="connsiteX29" fmla="*/ 8348623 w 10678681"/>
              <a:gd name="connsiteY29" fmla="*/ 600607 h 1357700"/>
              <a:gd name="connsiteX30" fmla="*/ 8344233 w 10678681"/>
              <a:gd name="connsiteY30" fmla="*/ 610922 h 1357700"/>
              <a:gd name="connsiteX31" fmla="*/ 8290622 w 10678681"/>
              <a:gd name="connsiteY31" fmla="*/ 622687 h 1357700"/>
              <a:gd name="connsiteX32" fmla="*/ 8086698 w 10678681"/>
              <a:gd name="connsiteY32" fmla="*/ 605185 h 1357700"/>
              <a:gd name="connsiteX33" fmla="*/ 7982378 w 10678681"/>
              <a:gd name="connsiteY33" fmla="*/ 629799 h 1357700"/>
              <a:gd name="connsiteX34" fmla="*/ 7947952 w 10678681"/>
              <a:gd name="connsiteY34" fmla="*/ 648003 h 1357700"/>
              <a:gd name="connsiteX35" fmla="*/ 7890112 w 10678681"/>
              <a:gd name="connsiteY35" fmla="*/ 677915 h 1357700"/>
              <a:gd name="connsiteX36" fmla="*/ 7853284 w 10678681"/>
              <a:gd name="connsiteY36" fmla="*/ 723588 h 1357700"/>
              <a:gd name="connsiteX37" fmla="*/ 7802383 w 10678681"/>
              <a:gd name="connsiteY37" fmla="*/ 739359 h 1357700"/>
              <a:gd name="connsiteX38" fmla="*/ 7730518 w 10678681"/>
              <a:gd name="connsiteY38" fmla="*/ 739526 h 1357700"/>
              <a:gd name="connsiteX39" fmla="*/ 7652907 w 10678681"/>
              <a:gd name="connsiteY39" fmla="*/ 783273 h 1357700"/>
              <a:gd name="connsiteX40" fmla="*/ 7606008 w 10678681"/>
              <a:gd name="connsiteY40" fmla="*/ 800717 h 1357700"/>
              <a:gd name="connsiteX41" fmla="*/ 7480223 w 10678681"/>
              <a:gd name="connsiteY41" fmla="*/ 856821 h 1357700"/>
              <a:gd name="connsiteX42" fmla="*/ 7356005 w 10678681"/>
              <a:gd name="connsiteY42" fmla="*/ 919462 h 1357700"/>
              <a:gd name="connsiteX43" fmla="*/ 7305396 w 10678681"/>
              <a:gd name="connsiteY43" fmla="*/ 986228 h 1357700"/>
              <a:gd name="connsiteX44" fmla="*/ 7266251 w 10678681"/>
              <a:gd name="connsiteY44" fmla="*/ 967864 h 1357700"/>
              <a:gd name="connsiteX45" fmla="*/ 7269396 w 10678681"/>
              <a:gd name="connsiteY45" fmla="*/ 989282 h 1357700"/>
              <a:gd name="connsiteX46" fmla="*/ 7258094 w 10678681"/>
              <a:gd name="connsiteY46" fmla="*/ 990679 h 1357700"/>
              <a:gd name="connsiteX47" fmla="*/ 7257893 w 10678681"/>
              <a:gd name="connsiteY47" fmla="*/ 991204 h 1357700"/>
              <a:gd name="connsiteX48" fmla="*/ 7247153 w 10678681"/>
              <a:gd name="connsiteY48" fmla="*/ 991550 h 1357700"/>
              <a:gd name="connsiteX49" fmla="*/ 7193612 w 10678681"/>
              <a:gd name="connsiteY49" fmla="*/ 987042 h 1357700"/>
              <a:gd name="connsiteX50" fmla="*/ 7132632 w 10678681"/>
              <a:gd name="connsiteY50" fmla="*/ 1042036 h 1357700"/>
              <a:gd name="connsiteX51" fmla="*/ 7105610 w 10678681"/>
              <a:gd name="connsiteY51" fmla="*/ 1053537 h 1357700"/>
              <a:gd name="connsiteX52" fmla="*/ 7069148 w 10678681"/>
              <a:gd name="connsiteY52" fmla="*/ 1047163 h 1357700"/>
              <a:gd name="connsiteX53" fmla="*/ 7039634 w 10678681"/>
              <a:gd name="connsiteY53" fmla="*/ 1059971 h 1357700"/>
              <a:gd name="connsiteX54" fmla="*/ 7033445 w 10678681"/>
              <a:gd name="connsiteY54" fmla="*/ 1063314 h 1357700"/>
              <a:gd name="connsiteX55" fmla="*/ 6999157 w 10678681"/>
              <a:gd name="connsiteY55" fmla="*/ 1055282 h 1357700"/>
              <a:gd name="connsiteX56" fmla="*/ 6981874 w 10678681"/>
              <a:gd name="connsiteY56" fmla="*/ 1053827 h 1357700"/>
              <a:gd name="connsiteX57" fmla="*/ 6976102 w 10678681"/>
              <a:gd name="connsiteY57" fmla="*/ 1047854 h 1357700"/>
              <a:gd name="connsiteX58" fmla="*/ 6951040 w 10678681"/>
              <a:gd name="connsiteY58" fmla="*/ 1048531 h 1357700"/>
              <a:gd name="connsiteX59" fmla="*/ 6948497 w 10678681"/>
              <a:gd name="connsiteY59" fmla="*/ 1050706 h 1357700"/>
              <a:gd name="connsiteX60" fmla="*/ 6926582 w 10678681"/>
              <a:gd name="connsiteY60" fmla="*/ 1043462 h 1357700"/>
              <a:gd name="connsiteX61" fmla="*/ 6833743 w 10678681"/>
              <a:gd name="connsiteY61" fmla="*/ 1027960 h 1357700"/>
              <a:gd name="connsiteX62" fmla="*/ 6687090 w 10678681"/>
              <a:gd name="connsiteY62" fmla="*/ 1063250 h 1357700"/>
              <a:gd name="connsiteX63" fmla="*/ 6437450 w 10678681"/>
              <a:gd name="connsiteY63" fmla="*/ 1101075 h 1357700"/>
              <a:gd name="connsiteX64" fmla="*/ 6327795 w 10678681"/>
              <a:gd name="connsiteY64" fmla="*/ 1088142 h 1357700"/>
              <a:gd name="connsiteX65" fmla="*/ 6136549 w 10678681"/>
              <a:gd name="connsiteY65" fmla="*/ 1100268 h 1357700"/>
              <a:gd name="connsiteX66" fmla="*/ 6004655 w 10678681"/>
              <a:gd name="connsiteY66" fmla="*/ 1114946 h 1357700"/>
              <a:gd name="connsiteX67" fmla="*/ 5936643 w 10678681"/>
              <a:gd name="connsiteY67" fmla="*/ 1095428 h 1357700"/>
              <a:gd name="connsiteX68" fmla="*/ 5912484 w 10678681"/>
              <a:gd name="connsiteY68" fmla="*/ 1112624 h 1357700"/>
              <a:gd name="connsiteX69" fmla="*/ 5908387 w 10678681"/>
              <a:gd name="connsiteY69" fmla="*/ 1116018 h 1357700"/>
              <a:gd name="connsiteX70" fmla="*/ 5890495 w 10678681"/>
              <a:gd name="connsiteY70" fmla="*/ 1120268 h 1357700"/>
              <a:gd name="connsiteX71" fmla="*/ 5887318 w 10678681"/>
              <a:gd name="connsiteY71" fmla="*/ 1133134 h 1357700"/>
              <a:gd name="connsiteX72" fmla="*/ 5861726 w 10678681"/>
              <a:gd name="connsiteY72" fmla="*/ 1147891 h 1357700"/>
              <a:gd name="connsiteX73" fmla="*/ 5805823 w 10678681"/>
              <a:gd name="connsiteY73" fmla="*/ 1152457 h 1357700"/>
              <a:gd name="connsiteX74" fmla="*/ 5689841 w 10678681"/>
              <a:gd name="connsiteY74" fmla="*/ 1176232 h 1357700"/>
              <a:gd name="connsiteX75" fmla="*/ 5605119 w 10678681"/>
              <a:gd name="connsiteY75" fmla="*/ 1190202 h 1357700"/>
              <a:gd name="connsiteX76" fmla="*/ 5488513 w 10678681"/>
              <a:gd name="connsiteY76" fmla="*/ 1205367 h 1357700"/>
              <a:gd name="connsiteX77" fmla="*/ 5402905 w 10678681"/>
              <a:gd name="connsiteY77" fmla="*/ 1241191 h 1357700"/>
              <a:gd name="connsiteX78" fmla="*/ 5285593 w 10678681"/>
              <a:gd name="connsiteY78" fmla="*/ 1273569 h 1357700"/>
              <a:gd name="connsiteX79" fmla="*/ 5192893 w 10678681"/>
              <a:gd name="connsiteY79" fmla="*/ 1247188 h 1357700"/>
              <a:gd name="connsiteX80" fmla="*/ 5186475 w 10678681"/>
              <a:gd name="connsiteY80" fmla="*/ 1257028 h 1357700"/>
              <a:gd name="connsiteX81" fmla="*/ 5126038 w 10678681"/>
              <a:gd name="connsiteY81" fmla="*/ 1263189 h 1357700"/>
              <a:gd name="connsiteX82" fmla="*/ 4894688 w 10678681"/>
              <a:gd name="connsiteY82" fmla="*/ 1247184 h 1357700"/>
              <a:gd name="connsiteX83" fmla="*/ 4788036 w 10678681"/>
              <a:gd name="connsiteY83" fmla="*/ 1238182 h 1357700"/>
              <a:gd name="connsiteX84" fmla="*/ 4747555 w 10678681"/>
              <a:gd name="connsiteY84" fmla="*/ 1252768 h 1357700"/>
              <a:gd name="connsiteX85" fmla="*/ 4679644 w 10678681"/>
              <a:gd name="connsiteY85" fmla="*/ 1276603 h 1357700"/>
              <a:gd name="connsiteX86" fmla="*/ 4632222 w 10678681"/>
              <a:gd name="connsiteY86" fmla="*/ 1318360 h 1357700"/>
              <a:gd name="connsiteX87" fmla="*/ 4617358 w 10678681"/>
              <a:gd name="connsiteY87" fmla="*/ 1327690 h 1357700"/>
              <a:gd name="connsiteX88" fmla="*/ 4589102 w 10678681"/>
              <a:gd name="connsiteY88" fmla="*/ 1321223 h 1357700"/>
              <a:gd name="connsiteX89" fmla="*/ 4578184 w 10678681"/>
              <a:gd name="connsiteY89" fmla="*/ 1326745 h 1357700"/>
              <a:gd name="connsiteX90" fmla="*/ 4574270 w 10678681"/>
              <a:gd name="connsiteY90" fmla="*/ 1325878 h 1357700"/>
              <a:gd name="connsiteX91" fmla="*/ 4564919 w 10678681"/>
              <a:gd name="connsiteY91" fmla="*/ 1325507 h 1357700"/>
              <a:gd name="connsiteX92" fmla="*/ 4566586 w 10678681"/>
              <a:gd name="connsiteY92" fmla="*/ 1316963 h 1357700"/>
              <a:gd name="connsiteX93" fmla="*/ 4556303 w 10678681"/>
              <a:gd name="connsiteY93" fmla="*/ 1300262 h 1357700"/>
              <a:gd name="connsiteX94" fmla="*/ 4502358 w 10678681"/>
              <a:gd name="connsiteY94" fmla="*/ 1302558 h 1357700"/>
              <a:gd name="connsiteX95" fmla="*/ 4498919 w 10678681"/>
              <a:gd name="connsiteY95" fmla="*/ 1312115 h 1357700"/>
              <a:gd name="connsiteX96" fmla="*/ 4492075 w 10678681"/>
              <a:gd name="connsiteY96" fmla="*/ 1313357 h 1357700"/>
              <a:gd name="connsiteX97" fmla="*/ 4487466 w 10678681"/>
              <a:gd name="connsiteY97" fmla="*/ 1304102 h 1357700"/>
              <a:gd name="connsiteX98" fmla="*/ 4398292 w 10678681"/>
              <a:gd name="connsiteY98" fmla="*/ 1278410 h 1357700"/>
              <a:gd name="connsiteX99" fmla="*/ 4306088 w 10678681"/>
              <a:gd name="connsiteY99" fmla="*/ 1282512 h 1357700"/>
              <a:gd name="connsiteX100" fmla="*/ 4188995 w 10678681"/>
              <a:gd name="connsiteY100" fmla="*/ 1296718 h 1357700"/>
              <a:gd name="connsiteX101" fmla="*/ 4136582 w 10678681"/>
              <a:gd name="connsiteY101" fmla="*/ 1287687 h 1357700"/>
              <a:gd name="connsiteX102" fmla="*/ 4064614 w 10678681"/>
              <a:gd name="connsiteY102" fmla="*/ 1296118 h 1357700"/>
              <a:gd name="connsiteX103" fmla="*/ 3906561 w 10678681"/>
              <a:gd name="connsiteY103" fmla="*/ 1352435 h 1357700"/>
              <a:gd name="connsiteX104" fmla="*/ 3787890 w 10678681"/>
              <a:gd name="connsiteY104" fmla="*/ 1352442 h 1357700"/>
              <a:gd name="connsiteX105" fmla="*/ 3745993 w 10678681"/>
              <a:gd name="connsiteY105" fmla="*/ 1342630 h 1357700"/>
              <a:gd name="connsiteX106" fmla="*/ 3675785 w 10678681"/>
              <a:gd name="connsiteY106" fmla="*/ 1326802 h 1357700"/>
              <a:gd name="connsiteX107" fmla="*/ 3623856 w 10678681"/>
              <a:gd name="connsiteY107" fmla="*/ 1290804 h 1357700"/>
              <a:gd name="connsiteX108" fmla="*/ 3564933 w 10678681"/>
              <a:gd name="connsiteY108" fmla="*/ 1287147 h 1357700"/>
              <a:gd name="connsiteX109" fmla="*/ 3550537 w 10678681"/>
              <a:gd name="connsiteY109" fmla="*/ 1317552 h 1357700"/>
              <a:gd name="connsiteX110" fmla="*/ 3487736 w 10678681"/>
              <a:gd name="connsiteY110" fmla="*/ 1303493 h 1357700"/>
              <a:gd name="connsiteX111" fmla="*/ 3392548 w 10678681"/>
              <a:gd name="connsiteY111" fmla="*/ 1278741 h 1357700"/>
              <a:gd name="connsiteX112" fmla="*/ 3337466 w 10678681"/>
              <a:gd name="connsiteY112" fmla="*/ 1272537 h 1357700"/>
              <a:gd name="connsiteX113" fmla="*/ 3187206 w 10678681"/>
              <a:gd name="connsiteY113" fmla="*/ 1246821 h 1357700"/>
              <a:gd name="connsiteX114" fmla="*/ 3036856 w 10678681"/>
              <a:gd name="connsiteY114" fmla="*/ 1214383 h 1357700"/>
              <a:gd name="connsiteX115" fmla="*/ 2824973 w 10678681"/>
              <a:gd name="connsiteY115" fmla="*/ 1134864 h 1357700"/>
              <a:gd name="connsiteX116" fmla="*/ 2804398 w 10678681"/>
              <a:gd name="connsiteY116" fmla="*/ 1125556 h 1357700"/>
              <a:gd name="connsiteX117" fmla="*/ 2775396 w 10678681"/>
              <a:gd name="connsiteY117" fmla="*/ 1130148 h 1357700"/>
              <a:gd name="connsiteX118" fmla="*/ 2659096 w 10678681"/>
              <a:gd name="connsiteY118" fmla="*/ 1150294 h 1357700"/>
              <a:gd name="connsiteX119" fmla="*/ 2567088 w 10678681"/>
              <a:gd name="connsiteY119" fmla="*/ 1181781 h 1357700"/>
              <a:gd name="connsiteX120" fmla="*/ 2454501 w 10678681"/>
              <a:gd name="connsiteY120" fmla="*/ 1155455 h 1357700"/>
              <a:gd name="connsiteX121" fmla="*/ 2385161 w 10678681"/>
              <a:gd name="connsiteY121" fmla="*/ 1161312 h 1357700"/>
              <a:gd name="connsiteX122" fmla="*/ 2121820 w 10678681"/>
              <a:gd name="connsiteY122" fmla="*/ 1187078 h 1357700"/>
              <a:gd name="connsiteX123" fmla="*/ 2092716 w 10678681"/>
              <a:gd name="connsiteY123" fmla="*/ 1139224 h 1357700"/>
              <a:gd name="connsiteX124" fmla="*/ 2052449 w 10678681"/>
              <a:gd name="connsiteY124" fmla="*/ 1109687 h 1357700"/>
              <a:gd name="connsiteX125" fmla="*/ 2032607 w 10678681"/>
              <a:gd name="connsiteY125" fmla="*/ 1175477 h 1357700"/>
              <a:gd name="connsiteX126" fmla="*/ 1901837 w 10678681"/>
              <a:gd name="connsiteY126" fmla="*/ 1221762 h 1357700"/>
              <a:gd name="connsiteX127" fmla="*/ 1836762 w 10678681"/>
              <a:gd name="connsiteY127" fmla="*/ 1237387 h 1357700"/>
              <a:gd name="connsiteX128" fmla="*/ 1735877 w 10678681"/>
              <a:gd name="connsiteY128" fmla="*/ 1246527 h 1357700"/>
              <a:gd name="connsiteX129" fmla="*/ 1705069 w 10678681"/>
              <a:gd name="connsiteY129" fmla="*/ 1251989 h 1357700"/>
              <a:gd name="connsiteX130" fmla="*/ 1397689 w 10678681"/>
              <a:gd name="connsiteY130" fmla="*/ 1336144 h 1357700"/>
              <a:gd name="connsiteX131" fmla="*/ 1220734 w 10678681"/>
              <a:gd name="connsiteY131" fmla="*/ 1257811 h 1357700"/>
              <a:gd name="connsiteX132" fmla="*/ 1021737 w 10678681"/>
              <a:gd name="connsiteY132" fmla="*/ 1238739 h 1357700"/>
              <a:gd name="connsiteX133" fmla="*/ 959820 w 10678681"/>
              <a:gd name="connsiteY133" fmla="*/ 1275863 h 1357700"/>
              <a:gd name="connsiteX134" fmla="*/ 929137 w 10678681"/>
              <a:gd name="connsiteY134" fmla="*/ 1273957 h 1357700"/>
              <a:gd name="connsiteX135" fmla="*/ 878849 w 10678681"/>
              <a:gd name="connsiteY135" fmla="*/ 1266740 h 1357700"/>
              <a:gd name="connsiteX136" fmla="*/ 800667 w 10678681"/>
              <a:gd name="connsiteY136" fmla="*/ 1282041 h 1357700"/>
              <a:gd name="connsiteX137" fmla="*/ 644906 w 10678681"/>
              <a:gd name="connsiteY137" fmla="*/ 1273685 h 1357700"/>
              <a:gd name="connsiteX138" fmla="*/ 379869 w 10678681"/>
              <a:gd name="connsiteY138" fmla="*/ 1339165 h 1357700"/>
              <a:gd name="connsiteX139" fmla="*/ 137696 w 10678681"/>
              <a:gd name="connsiteY139" fmla="*/ 1319217 h 1357700"/>
              <a:gd name="connsiteX140" fmla="*/ 54250 w 10678681"/>
              <a:gd name="connsiteY140" fmla="*/ 1315838 h 1357700"/>
              <a:gd name="connsiteX141" fmla="*/ 28042 w 10678681"/>
              <a:gd name="connsiteY141" fmla="*/ 1297822 h 1357700"/>
              <a:gd name="connsiteX142" fmla="*/ 0 w 10678681"/>
              <a:gd name="connsiteY142" fmla="*/ 1294612 h 1357700"/>
              <a:gd name="connsiteX143" fmla="*/ 0 w 10678681"/>
              <a:gd name="connsiteY143" fmla="*/ 0 h 1357700"/>
              <a:gd name="connsiteX0" fmla="*/ 0 w 10678681"/>
              <a:gd name="connsiteY0" fmla="*/ 0 h 1357700"/>
              <a:gd name="connsiteX1" fmla="*/ 10678681 w 10678681"/>
              <a:gd name="connsiteY1" fmla="*/ 0 h 1357700"/>
              <a:gd name="connsiteX2" fmla="*/ 10666019 w 10678681"/>
              <a:gd name="connsiteY2" fmla="*/ 7876 h 1357700"/>
              <a:gd name="connsiteX3" fmla="*/ 10632825 w 10678681"/>
              <a:gd name="connsiteY3" fmla="*/ 32153 h 1357700"/>
              <a:gd name="connsiteX4" fmla="*/ 10510605 w 10678681"/>
              <a:gd name="connsiteY4" fmla="*/ 30449 h 1357700"/>
              <a:gd name="connsiteX5" fmla="*/ 10456989 w 10678681"/>
              <a:gd name="connsiteY5" fmla="*/ 979 h 1357700"/>
              <a:gd name="connsiteX6" fmla="*/ 10438642 w 10678681"/>
              <a:gd name="connsiteY6" fmla="*/ 1524 h 1357700"/>
              <a:gd name="connsiteX7" fmla="*/ 10407146 w 10678681"/>
              <a:gd name="connsiteY7" fmla="*/ 43659 h 1357700"/>
              <a:gd name="connsiteX8" fmla="*/ 10357996 w 10678681"/>
              <a:gd name="connsiteY8" fmla="*/ 50836 h 1357700"/>
              <a:gd name="connsiteX9" fmla="*/ 10306667 w 10678681"/>
              <a:gd name="connsiteY9" fmla="*/ 109739 h 1357700"/>
              <a:gd name="connsiteX10" fmla="*/ 10115334 w 10678681"/>
              <a:gd name="connsiteY10" fmla="*/ 155658 h 1357700"/>
              <a:gd name="connsiteX11" fmla="*/ 10068157 w 10678681"/>
              <a:gd name="connsiteY11" fmla="*/ 215673 h 1357700"/>
              <a:gd name="connsiteX12" fmla="*/ 10045431 w 10678681"/>
              <a:gd name="connsiteY12" fmla="*/ 229568 h 1357700"/>
              <a:gd name="connsiteX13" fmla="*/ 10013265 w 10678681"/>
              <a:gd name="connsiteY13" fmla="*/ 284757 h 1357700"/>
              <a:gd name="connsiteX14" fmla="*/ 9862496 w 10678681"/>
              <a:gd name="connsiteY14" fmla="*/ 223033 h 1357700"/>
              <a:gd name="connsiteX15" fmla="*/ 9679638 w 10678681"/>
              <a:gd name="connsiteY15" fmla="*/ 277462 h 1357700"/>
              <a:gd name="connsiteX16" fmla="*/ 9498347 w 10678681"/>
              <a:gd name="connsiteY16" fmla="*/ 244723 h 1357700"/>
              <a:gd name="connsiteX17" fmla="*/ 9399702 w 10678681"/>
              <a:gd name="connsiteY17" fmla="*/ 276316 h 1357700"/>
              <a:gd name="connsiteX18" fmla="*/ 9378439 w 10678681"/>
              <a:gd name="connsiteY18" fmla="*/ 326244 h 1357700"/>
              <a:gd name="connsiteX19" fmla="*/ 9121744 w 10678681"/>
              <a:gd name="connsiteY19" fmla="*/ 365177 h 1357700"/>
              <a:gd name="connsiteX20" fmla="*/ 9061654 w 10678681"/>
              <a:gd name="connsiteY20" fmla="*/ 393730 h 1357700"/>
              <a:gd name="connsiteX21" fmla="*/ 8997577 w 10678681"/>
              <a:gd name="connsiteY21" fmla="*/ 380865 h 1357700"/>
              <a:gd name="connsiteX22" fmla="*/ 8907968 w 10678681"/>
              <a:gd name="connsiteY22" fmla="*/ 447345 h 1357700"/>
              <a:gd name="connsiteX23" fmla="*/ 8764163 w 10678681"/>
              <a:gd name="connsiteY23" fmla="*/ 471000 h 1357700"/>
              <a:gd name="connsiteX24" fmla="*/ 8680155 w 10678681"/>
              <a:gd name="connsiteY24" fmla="*/ 492404 h 1357700"/>
              <a:gd name="connsiteX25" fmla="*/ 8651436 w 10678681"/>
              <a:gd name="connsiteY25" fmla="*/ 511923 h 1357700"/>
              <a:gd name="connsiteX26" fmla="*/ 8609185 w 10678681"/>
              <a:gd name="connsiteY26" fmla="*/ 531525 h 1357700"/>
              <a:gd name="connsiteX27" fmla="*/ 8537091 w 10678681"/>
              <a:gd name="connsiteY27" fmla="*/ 574933 h 1357700"/>
              <a:gd name="connsiteX28" fmla="*/ 8435931 w 10678681"/>
              <a:gd name="connsiteY28" fmla="*/ 617926 h 1357700"/>
              <a:gd name="connsiteX29" fmla="*/ 8348623 w 10678681"/>
              <a:gd name="connsiteY29" fmla="*/ 600607 h 1357700"/>
              <a:gd name="connsiteX30" fmla="*/ 8344233 w 10678681"/>
              <a:gd name="connsiteY30" fmla="*/ 610922 h 1357700"/>
              <a:gd name="connsiteX31" fmla="*/ 8290622 w 10678681"/>
              <a:gd name="connsiteY31" fmla="*/ 622687 h 1357700"/>
              <a:gd name="connsiteX32" fmla="*/ 8086698 w 10678681"/>
              <a:gd name="connsiteY32" fmla="*/ 605185 h 1357700"/>
              <a:gd name="connsiteX33" fmla="*/ 7982378 w 10678681"/>
              <a:gd name="connsiteY33" fmla="*/ 629799 h 1357700"/>
              <a:gd name="connsiteX34" fmla="*/ 7947952 w 10678681"/>
              <a:gd name="connsiteY34" fmla="*/ 648003 h 1357700"/>
              <a:gd name="connsiteX35" fmla="*/ 7890112 w 10678681"/>
              <a:gd name="connsiteY35" fmla="*/ 677915 h 1357700"/>
              <a:gd name="connsiteX36" fmla="*/ 7853284 w 10678681"/>
              <a:gd name="connsiteY36" fmla="*/ 723588 h 1357700"/>
              <a:gd name="connsiteX37" fmla="*/ 7802383 w 10678681"/>
              <a:gd name="connsiteY37" fmla="*/ 739359 h 1357700"/>
              <a:gd name="connsiteX38" fmla="*/ 7730518 w 10678681"/>
              <a:gd name="connsiteY38" fmla="*/ 739526 h 1357700"/>
              <a:gd name="connsiteX39" fmla="*/ 7652907 w 10678681"/>
              <a:gd name="connsiteY39" fmla="*/ 783273 h 1357700"/>
              <a:gd name="connsiteX40" fmla="*/ 7606008 w 10678681"/>
              <a:gd name="connsiteY40" fmla="*/ 800717 h 1357700"/>
              <a:gd name="connsiteX41" fmla="*/ 7480223 w 10678681"/>
              <a:gd name="connsiteY41" fmla="*/ 856821 h 1357700"/>
              <a:gd name="connsiteX42" fmla="*/ 7356005 w 10678681"/>
              <a:gd name="connsiteY42" fmla="*/ 919462 h 1357700"/>
              <a:gd name="connsiteX43" fmla="*/ 7305396 w 10678681"/>
              <a:gd name="connsiteY43" fmla="*/ 986228 h 1357700"/>
              <a:gd name="connsiteX44" fmla="*/ 7266251 w 10678681"/>
              <a:gd name="connsiteY44" fmla="*/ 967864 h 1357700"/>
              <a:gd name="connsiteX45" fmla="*/ 7269396 w 10678681"/>
              <a:gd name="connsiteY45" fmla="*/ 989282 h 1357700"/>
              <a:gd name="connsiteX46" fmla="*/ 7258094 w 10678681"/>
              <a:gd name="connsiteY46" fmla="*/ 990679 h 1357700"/>
              <a:gd name="connsiteX47" fmla="*/ 7257893 w 10678681"/>
              <a:gd name="connsiteY47" fmla="*/ 991204 h 1357700"/>
              <a:gd name="connsiteX48" fmla="*/ 7247153 w 10678681"/>
              <a:gd name="connsiteY48" fmla="*/ 991550 h 1357700"/>
              <a:gd name="connsiteX49" fmla="*/ 7193612 w 10678681"/>
              <a:gd name="connsiteY49" fmla="*/ 987042 h 1357700"/>
              <a:gd name="connsiteX50" fmla="*/ 7132632 w 10678681"/>
              <a:gd name="connsiteY50" fmla="*/ 1042036 h 1357700"/>
              <a:gd name="connsiteX51" fmla="*/ 7105610 w 10678681"/>
              <a:gd name="connsiteY51" fmla="*/ 1053537 h 1357700"/>
              <a:gd name="connsiteX52" fmla="*/ 7069148 w 10678681"/>
              <a:gd name="connsiteY52" fmla="*/ 1047163 h 1357700"/>
              <a:gd name="connsiteX53" fmla="*/ 7039634 w 10678681"/>
              <a:gd name="connsiteY53" fmla="*/ 1059971 h 1357700"/>
              <a:gd name="connsiteX54" fmla="*/ 7033445 w 10678681"/>
              <a:gd name="connsiteY54" fmla="*/ 1063314 h 1357700"/>
              <a:gd name="connsiteX55" fmla="*/ 6999157 w 10678681"/>
              <a:gd name="connsiteY55" fmla="*/ 1055282 h 1357700"/>
              <a:gd name="connsiteX56" fmla="*/ 6981874 w 10678681"/>
              <a:gd name="connsiteY56" fmla="*/ 1053827 h 1357700"/>
              <a:gd name="connsiteX57" fmla="*/ 6976102 w 10678681"/>
              <a:gd name="connsiteY57" fmla="*/ 1047854 h 1357700"/>
              <a:gd name="connsiteX58" fmla="*/ 6951040 w 10678681"/>
              <a:gd name="connsiteY58" fmla="*/ 1048531 h 1357700"/>
              <a:gd name="connsiteX59" fmla="*/ 6948497 w 10678681"/>
              <a:gd name="connsiteY59" fmla="*/ 1050706 h 1357700"/>
              <a:gd name="connsiteX60" fmla="*/ 6926582 w 10678681"/>
              <a:gd name="connsiteY60" fmla="*/ 1043462 h 1357700"/>
              <a:gd name="connsiteX61" fmla="*/ 6833743 w 10678681"/>
              <a:gd name="connsiteY61" fmla="*/ 1027960 h 1357700"/>
              <a:gd name="connsiteX62" fmla="*/ 6687090 w 10678681"/>
              <a:gd name="connsiteY62" fmla="*/ 1063250 h 1357700"/>
              <a:gd name="connsiteX63" fmla="*/ 6437450 w 10678681"/>
              <a:gd name="connsiteY63" fmla="*/ 1101075 h 1357700"/>
              <a:gd name="connsiteX64" fmla="*/ 6327795 w 10678681"/>
              <a:gd name="connsiteY64" fmla="*/ 1088142 h 1357700"/>
              <a:gd name="connsiteX65" fmla="*/ 6136549 w 10678681"/>
              <a:gd name="connsiteY65" fmla="*/ 1100268 h 1357700"/>
              <a:gd name="connsiteX66" fmla="*/ 6004655 w 10678681"/>
              <a:gd name="connsiteY66" fmla="*/ 1114946 h 1357700"/>
              <a:gd name="connsiteX67" fmla="*/ 5936643 w 10678681"/>
              <a:gd name="connsiteY67" fmla="*/ 1095428 h 1357700"/>
              <a:gd name="connsiteX68" fmla="*/ 5912484 w 10678681"/>
              <a:gd name="connsiteY68" fmla="*/ 1112624 h 1357700"/>
              <a:gd name="connsiteX69" fmla="*/ 5908387 w 10678681"/>
              <a:gd name="connsiteY69" fmla="*/ 1116018 h 1357700"/>
              <a:gd name="connsiteX70" fmla="*/ 5890495 w 10678681"/>
              <a:gd name="connsiteY70" fmla="*/ 1120268 h 1357700"/>
              <a:gd name="connsiteX71" fmla="*/ 5887318 w 10678681"/>
              <a:gd name="connsiteY71" fmla="*/ 1133134 h 1357700"/>
              <a:gd name="connsiteX72" fmla="*/ 5861726 w 10678681"/>
              <a:gd name="connsiteY72" fmla="*/ 1147891 h 1357700"/>
              <a:gd name="connsiteX73" fmla="*/ 5805823 w 10678681"/>
              <a:gd name="connsiteY73" fmla="*/ 1152457 h 1357700"/>
              <a:gd name="connsiteX74" fmla="*/ 5689841 w 10678681"/>
              <a:gd name="connsiteY74" fmla="*/ 1176232 h 1357700"/>
              <a:gd name="connsiteX75" fmla="*/ 5605119 w 10678681"/>
              <a:gd name="connsiteY75" fmla="*/ 1190202 h 1357700"/>
              <a:gd name="connsiteX76" fmla="*/ 5488513 w 10678681"/>
              <a:gd name="connsiteY76" fmla="*/ 1205367 h 1357700"/>
              <a:gd name="connsiteX77" fmla="*/ 5402905 w 10678681"/>
              <a:gd name="connsiteY77" fmla="*/ 1241191 h 1357700"/>
              <a:gd name="connsiteX78" fmla="*/ 5285593 w 10678681"/>
              <a:gd name="connsiteY78" fmla="*/ 1273569 h 1357700"/>
              <a:gd name="connsiteX79" fmla="*/ 5192893 w 10678681"/>
              <a:gd name="connsiteY79" fmla="*/ 1247188 h 1357700"/>
              <a:gd name="connsiteX80" fmla="*/ 5186475 w 10678681"/>
              <a:gd name="connsiteY80" fmla="*/ 1257028 h 1357700"/>
              <a:gd name="connsiteX81" fmla="*/ 5126038 w 10678681"/>
              <a:gd name="connsiteY81" fmla="*/ 1263189 h 1357700"/>
              <a:gd name="connsiteX82" fmla="*/ 4894688 w 10678681"/>
              <a:gd name="connsiteY82" fmla="*/ 1247184 h 1357700"/>
              <a:gd name="connsiteX83" fmla="*/ 4788036 w 10678681"/>
              <a:gd name="connsiteY83" fmla="*/ 1238182 h 1357700"/>
              <a:gd name="connsiteX84" fmla="*/ 4747555 w 10678681"/>
              <a:gd name="connsiteY84" fmla="*/ 1252768 h 1357700"/>
              <a:gd name="connsiteX85" fmla="*/ 4679644 w 10678681"/>
              <a:gd name="connsiteY85" fmla="*/ 1276603 h 1357700"/>
              <a:gd name="connsiteX86" fmla="*/ 4632222 w 10678681"/>
              <a:gd name="connsiteY86" fmla="*/ 1318360 h 1357700"/>
              <a:gd name="connsiteX87" fmla="*/ 4617358 w 10678681"/>
              <a:gd name="connsiteY87" fmla="*/ 1327690 h 1357700"/>
              <a:gd name="connsiteX88" fmla="*/ 4589102 w 10678681"/>
              <a:gd name="connsiteY88" fmla="*/ 1321223 h 1357700"/>
              <a:gd name="connsiteX89" fmla="*/ 4578184 w 10678681"/>
              <a:gd name="connsiteY89" fmla="*/ 1326745 h 1357700"/>
              <a:gd name="connsiteX90" fmla="*/ 4574270 w 10678681"/>
              <a:gd name="connsiteY90" fmla="*/ 1325878 h 1357700"/>
              <a:gd name="connsiteX91" fmla="*/ 4564919 w 10678681"/>
              <a:gd name="connsiteY91" fmla="*/ 1325507 h 1357700"/>
              <a:gd name="connsiteX92" fmla="*/ 4566586 w 10678681"/>
              <a:gd name="connsiteY92" fmla="*/ 1316963 h 1357700"/>
              <a:gd name="connsiteX93" fmla="*/ 4556303 w 10678681"/>
              <a:gd name="connsiteY93" fmla="*/ 1300262 h 1357700"/>
              <a:gd name="connsiteX94" fmla="*/ 4502358 w 10678681"/>
              <a:gd name="connsiteY94" fmla="*/ 1302558 h 1357700"/>
              <a:gd name="connsiteX95" fmla="*/ 4498919 w 10678681"/>
              <a:gd name="connsiteY95" fmla="*/ 1312115 h 1357700"/>
              <a:gd name="connsiteX96" fmla="*/ 4492075 w 10678681"/>
              <a:gd name="connsiteY96" fmla="*/ 1313357 h 1357700"/>
              <a:gd name="connsiteX97" fmla="*/ 4487466 w 10678681"/>
              <a:gd name="connsiteY97" fmla="*/ 1304102 h 1357700"/>
              <a:gd name="connsiteX98" fmla="*/ 4398292 w 10678681"/>
              <a:gd name="connsiteY98" fmla="*/ 1278410 h 1357700"/>
              <a:gd name="connsiteX99" fmla="*/ 4306088 w 10678681"/>
              <a:gd name="connsiteY99" fmla="*/ 1282512 h 1357700"/>
              <a:gd name="connsiteX100" fmla="*/ 4188995 w 10678681"/>
              <a:gd name="connsiteY100" fmla="*/ 1296718 h 1357700"/>
              <a:gd name="connsiteX101" fmla="*/ 4136582 w 10678681"/>
              <a:gd name="connsiteY101" fmla="*/ 1287687 h 1357700"/>
              <a:gd name="connsiteX102" fmla="*/ 4064614 w 10678681"/>
              <a:gd name="connsiteY102" fmla="*/ 1296118 h 1357700"/>
              <a:gd name="connsiteX103" fmla="*/ 3906561 w 10678681"/>
              <a:gd name="connsiteY103" fmla="*/ 1352435 h 1357700"/>
              <a:gd name="connsiteX104" fmla="*/ 3787890 w 10678681"/>
              <a:gd name="connsiteY104" fmla="*/ 1352442 h 1357700"/>
              <a:gd name="connsiteX105" fmla="*/ 3745993 w 10678681"/>
              <a:gd name="connsiteY105" fmla="*/ 1342630 h 1357700"/>
              <a:gd name="connsiteX106" fmla="*/ 3675785 w 10678681"/>
              <a:gd name="connsiteY106" fmla="*/ 1326802 h 1357700"/>
              <a:gd name="connsiteX107" fmla="*/ 3623856 w 10678681"/>
              <a:gd name="connsiteY107" fmla="*/ 1290804 h 1357700"/>
              <a:gd name="connsiteX108" fmla="*/ 3564933 w 10678681"/>
              <a:gd name="connsiteY108" fmla="*/ 1287147 h 1357700"/>
              <a:gd name="connsiteX109" fmla="*/ 3550537 w 10678681"/>
              <a:gd name="connsiteY109" fmla="*/ 1317552 h 1357700"/>
              <a:gd name="connsiteX110" fmla="*/ 3487736 w 10678681"/>
              <a:gd name="connsiteY110" fmla="*/ 1303493 h 1357700"/>
              <a:gd name="connsiteX111" fmla="*/ 3392548 w 10678681"/>
              <a:gd name="connsiteY111" fmla="*/ 1278741 h 1357700"/>
              <a:gd name="connsiteX112" fmla="*/ 3337466 w 10678681"/>
              <a:gd name="connsiteY112" fmla="*/ 1272537 h 1357700"/>
              <a:gd name="connsiteX113" fmla="*/ 3187206 w 10678681"/>
              <a:gd name="connsiteY113" fmla="*/ 1246821 h 1357700"/>
              <a:gd name="connsiteX114" fmla="*/ 3036856 w 10678681"/>
              <a:gd name="connsiteY114" fmla="*/ 1214383 h 1357700"/>
              <a:gd name="connsiteX115" fmla="*/ 2824973 w 10678681"/>
              <a:gd name="connsiteY115" fmla="*/ 1134864 h 1357700"/>
              <a:gd name="connsiteX116" fmla="*/ 2804398 w 10678681"/>
              <a:gd name="connsiteY116" fmla="*/ 1125556 h 1357700"/>
              <a:gd name="connsiteX117" fmla="*/ 2775396 w 10678681"/>
              <a:gd name="connsiteY117" fmla="*/ 1130148 h 1357700"/>
              <a:gd name="connsiteX118" fmla="*/ 2659096 w 10678681"/>
              <a:gd name="connsiteY118" fmla="*/ 1150294 h 1357700"/>
              <a:gd name="connsiteX119" fmla="*/ 2567088 w 10678681"/>
              <a:gd name="connsiteY119" fmla="*/ 1181781 h 1357700"/>
              <a:gd name="connsiteX120" fmla="*/ 2454501 w 10678681"/>
              <a:gd name="connsiteY120" fmla="*/ 1155455 h 1357700"/>
              <a:gd name="connsiteX121" fmla="*/ 2385161 w 10678681"/>
              <a:gd name="connsiteY121" fmla="*/ 1161312 h 1357700"/>
              <a:gd name="connsiteX122" fmla="*/ 2273361 w 10678681"/>
              <a:gd name="connsiteY122" fmla="*/ 1134090 h 1357700"/>
              <a:gd name="connsiteX123" fmla="*/ 2092716 w 10678681"/>
              <a:gd name="connsiteY123" fmla="*/ 1139224 h 1357700"/>
              <a:gd name="connsiteX124" fmla="*/ 2052449 w 10678681"/>
              <a:gd name="connsiteY124" fmla="*/ 1109687 h 1357700"/>
              <a:gd name="connsiteX125" fmla="*/ 2032607 w 10678681"/>
              <a:gd name="connsiteY125" fmla="*/ 1175477 h 1357700"/>
              <a:gd name="connsiteX126" fmla="*/ 1901837 w 10678681"/>
              <a:gd name="connsiteY126" fmla="*/ 1221762 h 1357700"/>
              <a:gd name="connsiteX127" fmla="*/ 1836762 w 10678681"/>
              <a:gd name="connsiteY127" fmla="*/ 1237387 h 1357700"/>
              <a:gd name="connsiteX128" fmla="*/ 1735877 w 10678681"/>
              <a:gd name="connsiteY128" fmla="*/ 1246527 h 1357700"/>
              <a:gd name="connsiteX129" fmla="*/ 1705069 w 10678681"/>
              <a:gd name="connsiteY129" fmla="*/ 1251989 h 1357700"/>
              <a:gd name="connsiteX130" fmla="*/ 1397689 w 10678681"/>
              <a:gd name="connsiteY130" fmla="*/ 1336144 h 1357700"/>
              <a:gd name="connsiteX131" fmla="*/ 1220734 w 10678681"/>
              <a:gd name="connsiteY131" fmla="*/ 1257811 h 1357700"/>
              <a:gd name="connsiteX132" fmla="*/ 1021737 w 10678681"/>
              <a:gd name="connsiteY132" fmla="*/ 1238739 h 1357700"/>
              <a:gd name="connsiteX133" fmla="*/ 959820 w 10678681"/>
              <a:gd name="connsiteY133" fmla="*/ 1275863 h 1357700"/>
              <a:gd name="connsiteX134" fmla="*/ 929137 w 10678681"/>
              <a:gd name="connsiteY134" fmla="*/ 1273957 h 1357700"/>
              <a:gd name="connsiteX135" fmla="*/ 878849 w 10678681"/>
              <a:gd name="connsiteY135" fmla="*/ 1266740 h 1357700"/>
              <a:gd name="connsiteX136" fmla="*/ 800667 w 10678681"/>
              <a:gd name="connsiteY136" fmla="*/ 1282041 h 1357700"/>
              <a:gd name="connsiteX137" fmla="*/ 644906 w 10678681"/>
              <a:gd name="connsiteY137" fmla="*/ 1273685 h 1357700"/>
              <a:gd name="connsiteX138" fmla="*/ 379869 w 10678681"/>
              <a:gd name="connsiteY138" fmla="*/ 1339165 h 1357700"/>
              <a:gd name="connsiteX139" fmla="*/ 137696 w 10678681"/>
              <a:gd name="connsiteY139" fmla="*/ 1319217 h 1357700"/>
              <a:gd name="connsiteX140" fmla="*/ 54250 w 10678681"/>
              <a:gd name="connsiteY140" fmla="*/ 1315838 h 1357700"/>
              <a:gd name="connsiteX141" fmla="*/ 28042 w 10678681"/>
              <a:gd name="connsiteY141" fmla="*/ 1297822 h 1357700"/>
              <a:gd name="connsiteX142" fmla="*/ 0 w 10678681"/>
              <a:gd name="connsiteY142" fmla="*/ 1294612 h 1357700"/>
              <a:gd name="connsiteX143" fmla="*/ 0 w 10678681"/>
              <a:gd name="connsiteY143" fmla="*/ 0 h 1357700"/>
              <a:gd name="connsiteX0" fmla="*/ 0 w 10678681"/>
              <a:gd name="connsiteY0" fmla="*/ 0 h 1357700"/>
              <a:gd name="connsiteX1" fmla="*/ 10678681 w 10678681"/>
              <a:gd name="connsiteY1" fmla="*/ 0 h 1357700"/>
              <a:gd name="connsiteX2" fmla="*/ 10666019 w 10678681"/>
              <a:gd name="connsiteY2" fmla="*/ 7876 h 1357700"/>
              <a:gd name="connsiteX3" fmla="*/ 10632825 w 10678681"/>
              <a:gd name="connsiteY3" fmla="*/ 32153 h 1357700"/>
              <a:gd name="connsiteX4" fmla="*/ 10510605 w 10678681"/>
              <a:gd name="connsiteY4" fmla="*/ 30449 h 1357700"/>
              <a:gd name="connsiteX5" fmla="*/ 10456989 w 10678681"/>
              <a:gd name="connsiteY5" fmla="*/ 979 h 1357700"/>
              <a:gd name="connsiteX6" fmla="*/ 10438642 w 10678681"/>
              <a:gd name="connsiteY6" fmla="*/ 1524 h 1357700"/>
              <a:gd name="connsiteX7" fmla="*/ 10407146 w 10678681"/>
              <a:gd name="connsiteY7" fmla="*/ 43659 h 1357700"/>
              <a:gd name="connsiteX8" fmla="*/ 10357996 w 10678681"/>
              <a:gd name="connsiteY8" fmla="*/ 50836 h 1357700"/>
              <a:gd name="connsiteX9" fmla="*/ 10306667 w 10678681"/>
              <a:gd name="connsiteY9" fmla="*/ 109739 h 1357700"/>
              <a:gd name="connsiteX10" fmla="*/ 10115334 w 10678681"/>
              <a:gd name="connsiteY10" fmla="*/ 155658 h 1357700"/>
              <a:gd name="connsiteX11" fmla="*/ 10068157 w 10678681"/>
              <a:gd name="connsiteY11" fmla="*/ 215673 h 1357700"/>
              <a:gd name="connsiteX12" fmla="*/ 10045431 w 10678681"/>
              <a:gd name="connsiteY12" fmla="*/ 229568 h 1357700"/>
              <a:gd name="connsiteX13" fmla="*/ 10013265 w 10678681"/>
              <a:gd name="connsiteY13" fmla="*/ 284757 h 1357700"/>
              <a:gd name="connsiteX14" fmla="*/ 9862496 w 10678681"/>
              <a:gd name="connsiteY14" fmla="*/ 223033 h 1357700"/>
              <a:gd name="connsiteX15" fmla="*/ 9679638 w 10678681"/>
              <a:gd name="connsiteY15" fmla="*/ 277462 h 1357700"/>
              <a:gd name="connsiteX16" fmla="*/ 9498347 w 10678681"/>
              <a:gd name="connsiteY16" fmla="*/ 244723 h 1357700"/>
              <a:gd name="connsiteX17" fmla="*/ 9399702 w 10678681"/>
              <a:gd name="connsiteY17" fmla="*/ 276316 h 1357700"/>
              <a:gd name="connsiteX18" fmla="*/ 9378439 w 10678681"/>
              <a:gd name="connsiteY18" fmla="*/ 326244 h 1357700"/>
              <a:gd name="connsiteX19" fmla="*/ 9121744 w 10678681"/>
              <a:gd name="connsiteY19" fmla="*/ 365177 h 1357700"/>
              <a:gd name="connsiteX20" fmla="*/ 9061654 w 10678681"/>
              <a:gd name="connsiteY20" fmla="*/ 393730 h 1357700"/>
              <a:gd name="connsiteX21" fmla="*/ 8997577 w 10678681"/>
              <a:gd name="connsiteY21" fmla="*/ 380865 h 1357700"/>
              <a:gd name="connsiteX22" fmla="*/ 8907968 w 10678681"/>
              <a:gd name="connsiteY22" fmla="*/ 447345 h 1357700"/>
              <a:gd name="connsiteX23" fmla="*/ 8764163 w 10678681"/>
              <a:gd name="connsiteY23" fmla="*/ 471000 h 1357700"/>
              <a:gd name="connsiteX24" fmla="*/ 8680155 w 10678681"/>
              <a:gd name="connsiteY24" fmla="*/ 492404 h 1357700"/>
              <a:gd name="connsiteX25" fmla="*/ 8651436 w 10678681"/>
              <a:gd name="connsiteY25" fmla="*/ 511923 h 1357700"/>
              <a:gd name="connsiteX26" fmla="*/ 8609185 w 10678681"/>
              <a:gd name="connsiteY26" fmla="*/ 531525 h 1357700"/>
              <a:gd name="connsiteX27" fmla="*/ 8537091 w 10678681"/>
              <a:gd name="connsiteY27" fmla="*/ 574933 h 1357700"/>
              <a:gd name="connsiteX28" fmla="*/ 8435931 w 10678681"/>
              <a:gd name="connsiteY28" fmla="*/ 617926 h 1357700"/>
              <a:gd name="connsiteX29" fmla="*/ 8348623 w 10678681"/>
              <a:gd name="connsiteY29" fmla="*/ 600607 h 1357700"/>
              <a:gd name="connsiteX30" fmla="*/ 8344233 w 10678681"/>
              <a:gd name="connsiteY30" fmla="*/ 610922 h 1357700"/>
              <a:gd name="connsiteX31" fmla="*/ 8290622 w 10678681"/>
              <a:gd name="connsiteY31" fmla="*/ 622687 h 1357700"/>
              <a:gd name="connsiteX32" fmla="*/ 8086698 w 10678681"/>
              <a:gd name="connsiteY32" fmla="*/ 605185 h 1357700"/>
              <a:gd name="connsiteX33" fmla="*/ 7982378 w 10678681"/>
              <a:gd name="connsiteY33" fmla="*/ 629799 h 1357700"/>
              <a:gd name="connsiteX34" fmla="*/ 7947952 w 10678681"/>
              <a:gd name="connsiteY34" fmla="*/ 648003 h 1357700"/>
              <a:gd name="connsiteX35" fmla="*/ 7890112 w 10678681"/>
              <a:gd name="connsiteY35" fmla="*/ 677915 h 1357700"/>
              <a:gd name="connsiteX36" fmla="*/ 7853284 w 10678681"/>
              <a:gd name="connsiteY36" fmla="*/ 723588 h 1357700"/>
              <a:gd name="connsiteX37" fmla="*/ 7802383 w 10678681"/>
              <a:gd name="connsiteY37" fmla="*/ 739359 h 1357700"/>
              <a:gd name="connsiteX38" fmla="*/ 7730518 w 10678681"/>
              <a:gd name="connsiteY38" fmla="*/ 739526 h 1357700"/>
              <a:gd name="connsiteX39" fmla="*/ 7652907 w 10678681"/>
              <a:gd name="connsiteY39" fmla="*/ 783273 h 1357700"/>
              <a:gd name="connsiteX40" fmla="*/ 7606008 w 10678681"/>
              <a:gd name="connsiteY40" fmla="*/ 800717 h 1357700"/>
              <a:gd name="connsiteX41" fmla="*/ 7480223 w 10678681"/>
              <a:gd name="connsiteY41" fmla="*/ 856821 h 1357700"/>
              <a:gd name="connsiteX42" fmla="*/ 7356005 w 10678681"/>
              <a:gd name="connsiteY42" fmla="*/ 919462 h 1357700"/>
              <a:gd name="connsiteX43" fmla="*/ 7305396 w 10678681"/>
              <a:gd name="connsiteY43" fmla="*/ 986228 h 1357700"/>
              <a:gd name="connsiteX44" fmla="*/ 7266251 w 10678681"/>
              <a:gd name="connsiteY44" fmla="*/ 967864 h 1357700"/>
              <a:gd name="connsiteX45" fmla="*/ 7269396 w 10678681"/>
              <a:gd name="connsiteY45" fmla="*/ 989282 h 1357700"/>
              <a:gd name="connsiteX46" fmla="*/ 7258094 w 10678681"/>
              <a:gd name="connsiteY46" fmla="*/ 990679 h 1357700"/>
              <a:gd name="connsiteX47" fmla="*/ 7257893 w 10678681"/>
              <a:gd name="connsiteY47" fmla="*/ 991204 h 1357700"/>
              <a:gd name="connsiteX48" fmla="*/ 7247153 w 10678681"/>
              <a:gd name="connsiteY48" fmla="*/ 991550 h 1357700"/>
              <a:gd name="connsiteX49" fmla="*/ 7193612 w 10678681"/>
              <a:gd name="connsiteY49" fmla="*/ 987042 h 1357700"/>
              <a:gd name="connsiteX50" fmla="*/ 7132632 w 10678681"/>
              <a:gd name="connsiteY50" fmla="*/ 1042036 h 1357700"/>
              <a:gd name="connsiteX51" fmla="*/ 7105610 w 10678681"/>
              <a:gd name="connsiteY51" fmla="*/ 1053537 h 1357700"/>
              <a:gd name="connsiteX52" fmla="*/ 7069148 w 10678681"/>
              <a:gd name="connsiteY52" fmla="*/ 1047163 h 1357700"/>
              <a:gd name="connsiteX53" fmla="*/ 7039634 w 10678681"/>
              <a:gd name="connsiteY53" fmla="*/ 1059971 h 1357700"/>
              <a:gd name="connsiteX54" fmla="*/ 7033445 w 10678681"/>
              <a:gd name="connsiteY54" fmla="*/ 1063314 h 1357700"/>
              <a:gd name="connsiteX55" fmla="*/ 6999157 w 10678681"/>
              <a:gd name="connsiteY55" fmla="*/ 1055282 h 1357700"/>
              <a:gd name="connsiteX56" fmla="*/ 6981874 w 10678681"/>
              <a:gd name="connsiteY56" fmla="*/ 1053827 h 1357700"/>
              <a:gd name="connsiteX57" fmla="*/ 6976102 w 10678681"/>
              <a:gd name="connsiteY57" fmla="*/ 1047854 h 1357700"/>
              <a:gd name="connsiteX58" fmla="*/ 6951040 w 10678681"/>
              <a:gd name="connsiteY58" fmla="*/ 1048531 h 1357700"/>
              <a:gd name="connsiteX59" fmla="*/ 6948497 w 10678681"/>
              <a:gd name="connsiteY59" fmla="*/ 1050706 h 1357700"/>
              <a:gd name="connsiteX60" fmla="*/ 6926582 w 10678681"/>
              <a:gd name="connsiteY60" fmla="*/ 1043462 h 1357700"/>
              <a:gd name="connsiteX61" fmla="*/ 6833743 w 10678681"/>
              <a:gd name="connsiteY61" fmla="*/ 1027960 h 1357700"/>
              <a:gd name="connsiteX62" fmla="*/ 6687090 w 10678681"/>
              <a:gd name="connsiteY62" fmla="*/ 1063250 h 1357700"/>
              <a:gd name="connsiteX63" fmla="*/ 6437450 w 10678681"/>
              <a:gd name="connsiteY63" fmla="*/ 1101075 h 1357700"/>
              <a:gd name="connsiteX64" fmla="*/ 6327795 w 10678681"/>
              <a:gd name="connsiteY64" fmla="*/ 1088142 h 1357700"/>
              <a:gd name="connsiteX65" fmla="*/ 6136549 w 10678681"/>
              <a:gd name="connsiteY65" fmla="*/ 1100268 h 1357700"/>
              <a:gd name="connsiteX66" fmla="*/ 6004655 w 10678681"/>
              <a:gd name="connsiteY66" fmla="*/ 1114946 h 1357700"/>
              <a:gd name="connsiteX67" fmla="*/ 5936643 w 10678681"/>
              <a:gd name="connsiteY67" fmla="*/ 1095428 h 1357700"/>
              <a:gd name="connsiteX68" fmla="*/ 5912484 w 10678681"/>
              <a:gd name="connsiteY68" fmla="*/ 1112624 h 1357700"/>
              <a:gd name="connsiteX69" fmla="*/ 5908387 w 10678681"/>
              <a:gd name="connsiteY69" fmla="*/ 1116018 h 1357700"/>
              <a:gd name="connsiteX70" fmla="*/ 5890495 w 10678681"/>
              <a:gd name="connsiteY70" fmla="*/ 1120268 h 1357700"/>
              <a:gd name="connsiteX71" fmla="*/ 5887318 w 10678681"/>
              <a:gd name="connsiteY71" fmla="*/ 1133134 h 1357700"/>
              <a:gd name="connsiteX72" fmla="*/ 5861726 w 10678681"/>
              <a:gd name="connsiteY72" fmla="*/ 1147891 h 1357700"/>
              <a:gd name="connsiteX73" fmla="*/ 5805823 w 10678681"/>
              <a:gd name="connsiteY73" fmla="*/ 1152457 h 1357700"/>
              <a:gd name="connsiteX74" fmla="*/ 5689841 w 10678681"/>
              <a:gd name="connsiteY74" fmla="*/ 1176232 h 1357700"/>
              <a:gd name="connsiteX75" fmla="*/ 5605119 w 10678681"/>
              <a:gd name="connsiteY75" fmla="*/ 1190202 h 1357700"/>
              <a:gd name="connsiteX76" fmla="*/ 5488513 w 10678681"/>
              <a:gd name="connsiteY76" fmla="*/ 1205367 h 1357700"/>
              <a:gd name="connsiteX77" fmla="*/ 5402905 w 10678681"/>
              <a:gd name="connsiteY77" fmla="*/ 1241191 h 1357700"/>
              <a:gd name="connsiteX78" fmla="*/ 5285593 w 10678681"/>
              <a:gd name="connsiteY78" fmla="*/ 1273569 h 1357700"/>
              <a:gd name="connsiteX79" fmla="*/ 5192893 w 10678681"/>
              <a:gd name="connsiteY79" fmla="*/ 1247188 h 1357700"/>
              <a:gd name="connsiteX80" fmla="*/ 5186475 w 10678681"/>
              <a:gd name="connsiteY80" fmla="*/ 1257028 h 1357700"/>
              <a:gd name="connsiteX81" fmla="*/ 5126038 w 10678681"/>
              <a:gd name="connsiteY81" fmla="*/ 1263189 h 1357700"/>
              <a:gd name="connsiteX82" fmla="*/ 4894688 w 10678681"/>
              <a:gd name="connsiteY82" fmla="*/ 1247184 h 1357700"/>
              <a:gd name="connsiteX83" fmla="*/ 4788036 w 10678681"/>
              <a:gd name="connsiteY83" fmla="*/ 1238182 h 1357700"/>
              <a:gd name="connsiteX84" fmla="*/ 4747555 w 10678681"/>
              <a:gd name="connsiteY84" fmla="*/ 1252768 h 1357700"/>
              <a:gd name="connsiteX85" fmla="*/ 4679644 w 10678681"/>
              <a:gd name="connsiteY85" fmla="*/ 1276603 h 1357700"/>
              <a:gd name="connsiteX86" fmla="*/ 4632222 w 10678681"/>
              <a:gd name="connsiteY86" fmla="*/ 1318360 h 1357700"/>
              <a:gd name="connsiteX87" fmla="*/ 4617358 w 10678681"/>
              <a:gd name="connsiteY87" fmla="*/ 1327690 h 1357700"/>
              <a:gd name="connsiteX88" fmla="*/ 4589102 w 10678681"/>
              <a:gd name="connsiteY88" fmla="*/ 1321223 h 1357700"/>
              <a:gd name="connsiteX89" fmla="*/ 4578184 w 10678681"/>
              <a:gd name="connsiteY89" fmla="*/ 1326745 h 1357700"/>
              <a:gd name="connsiteX90" fmla="*/ 4574270 w 10678681"/>
              <a:gd name="connsiteY90" fmla="*/ 1325878 h 1357700"/>
              <a:gd name="connsiteX91" fmla="*/ 4564919 w 10678681"/>
              <a:gd name="connsiteY91" fmla="*/ 1325507 h 1357700"/>
              <a:gd name="connsiteX92" fmla="*/ 4566586 w 10678681"/>
              <a:gd name="connsiteY92" fmla="*/ 1316963 h 1357700"/>
              <a:gd name="connsiteX93" fmla="*/ 4556303 w 10678681"/>
              <a:gd name="connsiteY93" fmla="*/ 1300262 h 1357700"/>
              <a:gd name="connsiteX94" fmla="*/ 4502358 w 10678681"/>
              <a:gd name="connsiteY94" fmla="*/ 1302558 h 1357700"/>
              <a:gd name="connsiteX95" fmla="*/ 4498919 w 10678681"/>
              <a:gd name="connsiteY95" fmla="*/ 1312115 h 1357700"/>
              <a:gd name="connsiteX96" fmla="*/ 4492075 w 10678681"/>
              <a:gd name="connsiteY96" fmla="*/ 1313357 h 1357700"/>
              <a:gd name="connsiteX97" fmla="*/ 4487466 w 10678681"/>
              <a:gd name="connsiteY97" fmla="*/ 1304102 h 1357700"/>
              <a:gd name="connsiteX98" fmla="*/ 4398292 w 10678681"/>
              <a:gd name="connsiteY98" fmla="*/ 1278410 h 1357700"/>
              <a:gd name="connsiteX99" fmla="*/ 4306088 w 10678681"/>
              <a:gd name="connsiteY99" fmla="*/ 1282512 h 1357700"/>
              <a:gd name="connsiteX100" fmla="*/ 4188995 w 10678681"/>
              <a:gd name="connsiteY100" fmla="*/ 1296718 h 1357700"/>
              <a:gd name="connsiteX101" fmla="*/ 4136582 w 10678681"/>
              <a:gd name="connsiteY101" fmla="*/ 1287687 h 1357700"/>
              <a:gd name="connsiteX102" fmla="*/ 4064614 w 10678681"/>
              <a:gd name="connsiteY102" fmla="*/ 1296118 h 1357700"/>
              <a:gd name="connsiteX103" fmla="*/ 3906561 w 10678681"/>
              <a:gd name="connsiteY103" fmla="*/ 1352435 h 1357700"/>
              <a:gd name="connsiteX104" fmla="*/ 3787890 w 10678681"/>
              <a:gd name="connsiteY104" fmla="*/ 1352442 h 1357700"/>
              <a:gd name="connsiteX105" fmla="*/ 3745993 w 10678681"/>
              <a:gd name="connsiteY105" fmla="*/ 1342630 h 1357700"/>
              <a:gd name="connsiteX106" fmla="*/ 3675785 w 10678681"/>
              <a:gd name="connsiteY106" fmla="*/ 1326802 h 1357700"/>
              <a:gd name="connsiteX107" fmla="*/ 3623856 w 10678681"/>
              <a:gd name="connsiteY107" fmla="*/ 1290804 h 1357700"/>
              <a:gd name="connsiteX108" fmla="*/ 3564933 w 10678681"/>
              <a:gd name="connsiteY108" fmla="*/ 1287147 h 1357700"/>
              <a:gd name="connsiteX109" fmla="*/ 3550537 w 10678681"/>
              <a:gd name="connsiteY109" fmla="*/ 1317552 h 1357700"/>
              <a:gd name="connsiteX110" fmla="*/ 3487736 w 10678681"/>
              <a:gd name="connsiteY110" fmla="*/ 1303493 h 1357700"/>
              <a:gd name="connsiteX111" fmla="*/ 3392548 w 10678681"/>
              <a:gd name="connsiteY111" fmla="*/ 1278741 h 1357700"/>
              <a:gd name="connsiteX112" fmla="*/ 3337466 w 10678681"/>
              <a:gd name="connsiteY112" fmla="*/ 1272537 h 1357700"/>
              <a:gd name="connsiteX113" fmla="*/ 3187206 w 10678681"/>
              <a:gd name="connsiteY113" fmla="*/ 1246821 h 1357700"/>
              <a:gd name="connsiteX114" fmla="*/ 3036856 w 10678681"/>
              <a:gd name="connsiteY114" fmla="*/ 1214383 h 1357700"/>
              <a:gd name="connsiteX115" fmla="*/ 2824973 w 10678681"/>
              <a:gd name="connsiteY115" fmla="*/ 1134864 h 1357700"/>
              <a:gd name="connsiteX116" fmla="*/ 2804398 w 10678681"/>
              <a:gd name="connsiteY116" fmla="*/ 1125556 h 1357700"/>
              <a:gd name="connsiteX117" fmla="*/ 2775396 w 10678681"/>
              <a:gd name="connsiteY117" fmla="*/ 1130148 h 1357700"/>
              <a:gd name="connsiteX118" fmla="*/ 2659096 w 10678681"/>
              <a:gd name="connsiteY118" fmla="*/ 1150294 h 1357700"/>
              <a:gd name="connsiteX119" fmla="*/ 2567088 w 10678681"/>
              <a:gd name="connsiteY119" fmla="*/ 1181781 h 1357700"/>
              <a:gd name="connsiteX120" fmla="*/ 2454501 w 10678681"/>
              <a:gd name="connsiteY120" fmla="*/ 1155455 h 1357700"/>
              <a:gd name="connsiteX121" fmla="*/ 2385161 w 10678681"/>
              <a:gd name="connsiteY121" fmla="*/ 1161312 h 1357700"/>
              <a:gd name="connsiteX122" fmla="*/ 2273361 w 10678681"/>
              <a:gd name="connsiteY122" fmla="*/ 1134090 h 1357700"/>
              <a:gd name="connsiteX123" fmla="*/ 2132003 w 10678681"/>
              <a:gd name="connsiteY123" fmla="*/ 1139225 h 1357700"/>
              <a:gd name="connsiteX124" fmla="*/ 2052449 w 10678681"/>
              <a:gd name="connsiteY124" fmla="*/ 1109687 h 1357700"/>
              <a:gd name="connsiteX125" fmla="*/ 2032607 w 10678681"/>
              <a:gd name="connsiteY125" fmla="*/ 1175477 h 1357700"/>
              <a:gd name="connsiteX126" fmla="*/ 1901837 w 10678681"/>
              <a:gd name="connsiteY126" fmla="*/ 1221762 h 1357700"/>
              <a:gd name="connsiteX127" fmla="*/ 1836762 w 10678681"/>
              <a:gd name="connsiteY127" fmla="*/ 1237387 h 1357700"/>
              <a:gd name="connsiteX128" fmla="*/ 1735877 w 10678681"/>
              <a:gd name="connsiteY128" fmla="*/ 1246527 h 1357700"/>
              <a:gd name="connsiteX129" fmla="*/ 1705069 w 10678681"/>
              <a:gd name="connsiteY129" fmla="*/ 1251989 h 1357700"/>
              <a:gd name="connsiteX130" fmla="*/ 1397689 w 10678681"/>
              <a:gd name="connsiteY130" fmla="*/ 1336144 h 1357700"/>
              <a:gd name="connsiteX131" fmla="*/ 1220734 w 10678681"/>
              <a:gd name="connsiteY131" fmla="*/ 1257811 h 1357700"/>
              <a:gd name="connsiteX132" fmla="*/ 1021737 w 10678681"/>
              <a:gd name="connsiteY132" fmla="*/ 1238739 h 1357700"/>
              <a:gd name="connsiteX133" fmla="*/ 959820 w 10678681"/>
              <a:gd name="connsiteY133" fmla="*/ 1275863 h 1357700"/>
              <a:gd name="connsiteX134" fmla="*/ 929137 w 10678681"/>
              <a:gd name="connsiteY134" fmla="*/ 1273957 h 1357700"/>
              <a:gd name="connsiteX135" fmla="*/ 878849 w 10678681"/>
              <a:gd name="connsiteY135" fmla="*/ 1266740 h 1357700"/>
              <a:gd name="connsiteX136" fmla="*/ 800667 w 10678681"/>
              <a:gd name="connsiteY136" fmla="*/ 1282041 h 1357700"/>
              <a:gd name="connsiteX137" fmla="*/ 644906 w 10678681"/>
              <a:gd name="connsiteY137" fmla="*/ 1273685 h 1357700"/>
              <a:gd name="connsiteX138" fmla="*/ 379869 w 10678681"/>
              <a:gd name="connsiteY138" fmla="*/ 1339165 h 1357700"/>
              <a:gd name="connsiteX139" fmla="*/ 137696 w 10678681"/>
              <a:gd name="connsiteY139" fmla="*/ 1319217 h 1357700"/>
              <a:gd name="connsiteX140" fmla="*/ 54250 w 10678681"/>
              <a:gd name="connsiteY140" fmla="*/ 1315838 h 1357700"/>
              <a:gd name="connsiteX141" fmla="*/ 28042 w 10678681"/>
              <a:gd name="connsiteY141" fmla="*/ 1297822 h 1357700"/>
              <a:gd name="connsiteX142" fmla="*/ 0 w 10678681"/>
              <a:gd name="connsiteY142" fmla="*/ 1294612 h 1357700"/>
              <a:gd name="connsiteX143" fmla="*/ 0 w 10678681"/>
              <a:gd name="connsiteY143" fmla="*/ 0 h 1357700"/>
              <a:gd name="connsiteX0" fmla="*/ 0 w 10678681"/>
              <a:gd name="connsiteY0" fmla="*/ 0 h 1357700"/>
              <a:gd name="connsiteX1" fmla="*/ 10678681 w 10678681"/>
              <a:gd name="connsiteY1" fmla="*/ 0 h 1357700"/>
              <a:gd name="connsiteX2" fmla="*/ 10666019 w 10678681"/>
              <a:gd name="connsiteY2" fmla="*/ 7876 h 1357700"/>
              <a:gd name="connsiteX3" fmla="*/ 10632825 w 10678681"/>
              <a:gd name="connsiteY3" fmla="*/ 32153 h 1357700"/>
              <a:gd name="connsiteX4" fmla="*/ 10510605 w 10678681"/>
              <a:gd name="connsiteY4" fmla="*/ 30449 h 1357700"/>
              <a:gd name="connsiteX5" fmla="*/ 10456989 w 10678681"/>
              <a:gd name="connsiteY5" fmla="*/ 979 h 1357700"/>
              <a:gd name="connsiteX6" fmla="*/ 10438642 w 10678681"/>
              <a:gd name="connsiteY6" fmla="*/ 1524 h 1357700"/>
              <a:gd name="connsiteX7" fmla="*/ 10407146 w 10678681"/>
              <a:gd name="connsiteY7" fmla="*/ 43659 h 1357700"/>
              <a:gd name="connsiteX8" fmla="*/ 10357996 w 10678681"/>
              <a:gd name="connsiteY8" fmla="*/ 50836 h 1357700"/>
              <a:gd name="connsiteX9" fmla="*/ 10306667 w 10678681"/>
              <a:gd name="connsiteY9" fmla="*/ 109739 h 1357700"/>
              <a:gd name="connsiteX10" fmla="*/ 10115334 w 10678681"/>
              <a:gd name="connsiteY10" fmla="*/ 155658 h 1357700"/>
              <a:gd name="connsiteX11" fmla="*/ 10068157 w 10678681"/>
              <a:gd name="connsiteY11" fmla="*/ 215673 h 1357700"/>
              <a:gd name="connsiteX12" fmla="*/ 10045431 w 10678681"/>
              <a:gd name="connsiteY12" fmla="*/ 229568 h 1357700"/>
              <a:gd name="connsiteX13" fmla="*/ 10013265 w 10678681"/>
              <a:gd name="connsiteY13" fmla="*/ 284757 h 1357700"/>
              <a:gd name="connsiteX14" fmla="*/ 9862496 w 10678681"/>
              <a:gd name="connsiteY14" fmla="*/ 223033 h 1357700"/>
              <a:gd name="connsiteX15" fmla="*/ 9679638 w 10678681"/>
              <a:gd name="connsiteY15" fmla="*/ 277462 h 1357700"/>
              <a:gd name="connsiteX16" fmla="*/ 9498347 w 10678681"/>
              <a:gd name="connsiteY16" fmla="*/ 244723 h 1357700"/>
              <a:gd name="connsiteX17" fmla="*/ 9399702 w 10678681"/>
              <a:gd name="connsiteY17" fmla="*/ 276316 h 1357700"/>
              <a:gd name="connsiteX18" fmla="*/ 9378439 w 10678681"/>
              <a:gd name="connsiteY18" fmla="*/ 326244 h 1357700"/>
              <a:gd name="connsiteX19" fmla="*/ 9121744 w 10678681"/>
              <a:gd name="connsiteY19" fmla="*/ 365177 h 1357700"/>
              <a:gd name="connsiteX20" fmla="*/ 9061654 w 10678681"/>
              <a:gd name="connsiteY20" fmla="*/ 393730 h 1357700"/>
              <a:gd name="connsiteX21" fmla="*/ 8997577 w 10678681"/>
              <a:gd name="connsiteY21" fmla="*/ 380865 h 1357700"/>
              <a:gd name="connsiteX22" fmla="*/ 8907968 w 10678681"/>
              <a:gd name="connsiteY22" fmla="*/ 447345 h 1357700"/>
              <a:gd name="connsiteX23" fmla="*/ 8764163 w 10678681"/>
              <a:gd name="connsiteY23" fmla="*/ 471000 h 1357700"/>
              <a:gd name="connsiteX24" fmla="*/ 8680155 w 10678681"/>
              <a:gd name="connsiteY24" fmla="*/ 492404 h 1357700"/>
              <a:gd name="connsiteX25" fmla="*/ 8651436 w 10678681"/>
              <a:gd name="connsiteY25" fmla="*/ 511923 h 1357700"/>
              <a:gd name="connsiteX26" fmla="*/ 8609185 w 10678681"/>
              <a:gd name="connsiteY26" fmla="*/ 531525 h 1357700"/>
              <a:gd name="connsiteX27" fmla="*/ 8537091 w 10678681"/>
              <a:gd name="connsiteY27" fmla="*/ 574933 h 1357700"/>
              <a:gd name="connsiteX28" fmla="*/ 8435931 w 10678681"/>
              <a:gd name="connsiteY28" fmla="*/ 617926 h 1357700"/>
              <a:gd name="connsiteX29" fmla="*/ 8348623 w 10678681"/>
              <a:gd name="connsiteY29" fmla="*/ 600607 h 1357700"/>
              <a:gd name="connsiteX30" fmla="*/ 8344233 w 10678681"/>
              <a:gd name="connsiteY30" fmla="*/ 610922 h 1357700"/>
              <a:gd name="connsiteX31" fmla="*/ 8290622 w 10678681"/>
              <a:gd name="connsiteY31" fmla="*/ 622687 h 1357700"/>
              <a:gd name="connsiteX32" fmla="*/ 8086698 w 10678681"/>
              <a:gd name="connsiteY32" fmla="*/ 605185 h 1357700"/>
              <a:gd name="connsiteX33" fmla="*/ 7982378 w 10678681"/>
              <a:gd name="connsiteY33" fmla="*/ 629799 h 1357700"/>
              <a:gd name="connsiteX34" fmla="*/ 7947952 w 10678681"/>
              <a:gd name="connsiteY34" fmla="*/ 648003 h 1357700"/>
              <a:gd name="connsiteX35" fmla="*/ 7890112 w 10678681"/>
              <a:gd name="connsiteY35" fmla="*/ 677915 h 1357700"/>
              <a:gd name="connsiteX36" fmla="*/ 7853284 w 10678681"/>
              <a:gd name="connsiteY36" fmla="*/ 723588 h 1357700"/>
              <a:gd name="connsiteX37" fmla="*/ 7802383 w 10678681"/>
              <a:gd name="connsiteY37" fmla="*/ 739359 h 1357700"/>
              <a:gd name="connsiteX38" fmla="*/ 7730518 w 10678681"/>
              <a:gd name="connsiteY38" fmla="*/ 739526 h 1357700"/>
              <a:gd name="connsiteX39" fmla="*/ 7652907 w 10678681"/>
              <a:gd name="connsiteY39" fmla="*/ 783273 h 1357700"/>
              <a:gd name="connsiteX40" fmla="*/ 7606008 w 10678681"/>
              <a:gd name="connsiteY40" fmla="*/ 800717 h 1357700"/>
              <a:gd name="connsiteX41" fmla="*/ 7480223 w 10678681"/>
              <a:gd name="connsiteY41" fmla="*/ 856821 h 1357700"/>
              <a:gd name="connsiteX42" fmla="*/ 7356005 w 10678681"/>
              <a:gd name="connsiteY42" fmla="*/ 919462 h 1357700"/>
              <a:gd name="connsiteX43" fmla="*/ 7305396 w 10678681"/>
              <a:gd name="connsiteY43" fmla="*/ 986228 h 1357700"/>
              <a:gd name="connsiteX44" fmla="*/ 7266251 w 10678681"/>
              <a:gd name="connsiteY44" fmla="*/ 967864 h 1357700"/>
              <a:gd name="connsiteX45" fmla="*/ 7269396 w 10678681"/>
              <a:gd name="connsiteY45" fmla="*/ 989282 h 1357700"/>
              <a:gd name="connsiteX46" fmla="*/ 7258094 w 10678681"/>
              <a:gd name="connsiteY46" fmla="*/ 990679 h 1357700"/>
              <a:gd name="connsiteX47" fmla="*/ 7257893 w 10678681"/>
              <a:gd name="connsiteY47" fmla="*/ 991204 h 1357700"/>
              <a:gd name="connsiteX48" fmla="*/ 7247153 w 10678681"/>
              <a:gd name="connsiteY48" fmla="*/ 991550 h 1357700"/>
              <a:gd name="connsiteX49" fmla="*/ 7193612 w 10678681"/>
              <a:gd name="connsiteY49" fmla="*/ 987042 h 1357700"/>
              <a:gd name="connsiteX50" fmla="*/ 7132632 w 10678681"/>
              <a:gd name="connsiteY50" fmla="*/ 1042036 h 1357700"/>
              <a:gd name="connsiteX51" fmla="*/ 7105610 w 10678681"/>
              <a:gd name="connsiteY51" fmla="*/ 1053537 h 1357700"/>
              <a:gd name="connsiteX52" fmla="*/ 7069148 w 10678681"/>
              <a:gd name="connsiteY52" fmla="*/ 1047163 h 1357700"/>
              <a:gd name="connsiteX53" fmla="*/ 7039634 w 10678681"/>
              <a:gd name="connsiteY53" fmla="*/ 1059971 h 1357700"/>
              <a:gd name="connsiteX54" fmla="*/ 7033445 w 10678681"/>
              <a:gd name="connsiteY54" fmla="*/ 1063314 h 1357700"/>
              <a:gd name="connsiteX55" fmla="*/ 6999157 w 10678681"/>
              <a:gd name="connsiteY55" fmla="*/ 1055282 h 1357700"/>
              <a:gd name="connsiteX56" fmla="*/ 6981874 w 10678681"/>
              <a:gd name="connsiteY56" fmla="*/ 1053827 h 1357700"/>
              <a:gd name="connsiteX57" fmla="*/ 6976102 w 10678681"/>
              <a:gd name="connsiteY57" fmla="*/ 1047854 h 1357700"/>
              <a:gd name="connsiteX58" fmla="*/ 6951040 w 10678681"/>
              <a:gd name="connsiteY58" fmla="*/ 1048531 h 1357700"/>
              <a:gd name="connsiteX59" fmla="*/ 6948497 w 10678681"/>
              <a:gd name="connsiteY59" fmla="*/ 1050706 h 1357700"/>
              <a:gd name="connsiteX60" fmla="*/ 6926582 w 10678681"/>
              <a:gd name="connsiteY60" fmla="*/ 1043462 h 1357700"/>
              <a:gd name="connsiteX61" fmla="*/ 6833743 w 10678681"/>
              <a:gd name="connsiteY61" fmla="*/ 1027960 h 1357700"/>
              <a:gd name="connsiteX62" fmla="*/ 6687090 w 10678681"/>
              <a:gd name="connsiteY62" fmla="*/ 1063250 h 1357700"/>
              <a:gd name="connsiteX63" fmla="*/ 6437450 w 10678681"/>
              <a:gd name="connsiteY63" fmla="*/ 1101075 h 1357700"/>
              <a:gd name="connsiteX64" fmla="*/ 6327795 w 10678681"/>
              <a:gd name="connsiteY64" fmla="*/ 1088142 h 1357700"/>
              <a:gd name="connsiteX65" fmla="*/ 6136549 w 10678681"/>
              <a:gd name="connsiteY65" fmla="*/ 1100268 h 1357700"/>
              <a:gd name="connsiteX66" fmla="*/ 6004655 w 10678681"/>
              <a:gd name="connsiteY66" fmla="*/ 1114946 h 1357700"/>
              <a:gd name="connsiteX67" fmla="*/ 5936643 w 10678681"/>
              <a:gd name="connsiteY67" fmla="*/ 1095428 h 1357700"/>
              <a:gd name="connsiteX68" fmla="*/ 5912484 w 10678681"/>
              <a:gd name="connsiteY68" fmla="*/ 1112624 h 1357700"/>
              <a:gd name="connsiteX69" fmla="*/ 5908387 w 10678681"/>
              <a:gd name="connsiteY69" fmla="*/ 1116018 h 1357700"/>
              <a:gd name="connsiteX70" fmla="*/ 5890495 w 10678681"/>
              <a:gd name="connsiteY70" fmla="*/ 1120268 h 1357700"/>
              <a:gd name="connsiteX71" fmla="*/ 5887318 w 10678681"/>
              <a:gd name="connsiteY71" fmla="*/ 1133134 h 1357700"/>
              <a:gd name="connsiteX72" fmla="*/ 5861726 w 10678681"/>
              <a:gd name="connsiteY72" fmla="*/ 1147891 h 1357700"/>
              <a:gd name="connsiteX73" fmla="*/ 5805823 w 10678681"/>
              <a:gd name="connsiteY73" fmla="*/ 1152457 h 1357700"/>
              <a:gd name="connsiteX74" fmla="*/ 5689841 w 10678681"/>
              <a:gd name="connsiteY74" fmla="*/ 1176232 h 1357700"/>
              <a:gd name="connsiteX75" fmla="*/ 5605119 w 10678681"/>
              <a:gd name="connsiteY75" fmla="*/ 1190202 h 1357700"/>
              <a:gd name="connsiteX76" fmla="*/ 5488513 w 10678681"/>
              <a:gd name="connsiteY76" fmla="*/ 1205367 h 1357700"/>
              <a:gd name="connsiteX77" fmla="*/ 5402905 w 10678681"/>
              <a:gd name="connsiteY77" fmla="*/ 1241191 h 1357700"/>
              <a:gd name="connsiteX78" fmla="*/ 5285593 w 10678681"/>
              <a:gd name="connsiteY78" fmla="*/ 1273569 h 1357700"/>
              <a:gd name="connsiteX79" fmla="*/ 5192893 w 10678681"/>
              <a:gd name="connsiteY79" fmla="*/ 1247188 h 1357700"/>
              <a:gd name="connsiteX80" fmla="*/ 5186475 w 10678681"/>
              <a:gd name="connsiteY80" fmla="*/ 1257028 h 1357700"/>
              <a:gd name="connsiteX81" fmla="*/ 5126038 w 10678681"/>
              <a:gd name="connsiteY81" fmla="*/ 1263189 h 1357700"/>
              <a:gd name="connsiteX82" fmla="*/ 4894688 w 10678681"/>
              <a:gd name="connsiteY82" fmla="*/ 1247184 h 1357700"/>
              <a:gd name="connsiteX83" fmla="*/ 4788036 w 10678681"/>
              <a:gd name="connsiteY83" fmla="*/ 1238182 h 1357700"/>
              <a:gd name="connsiteX84" fmla="*/ 4747555 w 10678681"/>
              <a:gd name="connsiteY84" fmla="*/ 1252768 h 1357700"/>
              <a:gd name="connsiteX85" fmla="*/ 4679644 w 10678681"/>
              <a:gd name="connsiteY85" fmla="*/ 1276603 h 1357700"/>
              <a:gd name="connsiteX86" fmla="*/ 4632222 w 10678681"/>
              <a:gd name="connsiteY86" fmla="*/ 1318360 h 1357700"/>
              <a:gd name="connsiteX87" fmla="*/ 4617358 w 10678681"/>
              <a:gd name="connsiteY87" fmla="*/ 1327690 h 1357700"/>
              <a:gd name="connsiteX88" fmla="*/ 4589102 w 10678681"/>
              <a:gd name="connsiteY88" fmla="*/ 1321223 h 1357700"/>
              <a:gd name="connsiteX89" fmla="*/ 4578184 w 10678681"/>
              <a:gd name="connsiteY89" fmla="*/ 1326745 h 1357700"/>
              <a:gd name="connsiteX90" fmla="*/ 4574270 w 10678681"/>
              <a:gd name="connsiteY90" fmla="*/ 1325878 h 1357700"/>
              <a:gd name="connsiteX91" fmla="*/ 4564919 w 10678681"/>
              <a:gd name="connsiteY91" fmla="*/ 1325507 h 1357700"/>
              <a:gd name="connsiteX92" fmla="*/ 4566586 w 10678681"/>
              <a:gd name="connsiteY92" fmla="*/ 1316963 h 1357700"/>
              <a:gd name="connsiteX93" fmla="*/ 4556303 w 10678681"/>
              <a:gd name="connsiteY93" fmla="*/ 1300262 h 1357700"/>
              <a:gd name="connsiteX94" fmla="*/ 4502358 w 10678681"/>
              <a:gd name="connsiteY94" fmla="*/ 1302558 h 1357700"/>
              <a:gd name="connsiteX95" fmla="*/ 4498919 w 10678681"/>
              <a:gd name="connsiteY95" fmla="*/ 1312115 h 1357700"/>
              <a:gd name="connsiteX96" fmla="*/ 4492075 w 10678681"/>
              <a:gd name="connsiteY96" fmla="*/ 1313357 h 1357700"/>
              <a:gd name="connsiteX97" fmla="*/ 4487466 w 10678681"/>
              <a:gd name="connsiteY97" fmla="*/ 1304102 h 1357700"/>
              <a:gd name="connsiteX98" fmla="*/ 4398292 w 10678681"/>
              <a:gd name="connsiteY98" fmla="*/ 1278410 h 1357700"/>
              <a:gd name="connsiteX99" fmla="*/ 4306088 w 10678681"/>
              <a:gd name="connsiteY99" fmla="*/ 1282512 h 1357700"/>
              <a:gd name="connsiteX100" fmla="*/ 4188995 w 10678681"/>
              <a:gd name="connsiteY100" fmla="*/ 1296718 h 1357700"/>
              <a:gd name="connsiteX101" fmla="*/ 4136582 w 10678681"/>
              <a:gd name="connsiteY101" fmla="*/ 1287687 h 1357700"/>
              <a:gd name="connsiteX102" fmla="*/ 4064614 w 10678681"/>
              <a:gd name="connsiteY102" fmla="*/ 1296118 h 1357700"/>
              <a:gd name="connsiteX103" fmla="*/ 3906561 w 10678681"/>
              <a:gd name="connsiteY103" fmla="*/ 1352435 h 1357700"/>
              <a:gd name="connsiteX104" fmla="*/ 3787890 w 10678681"/>
              <a:gd name="connsiteY104" fmla="*/ 1352442 h 1357700"/>
              <a:gd name="connsiteX105" fmla="*/ 3745993 w 10678681"/>
              <a:gd name="connsiteY105" fmla="*/ 1342630 h 1357700"/>
              <a:gd name="connsiteX106" fmla="*/ 3675785 w 10678681"/>
              <a:gd name="connsiteY106" fmla="*/ 1326802 h 1357700"/>
              <a:gd name="connsiteX107" fmla="*/ 3623856 w 10678681"/>
              <a:gd name="connsiteY107" fmla="*/ 1290804 h 1357700"/>
              <a:gd name="connsiteX108" fmla="*/ 3564933 w 10678681"/>
              <a:gd name="connsiteY108" fmla="*/ 1287147 h 1357700"/>
              <a:gd name="connsiteX109" fmla="*/ 3550537 w 10678681"/>
              <a:gd name="connsiteY109" fmla="*/ 1317552 h 1357700"/>
              <a:gd name="connsiteX110" fmla="*/ 3487736 w 10678681"/>
              <a:gd name="connsiteY110" fmla="*/ 1303493 h 1357700"/>
              <a:gd name="connsiteX111" fmla="*/ 3392548 w 10678681"/>
              <a:gd name="connsiteY111" fmla="*/ 1278741 h 1357700"/>
              <a:gd name="connsiteX112" fmla="*/ 3337466 w 10678681"/>
              <a:gd name="connsiteY112" fmla="*/ 1272537 h 1357700"/>
              <a:gd name="connsiteX113" fmla="*/ 3187206 w 10678681"/>
              <a:gd name="connsiteY113" fmla="*/ 1246821 h 1357700"/>
              <a:gd name="connsiteX114" fmla="*/ 3036856 w 10678681"/>
              <a:gd name="connsiteY114" fmla="*/ 1214383 h 1357700"/>
              <a:gd name="connsiteX115" fmla="*/ 2824973 w 10678681"/>
              <a:gd name="connsiteY115" fmla="*/ 1134864 h 1357700"/>
              <a:gd name="connsiteX116" fmla="*/ 2804398 w 10678681"/>
              <a:gd name="connsiteY116" fmla="*/ 1125556 h 1357700"/>
              <a:gd name="connsiteX117" fmla="*/ 2775396 w 10678681"/>
              <a:gd name="connsiteY117" fmla="*/ 1130148 h 1357700"/>
              <a:gd name="connsiteX118" fmla="*/ 2659096 w 10678681"/>
              <a:gd name="connsiteY118" fmla="*/ 1150294 h 1357700"/>
              <a:gd name="connsiteX119" fmla="*/ 2567088 w 10678681"/>
              <a:gd name="connsiteY119" fmla="*/ 1181781 h 1357700"/>
              <a:gd name="connsiteX120" fmla="*/ 2454501 w 10678681"/>
              <a:gd name="connsiteY120" fmla="*/ 1155455 h 1357700"/>
              <a:gd name="connsiteX121" fmla="*/ 2385161 w 10678681"/>
              <a:gd name="connsiteY121" fmla="*/ 1161312 h 1357700"/>
              <a:gd name="connsiteX122" fmla="*/ 2273361 w 10678681"/>
              <a:gd name="connsiteY122" fmla="*/ 1134090 h 1357700"/>
              <a:gd name="connsiteX123" fmla="*/ 2132003 w 10678681"/>
              <a:gd name="connsiteY123" fmla="*/ 1139225 h 1357700"/>
              <a:gd name="connsiteX124" fmla="*/ 2052449 w 10678681"/>
              <a:gd name="connsiteY124" fmla="*/ 1109687 h 1357700"/>
              <a:gd name="connsiteX125" fmla="*/ 2010157 w 10678681"/>
              <a:gd name="connsiteY125" fmla="*/ 1152767 h 1357700"/>
              <a:gd name="connsiteX126" fmla="*/ 1901837 w 10678681"/>
              <a:gd name="connsiteY126" fmla="*/ 1221762 h 1357700"/>
              <a:gd name="connsiteX127" fmla="*/ 1836762 w 10678681"/>
              <a:gd name="connsiteY127" fmla="*/ 1237387 h 1357700"/>
              <a:gd name="connsiteX128" fmla="*/ 1735877 w 10678681"/>
              <a:gd name="connsiteY128" fmla="*/ 1246527 h 1357700"/>
              <a:gd name="connsiteX129" fmla="*/ 1705069 w 10678681"/>
              <a:gd name="connsiteY129" fmla="*/ 1251989 h 1357700"/>
              <a:gd name="connsiteX130" fmla="*/ 1397689 w 10678681"/>
              <a:gd name="connsiteY130" fmla="*/ 1336144 h 1357700"/>
              <a:gd name="connsiteX131" fmla="*/ 1220734 w 10678681"/>
              <a:gd name="connsiteY131" fmla="*/ 1257811 h 1357700"/>
              <a:gd name="connsiteX132" fmla="*/ 1021737 w 10678681"/>
              <a:gd name="connsiteY132" fmla="*/ 1238739 h 1357700"/>
              <a:gd name="connsiteX133" fmla="*/ 959820 w 10678681"/>
              <a:gd name="connsiteY133" fmla="*/ 1275863 h 1357700"/>
              <a:gd name="connsiteX134" fmla="*/ 929137 w 10678681"/>
              <a:gd name="connsiteY134" fmla="*/ 1273957 h 1357700"/>
              <a:gd name="connsiteX135" fmla="*/ 878849 w 10678681"/>
              <a:gd name="connsiteY135" fmla="*/ 1266740 h 1357700"/>
              <a:gd name="connsiteX136" fmla="*/ 800667 w 10678681"/>
              <a:gd name="connsiteY136" fmla="*/ 1282041 h 1357700"/>
              <a:gd name="connsiteX137" fmla="*/ 644906 w 10678681"/>
              <a:gd name="connsiteY137" fmla="*/ 1273685 h 1357700"/>
              <a:gd name="connsiteX138" fmla="*/ 379869 w 10678681"/>
              <a:gd name="connsiteY138" fmla="*/ 1339165 h 1357700"/>
              <a:gd name="connsiteX139" fmla="*/ 137696 w 10678681"/>
              <a:gd name="connsiteY139" fmla="*/ 1319217 h 1357700"/>
              <a:gd name="connsiteX140" fmla="*/ 54250 w 10678681"/>
              <a:gd name="connsiteY140" fmla="*/ 1315838 h 1357700"/>
              <a:gd name="connsiteX141" fmla="*/ 28042 w 10678681"/>
              <a:gd name="connsiteY141" fmla="*/ 1297822 h 1357700"/>
              <a:gd name="connsiteX142" fmla="*/ 0 w 10678681"/>
              <a:gd name="connsiteY142" fmla="*/ 1294612 h 1357700"/>
              <a:gd name="connsiteX143" fmla="*/ 0 w 10678681"/>
              <a:gd name="connsiteY143" fmla="*/ 0 h 1357700"/>
              <a:gd name="connsiteX0" fmla="*/ 0 w 10678681"/>
              <a:gd name="connsiteY0" fmla="*/ 0 h 1353297"/>
              <a:gd name="connsiteX1" fmla="*/ 10678681 w 10678681"/>
              <a:gd name="connsiteY1" fmla="*/ 0 h 1353297"/>
              <a:gd name="connsiteX2" fmla="*/ 10666019 w 10678681"/>
              <a:gd name="connsiteY2" fmla="*/ 7876 h 1353297"/>
              <a:gd name="connsiteX3" fmla="*/ 10632825 w 10678681"/>
              <a:gd name="connsiteY3" fmla="*/ 32153 h 1353297"/>
              <a:gd name="connsiteX4" fmla="*/ 10510605 w 10678681"/>
              <a:gd name="connsiteY4" fmla="*/ 30449 h 1353297"/>
              <a:gd name="connsiteX5" fmla="*/ 10456989 w 10678681"/>
              <a:gd name="connsiteY5" fmla="*/ 979 h 1353297"/>
              <a:gd name="connsiteX6" fmla="*/ 10438642 w 10678681"/>
              <a:gd name="connsiteY6" fmla="*/ 1524 h 1353297"/>
              <a:gd name="connsiteX7" fmla="*/ 10407146 w 10678681"/>
              <a:gd name="connsiteY7" fmla="*/ 43659 h 1353297"/>
              <a:gd name="connsiteX8" fmla="*/ 10357996 w 10678681"/>
              <a:gd name="connsiteY8" fmla="*/ 50836 h 1353297"/>
              <a:gd name="connsiteX9" fmla="*/ 10306667 w 10678681"/>
              <a:gd name="connsiteY9" fmla="*/ 109739 h 1353297"/>
              <a:gd name="connsiteX10" fmla="*/ 10115334 w 10678681"/>
              <a:gd name="connsiteY10" fmla="*/ 155658 h 1353297"/>
              <a:gd name="connsiteX11" fmla="*/ 10068157 w 10678681"/>
              <a:gd name="connsiteY11" fmla="*/ 215673 h 1353297"/>
              <a:gd name="connsiteX12" fmla="*/ 10045431 w 10678681"/>
              <a:gd name="connsiteY12" fmla="*/ 229568 h 1353297"/>
              <a:gd name="connsiteX13" fmla="*/ 10013265 w 10678681"/>
              <a:gd name="connsiteY13" fmla="*/ 284757 h 1353297"/>
              <a:gd name="connsiteX14" fmla="*/ 9862496 w 10678681"/>
              <a:gd name="connsiteY14" fmla="*/ 223033 h 1353297"/>
              <a:gd name="connsiteX15" fmla="*/ 9679638 w 10678681"/>
              <a:gd name="connsiteY15" fmla="*/ 277462 h 1353297"/>
              <a:gd name="connsiteX16" fmla="*/ 9498347 w 10678681"/>
              <a:gd name="connsiteY16" fmla="*/ 244723 h 1353297"/>
              <a:gd name="connsiteX17" fmla="*/ 9399702 w 10678681"/>
              <a:gd name="connsiteY17" fmla="*/ 276316 h 1353297"/>
              <a:gd name="connsiteX18" fmla="*/ 9378439 w 10678681"/>
              <a:gd name="connsiteY18" fmla="*/ 326244 h 1353297"/>
              <a:gd name="connsiteX19" fmla="*/ 9121744 w 10678681"/>
              <a:gd name="connsiteY19" fmla="*/ 365177 h 1353297"/>
              <a:gd name="connsiteX20" fmla="*/ 9061654 w 10678681"/>
              <a:gd name="connsiteY20" fmla="*/ 393730 h 1353297"/>
              <a:gd name="connsiteX21" fmla="*/ 8997577 w 10678681"/>
              <a:gd name="connsiteY21" fmla="*/ 380865 h 1353297"/>
              <a:gd name="connsiteX22" fmla="*/ 8907968 w 10678681"/>
              <a:gd name="connsiteY22" fmla="*/ 447345 h 1353297"/>
              <a:gd name="connsiteX23" fmla="*/ 8764163 w 10678681"/>
              <a:gd name="connsiteY23" fmla="*/ 471000 h 1353297"/>
              <a:gd name="connsiteX24" fmla="*/ 8680155 w 10678681"/>
              <a:gd name="connsiteY24" fmla="*/ 492404 h 1353297"/>
              <a:gd name="connsiteX25" fmla="*/ 8651436 w 10678681"/>
              <a:gd name="connsiteY25" fmla="*/ 511923 h 1353297"/>
              <a:gd name="connsiteX26" fmla="*/ 8609185 w 10678681"/>
              <a:gd name="connsiteY26" fmla="*/ 531525 h 1353297"/>
              <a:gd name="connsiteX27" fmla="*/ 8537091 w 10678681"/>
              <a:gd name="connsiteY27" fmla="*/ 574933 h 1353297"/>
              <a:gd name="connsiteX28" fmla="*/ 8435931 w 10678681"/>
              <a:gd name="connsiteY28" fmla="*/ 617926 h 1353297"/>
              <a:gd name="connsiteX29" fmla="*/ 8348623 w 10678681"/>
              <a:gd name="connsiteY29" fmla="*/ 600607 h 1353297"/>
              <a:gd name="connsiteX30" fmla="*/ 8344233 w 10678681"/>
              <a:gd name="connsiteY30" fmla="*/ 610922 h 1353297"/>
              <a:gd name="connsiteX31" fmla="*/ 8290622 w 10678681"/>
              <a:gd name="connsiteY31" fmla="*/ 622687 h 1353297"/>
              <a:gd name="connsiteX32" fmla="*/ 8086698 w 10678681"/>
              <a:gd name="connsiteY32" fmla="*/ 605185 h 1353297"/>
              <a:gd name="connsiteX33" fmla="*/ 7982378 w 10678681"/>
              <a:gd name="connsiteY33" fmla="*/ 629799 h 1353297"/>
              <a:gd name="connsiteX34" fmla="*/ 7947952 w 10678681"/>
              <a:gd name="connsiteY34" fmla="*/ 648003 h 1353297"/>
              <a:gd name="connsiteX35" fmla="*/ 7890112 w 10678681"/>
              <a:gd name="connsiteY35" fmla="*/ 677915 h 1353297"/>
              <a:gd name="connsiteX36" fmla="*/ 7853284 w 10678681"/>
              <a:gd name="connsiteY36" fmla="*/ 723588 h 1353297"/>
              <a:gd name="connsiteX37" fmla="*/ 7802383 w 10678681"/>
              <a:gd name="connsiteY37" fmla="*/ 739359 h 1353297"/>
              <a:gd name="connsiteX38" fmla="*/ 7730518 w 10678681"/>
              <a:gd name="connsiteY38" fmla="*/ 739526 h 1353297"/>
              <a:gd name="connsiteX39" fmla="*/ 7652907 w 10678681"/>
              <a:gd name="connsiteY39" fmla="*/ 783273 h 1353297"/>
              <a:gd name="connsiteX40" fmla="*/ 7606008 w 10678681"/>
              <a:gd name="connsiteY40" fmla="*/ 800717 h 1353297"/>
              <a:gd name="connsiteX41" fmla="*/ 7480223 w 10678681"/>
              <a:gd name="connsiteY41" fmla="*/ 856821 h 1353297"/>
              <a:gd name="connsiteX42" fmla="*/ 7356005 w 10678681"/>
              <a:gd name="connsiteY42" fmla="*/ 919462 h 1353297"/>
              <a:gd name="connsiteX43" fmla="*/ 7305396 w 10678681"/>
              <a:gd name="connsiteY43" fmla="*/ 986228 h 1353297"/>
              <a:gd name="connsiteX44" fmla="*/ 7266251 w 10678681"/>
              <a:gd name="connsiteY44" fmla="*/ 967864 h 1353297"/>
              <a:gd name="connsiteX45" fmla="*/ 7269396 w 10678681"/>
              <a:gd name="connsiteY45" fmla="*/ 989282 h 1353297"/>
              <a:gd name="connsiteX46" fmla="*/ 7258094 w 10678681"/>
              <a:gd name="connsiteY46" fmla="*/ 990679 h 1353297"/>
              <a:gd name="connsiteX47" fmla="*/ 7257893 w 10678681"/>
              <a:gd name="connsiteY47" fmla="*/ 991204 h 1353297"/>
              <a:gd name="connsiteX48" fmla="*/ 7247153 w 10678681"/>
              <a:gd name="connsiteY48" fmla="*/ 991550 h 1353297"/>
              <a:gd name="connsiteX49" fmla="*/ 7193612 w 10678681"/>
              <a:gd name="connsiteY49" fmla="*/ 987042 h 1353297"/>
              <a:gd name="connsiteX50" fmla="*/ 7132632 w 10678681"/>
              <a:gd name="connsiteY50" fmla="*/ 1042036 h 1353297"/>
              <a:gd name="connsiteX51" fmla="*/ 7105610 w 10678681"/>
              <a:gd name="connsiteY51" fmla="*/ 1053537 h 1353297"/>
              <a:gd name="connsiteX52" fmla="*/ 7069148 w 10678681"/>
              <a:gd name="connsiteY52" fmla="*/ 1047163 h 1353297"/>
              <a:gd name="connsiteX53" fmla="*/ 7039634 w 10678681"/>
              <a:gd name="connsiteY53" fmla="*/ 1059971 h 1353297"/>
              <a:gd name="connsiteX54" fmla="*/ 7033445 w 10678681"/>
              <a:gd name="connsiteY54" fmla="*/ 1063314 h 1353297"/>
              <a:gd name="connsiteX55" fmla="*/ 6999157 w 10678681"/>
              <a:gd name="connsiteY55" fmla="*/ 1055282 h 1353297"/>
              <a:gd name="connsiteX56" fmla="*/ 6981874 w 10678681"/>
              <a:gd name="connsiteY56" fmla="*/ 1053827 h 1353297"/>
              <a:gd name="connsiteX57" fmla="*/ 6976102 w 10678681"/>
              <a:gd name="connsiteY57" fmla="*/ 1047854 h 1353297"/>
              <a:gd name="connsiteX58" fmla="*/ 6951040 w 10678681"/>
              <a:gd name="connsiteY58" fmla="*/ 1048531 h 1353297"/>
              <a:gd name="connsiteX59" fmla="*/ 6948497 w 10678681"/>
              <a:gd name="connsiteY59" fmla="*/ 1050706 h 1353297"/>
              <a:gd name="connsiteX60" fmla="*/ 6926582 w 10678681"/>
              <a:gd name="connsiteY60" fmla="*/ 1043462 h 1353297"/>
              <a:gd name="connsiteX61" fmla="*/ 6833743 w 10678681"/>
              <a:gd name="connsiteY61" fmla="*/ 1027960 h 1353297"/>
              <a:gd name="connsiteX62" fmla="*/ 6687090 w 10678681"/>
              <a:gd name="connsiteY62" fmla="*/ 1063250 h 1353297"/>
              <a:gd name="connsiteX63" fmla="*/ 6437450 w 10678681"/>
              <a:gd name="connsiteY63" fmla="*/ 1101075 h 1353297"/>
              <a:gd name="connsiteX64" fmla="*/ 6327795 w 10678681"/>
              <a:gd name="connsiteY64" fmla="*/ 1088142 h 1353297"/>
              <a:gd name="connsiteX65" fmla="*/ 6136549 w 10678681"/>
              <a:gd name="connsiteY65" fmla="*/ 1100268 h 1353297"/>
              <a:gd name="connsiteX66" fmla="*/ 6004655 w 10678681"/>
              <a:gd name="connsiteY66" fmla="*/ 1114946 h 1353297"/>
              <a:gd name="connsiteX67" fmla="*/ 5936643 w 10678681"/>
              <a:gd name="connsiteY67" fmla="*/ 1095428 h 1353297"/>
              <a:gd name="connsiteX68" fmla="*/ 5912484 w 10678681"/>
              <a:gd name="connsiteY68" fmla="*/ 1112624 h 1353297"/>
              <a:gd name="connsiteX69" fmla="*/ 5908387 w 10678681"/>
              <a:gd name="connsiteY69" fmla="*/ 1116018 h 1353297"/>
              <a:gd name="connsiteX70" fmla="*/ 5890495 w 10678681"/>
              <a:gd name="connsiteY70" fmla="*/ 1120268 h 1353297"/>
              <a:gd name="connsiteX71" fmla="*/ 5887318 w 10678681"/>
              <a:gd name="connsiteY71" fmla="*/ 1133134 h 1353297"/>
              <a:gd name="connsiteX72" fmla="*/ 5861726 w 10678681"/>
              <a:gd name="connsiteY72" fmla="*/ 1147891 h 1353297"/>
              <a:gd name="connsiteX73" fmla="*/ 5805823 w 10678681"/>
              <a:gd name="connsiteY73" fmla="*/ 1152457 h 1353297"/>
              <a:gd name="connsiteX74" fmla="*/ 5689841 w 10678681"/>
              <a:gd name="connsiteY74" fmla="*/ 1176232 h 1353297"/>
              <a:gd name="connsiteX75" fmla="*/ 5605119 w 10678681"/>
              <a:gd name="connsiteY75" fmla="*/ 1190202 h 1353297"/>
              <a:gd name="connsiteX76" fmla="*/ 5488513 w 10678681"/>
              <a:gd name="connsiteY76" fmla="*/ 1205367 h 1353297"/>
              <a:gd name="connsiteX77" fmla="*/ 5402905 w 10678681"/>
              <a:gd name="connsiteY77" fmla="*/ 1241191 h 1353297"/>
              <a:gd name="connsiteX78" fmla="*/ 5285593 w 10678681"/>
              <a:gd name="connsiteY78" fmla="*/ 1273569 h 1353297"/>
              <a:gd name="connsiteX79" fmla="*/ 5192893 w 10678681"/>
              <a:gd name="connsiteY79" fmla="*/ 1247188 h 1353297"/>
              <a:gd name="connsiteX80" fmla="*/ 5186475 w 10678681"/>
              <a:gd name="connsiteY80" fmla="*/ 1257028 h 1353297"/>
              <a:gd name="connsiteX81" fmla="*/ 5126038 w 10678681"/>
              <a:gd name="connsiteY81" fmla="*/ 1263189 h 1353297"/>
              <a:gd name="connsiteX82" fmla="*/ 4894688 w 10678681"/>
              <a:gd name="connsiteY82" fmla="*/ 1247184 h 1353297"/>
              <a:gd name="connsiteX83" fmla="*/ 4788036 w 10678681"/>
              <a:gd name="connsiteY83" fmla="*/ 1238182 h 1353297"/>
              <a:gd name="connsiteX84" fmla="*/ 4747555 w 10678681"/>
              <a:gd name="connsiteY84" fmla="*/ 1252768 h 1353297"/>
              <a:gd name="connsiteX85" fmla="*/ 4679644 w 10678681"/>
              <a:gd name="connsiteY85" fmla="*/ 1276603 h 1353297"/>
              <a:gd name="connsiteX86" fmla="*/ 4632222 w 10678681"/>
              <a:gd name="connsiteY86" fmla="*/ 1318360 h 1353297"/>
              <a:gd name="connsiteX87" fmla="*/ 4617358 w 10678681"/>
              <a:gd name="connsiteY87" fmla="*/ 1327690 h 1353297"/>
              <a:gd name="connsiteX88" fmla="*/ 4589102 w 10678681"/>
              <a:gd name="connsiteY88" fmla="*/ 1321223 h 1353297"/>
              <a:gd name="connsiteX89" fmla="*/ 4578184 w 10678681"/>
              <a:gd name="connsiteY89" fmla="*/ 1326745 h 1353297"/>
              <a:gd name="connsiteX90" fmla="*/ 4574270 w 10678681"/>
              <a:gd name="connsiteY90" fmla="*/ 1325878 h 1353297"/>
              <a:gd name="connsiteX91" fmla="*/ 4564919 w 10678681"/>
              <a:gd name="connsiteY91" fmla="*/ 1325507 h 1353297"/>
              <a:gd name="connsiteX92" fmla="*/ 4566586 w 10678681"/>
              <a:gd name="connsiteY92" fmla="*/ 1316963 h 1353297"/>
              <a:gd name="connsiteX93" fmla="*/ 4556303 w 10678681"/>
              <a:gd name="connsiteY93" fmla="*/ 1300262 h 1353297"/>
              <a:gd name="connsiteX94" fmla="*/ 4502358 w 10678681"/>
              <a:gd name="connsiteY94" fmla="*/ 1302558 h 1353297"/>
              <a:gd name="connsiteX95" fmla="*/ 4498919 w 10678681"/>
              <a:gd name="connsiteY95" fmla="*/ 1312115 h 1353297"/>
              <a:gd name="connsiteX96" fmla="*/ 4492075 w 10678681"/>
              <a:gd name="connsiteY96" fmla="*/ 1313357 h 1353297"/>
              <a:gd name="connsiteX97" fmla="*/ 4487466 w 10678681"/>
              <a:gd name="connsiteY97" fmla="*/ 1304102 h 1353297"/>
              <a:gd name="connsiteX98" fmla="*/ 4398292 w 10678681"/>
              <a:gd name="connsiteY98" fmla="*/ 1278410 h 1353297"/>
              <a:gd name="connsiteX99" fmla="*/ 4306088 w 10678681"/>
              <a:gd name="connsiteY99" fmla="*/ 1282512 h 1353297"/>
              <a:gd name="connsiteX100" fmla="*/ 4188995 w 10678681"/>
              <a:gd name="connsiteY100" fmla="*/ 1296718 h 1353297"/>
              <a:gd name="connsiteX101" fmla="*/ 4136582 w 10678681"/>
              <a:gd name="connsiteY101" fmla="*/ 1287687 h 1353297"/>
              <a:gd name="connsiteX102" fmla="*/ 4064614 w 10678681"/>
              <a:gd name="connsiteY102" fmla="*/ 1296118 h 1353297"/>
              <a:gd name="connsiteX103" fmla="*/ 3906561 w 10678681"/>
              <a:gd name="connsiteY103" fmla="*/ 1352435 h 1353297"/>
              <a:gd name="connsiteX104" fmla="*/ 3787890 w 10678681"/>
              <a:gd name="connsiteY104" fmla="*/ 1352442 h 1353297"/>
              <a:gd name="connsiteX105" fmla="*/ 3745993 w 10678681"/>
              <a:gd name="connsiteY105" fmla="*/ 1342630 h 1353297"/>
              <a:gd name="connsiteX106" fmla="*/ 3675785 w 10678681"/>
              <a:gd name="connsiteY106" fmla="*/ 1326802 h 1353297"/>
              <a:gd name="connsiteX107" fmla="*/ 3623856 w 10678681"/>
              <a:gd name="connsiteY107" fmla="*/ 1290804 h 1353297"/>
              <a:gd name="connsiteX108" fmla="*/ 3564933 w 10678681"/>
              <a:gd name="connsiteY108" fmla="*/ 1287147 h 1353297"/>
              <a:gd name="connsiteX109" fmla="*/ 3550537 w 10678681"/>
              <a:gd name="connsiteY109" fmla="*/ 1317552 h 1353297"/>
              <a:gd name="connsiteX110" fmla="*/ 3487736 w 10678681"/>
              <a:gd name="connsiteY110" fmla="*/ 1303493 h 1353297"/>
              <a:gd name="connsiteX111" fmla="*/ 3392548 w 10678681"/>
              <a:gd name="connsiteY111" fmla="*/ 1278741 h 1353297"/>
              <a:gd name="connsiteX112" fmla="*/ 3337466 w 10678681"/>
              <a:gd name="connsiteY112" fmla="*/ 1272537 h 1353297"/>
              <a:gd name="connsiteX113" fmla="*/ 3187206 w 10678681"/>
              <a:gd name="connsiteY113" fmla="*/ 1246821 h 1353297"/>
              <a:gd name="connsiteX114" fmla="*/ 3036856 w 10678681"/>
              <a:gd name="connsiteY114" fmla="*/ 1214383 h 1353297"/>
              <a:gd name="connsiteX115" fmla="*/ 2824973 w 10678681"/>
              <a:gd name="connsiteY115" fmla="*/ 1134864 h 1353297"/>
              <a:gd name="connsiteX116" fmla="*/ 2804398 w 10678681"/>
              <a:gd name="connsiteY116" fmla="*/ 1125556 h 1353297"/>
              <a:gd name="connsiteX117" fmla="*/ 2775396 w 10678681"/>
              <a:gd name="connsiteY117" fmla="*/ 1130148 h 1353297"/>
              <a:gd name="connsiteX118" fmla="*/ 2659096 w 10678681"/>
              <a:gd name="connsiteY118" fmla="*/ 1150294 h 1353297"/>
              <a:gd name="connsiteX119" fmla="*/ 2567088 w 10678681"/>
              <a:gd name="connsiteY119" fmla="*/ 1181781 h 1353297"/>
              <a:gd name="connsiteX120" fmla="*/ 2454501 w 10678681"/>
              <a:gd name="connsiteY120" fmla="*/ 1155455 h 1353297"/>
              <a:gd name="connsiteX121" fmla="*/ 2385161 w 10678681"/>
              <a:gd name="connsiteY121" fmla="*/ 1161312 h 1353297"/>
              <a:gd name="connsiteX122" fmla="*/ 2273361 w 10678681"/>
              <a:gd name="connsiteY122" fmla="*/ 1134090 h 1353297"/>
              <a:gd name="connsiteX123" fmla="*/ 2132003 w 10678681"/>
              <a:gd name="connsiteY123" fmla="*/ 1139225 h 1353297"/>
              <a:gd name="connsiteX124" fmla="*/ 2052449 w 10678681"/>
              <a:gd name="connsiteY124" fmla="*/ 1109687 h 1353297"/>
              <a:gd name="connsiteX125" fmla="*/ 2010157 w 10678681"/>
              <a:gd name="connsiteY125" fmla="*/ 1152767 h 1353297"/>
              <a:gd name="connsiteX126" fmla="*/ 1901837 w 10678681"/>
              <a:gd name="connsiteY126" fmla="*/ 1221762 h 1353297"/>
              <a:gd name="connsiteX127" fmla="*/ 1836762 w 10678681"/>
              <a:gd name="connsiteY127" fmla="*/ 1237387 h 1353297"/>
              <a:gd name="connsiteX128" fmla="*/ 1735877 w 10678681"/>
              <a:gd name="connsiteY128" fmla="*/ 1246527 h 1353297"/>
              <a:gd name="connsiteX129" fmla="*/ 1705069 w 10678681"/>
              <a:gd name="connsiteY129" fmla="*/ 1251989 h 1353297"/>
              <a:gd name="connsiteX130" fmla="*/ 1408915 w 10678681"/>
              <a:gd name="connsiteY130" fmla="*/ 1268017 h 1353297"/>
              <a:gd name="connsiteX131" fmla="*/ 1220734 w 10678681"/>
              <a:gd name="connsiteY131" fmla="*/ 1257811 h 1353297"/>
              <a:gd name="connsiteX132" fmla="*/ 1021737 w 10678681"/>
              <a:gd name="connsiteY132" fmla="*/ 1238739 h 1353297"/>
              <a:gd name="connsiteX133" fmla="*/ 959820 w 10678681"/>
              <a:gd name="connsiteY133" fmla="*/ 1275863 h 1353297"/>
              <a:gd name="connsiteX134" fmla="*/ 929137 w 10678681"/>
              <a:gd name="connsiteY134" fmla="*/ 1273957 h 1353297"/>
              <a:gd name="connsiteX135" fmla="*/ 878849 w 10678681"/>
              <a:gd name="connsiteY135" fmla="*/ 1266740 h 1353297"/>
              <a:gd name="connsiteX136" fmla="*/ 800667 w 10678681"/>
              <a:gd name="connsiteY136" fmla="*/ 1282041 h 1353297"/>
              <a:gd name="connsiteX137" fmla="*/ 644906 w 10678681"/>
              <a:gd name="connsiteY137" fmla="*/ 1273685 h 1353297"/>
              <a:gd name="connsiteX138" fmla="*/ 379869 w 10678681"/>
              <a:gd name="connsiteY138" fmla="*/ 1339165 h 1353297"/>
              <a:gd name="connsiteX139" fmla="*/ 137696 w 10678681"/>
              <a:gd name="connsiteY139" fmla="*/ 1319217 h 1353297"/>
              <a:gd name="connsiteX140" fmla="*/ 54250 w 10678681"/>
              <a:gd name="connsiteY140" fmla="*/ 1315838 h 1353297"/>
              <a:gd name="connsiteX141" fmla="*/ 28042 w 10678681"/>
              <a:gd name="connsiteY141" fmla="*/ 1297822 h 1353297"/>
              <a:gd name="connsiteX142" fmla="*/ 0 w 10678681"/>
              <a:gd name="connsiteY142" fmla="*/ 1294612 h 1353297"/>
              <a:gd name="connsiteX143" fmla="*/ 0 w 10678681"/>
              <a:gd name="connsiteY143" fmla="*/ 0 h 1353297"/>
              <a:gd name="connsiteX0" fmla="*/ 0 w 10678681"/>
              <a:gd name="connsiteY0" fmla="*/ 0 h 1353297"/>
              <a:gd name="connsiteX1" fmla="*/ 10678681 w 10678681"/>
              <a:gd name="connsiteY1" fmla="*/ 0 h 1353297"/>
              <a:gd name="connsiteX2" fmla="*/ 10666019 w 10678681"/>
              <a:gd name="connsiteY2" fmla="*/ 7876 h 1353297"/>
              <a:gd name="connsiteX3" fmla="*/ 10632825 w 10678681"/>
              <a:gd name="connsiteY3" fmla="*/ 32153 h 1353297"/>
              <a:gd name="connsiteX4" fmla="*/ 10510605 w 10678681"/>
              <a:gd name="connsiteY4" fmla="*/ 30449 h 1353297"/>
              <a:gd name="connsiteX5" fmla="*/ 10456989 w 10678681"/>
              <a:gd name="connsiteY5" fmla="*/ 979 h 1353297"/>
              <a:gd name="connsiteX6" fmla="*/ 10438642 w 10678681"/>
              <a:gd name="connsiteY6" fmla="*/ 1524 h 1353297"/>
              <a:gd name="connsiteX7" fmla="*/ 10407146 w 10678681"/>
              <a:gd name="connsiteY7" fmla="*/ 43659 h 1353297"/>
              <a:gd name="connsiteX8" fmla="*/ 10357996 w 10678681"/>
              <a:gd name="connsiteY8" fmla="*/ 50836 h 1353297"/>
              <a:gd name="connsiteX9" fmla="*/ 10306667 w 10678681"/>
              <a:gd name="connsiteY9" fmla="*/ 109739 h 1353297"/>
              <a:gd name="connsiteX10" fmla="*/ 10115334 w 10678681"/>
              <a:gd name="connsiteY10" fmla="*/ 155658 h 1353297"/>
              <a:gd name="connsiteX11" fmla="*/ 10068157 w 10678681"/>
              <a:gd name="connsiteY11" fmla="*/ 215673 h 1353297"/>
              <a:gd name="connsiteX12" fmla="*/ 10045431 w 10678681"/>
              <a:gd name="connsiteY12" fmla="*/ 229568 h 1353297"/>
              <a:gd name="connsiteX13" fmla="*/ 10013265 w 10678681"/>
              <a:gd name="connsiteY13" fmla="*/ 284757 h 1353297"/>
              <a:gd name="connsiteX14" fmla="*/ 9862496 w 10678681"/>
              <a:gd name="connsiteY14" fmla="*/ 223033 h 1353297"/>
              <a:gd name="connsiteX15" fmla="*/ 9679638 w 10678681"/>
              <a:gd name="connsiteY15" fmla="*/ 277462 h 1353297"/>
              <a:gd name="connsiteX16" fmla="*/ 9498347 w 10678681"/>
              <a:gd name="connsiteY16" fmla="*/ 244723 h 1353297"/>
              <a:gd name="connsiteX17" fmla="*/ 9399702 w 10678681"/>
              <a:gd name="connsiteY17" fmla="*/ 276316 h 1353297"/>
              <a:gd name="connsiteX18" fmla="*/ 9378439 w 10678681"/>
              <a:gd name="connsiteY18" fmla="*/ 326244 h 1353297"/>
              <a:gd name="connsiteX19" fmla="*/ 9121744 w 10678681"/>
              <a:gd name="connsiteY19" fmla="*/ 365177 h 1353297"/>
              <a:gd name="connsiteX20" fmla="*/ 9061654 w 10678681"/>
              <a:gd name="connsiteY20" fmla="*/ 393730 h 1353297"/>
              <a:gd name="connsiteX21" fmla="*/ 8997577 w 10678681"/>
              <a:gd name="connsiteY21" fmla="*/ 380865 h 1353297"/>
              <a:gd name="connsiteX22" fmla="*/ 8907968 w 10678681"/>
              <a:gd name="connsiteY22" fmla="*/ 447345 h 1353297"/>
              <a:gd name="connsiteX23" fmla="*/ 8764163 w 10678681"/>
              <a:gd name="connsiteY23" fmla="*/ 471000 h 1353297"/>
              <a:gd name="connsiteX24" fmla="*/ 8680155 w 10678681"/>
              <a:gd name="connsiteY24" fmla="*/ 492404 h 1353297"/>
              <a:gd name="connsiteX25" fmla="*/ 8651436 w 10678681"/>
              <a:gd name="connsiteY25" fmla="*/ 511923 h 1353297"/>
              <a:gd name="connsiteX26" fmla="*/ 8609185 w 10678681"/>
              <a:gd name="connsiteY26" fmla="*/ 531525 h 1353297"/>
              <a:gd name="connsiteX27" fmla="*/ 8537091 w 10678681"/>
              <a:gd name="connsiteY27" fmla="*/ 574933 h 1353297"/>
              <a:gd name="connsiteX28" fmla="*/ 8435931 w 10678681"/>
              <a:gd name="connsiteY28" fmla="*/ 617926 h 1353297"/>
              <a:gd name="connsiteX29" fmla="*/ 8348623 w 10678681"/>
              <a:gd name="connsiteY29" fmla="*/ 600607 h 1353297"/>
              <a:gd name="connsiteX30" fmla="*/ 8344233 w 10678681"/>
              <a:gd name="connsiteY30" fmla="*/ 610922 h 1353297"/>
              <a:gd name="connsiteX31" fmla="*/ 8290622 w 10678681"/>
              <a:gd name="connsiteY31" fmla="*/ 622687 h 1353297"/>
              <a:gd name="connsiteX32" fmla="*/ 8086698 w 10678681"/>
              <a:gd name="connsiteY32" fmla="*/ 605185 h 1353297"/>
              <a:gd name="connsiteX33" fmla="*/ 7982378 w 10678681"/>
              <a:gd name="connsiteY33" fmla="*/ 629799 h 1353297"/>
              <a:gd name="connsiteX34" fmla="*/ 7947952 w 10678681"/>
              <a:gd name="connsiteY34" fmla="*/ 648003 h 1353297"/>
              <a:gd name="connsiteX35" fmla="*/ 7890112 w 10678681"/>
              <a:gd name="connsiteY35" fmla="*/ 677915 h 1353297"/>
              <a:gd name="connsiteX36" fmla="*/ 7853284 w 10678681"/>
              <a:gd name="connsiteY36" fmla="*/ 723588 h 1353297"/>
              <a:gd name="connsiteX37" fmla="*/ 7802383 w 10678681"/>
              <a:gd name="connsiteY37" fmla="*/ 739359 h 1353297"/>
              <a:gd name="connsiteX38" fmla="*/ 7730518 w 10678681"/>
              <a:gd name="connsiteY38" fmla="*/ 739526 h 1353297"/>
              <a:gd name="connsiteX39" fmla="*/ 7652907 w 10678681"/>
              <a:gd name="connsiteY39" fmla="*/ 783273 h 1353297"/>
              <a:gd name="connsiteX40" fmla="*/ 7606008 w 10678681"/>
              <a:gd name="connsiteY40" fmla="*/ 800717 h 1353297"/>
              <a:gd name="connsiteX41" fmla="*/ 7480223 w 10678681"/>
              <a:gd name="connsiteY41" fmla="*/ 856821 h 1353297"/>
              <a:gd name="connsiteX42" fmla="*/ 7356005 w 10678681"/>
              <a:gd name="connsiteY42" fmla="*/ 919462 h 1353297"/>
              <a:gd name="connsiteX43" fmla="*/ 7305396 w 10678681"/>
              <a:gd name="connsiteY43" fmla="*/ 986228 h 1353297"/>
              <a:gd name="connsiteX44" fmla="*/ 7266251 w 10678681"/>
              <a:gd name="connsiteY44" fmla="*/ 967864 h 1353297"/>
              <a:gd name="connsiteX45" fmla="*/ 7269396 w 10678681"/>
              <a:gd name="connsiteY45" fmla="*/ 989282 h 1353297"/>
              <a:gd name="connsiteX46" fmla="*/ 7258094 w 10678681"/>
              <a:gd name="connsiteY46" fmla="*/ 990679 h 1353297"/>
              <a:gd name="connsiteX47" fmla="*/ 7257893 w 10678681"/>
              <a:gd name="connsiteY47" fmla="*/ 991204 h 1353297"/>
              <a:gd name="connsiteX48" fmla="*/ 7247153 w 10678681"/>
              <a:gd name="connsiteY48" fmla="*/ 991550 h 1353297"/>
              <a:gd name="connsiteX49" fmla="*/ 7193612 w 10678681"/>
              <a:gd name="connsiteY49" fmla="*/ 987042 h 1353297"/>
              <a:gd name="connsiteX50" fmla="*/ 7132632 w 10678681"/>
              <a:gd name="connsiteY50" fmla="*/ 1042036 h 1353297"/>
              <a:gd name="connsiteX51" fmla="*/ 7105610 w 10678681"/>
              <a:gd name="connsiteY51" fmla="*/ 1053537 h 1353297"/>
              <a:gd name="connsiteX52" fmla="*/ 7069148 w 10678681"/>
              <a:gd name="connsiteY52" fmla="*/ 1047163 h 1353297"/>
              <a:gd name="connsiteX53" fmla="*/ 7039634 w 10678681"/>
              <a:gd name="connsiteY53" fmla="*/ 1059971 h 1353297"/>
              <a:gd name="connsiteX54" fmla="*/ 7033445 w 10678681"/>
              <a:gd name="connsiteY54" fmla="*/ 1063314 h 1353297"/>
              <a:gd name="connsiteX55" fmla="*/ 6999157 w 10678681"/>
              <a:gd name="connsiteY55" fmla="*/ 1055282 h 1353297"/>
              <a:gd name="connsiteX56" fmla="*/ 6981874 w 10678681"/>
              <a:gd name="connsiteY56" fmla="*/ 1053827 h 1353297"/>
              <a:gd name="connsiteX57" fmla="*/ 6976102 w 10678681"/>
              <a:gd name="connsiteY57" fmla="*/ 1047854 h 1353297"/>
              <a:gd name="connsiteX58" fmla="*/ 6951040 w 10678681"/>
              <a:gd name="connsiteY58" fmla="*/ 1048531 h 1353297"/>
              <a:gd name="connsiteX59" fmla="*/ 6948497 w 10678681"/>
              <a:gd name="connsiteY59" fmla="*/ 1050706 h 1353297"/>
              <a:gd name="connsiteX60" fmla="*/ 6926582 w 10678681"/>
              <a:gd name="connsiteY60" fmla="*/ 1043462 h 1353297"/>
              <a:gd name="connsiteX61" fmla="*/ 6833743 w 10678681"/>
              <a:gd name="connsiteY61" fmla="*/ 1027960 h 1353297"/>
              <a:gd name="connsiteX62" fmla="*/ 6687090 w 10678681"/>
              <a:gd name="connsiteY62" fmla="*/ 1063250 h 1353297"/>
              <a:gd name="connsiteX63" fmla="*/ 6437450 w 10678681"/>
              <a:gd name="connsiteY63" fmla="*/ 1101075 h 1353297"/>
              <a:gd name="connsiteX64" fmla="*/ 6327795 w 10678681"/>
              <a:gd name="connsiteY64" fmla="*/ 1088142 h 1353297"/>
              <a:gd name="connsiteX65" fmla="*/ 6136549 w 10678681"/>
              <a:gd name="connsiteY65" fmla="*/ 1100268 h 1353297"/>
              <a:gd name="connsiteX66" fmla="*/ 6004655 w 10678681"/>
              <a:gd name="connsiteY66" fmla="*/ 1114946 h 1353297"/>
              <a:gd name="connsiteX67" fmla="*/ 5936643 w 10678681"/>
              <a:gd name="connsiteY67" fmla="*/ 1095428 h 1353297"/>
              <a:gd name="connsiteX68" fmla="*/ 5912484 w 10678681"/>
              <a:gd name="connsiteY68" fmla="*/ 1112624 h 1353297"/>
              <a:gd name="connsiteX69" fmla="*/ 5908387 w 10678681"/>
              <a:gd name="connsiteY69" fmla="*/ 1116018 h 1353297"/>
              <a:gd name="connsiteX70" fmla="*/ 5890495 w 10678681"/>
              <a:gd name="connsiteY70" fmla="*/ 1120268 h 1353297"/>
              <a:gd name="connsiteX71" fmla="*/ 5887318 w 10678681"/>
              <a:gd name="connsiteY71" fmla="*/ 1133134 h 1353297"/>
              <a:gd name="connsiteX72" fmla="*/ 5861726 w 10678681"/>
              <a:gd name="connsiteY72" fmla="*/ 1147891 h 1353297"/>
              <a:gd name="connsiteX73" fmla="*/ 5805823 w 10678681"/>
              <a:gd name="connsiteY73" fmla="*/ 1152457 h 1353297"/>
              <a:gd name="connsiteX74" fmla="*/ 5689841 w 10678681"/>
              <a:gd name="connsiteY74" fmla="*/ 1176232 h 1353297"/>
              <a:gd name="connsiteX75" fmla="*/ 5605119 w 10678681"/>
              <a:gd name="connsiteY75" fmla="*/ 1190202 h 1353297"/>
              <a:gd name="connsiteX76" fmla="*/ 5488513 w 10678681"/>
              <a:gd name="connsiteY76" fmla="*/ 1205367 h 1353297"/>
              <a:gd name="connsiteX77" fmla="*/ 5402905 w 10678681"/>
              <a:gd name="connsiteY77" fmla="*/ 1241191 h 1353297"/>
              <a:gd name="connsiteX78" fmla="*/ 5285593 w 10678681"/>
              <a:gd name="connsiteY78" fmla="*/ 1273569 h 1353297"/>
              <a:gd name="connsiteX79" fmla="*/ 5192893 w 10678681"/>
              <a:gd name="connsiteY79" fmla="*/ 1247188 h 1353297"/>
              <a:gd name="connsiteX80" fmla="*/ 5186475 w 10678681"/>
              <a:gd name="connsiteY80" fmla="*/ 1257028 h 1353297"/>
              <a:gd name="connsiteX81" fmla="*/ 5126038 w 10678681"/>
              <a:gd name="connsiteY81" fmla="*/ 1263189 h 1353297"/>
              <a:gd name="connsiteX82" fmla="*/ 4894688 w 10678681"/>
              <a:gd name="connsiteY82" fmla="*/ 1247184 h 1353297"/>
              <a:gd name="connsiteX83" fmla="*/ 4788036 w 10678681"/>
              <a:gd name="connsiteY83" fmla="*/ 1238182 h 1353297"/>
              <a:gd name="connsiteX84" fmla="*/ 4747555 w 10678681"/>
              <a:gd name="connsiteY84" fmla="*/ 1252768 h 1353297"/>
              <a:gd name="connsiteX85" fmla="*/ 4679644 w 10678681"/>
              <a:gd name="connsiteY85" fmla="*/ 1276603 h 1353297"/>
              <a:gd name="connsiteX86" fmla="*/ 4632222 w 10678681"/>
              <a:gd name="connsiteY86" fmla="*/ 1318360 h 1353297"/>
              <a:gd name="connsiteX87" fmla="*/ 4617358 w 10678681"/>
              <a:gd name="connsiteY87" fmla="*/ 1327690 h 1353297"/>
              <a:gd name="connsiteX88" fmla="*/ 4589102 w 10678681"/>
              <a:gd name="connsiteY88" fmla="*/ 1321223 h 1353297"/>
              <a:gd name="connsiteX89" fmla="*/ 4578184 w 10678681"/>
              <a:gd name="connsiteY89" fmla="*/ 1326745 h 1353297"/>
              <a:gd name="connsiteX90" fmla="*/ 4574270 w 10678681"/>
              <a:gd name="connsiteY90" fmla="*/ 1325878 h 1353297"/>
              <a:gd name="connsiteX91" fmla="*/ 4564919 w 10678681"/>
              <a:gd name="connsiteY91" fmla="*/ 1325507 h 1353297"/>
              <a:gd name="connsiteX92" fmla="*/ 4566586 w 10678681"/>
              <a:gd name="connsiteY92" fmla="*/ 1316963 h 1353297"/>
              <a:gd name="connsiteX93" fmla="*/ 4556303 w 10678681"/>
              <a:gd name="connsiteY93" fmla="*/ 1300262 h 1353297"/>
              <a:gd name="connsiteX94" fmla="*/ 4502358 w 10678681"/>
              <a:gd name="connsiteY94" fmla="*/ 1302558 h 1353297"/>
              <a:gd name="connsiteX95" fmla="*/ 4498919 w 10678681"/>
              <a:gd name="connsiteY95" fmla="*/ 1312115 h 1353297"/>
              <a:gd name="connsiteX96" fmla="*/ 4492075 w 10678681"/>
              <a:gd name="connsiteY96" fmla="*/ 1313357 h 1353297"/>
              <a:gd name="connsiteX97" fmla="*/ 4487466 w 10678681"/>
              <a:gd name="connsiteY97" fmla="*/ 1304102 h 1353297"/>
              <a:gd name="connsiteX98" fmla="*/ 4398292 w 10678681"/>
              <a:gd name="connsiteY98" fmla="*/ 1278410 h 1353297"/>
              <a:gd name="connsiteX99" fmla="*/ 4306088 w 10678681"/>
              <a:gd name="connsiteY99" fmla="*/ 1282512 h 1353297"/>
              <a:gd name="connsiteX100" fmla="*/ 4188995 w 10678681"/>
              <a:gd name="connsiteY100" fmla="*/ 1296718 h 1353297"/>
              <a:gd name="connsiteX101" fmla="*/ 4136582 w 10678681"/>
              <a:gd name="connsiteY101" fmla="*/ 1287687 h 1353297"/>
              <a:gd name="connsiteX102" fmla="*/ 4064614 w 10678681"/>
              <a:gd name="connsiteY102" fmla="*/ 1296118 h 1353297"/>
              <a:gd name="connsiteX103" fmla="*/ 3906561 w 10678681"/>
              <a:gd name="connsiteY103" fmla="*/ 1352435 h 1353297"/>
              <a:gd name="connsiteX104" fmla="*/ 3787890 w 10678681"/>
              <a:gd name="connsiteY104" fmla="*/ 1352442 h 1353297"/>
              <a:gd name="connsiteX105" fmla="*/ 3745993 w 10678681"/>
              <a:gd name="connsiteY105" fmla="*/ 1342630 h 1353297"/>
              <a:gd name="connsiteX106" fmla="*/ 3675785 w 10678681"/>
              <a:gd name="connsiteY106" fmla="*/ 1326802 h 1353297"/>
              <a:gd name="connsiteX107" fmla="*/ 3623856 w 10678681"/>
              <a:gd name="connsiteY107" fmla="*/ 1290804 h 1353297"/>
              <a:gd name="connsiteX108" fmla="*/ 3564933 w 10678681"/>
              <a:gd name="connsiteY108" fmla="*/ 1287147 h 1353297"/>
              <a:gd name="connsiteX109" fmla="*/ 3550537 w 10678681"/>
              <a:gd name="connsiteY109" fmla="*/ 1317552 h 1353297"/>
              <a:gd name="connsiteX110" fmla="*/ 3487736 w 10678681"/>
              <a:gd name="connsiteY110" fmla="*/ 1303493 h 1353297"/>
              <a:gd name="connsiteX111" fmla="*/ 3392548 w 10678681"/>
              <a:gd name="connsiteY111" fmla="*/ 1278741 h 1353297"/>
              <a:gd name="connsiteX112" fmla="*/ 3337466 w 10678681"/>
              <a:gd name="connsiteY112" fmla="*/ 1272537 h 1353297"/>
              <a:gd name="connsiteX113" fmla="*/ 3187206 w 10678681"/>
              <a:gd name="connsiteY113" fmla="*/ 1246821 h 1353297"/>
              <a:gd name="connsiteX114" fmla="*/ 3036856 w 10678681"/>
              <a:gd name="connsiteY114" fmla="*/ 1214383 h 1353297"/>
              <a:gd name="connsiteX115" fmla="*/ 2824973 w 10678681"/>
              <a:gd name="connsiteY115" fmla="*/ 1134864 h 1353297"/>
              <a:gd name="connsiteX116" fmla="*/ 2804398 w 10678681"/>
              <a:gd name="connsiteY116" fmla="*/ 1125556 h 1353297"/>
              <a:gd name="connsiteX117" fmla="*/ 2775396 w 10678681"/>
              <a:gd name="connsiteY117" fmla="*/ 1130148 h 1353297"/>
              <a:gd name="connsiteX118" fmla="*/ 2659096 w 10678681"/>
              <a:gd name="connsiteY118" fmla="*/ 1150294 h 1353297"/>
              <a:gd name="connsiteX119" fmla="*/ 2567088 w 10678681"/>
              <a:gd name="connsiteY119" fmla="*/ 1181781 h 1353297"/>
              <a:gd name="connsiteX120" fmla="*/ 2454501 w 10678681"/>
              <a:gd name="connsiteY120" fmla="*/ 1155455 h 1353297"/>
              <a:gd name="connsiteX121" fmla="*/ 2385161 w 10678681"/>
              <a:gd name="connsiteY121" fmla="*/ 1161312 h 1353297"/>
              <a:gd name="connsiteX122" fmla="*/ 2273361 w 10678681"/>
              <a:gd name="connsiteY122" fmla="*/ 1134090 h 1353297"/>
              <a:gd name="connsiteX123" fmla="*/ 2132003 w 10678681"/>
              <a:gd name="connsiteY123" fmla="*/ 1139225 h 1353297"/>
              <a:gd name="connsiteX124" fmla="*/ 2052449 w 10678681"/>
              <a:gd name="connsiteY124" fmla="*/ 1109687 h 1353297"/>
              <a:gd name="connsiteX125" fmla="*/ 2010157 w 10678681"/>
              <a:gd name="connsiteY125" fmla="*/ 1152767 h 1353297"/>
              <a:gd name="connsiteX126" fmla="*/ 1901837 w 10678681"/>
              <a:gd name="connsiteY126" fmla="*/ 1221762 h 1353297"/>
              <a:gd name="connsiteX127" fmla="*/ 1836762 w 10678681"/>
              <a:gd name="connsiteY127" fmla="*/ 1237387 h 1353297"/>
              <a:gd name="connsiteX128" fmla="*/ 1735877 w 10678681"/>
              <a:gd name="connsiteY128" fmla="*/ 1246527 h 1353297"/>
              <a:gd name="connsiteX129" fmla="*/ 1705069 w 10678681"/>
              <a:gd name="connsiteY129" fmla="*/ 1251989 h 1353297"/>
              <a:gd name="connsiteX130" fmla="*/ 1408915 w 10678681"/>
              <a:gd name="connsiteY130" fmla="*/ 1268017 h 1353297"/>
              <a:gd name="connsiteX131" fmla="*/ 1220734 w 10678681"/>
              <a:gd name="connsiteY131" fmla="*/ 1257811 h 1353297"/>
              <a:gd name="connsiteX132" fmla="*/ 1021737 w 10678681"/>
              <a:gd name="connsiteY132" fmla="*/ 1238739 h 1353297"/>
              <a:gd name="connsiteX133" fmla="*/ 959820 w 10678681"/>
              <a:gd name="connsiteY133" fmla="*/ 1275863 h 1353297"/>
              <a:gd name="connsiteX134" fmla="*/ 929137 w 10678681"/>
              <a:gd name="connsiteY134" fmla="*/ 1273957 h 1353297"/>
              <a:gd name="connsiteX135" fmla="*/ 878849 w 10678681"/>
              <a:gd name="connsiteY135" fmla="*/ 1266740 h 1353297"/>
              <a:gd name="connsiteX136" fmla="*/ 800667 w 10678681"/>
              <a:gd name="connsiteY136" fmla="*/ 1282041 h 1353297"/>
              <a:gd name="connsiteX137" fmla="*/ 644906 w 10678681"/>
              <a:gd name="connsiteY137" fmla="*/ 1273685 h 1353297"/>
              <a:gd name="connsiteX138" fmla="*/ 379869 w 10678681"/>
              <a:gd name="connsiteY138" fmla="*/ 1339165 h 1353297"/>
              <a:gd name="connsiteX139" fmla="*/ 137696 w 10678681"/>
              <a:gd name="connsiteY139" fmla="*/ 1319217 h 1353297"/>
              <a:gd name="connsiteX140" fmla="*/ 54250 w 10678681"/>
              <a:gd name="connsiteY140" fmla="*/ 1315838 h 1353297"/>
              <a:gd name="connsiteX141" fmla="*/ 28042 w 10678681"/>
              <a:gd name="connsiteY141" fmla="*/ 1297822 h 1353297"/>
              <a:gd name="connsiteX142" fmla="*/ 0 w 10678681"/>
              <a:gd name="connsiteY142" fmla="*/ 1294612 h 1353297"/>
              <a:gd name="connsiteX143" fmla="*/ 0 w 10678681"/>
              <a:gd name="connsiteY143" fmla="*/ 0 h 1353297"/>
              <a:gd name="connsiteX0" fmla="*/ 0 w 10678681"/>
              <a:gd name="connsiteY0" fmla="*/ 0 h 1353297"/>
              <a:gd name="connsiteX1" fmla="*/ 10678681 w 10678681"/>
              <a:gd name="connsiteY1" fmla="*/ 0 h 1353297"/>
              <a:gd name="connsiteX2" fmla="*/ 10666019 w 10678681"/>
              <a:gd name="connsiteY2" fmla="*/ 7876 h 1353297"/>
              <a:gd name="connsiteX3" fmla="*/ 10632825 w 10678681"/>
              <a:gd name="connsiteY3" fmla="*/ 32153 h 1353297"/>
              <a:gd name="connsiteX4" fmla="*/ 10510605 w 10678681"/>
              <a:gd name="connsiteY4" fmla="*/ 30449 h 1353297"/>
              <a:gd name="connsiteX5" fmla="*/ 10456989 w 10678681"/>
              <a:gd name="connsiteY5" fmla="*/ 979 h 1353297"/>
              <a:gd name="connsiteX6" fmla="*/ 10438642 w 10678681"/>
              <a:gd name="connsiteY6" fmla="*/ 1524 h 1353297"/>
              <a:gd name="connsiteX7" fmla="*/ 10407146 w 10678681"/>
              <a:gd name="connsiteY7" fmla="*/ 43659 h 1353297"/>
              <a:gd name="connsiteX8" fmla="*/ 10357996 w 10678681"/>
              <a:gd name="connsiteY8" fmla="*/ 50836 h 1353297"/>
              <a:gd name="connsiteX9" fmla="*/ 10306667 w 10678681"/>
              <a:gd name="connsiteY9" fmla="*/ 109739 h 1353297"/>
              <a:gd name="connsiteX10" fmla="*/ 10115334 w 10678681"/>
              <a:gd name="connsiteY10" fmla="*/ 155658 h 1353297"/>
              <a:gd name="connsiteX11" fmla="*/ 10068157 w 10678681"/>
              <a:gd name="connsiteY11" fmla="*/ 215673 h 1353297"/>
              <a:gd name="connsiteX12" fmla="*/ 10045431 w 10678681"/>
              <a:gd name="connsiteY12" fmla="*/ 229568 h 1353297"/>
              <a:gd name="connsiteX13" fmla="*/ 10013265 w 10678681"/>
              <a:gd name="connsiteY13" fmla="*/ 284757 h 1353297"/>
              <a:gd name="connsiteX14" fmla="*/ 9862496 w 10678681"/>
              <a:gd name="connsiteY14" fmla="*/ 223033 h 1353297"/>
              <a:gd name="connsiteX15" fmla="*/ 9679638 w 10678681"/>
              <a:gd name="connsiteY15" fmla="*/ 277462 h 1353297"/>
              <a:gd name="connsiteX16" fmla="*/ 9498347 w 10678681"/>
              <a:gd name="connsiteY16" fmla="*/ 244723 h 1353297"/>
              <a:gd name="connsiteX17" fmla="*/ 9399702 w 10678681"/>
              <a:gd name="connsiteY17" fmla="*/ 276316 h 1353297"/>
              <a:gd name="connsiteX18" fmla="*/ 9378439 w 10678681"/>
              <a:gd name="connsiteY18" fmla="*/ 326244 h 1353297"/>
              <a:gd name="connsiteX19" fmla="*/ 9121744 w 10678681"/>
              <a:gd name="connsiteY19" fmla="*/ 365177 h 1353297"/>
              <a:gd name="connsiteX20" fmla="*/ 9061654 w 10678681"/>
              <a:gd name="connsiteY20" fmla="*/ 393730 h 1353297"/>
              <a:gd name="connsiteX21" fmla="*/ 8997577 w 10678681"/>
              <a:gd name="connsiteY21" fmla="*/ 380865 h 1353297"/>
              <a:gd name="connsiteX22" fmla="*/ 8907968 w 10678681"/>
              <a:gd name="connsiteY22" fmla="*/ 447345 h 1353297"/>
              <a:gd name="connsiteX23" fmla="*/ 8764163 w 10678681"/>
              <a:gd name="connsiteY23" fmla="*/ 471000 h 1353297"/>
              <a:gd name="connsiteX24" fmla="*/ 8680155 w 10678681"/>
              <a:gd name="connsiteY24" fmla="*/ 492404 h 1353297"/>
              <a:gd name="connsiteX25" fmla="*/ 8651436 w 10678681"/>
              <a:gd name="connsiteY25" fmla="*/ 511923 h 1353297"/>
              <a:gd name="connsiteX26" fmla="*/ 8609185 w 10678681"/>
              <a:gd name="connsiteY26" fmla="*/ 531525 h 1353297"/>
              <a:gd name="connsiteX27" fmla="*/ 8537091 w 10678681"/>
              <a:gd name="connsiteY27" fmla="*/ 574933 h 1353297"/>
              <a:gd name="connsiteX28" fmla="*/ 8435931 w 10678681"/>
              <a:gd name="connsiteY28" fmla="*/ 617926 h 1353297"/>
              <a:gd name="connsiteX29" fmla="*/ 8348623 w 10678681"/>
              <a:gd name="connsiteY29" fmla="*/ 600607 h 1353297"/>
              <a:gd name="connsiteX30" fmla="*/ 8344233 w 10678681"/>
              <a:gd name="connsiteY30" fmla="*/ 610922 h 1353297"/>
              <a:gd name="connsiteX31" fmla="*/ 8290622 w 10678681"/>
              <a:gd name="connsiteY31" fmla="*/ 622687 h 1353297"/>
              <a:gd name="connsiteX32" fmla="*/ 8086698 w 10678681"/>
              <a:gd name="connsiteY32" fmla="*/ 605185 h 1353297"/>
              <a:gd name="connsiteX33" fmla="*/ 7982378 w 10678681"/>
              <a:gd name="connsiteY33" fmla="*/ 629799 h 1353297"/>
              <a:gd name="connsiteX34" fmla="*/ 7947952 w 10678681"/>
              <a:gd name="connsiteY34" fmla="*/ 648003 h 1353297"/>
              <a:gd name="connsiteX35" fmla="*/ 7890112 w 10678681"/>
              <a:gd name="connsiteY35" fmla="*/ 677915 h 1353297"/>
              <a:gd name="connsiteX36" fmla="*/ 7853284 w 10678681"/>
              <a:gd name="connsiteY36" fmla="*/ 723588 h 1353297"/>
              <a:gd name="connsiteX37" fmla="*/ 7802383 w 10678681"/>
              <a:gd name="connsiteY37" fmla="*/ 739359 h 1353297"/>
              <a:gd name="connsiteX38" fmla="*/ 7730518 w 10678681"/>
              <a:gd name="connsiteY38" fmla="*/ 739526 h 1353297"/>
              <a:gd name="connsiteX39" fmla="*/ 7652907 w 10678681"/>
              <a:gd name="connsiteY39" fmla="*/ 783273 h 1353297"/>
              <a:gd name="connsiteX40" fmla="*/ 7606008 w 10678681"/>
              <a:gd name="connsiteY40" fmla="*/ 800717 h 1353297"/>
              <a:gd name="connsiteX41" fmla="*/ 7480223 w 10678681"/>
              <a:gd name="connsiteY41" fmla="*/ 856821 h 1353297"/>
              <a:gd name="connsiteX42" fmla="*/ 7356005 w 10678681"/>
              <a:gd name="connsiteY42" fmla="*/ 919462 h 1353297"/>
              <a:gd name="connsiteX43" fmla="*/ 7305396 w 10678681"/>
              <a:gd name="connsiteY43" fmla="*/ 986228 h 1353297"/>
              <a:gd name="connsiteX44" fmla="*/ 7266251 w 10678681"/>
              <a:gd name="connsiteY44" fmla="*/ 967864 h 1353297"/>
              <a:gd name="connsiteX45" fmla="*/ 7269396 w 10678681"/>
              <a:gd name="connsiteY45" fmla="*/ 989282 h 1353297"/>
              <a:gd name="connsiteX46" fmla="*/ 7258094 w 10678681"/>
              <a:gd name="connsiteY46" fmla="*/ 990679 h 1353297"/>
              <a:gd name="connsiteX47" fmla="*/ 7257893 w 10678681"/>
              <a:gd name="connsiteY47" fmla="*/ 991204 h 1353297"/>
              <a:gd name="connsiteX48" fmla="*/ 7247153 w 10678681"/>
              <a:gd name="connsiteY48" fmla="*/ 991550 h 1353297"/>
              <a:gd name="connsiteX49" fmla="*/ 7193612 w 10678681"/>
              <a:gd name="connsiteY49" fmla="*/ 987042 h 1353297"/>
              <a:gd name="connsiteX50" fmla="*/ 7132632 w 10678681"/>
              <a:gd name="connsiteY50" fmla="*/ 1042036 h 1353297"/>
              <a:gd name="connsiteX51" fmla="*/ 7105610 w 10678681"/>
              <a:gd name="connsiteY51" fmla="*/ 1053537 h 1353297"/>
              <a:gd name="connsiteX52" fmla="*/ 7069148 w 10678681"/>
              <a:gd name="connsiteY52" fmla="*/ 1047163 h 1353297"/>
              <a:gd name="connsiteX53" fmla="*/ 7039634 w 10678681"/>
              <a:gd name="connsiteY53" fmla="*/ 1059971 h 1353297"/>
              <a:gd name="connsiteX54" fmla="*/ 7033445 w 10678681"/>
              <a:gd name="connsiteY54" fmla="*/ 1063314 h 1353297"/>
              <a:gd name="connsiteX55" fmla="*/ 6999157 w 10678681"/>
              <a:gd name="connsiteY55" fmla="*/ 1055282 h 1353297"/>
              <a:gd name="connsiteX56" fmla="*/ 6981874 w 10678681"/>
              <a:gd name="connsiteY56" fmla="*/ 1053827 h 1353297"/>
              <a:gd name="connsiteX57" fmla="*/ 6976102 w 10678681"/>
              <a:gd name="connsiteY57" fmla="*/ 1047854 h 1353297"/>
              <a:gd name="connsiteX58" fmla="*/ 6951040 w 10678681"/>
              <a:gd name="connsiteY58" fmla="*/ 1048531 h 1353297"/>
              <a:gd name="connsiteX59" fmla="*/ 6948497 w 10678681"/>
              <a:gd name="connsiteY59" fmla="*/ 1050706 h 1353297"/>
              <a:gd name="connsiteX60" fmla="*/ 6926582 w 10678681"/>
              <a:gd name="connsiteY60" fmla="*/ 1043462 h 1353297"/>
              <a:gd name="connsiteX61" fmla="*/ 6833743 w 10678681"/>
              <a:gd name="connsiteY61" fmla="*/ 1027960 h 1353297"/>
              <a:gd name="connsiteX62" fmla="*/ 6687090 w 10678681"/>
              <a:gd name="connsiteY62" fmla="*/ 1063250 h 1353297"/>
              <a:gd name="connsiteX63" fmla="*/ 6437450 w 10678681"/>
              <a:gd name="connsiteY63" fmla="*/ 1101075 h 1353297"/>
              <a:gd name="connsiteX64" fmla="*/ 6327795 w 10678681"/>
              <a:gd name="connsiteY64" fmla="*/ 1088142 h 1353297"/>
              <a:gd name="connsiteX65" fmla="*/ 6136549 w 10678681"/>
              <a:gd name="connsiteY65" fmla="*/ 1100268 h 1353297"/>
              <a:gd name="connsiteX66" fmla="*/ 6004655 w 10678681"/>
              <a:gd name="connsiteY66" fmla="*/ 1114946 h 1353297"/>
              <a:gd name="connsiteX67" fmla="*/ 5936643 w 10678681"/>
              <a:gd name="connsiteY67" fmla="*/ 1095428 h 1353297"/>
              <a:gd name="connsiteX68" fmla="*/ 5912484 w 10678681"/>
              <a:gd name="connsiteY68" fmla="*/ 1112624 h 1353297"/>
              <a:gd name="connsiteX69" fmla="*/ 5908387 w 10678681"/>
              <a:gd name="connsiteY69" fmla="*/ 1116018 h 1353297"/>
              <a:gd name="connsiteX70" fmla="*/ 5890495 w 10678681"/>
              <a:gd name="connsiteY70" fmla="*/ 1120268 h 1353297"/>
              <a:gd name="connsiteX71" fmla="*/ 5887318 w 10678681"/>
              <a:gd name="connsiteY71" fmla="*/ 1133134 h 1353297"/>
              <a:gd name="connsiteX72" fmla="*/ 5861726 w 10678681"/>
              <a:gd name="connsiteY72" fmla="*/ 1147891 h 1353297"/>
              <a:gd name="connsiteX73" fmla="*/ 5805823 w 10678681"/>
              <a:gd name="connsiteY73" fmla="*/ 1152457 h 1353297"/>
              <a:gd name="connsiteX74" fmla="*/ 5689841 w 10678681"/>
              <a:gd name="connsiteY74" fmla="*/ 1176232 h 1353297"/>
              <a:gd name="connsiteX75" fmla="*/ 5605119 w 10678681"/>
              <a:gd name="connsiteY75" fmla="*/ 1190202 h 1353297"/>
              <a:gd name="connsiteX76" fmla="*/ 5488513 w 10678681"/>
              <a:gd name="connsiteY76" fmla="*/ 1205367 h 1353297"/>
              <a:gd name="connsiteX77" fmla="*/ 5402905 w 10678681"/>
              <a:gd name="connsiteY77" fmla="*/ 1241191 h 1353297"/>
              <a:gd name="connsiteX78" fmla="*/ 5285593 w 10678681"/>
              <a:gd name="connsiteY78" fmla="*/ 1273569 h 1353297"/>
              <a:gd name="connsiteX79" fmla="*/ 5192893 w 10678681"/>
              <a:gd name="connsiteY79" fmla="*/ 1247188 h 1353297"/>
              <a:gd name="connsiteX80" fmla="*/ 5186475 w 10678681"/>
              <a:gd name="connsiteY80" fmla="*/ 1257028 h 1353297"/>
              <a:gd name="connsiteX81" fmla="*/ 5126038 w 10678681"/>
              <a:gd name="connsiteY81" fmla="*/ 1263189 h 1353297"/>
              <a:gd name="connsiteX82" fmla="*/ 4894688 w 10678681"/>
              <a:gd name="connsiteY82" fmla="*/ 1247184 h 1353297"/>
              <a:gd name="connsiteX83" fmla="*/ 4788036 w 10678681"/>
              <a:gd name="connsiteY83" fmla="*/ 1238182 h 1353297"/>
              <a:gd name="connsiteX84" fmla="*/ 4747555 w 10678681"/>
              <a:gd name="connsiteY84" fmla="*/ 1252768 h 1353297"/>
              <a:gd name="connsiteX85" fmla="*/ 4679644 w 10678681"/>
              <a:gd name="connsiteY85" fmla="*/ 1276603 h 1353297"/>
              <a:gd name="connsiteX86" fmla="*/ 4632222 w 10678681"/>
              <a:gd name="connsiteY86" fmla="*/ 1318360 h 1353297"/>
              <a:gd name="connsiteX87" fmla="*/ 4617358 w 10678681"/>
              <a:gd name="connsiteY87" fmla="*/ 1327690 h 1353297"/>
              <a:gd name="connsiteX88" fmla="*/ 4589102 w 10678681"/>
              <a:gd name="connsiteY88" fmla="*/ 1321223 h 1353297"/>
              <a:gd name="connsiteX89" fmla="*/ 4578184 w 10678681"/>
              <a:gd name="connsiteY89" fmla="*/ 1326745 h 1353297"/>
              <a:gd name="connsiteX90" fmla="*/ 4574270 w 10678681"/>
              <a:gd name="connsiteY90" fmla="*/ 1325878 h 1353297"/>
              <a:gd name="connsiteX91" fmla="*/ 4564919 w 10678681"/>
              <a:gd name="connsiteY91" fmla="*/ 1325507 h 1353297"/>
              <a:gd name="connsiteX92" fmla="*/ 4566586 w 10678681"/>
              <a:gd name="connsiteY92" fmla="*/ 1316963 h 1353297"/>
              <a:gd name="connsiteX93" fmla="*/ 4556303 w 10678681"/>
              <a:gd name="connsiteY93" fmla="*/ 1300262 h 1353297"/>
              <a:gd name="connsiteX94" fmla="*/ 4502358 w 10678681"/>
              <a:gd name="connsiteY94" fmla="*/ 1302558 h 1353297"/>
              <a:gd name="connsiteX95" fmla="*/ 4498919 w 10678681"/>
              <a:gd name="connsiteY95" fmla="*/ 1312115 h 1353297"/>
              <a:gd name="connsiteX96" fmla="*/ 4492075 w 10678681"/>
              <a:gd name="connsiteY96" fmla="*/ 1313357 h 1353297"/>
              <a:gd name="connsiteX97" fmla="*/ 4487466 w 10678681"/>
              <a:gd name="connsiteY97" fmla="*/ 1304102 h 1353297"/>
              <a:gd name="connsiteX98" fmla="*/ 4398292 w 10678681"/>
              <a:gd name="connsiteY98" fmla="*/ 1278410 h 1353297"/>
              <a:gd name="connsiteX99" fmla="*/ 4306088 w 10678681"/>
              <a:gd name="connsiteY99" fmla="*/ 1282512 h 1353297"/>
              <a:gd name="connsiteX100" fmla="*/ 4188995 w 10678681"/>
              <a:gd name="connsiteY100" fmla="*/ 1296718 h 1353297"/>
              <a:gd name="connsiteX101" fmla="*/ 4136582 w 10678681"/>
              <a:gd name="connsiteY101" fmla="*/ 1287687 h 1353297"/>
              <a:gd name="connsiteX102" fmla="*/ 4064614 w 10678681"/>
              <a:gd name="connsiteY102" fmla="*/ 1296118 h 1353297"/>
              <a:gd name="connsiteX103" fmla="*/ 3906561 w 10678681"/>
              <a:gd name="connsiteY103" fmla="*/ 1352435 h 1353297"/>
              <a:gd name="connsiteX104" fmla="*/ 3787890 w 10678681"/>
              <a:gd name="connsiteY104" fmla="*/ 1352442 h 1353297"/>
              <a:gd name="connsiteX105" fmla="*/ 3745993 w 10678681"/>
              <a:gd name="connsiteY105" fmla="*/ 1342630 h 1353297"/>
              <a:gd name="connsiteX106" fmla="*/ 3675785 w 10678681"/>
              <a:gd name="connsiteY106" fmla="*/ 1326802 h 1353297"/>
              <a:gd name="connsiteX107" fmla="*/ 3623856 w 10678681"/>
              <a:gd name="connsiteY107" fmla="*/ 1290804 h 1353297"/>
              <a:gd name="connsiteX108" fmla="*/ 3564933 w 10678681"/>
              <a:gd name="connsiteY108" fmla="*/ 1287147 h 1353297"/>
              <a:gd name="connsiteX109" fmla="*/ 3550537 w 10678681"/>
              <a:gd name="connsiteY109" fmla="*/ 1317552 h 1353297"/>
              <a:gd name="connsiteX110" fmla="*/ 3487736 w 10678681"/>
              <a:gd name="connsiteY110" fmla="*/ 1303493 h 1353297"/>
              <a:gd name="connsiteX111" fmla="*/ 3392548 w 10678681"/>
              <a:gd name="connsiteY111" fmla="*/ 1278741 h 1353297"/>
              <a:gd name="connsiteX112" fmla="*/ 3337466 w 10678681"/>
              <a:gd name="connsiteY112" fmla="*/ 1272537 h 1353297"/>
              <a:gd name="connsiteX113" fmla="*/ 3187206 w 10678681"/>
              <a:gd name="connsiteY113" fmla="*/ 1246821 h 1353297"/>
              <a:gd name="connsiteX114" fmla="*/ 3036856 w 10678681"/>
              <a:gd name="connsiteY114" fmla="*/ 1214383 h 1353297"/>
              <a:gd name="connsiteX115" fmla="*/ 2824973 w 10678681"/>
              <a:gd name="connsiteY115" fmla="*/ 1134864 h 1353297"/>
              <a:gd name="connsiteX116" fmla="*/ 2804398 w 10678681"/>
              <a:gd name="connsiteY116" fmla="*/ 1125556 h 1353297"/>
              <a:gd name="connsiteX117" fmla="*/ 2775396 w 10678681"/>
              <a:gd name="connsiteY117" fmla="*/ 1130148 h 1353297"/>
              <a:gd name="connsiteX118" fmla="*/ 2659096 w 10678681"/>
              <a:gd name="connsiteY118" fmla="*/ 1150294 h 1353297"/>
              <a:gd name="connsiteX119" fmla="*/ 2567088 w 10678681"/>
              <a:gd name="connsiteY119" fmla="*/ 1181781 h 1353297"/>
              <a:gd name="connsiteX120" fmla="*/ 2454501 w 10678681"/>
              <a:gd name="connsiteY120" fmla="*/ 1155455 h 1353297"/>
              <a:gd name="connsiteX121" fmla="*/ 2385161 w 10678681"/>
              <a:gd name="connsiteY121" fmla="*/ 1161312 h 1353297"/>
              <a:gd name="connsiteX122" fmla="*/ 2273361 w 10678681"/>
              <a:gd name="connsiteY122" fmla="*/ 1134090 h 1353297"/>
              <a:gd name="connsiteX123" fmla="*/ 2132003 w 10678681"/>
              <a:gd name="connsiteY123" fmla="*/ 1139225 h 1353297"/>
              <a:gd name="connsiteX124" fmla="*/ 2052449 w 10678681"/>
              <a:gd name="connsiteY124" fmla="*/ 1109687 h 1353297"/>
              <a:gd name="connsiteX125" fmla="*/ 2010157 w 10678681"/>
              <a:gd name="connsiteY125" fmla="*/ 1152767 h 1353297"/>
              <a:gd name="connsiteX126" fmla="*/ 1901837 w 10678681"/>
              <a:gd name="connsiteY126" fmla="*/ 1221762 h 1353297"/>
              <a:gd name="connsiteX127" fmla="*/ 1836762 w 10678681"/>
              <a:gd name="connsiteY127" fmla="*/ 1237387 h 1353297"/>
              <a:gd name="connsiteX128" fmla="*/ 1735877 w 10678681"/>
              <a:gd name="connsiteY128" fmla="*/ 1246527 h 1353297"/>
              <a:gd name="connsiteX129" fmla="*/ 1705069 w 10678681"/>
              <a:gd name="connsiteY129" fmla="*/ 1251989 h 1353297"/>
              <a:gd name="connsiteX130" fmla="*/ 1307888 w 10678681"/>
              <a:gd name="connsiteY130" fmla="*/ 1283156 h 1353297"/>
              <a:gd name="connsiteX131" fmla="*/ 1220734 w 10678681"/>
              <a:gd name="connsiteY131" fmla="*/ 1257811 h 1353297"/>
              <a:gd name="connsiteX132" fmla="*/ 1021737 w 10678681"/>
              <a:gd name="connsiteY132" fmla="*/ 1238739 h 1353297"/>
              <a:gd name="connsiteX133" fmla="*/ 959820 w 10678681"/>
              <a:gd name="connsiteY133" fmla="*/ 1275863 h 1353297"/>
              <a:gd name="connsiteX134" fmla="*/ 929137 w 10678681"/>
              <a:gd name="connsiteY134" fmla="*/ 1273957 h 1353297"/>
              <a:gd name="connsiteX135" fmla="*/ 878849 w 10678681"/>
              <a:gd name="connsiteY135" fmla="*/ 1266740 h 1353297"/>
              <a:gd name="connsiteX136" fmla="*/ 800667 w 10678681"/>
              <a:gd name="connsiteY136" fmla="*/ 1282041 h 1353297"/>
              <a:gd name="connsiteX137" fmla="*/ 644906 w 10678681"/>
              <a:gd name="connsiteY137" fmla="*/ 1273685 h 1353297"/>
              <a:gd name="connsiteX138" fmla="*/ 379869 w 10678681"/>
              <a:gd name="connsiteY138" fmla="*/ 1339165 h 1353297"/>
              <a:gd name="connsiteX139" fmla="*/ 137696 w 10678681"/>
              <a:gd name="connsiteY139" fmla="*/ 1319217 h 1353297"/>
              <a:gd name="connsiteX140" fmla="*/ 54250 w 10678681"/>
              <a:gd name="connsiteY140" fmla="*/ 1315838 h 1353297"/>
              <a:gd name="connsiteX141" fmla="*/ 28042 w 10678681"/>
              <a:gd name="connsiteY141" fmla="*/ 1297822 h 1353297"/>
              <a:gd name="connsiteX142" fmla="*/ 0 w 10678681"/>
              <a:gd name="connsiteY142" fmla="*/ 1294612 h 1353297"/>
              <a:gd name="connsiteX143" fmla="*/ 0 w 10678681"/>
              <a:gd name="connsiteY143" fmla="*/ 0 h 1353297"/>
              <a:gd name="connsiteX0" fmla="*/ 0 w 10678681"/>
              <a:gd name="connsiteY0" fmla="*/ 0 h 1353297"/>
              <a:gd name="connsiteX1" fmla="*/ 10678681 w 10678681"/>
              <a:gd name="connsiteY1" fmla="*/ 0 h 1353297"/>
              <a:gd name="connsiteX2" fmla="*/ 10666019 w 10678681"/>
              <a:gd name="connsiteY2" fmla="*/ 7876 h 1353297"/>
              <a:gd name="connsiteX3" fmla="*/ 10632825 w 10678681"/>
              <a:gd name="connsiteY3" fmla="*/ 32153 h 1353297"/>
              <a:gd name="connsiteX4" fmla="*/ 10510605 w 10678681"/>
              <a:gd name="connsiteY4" fmla="*/ 30449 h 1353297"/>
              <a:gd name="connsiteX5" fmla="*/ 10456989 w 10678681"/>
              <a:gd name="connsiteY5" fmla="*/ 979 h 1353297"/>
              <a:gd name="connsiteX6" fmla="*/ 10438642 w 10678681"/>
              <a:gd name="connsiteY6" fmla="*/ 1524 h 1353297"/>
              <a:gd name="connsiteX7" fmla="*/ 10407146 w 10678681"/>
              <a:gd name="connsiteY7" fmla="*/ 43659 h 1353297"/>
              <a:gd name="connsiteX8" fmla="*/ 10357996 w 10678681"/>
              <a:gd name="connsiteY8" fmla="*/ 50836 h 1353297"/>
              <a:gd name="connsiteX9" fmla="*/ 10306667 w 10678681"/>
              <a:gd name="connsiteY9" fmla="*/ 109739 h 1353297"/>
              <a:gd name="connsiteX10" fmla="*/ 10115334 w 10678681"/>
              <a:gd name="connsiteY10" fmla="*/ 155658 h 1353297"/>
              <a:gd name="connsiteX11" fmla="*/ 10068157 w 10678681"/>
              <a:gd name="connsiteY11" fmla="*/ 215673 h 1353297"/>
              <a:gd name="connsiteX12" fmla="*/ 10045431 w 10678681"/>
              <a:gd name="connsiteY12" fmla="*/ 229568 h 1353297"/>
              <a:gd name="connsiteX13" fmla="*/ 10013265 w 10678681"/>
              <a:gd name="connsiteY13" fmla="*/ 284757 h 1353297"/>
              <a:gd name="connsiteX14" fmla="*/ 9862496 w 10678681"/>
              <a:gd name="connsiteY14" fmla="*/ 223033 h 1353297"/>
              <a:gd name="connsiteX15" fmla="*/ 9679638 w 10678681"/>
              <a:gd name="connsiteY15" fmla="*/ 277462 h 1353297"/>
              <a:gd name="connsiteX16" fmla="*/ 9498347 w 10678681"/>
              <a:gd name="connsiteY16" fmla="*/ 244723 h 1353297"/>
              <a:gd name="connsiteX17" fmla="*/ 9399702 w 10678681"/>
              <a:gd name="connsiteY17" fmla="*/ 276316 h 1353297"/>
              <a:gd name="connsiteX18" fmla="*/ 9378439 w 10678681"/>
              <a:gd name="connsiteY18" fmla="*/ 326244 h 1353297"/>
              <a:gd name="connsiteX19" fmla="*/ 9121744 w 10678681"/>
              <a:gd name="connsiteY19" fmla="*/ 365177 h 1353297"/>
              <a:gd name="connsiteX20" fmla="*/ 9061654 w 10678681"/>
              <a:gd name="connsiteY20" fmla="*/ 393730 h 1353297"/>
              <a:gd name="connsiteX21" fmla="*/ 8997577 w 10678681"/>
              <a:gd name="connsiteY21" fmla="*/ 380865 h 1353297"/>
              <a:gd name="connsiteX22" fmla="*/ 8907968 w 10678681"/>
              <a:gd name="connsiteY22" fmla="*/ 447345 h 1353297"/>
              <a:gd name="connsiteX23" fmla="*/ 8764163 w 10678681"/>
              <a:gd name="connsiteY23" fmla="*/ 471000 h 1353297"/>
              <a:gd name="connsiteX24" fmla="*/ 8680155 w 10678681"/>
              <a:gd name="connsiteY24" fmla="*/ 492404 h 1353297"/>
              <a:gd name="connsiteX25" fmla="*/ 8651436 w 10678681"/>
              <a:gd name="connsiteY25" fmla="*/ 511923 h 1353297"/>
              <a:gd name="connsiteX26" fmla="*/ 8609185 w 10678681"/>
              <a:gd name="connsiteY26" fmla="*/ 531525 h 1353297"/>
              <a:gd name="connsiteX27" fmla="*/ 8537091 w 10678681"/>
              <a:gd name="connsiteY27" fmla="*/ 574933 h 1353297"/>
              <a:gd name="connsiteX28" fmla="*/ 8435931 w 10678681"/>
              <a:gd name="connsiteY28" fmla="*/ 617926 h 1353297"/>
              <a:gd name="connsiteX29" fmla="*/ 8348623 w 10678681"/>
              <a:gd name="connsiteY29" fmla="*/ 600607 h 1353297"/>
              <a:gd name="connsiteX30" fmla="*/ 8344233 w 10678681"/>
              <a:gd name="connsiteY30" fmla="*/ 610922 h 1353297"/>
              <a:gd name="connsiteX31" fmla="*/ 8290622 w 10678681"/>
              <a:gd name="connsiteY31" fmla="*/ 622687 h 1353297"/>
              <a:gd name="connsiteX32" fmla="*/ 8086698 w 10678681"/>
              <a:gd name="connsiteY32" fmla="*/ 605185 h 1353297"/>
              <a:gd name="connsiteX33" fmla="*/ 7982378 w 10678681"/>
              <a:gd name="connsiteY33" fmla="*/ 629799 h 1353297"/>
              <a:gd name="connsiteX34" fmla="*/ 7947952 w 10678681"/>
              <a:gd name="connsiteY34" fmla="*/ 648003 h 1353297"/>
              <a:gd name="connsiteX35" fmla="*/ 7890112 w 10678681"/>
              <a:gd name="connsiteY35" fmla="*/ 677915 h 1353297"/>
              <a:gd name="connsiteX36" fmla="*/ 7853284 w 10678681"/>
              <a:gd name="connsiteY36" fmla="*/ 723588 h 1353297"/>
              <a:gd name="connsiteX37" fmla="*/ 7802383 w 10678681"/>
              <a:gd name="connsiteY37" fmla="*/ 739359 h 1353297"/>
              <a:gd name="connsiteX38" fmla="*/ 7730518 w 10678681"/>
              <a:gd name="connsiteY38" fmla="*/ 739526 h 1353297"/>
              <a:gd name="connsiteX39" fmla="*/ 7652907 w 10678681"/>
              <a:gd name="connsiteY39" fmla="*/ 783273 h 1353297"/>
              <a:gd name="connsiteX40" fmla="*/ 7606008 w 10678681"/>
              <a:gd name="connsiteY40" fmla="*/ 800717 h 1353297"/>
              <a:gd name="connsiteX41" fmla="*/ 7480223 w 10678681"/>
              <a:gd name="connsiteY41" fmla="*/ 856821 h 1353297"/>
              <a:gd name="connsiteX42" fmla="*/ 7356005 w 10678681"/>
              <a:gd name="connsiteY42" fmla="*/ 919462 h 1353297"/>
              <a:gd name="connsiteX43" fmla="*/ 7305396 w 10678681"/>
              <a:gd name="connsiteY43" fmla="*/ 986228 h 1353297"/>
              <a:gd name="connsiteX44" fmla="*/ 7266251 w 10678681"/>
              <a:gd name="connsiteY44" fmla="*/ 967864 h 1353297"/>
              <a:gd name="connsiteX45" fmla="*/ 7269396 w 10678681"/>
              <a:gd name="connsiteY45" fmla="*/ 989282 h 1353297"/>
              <a:gd name="connsiteX46" fmla="*/ 7258094 w 10678681"/>
              <a:gd name="connsiteY46" fmla="*/ 990679 h 1353297"/>
              <a:gd name="connsiteX47" fmla="*/ 7257893 w 10678681"/>
              <a:gd name="connsiteY47" fmla="*/ 991204 h 1353297"/>
              <a:gd name="connsiteX48" fmla="*/ 7247153 w 10678681"/>
              <a:gd name="connsiteY48" fmla="*/ 991550 h 1353297"/>
              <a:gd name="connsiteX49" fmla="*/ 7193612 w 10678681"/>
              <a:gd name="connsiteY49" fmla="*/ 987042 h 1353297"/>
              <a:gd name="connsiteX50" fmla="*/ 7132632 w 10678681"/>
              <a:gd name="connsiteY50" fmla="*/ 1042036 h 1353297"/>
              <a:gd name="connsiteX51" fmla="*/ 7105610 w 10678681"/>
              <a:gd name="connsiteY51" fmla="*/ 1053537 h 1353297"/>
              <a:gd name="connsiteX52" fmla="*/ 7069148 w 10678681"/>
              <a:gd name="connsiteY52" fmla="*/ 1047163 h 1353297"/>
              <a:gd name="connsiteX53" fmla="*/ 7039634 w 10678681"/>
              <a:gd name="connsiteY53" fmla="*/ 1059971 h 1353297"/>
              <a:gd name="connsiteX54" fmla="*/ 7033445 w 10678681"/>
              <a:gd name="connsiteY54" fmla="*/ 1063314 h 1353297"/>
              <a:gd name="connsiteX55" fmla="*/ 6999157 w 10678681"/>
              <a:gd name="connsiteY55" fmla="*/ 1055282 h 1353297"/>
              <a:gd name="connsiteX56" fmla="*/ 6981874 w 10678681"/>
              <a:gd name="connsiteY56" fmla="*/ 1053827 h 1353297"/>
              <a:gd name="connsiteX57" fmla="*/ 6976102 w 10678681"/>
              <a:gd name="connsiteY57" fmla="*/ 1047854 h 1353297"/>
              <a:gd name="connsiteX58" fmla="*/ 6951040 w 10678681"/>
              <a:gd name="connsiteY58" fmla="*/ 1048531 h 1353297"/>
              <a:gd name="connsiteX59" fmla="*/ 6948497 w 10678681"/>
              <a:gd name="connsiteY59" fmla="*/ 1050706 h 1353297"/>
              <a:gd name="connsiteX60" fmla="*/ 6926582 w 10678681"/>
              <a:gd name="connsiteY60" fmla="*/ 1043462 h 1353297"/>
              <a:gd name="connsiteX61" fmla="*/ 6833743 w 10678681"/>
              <a:gd name="connsiteY61" fmla="*/ 1027960 h 1353297"/>
              <a:gd name="connsiteX62" fmla="*/ 6687090 w 10678681"/>
              <a:gd name="connsiteY62" fmla="*/ 1063250 h 1353297"/>
              <a:gd name="connsiteX63" fmla="*/ 6437450 w 10678681"/>
              <a:gd name="connsiteY63" fmla="*/ 1101075 h 1353297"/>
              <a:gd name="connsiteX64" fmla="*/ 6327795 w 10678681"/>
              <a:gd name="connsiteY64" fmla="*/ 1088142 h 1353297"/>
              <a:gd name="connsiteX65" fmla="*/ 6136549 w 10678681"/>
              <a:gd name="connsiteY65" fmla="*/ 1100268 h 1353297"/>
              <a:gd name="connsiteX66" fmla="*/ 6004655 w 10678681"/>
              <a:gd name="connsiteY66" fmla="*/ 1114946 h 1353297"/>
              <a:gd name="connsiteX67" fmla="*/ 5936643 w 10678681"/>
              <a:gd name="connsiteY67" fmla="*/ 1095428 h 1353297"/>
              <a:gd name="connsiteX68" fmla="*/ 5912484 w 10678681"/>
              <a:gd name="connsiteY68" fmla="*/ 1112624 h 1353297"/>
              <a:gd name="connsiteX69" fmla="*/ 5908387 w 10678681"/>
              <a:gd name="connsiteY69" fmla="*/ 1116018 h 1353297"/>
              <a:gd name="connsiteX70" fmla="*/ 5890495 w 10678681"/>
              <a:gd name="connsiteY70" fmla="*/ 1120268 h 1353297"/>
              <a:gd name="connsiteX71" fmla="*/ 5887318 w 10678681"/>
              <a:gd name="connsiteY71" fmla="*/ 1133134 h 1353297"/>
              <a:gd name="connsiteX72" fmla="*/ 5861726 w 10678681"/>
              <a:gd name="connsiteY72" fmla="*/ 1147891 h 1353297"/>
              <a:gd name="connsiteX73" fmla="*/ 5805823 w 10678681"/>
              <a:gd name="connsiteY73" fmla="*/ 1152457 h 1353297"/>
              <a:gd name="connsiteX74" fmla="*/ 5689841 w 10678681"/>
              <a:gd name="connsiteY74" fmla="*/ 1176232 h 1353297"/>
              <a:gd name="connsiteX75" fmla="*/ 5605119 w 10678681"/>
              <a:gd name="connsiteY75" fmla="*/ 1190202 h 1353297"/>
              <a:gd name="connsiteX76" fmla="*/ 5488513 w 10678681"/>
              <a:gd name="connsiteY76" fmla="*/ 1205367 h 1353297"/>
              <a:gd name="connsiteX77" fmla="*/ 5402905 w 10678681"/>
              <a:gd name="connsiteY77" fmla="*/ 1241191 h 1353297"/>
              <a:gd name="connsiteX78" fmla="*/ 5285593 w 10678681"/>
              <a:gd name="connsiteY78" fmla="*/ 1273569 h 1353297"/>
              <a:gd name="connsiteX79" fmla="*/ 5192893 w 10678681"/>
              <a:gd name="connsiteY79" fmla="*/ 1247188 h 1353297"/>
              <a:gd name="connsiteX80" fmla="*/ 5186475 w 10678681"/>
              <a:gd name="connsiteY80" fmla="*/ 1257028 h 1353297"/>
              <a:gd name="connsiteX81" fmla="*/ 5126038 w 10678681"/>
              <a:gd name="connsiteY81" fmla="*/ 1263189 h 1353297"/>
              <a:gd name="connsiteX82" fmla="*/ 4894688 w 10678681"/>
              <a:gd name="connsiteY82" fmla="*/ 1247184 h 1353297"/>
              <a:gd name="connsiteX83" fmla="*/ 4788036 w 10678681"/>
              <a:gd name="connsiteY83" fmla="*/ 1238182 h 1353297"/>
              <a:gd name="connsiteX84" fmla="*/ 4747555 w 10678681"/>
              <a:gd name="connsiteY84" fmla="*/ 1252768 h 1353297"/>
              <a:gd name="connsiteX85" fmla="*/ 4679644 w 10678681"/>
              <a:gd name="connsiteY85" fmla="*/ 1276603 h 1353297"/>
              <a:gd name="connsiteX86" fmla="*/ 4632222 w 10678681"/>
              <a:gd name="connsiteY86" fmla="*/ 1318360 h 1353297"/>
              <a:gd name="connsiteX87" fmla="*/ 4617358 w 10678681"/>
              <a:gd name="connsiteY87" fmla="*/ 1327690 h 1353297"/>
              <a:gd name="connsiteX88" fmla="*/ 4589102 w 10678681"/>
              <a:gd name="connsiteY88" fmla="*/ 1321223 h 1353297"/>
              <a:gd name="connsiteX89" fmla="*/ 4578184 w 10678681"/>
              <a:gd name="connsiteY89" fmla="*/ 1326745 h 1353297"/>
              <a:gd name="connsiteX90" fmla="*/ 4574270 w 10678681"/>
              <a:gd name="connsiteY90" fmla="*/ 1325878 h 1353297"/>
              <a:gd name="connsiteX91" fmla="*/ 4564919 w 10678681"/>
              <a:gd name="connsiteY91" fmla="*/ 1325507 h 1353297"/>
              <a:gd name="connsiteX92" fmla="*/ 4566586 w 10678681"/>
              <a:gd name="connsiteY92" fmla="*/ 1316963 h 1353297"/>
              <a:gd name="connsiteX93" fmla="*/ 4556303 w 10678681"/>
              <a:gd name="connsiteY93" fmla="*/ 1300262 h 1353297"/>
              <a:gd name="connsiteX94" fmla="*/ 4502358 w 10678681"/>
              <a:gd name="connsiteY94" fmla="*/ 1302558 h 1353297"/>
              <a:gd name="connsiteX95" fmla="*/ 4498919 w 10678681"/>
              <a:gd name="connsiteY95" fmla="*/ 1312115 h 1353297"/>
              <a:gd name="connsiteX96" fmla="*/ 4492075 w 10678681"/>
              <a:gd name="connsiteY96" fmla="*/ 1313357 h 1353297"/>
              <a:gd name="connsiteX97" fmla="*/ 4487466 w 10678681"/>
              <a:gd name="connsiteY97" fmla="*/ 1304102 h 1353297"/>
              <a:gd name="connsiteX98" fmla="*/ 4398292 w 10678681"/>
              <a:gd name="connsiteY98" fmla="*/ 1278410 h 1353297"/>
              <a:gd name="connsiteX99" fmla="*/ 4306088 w 10678681"/>
              <a:gd name="connsiteY99" fmla="*/ 1282512 h 1353297"/>
              <a:gd name="connsiteX100" fmla="*/ 4188995 w 10678681"/>
              <a:gd name="connsiteY100" fmla="*/ 1296718 h 1353297"/>
              <a:gd name="connsiteX101" fmla="*/ 4136582 w 10678681"/>
              <a:gd name="connsiteY101" fmla="*/ 1287687 h 1353297"/>
              <a:gd name="connsiteX102" fmla="*/ 4064614 w 10678681"/>
              <a:gd name="connsiteY102" fmla="*/ 1296118 h 1353297"/>
              <a:gd name="connsiteX103" fmla="*/ 3906561 w 10678681"/>
              <a:gd name="connsiteY103" fmla="*/ 1352435 h 1353297"/>
              <a:gd name="connsiteX104" fmla="*/ 3787890 w 10678681"/>
              <a:gd name="connsiteY104" fmla="*/ 1352442 h 1353297"/>
              <a:gd name="connsiteX105" fmla="*/ 3745993 w 10678681"/>
              <a:gd name="connsiteY105" fmla="*/ 1342630 h 1353297"/>
              <a:gd name="connsiteX106" fmla="*/ 3675785 w 10678681"/>
              <a:gd name="connsiteY106" fmla="*/ 1326802 h 1353297"/>
              <a:gd name="connsiteX107" fmla="*/ 3623856 w 10678681"/>
              <a:gd name="connsiteY107" fmla="*/ 1290804 h 1353297"/>
              <a:gd name="connsiteX108" fmla="*/ 3564933 w 10678681"/>
              <a:gd name="connsiteY108" fmla="*/ 1287147 h 1353297"/>
              <a:gd name="connsiteX109" fmla="*/ 3550537 w 10678681"/>
              <a:gd name="connsiteY109" fmla="*/ 1317552 h 1353297"/>
              <a:gd name="connsiteX110" fmla="*/ 3487736 w 10678681"/>
              <a:gd name="connsiteY110" fmla="*/ 1303493 h 1353297"/>
              <a:gd name="connsiteX111" fmla="*/ 3392548 w 10678681"/>
              <a:gd name="connsiteY111" fmla="*/ 1278741 h 1353297"/>
              <a:gd name="connsiteX112" fmla="*/ 3337466 w 10678681"/>
              <a:gd name="connsiteY112" fmla="*/ 1272537 h 1353297"/>
              <a:gd name="connsiteX113" fmla="*/ 3187206 w 10678681"/>
              <a:gd name="connsiteY113" fmla="*/ 1246821 h 1353297"/>
              <a:gd name="connsiteX114" fmla="*/ 3036856 w 10678681"/>
              <a:gd name="connsiteY114" fmla="*/ 1214383 h 1353297"/>
              <a:gd name="connsiteX115" fmla="*/ 2824973 w 10678681"/>
              <a:gd name="connsiteY115" fmla="*/ 1134864 h 1353297"/>
              <a:gd name="connsiteX116" fmla="*/ 2804398 w 10678681"/>
              <a:gd name="connsiteY116" fmla="*/ 1125556 h 1353297"/>
              <a:gd name="connsiteX117" fmla="*/ 2775396 w 10678681"/>
              <a:gd name="connsiteY117" fmla="*/ 1130148 h 1353297"/>
              <a:gd name="connsiteX118" fmla="*/ 2659096 w 10678681"/>
              <a:gd name="connsiteY118" fmla="*/ 1150294 h 1353297"/>
              <a:gd name="connsiteX119" fmla="*/ 2567088 w 10678681"/>
              <a:gd name="connsiteY119" fmla="*/ 1181781 h 1353297"/>
              <a:gd name="connsiteX120" fmla="*/ 2454501 w 10678681"/>
              <a:gd name="connsiteY120" fmla="*/ 1155455 h 1353297"/>
              <a:gd name="connsiteX121" fmla="*/ 2385161 w 10678681"/>
              <a:gd name="connsiteY121" fmla="*/ 1161312 h 1353297"/>
              <a:gd name="connsiteX122" fmla="*/ 2273361 w 10678681"/>
              <a:gd name="connsiteY122" fmla="*/ 1134090 h 1353297"/>
              <a:gd name="connsiteX123" fmla="*/ 2132003 w 10678681"/>
              <a:gd name="connsiteY123" fmla="*/ 1139225 h 1353297"/>
              <a:gd name="connsiteX124" fmla="*/ 2041224 w 10678681"/>
              <a:gd name="connsiteY124" fmla="*/ 1147536 h 1353297"/>
              <a:gd name="connsiteX125" fmla="*/ 2010157 w 10678681"/>
              <a:gd name="connsiteY125" fmla="*/ 1152767 h 1353297"/>
              <a:gd name="connsiteX126" fmla="*/ 1901837 w 10678681"/>
              <a:gd name="connsiteY126" fmla="*/ 1221762 h 1353297"/>
              <a:gd name="connsiteX127" fmla="*/ 1836762 w 10678681"/>
              <a:gd name="connsiteY127" fmla="*/ 1237387 h 1353297"/>
              <a:gd name="connsiteX128" fmla="*/ 1735877 w 10678681"/>
              <a:gd name="connsiteY128" fmla="*/ 1246527 h 1353297"/>
              <a:gd name="connsiteX129" fmla="*/ 1705069 w 10678681"/>
              <a:gd name="connsiteY129" fmla="*/ 1251989 h 1353297"/>
              <a:gd name="connsiteX130" fmla="*/ 1307888 w 10678681"/>
              <a:gd name="connsiteY130" fmla="*/ 1283156 h 1353297"/>
              <a:gd name="connsiteX131" fmla="*/ 1220734 w 10678681"/>
              <a:gd name="connsiteY131" fmla="*/ 1257811 h 1353297"/>
              <a:gd name="connsiteX132" fmla="*/ 1021737 w 10678681"/>
              <a:gd name="connsiteY132" fmla="*/ 1238739 h 1353297"/>
              <a:gd name="connsiteX133" fmla="*/ 959820 w 10678681"/>
              <a:gd name="connsiteY133" fmla="*/ 1275863 h 1353297"/>
              <a:gd name="connsiteX134" fmla="*/ 929137 w 10678681"/>
              <a:gd name="connsiteY134" fmla="*/ 1273957 h 1353297"/>
              <a:gd name="connsiteX135" fmla="*/ 878849 w 10678681"/>
              <a:gd name="connsiteY135" fmla="*/ 1266740 h 1353297"/>
              <a:gd name="connsiteX136" fmla="*/ 800667 w 10678681"/>
              <a:gd name="connsiteY136" fmla="*/ 1282041 h 1353297"/>
              <a:gd name="connsiteX137" fmla="*/ 644906 w 10678681"/>
              <a:gd name="connsiteY137" fmla="*/ 1273685 h 1353297"/>
              <a:gd name="connsiteX138" fmla="*/ 379869 w 10678681"/>
              <a:gd name="connsiteY138" fmla="*/ 1339165 h 1353297"/>
              <a:gd name="connsiteX139" fmla="*/ 137696 w 10678681"/>
              <a:gd name="connsiteY139" fmla="*/ 1319217 h 1353297"/>
              <a:gd name="connsiteX140" fmla="*/ 54250 w 10678681"/>
              <a:gd name="connsiteY140" fmla="*/ 1315838 h 1353297"/>
              <a:gd name="connsiteX141" fmla="*/ 28042 w 10678681"/>
              <a:gd name="connsiteY141" fmla="*/ 1297822 h 1353297"/>
              <a:gd name="connsiteX142" fmla="*/ 0 w 10678681"/>
              <a:gd name="connsiteY142" fmla="*/ 1294612 h 1353297"/>
              <a:gd name="connsiteX143" fmla="*/ 0 w 10678681"/>
              <a:gd name="connsiteY143" fmla="*/ 0 h 1353297"/>
              <a:gd name="connsiteX0" fmla="*/ 0 w 10678681"/>
              <a:gd name="connsiteY0" fmla="*/ 0 h 1353297"/>
              <a:gd name="connsiteX1" fmla="*/ 10678681 w 10678681"/>
              <a:gd name="connsiteY1" fmla="*/ 0 h 1353297"/>
              <a:gd name="connsiteX2" fmla="*/ 10666019 w 10678681"/>
              <a:gd name="connsiteY2" fmla="*/ 7876 h 1353297"/>
              <a:gd name="connsiteX3" fmla="*/ 10632825 w 10678681"/>
              <a:gd name="connsiteY3" fmla="*/ 32153 h 1353297"/>
              <a:gd name="connsiteX4" fmla="*/ 10510605 w 10678681"/>
              <a:gd name="connsiteY4" fmla="*/ 30449 h 1353297"/>
              <a:gd name="connsiteX5" fmla="*/ 10456989 w 10678681"/>
              <a:gd name="connsiteY5" fmla="*/ 979 h 1353297"/>
              <a:gd name="connsiteX6" fmla="*/ 10438642 w 10678681"/>
              <a:gd name="connsiteY6" fmla="*/ 1524 h 1353297"/>
              <a:gd name="connsiteX7" fmla="*/ 10407146 w 10678681"/>
              <a:gd name="connsiteY7" fmla="*/ 43659 h 1353297"/>
              <a:gd name="connsiteX8" fmla="*/ 10357996 w 10678681"/>
              <a:gd name="connsiteY8" fmla="*/ 50836 h 1353297"/>
              <a:gd name="connsiteX9" fmla="*/ 10306667 w 10678681"/>
              <a:gd name="connsiteY9" fmla="*/ 109739 h 1353297"/>
              <a:gd name="connsiteX10" fmla="*/ 10115334 w 10678681"/>
              <a:gd name="connsiteY10" fmla="*/ 155658 h 1353297"/>
              <a:gd name="connsiteX11" fmla="*/ 10068157 w 10678681"/>
              <a:gd name="connsiteY11" fmla="*/ 215673 h 1353297"/>
              <a:gd name="connsiteX12" fmla="*/ 10045431 w 10678681"/>
              <a:gd name="connsiteY12" fmla="*/ 229568 h 1353297"/>
              <a:gd name="connsiteX13" fmla="*/ 10013265 w 10678681"/>
              <a:gd name="connsiteY13" fmla="*/ 284757 h 1353297"/>
              <a:gd name="connsiteX14" fmla="*/ 9862496 w 10678681"/>
              <a:gd name="connsiteY14" fmla="*/ 223033 h 1353297"/>
              <a:gd name="connsiteX15" fmla="*/ 9679638 w 10678681"/>
              <a:gd name="connsiteY15" fmla="*/ 277462 h 1353297"/>
              <a:gd name="connsiteX16" fmla="*/ 9498347 w 10678681"/>
              <a:gd name="connsiteY16" fmla="*/ 244723 h 1353297"/>
              <a:gd name="connsiteX17" fmla="*/ 9399702 w 10678681"/>
              <a:gd name="connsiteY17" fmla="*/ 276316 h 1353297"/>
              <a:gd name="connsiteX18" fmla="*/ 9378439 w 10678681"/>
              <a:gd name="connsiteY18" fmla="*/ 326244 h 1353297"/>
              <a:gd name="connsiteX19" fmla="*/ 9121744 w 10678681"/>
              <a:gd name="connsiteY19" fmla="*/ 365177 h 1353297"/>
              <a:gd name="connsiteX20" fmla="*/ 9061654 w 10678681"/>
              <a:gd name="connsiteY20" fmla="*/ 393730 h 1353297"/>
              <a:gd name="connsiteX21" fmla="*/ 8997577 w 10678681"/>
              <a:gd name="connsiteY21" fmla="*/ 380865 h 1353297"/>
              <a:gd name="connsiteX22" fmla="*/ 8907968 w 10678681"/>
              <a:gd name="connsiteY22" fmla="*/ 447345 h 1353297"/>
              <a:gd name="connsiteX23" fmla="*/ 8764163 w 10678681"/>
              <a:gd name="connsiteY23" fmla="*/ 471000 h 1353297"/>
              <a:gd name="connsiteX24" fmla="*/ 8680155 w 10678681"/>
              <a:gd name="connsiteY24" fmla="*/ 492404 h 1353297"/>
              <a:gd name="connsiteX25" fmla="*/ 8651436 w 10678681"/>
              <a:gd name="connsiteY25" fmla="*/ 511923 h 1353297"/>
              <a:gd name="connsiteX26" fmla="*/ 8609185 w 10678681"/>
              <a:gd name="connsiteY26" fmla="*/ 531525 h 1353297"/>
              <a:gd name="connsiteX27" fmla="*/ 8537091 w 10678681"/>
              <a:gd name="connsiteY27" fmla="*/ 574933 h 1353297"/>
              <a:gd name="connsiteX28" fmla="*/ 8435931 w 10678681"/>
              <a:gd name="connsiteY28" fmla="*/ 617926 h 1353297"/>
              <a:gd name="connsiteX29" fmla="*/ 8348623 w 10678681"/>
              <a:gd name="connsiteY29" fmla="*/ 600607 h 1353297"/>
              <a:gd name="connsiteX30" fmla="*/ 8344233 w 10678681"/>
              <a:gd name="connsiteY30" fmla="*/ 610922 h 1353297"/>
              <a:gd name="connsiteX31" fmla="*/ 8290622 w 10678681"/>
              <a:gd name="connsiteY31" fmla="*/ 622687 h 1353297"/>
              <a:gd name="connsiteX32" fmla="*/ 8086698 w 10678681"/>
              <a:gd name="connsiteY32" fmla="*/ 605185 h 1353297"/>
              <a:gd name="connsiteX33" fmla="*/ 7982378 w 10678681"/>
              <a:gd name="connsiteY33" fmla="*/ 629799 h 1353297"/>
              <a:gd name="connsiteX34" fmla="*/ 7947952 w 10678681"/>
              <a:gd name="connsiteY34" fmla="*/ 648003 h 1353297"/>
              <a:gd name="connsiteX35" fmla="*/ 7890112 w 10678681"/>
              <a:gd name="connsiteY35" fmla="*/ 677915 h 1353297"/>
              <a:gd name="connsiteX36" fmla="*/ 7853284 w 10678681"/>
              <a:gd name="connsiteY36" fmla="*/ 723588 h 1353297"/>
              <a:gd name="connsiteX37" fmla="*/ 7802383 w 10678681"/>
              <a:gd name="connsiteY37" fmla="*/ 739359 h 1353297"/>
              <a:gd name="connsiteX38" fmla="*/ 7730518 w 10678681"/>
              <a:gd name="connsiteY38" fmla="*/ 739526 h 1353297"/>
              <a:gd name="connsiteX39" fmla="*/ 7652907 w 10678681"/>
              <a:gd name="connsiteY39" fmla="*/ 783273 h 1353297"/>
              <a:gd name="connsiteX40" fmla="*/ 7606008 w 10678681"/>
              <a:gd name="connsiteY40" fmla="*/ 800717 h 1353297"/>
              <a:gd name="connsiteX41" fmla="*/ 7480223 w 10678681"/>
              <a:gd name="connsiteY41" fmla="*/ 856821 h 1353297"/>
              <a:gd name="connsiteX42" fmla="*/ 7356005 w 10678681"/>
              <a:gd name="connsiteY42" fmla="*/ 919462 h 1353297"/>
              <a:gd name="connsiteX43" fmla="*/ 7305396 w 10678681"/>
              <a:gd name="connsiteY43" fmla="*/ 986228 h 1353297"/>
              <a:gd name="connsiteX44" fmla="*/ 7266251 w 10678681"/>
              <a:gd name="connsiteY44" fmla="*/ 967864 h 1353297"/>
              <a:gd name="connsiteX45" fmla="*/ 7269396 w 10678681"/>
              <a:gd name="connsiteY45" fmla="*/ 989282 h 1353297"/>
              <a:gd name="connsiteX46" fmla="*/ 7258094 w 10678681"/>
              <a:gd name="connsiteY46" fmla="*/ 990679 h 1353297"/>
              <a:gd name="connsiteX47" fmla="*/ 7257893 w 10678681"/>
              <a:gd name="connsiteY47" fmla="*/ 991204 h 1353297"/>
              <a:gd name="connsiteX48" fmla="*/ 7247153 w 10678681"/>
              <a:gd name="connsiteY48" fmla="*/ 991550 h 1353297"/>
              <a:gd name="connsiteX49" fmla="*/ 7193612 w 10678681"/>
              <a:gd name="connsiteY49" fmla="*/ 987042 h 1353297"/>
              <a:gd name="connsiteX50" fmla="*/ 7132632 w 10678681"/>
              <a:gd name="connsiteY50" fmla="*/ 1042036 h 1353297"/>
              <a:gd name="connsiteX51" fmla="*/ 7105610 w 10678681"/>
              <a:gd name="connsiteY51" fmla="*/ 1053537 h 1353297"/>
              <a:gd name="connsiteX52" fmla="*/ 7069148 w 10678681"/>
              <a:gd name="connsiteY52" fmla="*/ 1047163 h 1353297"/>
              <a:gd name="connsiteX53" fmla="*/ 7039634 w 10678681"/>
              <a:gd name="connsiteY53" fmla="*/ 1059971 h 1353297"/>
              <a:gd name="connsiteX54" fmla="*/ 7033445 w 10678681"/>
              <a:gd name="connsiteY54" fmla="*/ 1063314 h 1353297"/>
              <a:gd name="connsiteX55" fmla="*/ 6999157 w 10678681"/>
              <a:gd name="connsiteY55" fmla="*/ 1055282 h 1353297"/>
              <a:gd name="connsiteX56" fmla="*/ 6981874 w 10678681"/>
              <a:gd name="connsiteY56" fmla="*/ 1053827 h 1353297"/>
              <a:gd name="connsiteX57" fmla="*/ 6976102 w 10678681"/>
              <a:gd name="connsiteY57" fmla="*/ 1047854 h 1353297"/>
              <a:gd name="connsiteX58" fmla="*/ 6951040 w 10678681"/>
              <a:gd name="connsiteY58" fmla="*/ 1048531 h 1353297"/>
              <a:gd name="connsiteX59" fmla="*/ 6948497 w 10678681"/>
              <a:gd name="connsiteY59" fmla="*/ 1050706 h 1353297"/>
              <a:gd name="connsiteX60" fmla="*/ 6926582 w 10678681"/>
              <a:gd name="connsiteY60" fmla="*/ 1043462 h 1353297"/>
              <a:gd name="connsiteX61" fmla="*/ 6833743 w 10678681"/>
              <a:gd name="connsiteY61" fmla="*/ 1027960 h 1353297"/>
              <a:gd name="connsiteX62" fmla="*/ 6687090 w 10678681"/>
              <a:gd name="connsiteY62" fmla="*/ 1063250 h 1353297"/>
              <a:gd name="connsiteX63" fmla="*/ 6437450 w 10678681"/>
              <a:gd name="connsiteY63" fmla="*/ 1101075 h 1353297"/>
              <a:gd name="connsiteX64" fmla="*/ 6327795 w 10678681"/>
              <a:gd name="connsiteY64" fmla="*/ 1088142 h 1353297"/>
              <a:gd name="connsiteX65" fmla="*/ 6136549 w 10678681"/>
              <a:gd name="connsiteY65" fmla="*/ 1100268 h 1353297"/>
              <a:gd name="connsiteX66" fmla="*/ 6004655 w 10678681"/>
              <a:gd name="connsiteY66" fmla="*/ 1114946 h 1353297"/>
              <a:gd name="connsiteX67" fmla="*/ 5936643 w 10678681"/>
              <a:gd name="connsiteY67" fmla="*/ 1095428 h 1353297"/>
              <a:gd name="connsiteX68" fmla="*/ 5912484 w 10678681"/>
              <a:gd name="connsiteY68" fmla="*/ 1112624 h 1353297"/>
              <a:gd name="connsiteX69" fmla="*/ 5908387 w 10678681"/>
              <a:gd name="connsiteY69" fmla="*/ 1116018 h 1353297"/>
              <a:gd name="connsiteX70" fmla="*/ 5890495 w 10678681"/>
              <a:gd name="connsiteY70" fmla="*/ 1120268 h 1353297"/>
              <a:gd name="connsiteX71" fmla="*/ 5887318 w 10678681"/>
              <a:gd name="connsiteY71" fmla="*/ 1133134 h 1353297"/>
              <a:gd name="connsiteX72" fmla="*/ 5861726 w 10678681"/>
              <a:gd name="connsiteY72" fmla="*/ 1147891 h 1353297"/>
              <a:gd name="connsiteX73" fmla="*/ 5805823 w 10678681"/>
              <a:gd name="connsiteY73" fmla="*/ 1152457 h 1353297"/>
              <a:gd name="connsiteX74" fmla="*/ 5689841 w 10678681"/>
              <a:gd name="connsiteY74" fmla="*/ 1176232 h 1353297"/>
              <a:gd name="connsiteX75" fmla="*/ 5605119 w 10678681"/>
              <a:gd name="connsiteY75" fmla="*/ 1190202 h 1353297"/>
              <a:gd name="connsiteX76" fmla="*/ 5488513 w 10678681"/>
              <a:gd name="connsiteY76" fmla="*/ 1205367 h 1353297"/>
              <a:gd name="connsiteX77" fmla="*/ 5402905 w 10678681"/>
              <a:gd name="connsiteY77" fmla="*/ 1241191 h 1353297"/>
              <a:gd name="connsiteX78" fmla="*/ 5285593 w 10678681"/>
              <a:gd name="connsiteY78" fmla="*/ 1273569 h 1353297"/>
              <a:gd name="connsiteX79" fmla="*/ 5192893 w 10678681"/>
              <a:gd name="connsiteY79" fmla="*/ 1247188 h 1353297"/>
              <a:gd name="connsiteX80" fmla="*/ 5186475 w 10678681"/>
              <a:gd name="connsiteY80" fmla="*/ 1257028 h 1353297"/>
              <a:gd name="connsiteX81" fmla="*/ 5126038 w 10678681"/>
              <a:gd name="connsiteY81" fmla="*/ 1263189 h 1353297"/>
              <a:gd name="connsiteX82" fmla="*/ 4894688 w 10678681"/>
              <a:gd name="connsiteY82" fmla="*/ 1247184 h 1353297"/>
              <a:gd name="connsiteX83" fmla="*/ 4788036 w 10678681"/>
              <a:gd name="connsiteY83" fmla="*/ 1238182 h 1353297"/>
              <a:gd name="connsiteX84" fmla="*/ 4747555 w 10678681"/>
              <a:gd name="connsiteY84" fmla="*/ 1252768 h 1353297"/>
              <a:gd name="connsiteX85" fmla="*/ 4679644 w 10678681"/>
              <a:gd name="connsiteY85" fmla="*/ 1276603 h 1353297"/>
              <a:gd name="connsiteX86" fmla="*/ 4632222 w 10678681"/>
              <a:gd name="connsiteY86" fmla="*/ 1318360 h 1353297"/>
              <a:gd name="connsiteX87" fmla="*/ 4617358 w 10678681"/>
              <a:gd name="connsiteY87" fmla="*/ 1327690 h 1353297"/>
              <a:gd name="connsiteX88" fmla="*/ 4589102 w 10678681"/>
              <a:gd name="connsiteY88" fmla="*/ 1321223 h 1353297"/>
              <a:gd name="connsiteX89" fmla="*/ 4578184 w 10678681"/>
              <a:gd name="connsiteY89" fmla="*/ 1326745 h 1353297"/>
              <a:gd name="connsiteX90" fmla="*/ 4574270 w 10678681"/>
              <a:gd name="connsiteY90" fmla="*/ 1325878 h 1353297"/>
              <a:gd name="connsiteX91" fmla="*/ 4564919 w 10678681"/>
              <a:gd name="connsiteY91" fmla="*/ 1325507 h 1353297"/>
              <a:gd name="connsiteX92" fmla="*/ 4566586 w 10678681"/>
              <a:gd name="connsiteY92" fmla="*/ 1316963 h 1353297"/>
              <a:gd name="connsiteX93" fmla="*/ 4556303 w 10678681"/>
              <a:gd name="connsiteY93" fmla="*/ 1300262 h 1353297"/>
              <a:gd name="connsiteX94" fmla="*/ 4502358 w 10678681"/>
              <a:gd name="connsiteY94" fmla="*/ 1302558 h 1353297"/>
              <a:gd name="connsiteX95" fmla="*/ 4498919 w 10678681"/>
              <a:gd name="connsiteY95" fmla="*/ 1312115 h 1353297"/>
              <a:gd name="connsiteX96" fmla="*/ 4492075 w 10678681"/>
              <a:gd name="connsiteY96" fmla="*/ 1313357 h 1353297"/>
              <a:gd name="connsiteX97" fmla="*/ 4487466 w 10678681"/>
              <a:gd name="connsiteY97" fmla="*/ 1304102 h 1353297"/>
              <a:gd name="connsiteX98" fmla="*/ 4398292 w 10678681"/>
              <a:gd name="connsiteY98" fmla="*/ 1278410 h 1353297"/>
              <a:gd name="connsiteX99" fmla="*/ 4306088 w 10678681"/>
              <a:gd name="connsiteY99" fmla="*/ 1282512 h 1353297"/>
              <a:gd name="connsiteX100" fmla="*/ 4188995 w 10678681"/>
              <a:gd name="connsiteY100" fmla="*/ 1296718 h 1353297"/>
              <a:gd name="connsiteX101" fmla="*/ 4136582 w 10678681"/>
              <a:gd name="connsiteY101" fmla="*/ 1287687 h 1353297"/>
              <a:gd name="connsiteX102" fmla="*/ 4064614 w 10678681"/>
              <a:gd name="connsiteY102" fmla="*/ 1296118 h 1353297"/>
              <a:gd name="connsiteX103" fmla="*/ 3906561 w 10678681"/>
              <a:gd name="connsiteY103" fmla="*/ 1352435 h 1353297"/>
              <a:gd name="connsiteX104" fmla="*/ 3787890 w 10678681"/>
              <a:gd name="connsiteY104" fmla="*/ 1352442 h 1353297"/>
              <a:gd name="connsiteX105" fmla="*/ 3745993 w 10678681"/>
              <a:gd name="connsiteY105" fmla="*/ 1342630 h 1353297"/>
              <a:gd name="connsiteX106" fmla="*/ 3675785 w 10678681"/>
              <a:gd name="connsiteY106" fmla="*/ 1326802 h 1353297"/>
              <a:gd name="connsiteX107" fmla="*/ 3623856 w 10678681"/>
              <a:gd name="connsiteY107" fmla="*/ 1290804 h 1353297"/>
              <a:gd name="connsiteX108" fmla="*/ 3564933 w 10678681"/>
              <a:gd name="connsiteY108" fmla="*/ 1287147 h 1353297"/>
              <a:gd name="connsiteX109" fmla="*/ 3550537 w 10678681"/>
              <a:gd name="connsiteY109" fmla="*/ 1317552 h 1353297"/>
              <a:gd name="connsiteX110" fmla="*/ 3487736 w 10678681"/>
              <a:gd name="connsiteY110" fmla="*/ 1303493 h 1353297"/>
              <a:gd name="connsiteX111" fmla="*/ 3392548 w 10678681"/>
              <a:gd name="connsiteY111" fmla="*/ 1278741 h 1353297"/>
              <a:gd name="connsiteX112" fmla="*/ 3337466 w 10678681"/>
              <a:gd name="connsiteY112" fmla="*/ 1272537 h 1353297"/>
              <a:gd name="connsiteX113" fmla="*/ 3187206 w 10678681"/>
              <a:gd name="connsiteY113" fmla="*/ 1246821 h 1353297"/>
              <a:gd name="connsiteX114" fmla="*/ 3036856 w 10678681"/>
              <a:gd name="connsiteY114" fmla="*/ 1214383 h 1353297"/>
              <a:gd name="connsiteX115" fmla="*/ 2824973 w 10678681"/>
              <a:gd name="connsiteY115" fmla="*/ 1134864 h 1353297"/>
              <a:gd name="connsiteX116" fmla="*/ 2804398 w 10678681"/>
              <a:gd name="connsiteY116" fmla="*/ 1125556 h 1353297"/>
              <a:gd name="connsiteX117" fmla="*/ 2775396 w 10678681"/>
              <a:gd name="connsiteY117" fmla="*/ 1130148 h 1353297"/>
              <a:gd name="connsiteX118" fmla="*/ 2659096 w 10678681"/>
              <a:gd name="connsiteY118" fmla="*/ 1150294 h 1353297"/>
              <a:gd name="connsiteX119" fmla="*/ 2567088 w 10678681"/>
              <a:gd name="connsiteY119" fmla="*/ 1181781 h 1353297"/>
              <a:gd name="connsiteX120" fmla="*/ 2454501 w 10678681"/>
              <a:gd name="connsiteY120" fmla="*/ 1155455 h 1353297"/>
              <a:gd name="connsiteX121" fmla="*/ 2385161 w 10678681"/>
              <a:gd name="connsiteY121" fmla="*/ 1161312 h 1353297"/>
              <a:gd name="connsiteX122" fmla="*/ 2273361 w 10678681"/>
              <a:gd name="connsiteY122" fmla="*/ 1134090 h 1353297"/>
              <a:gd name="connsiteX123" fmla="*/ 2132003 w 10678681"/>
              <a:gd name="connsiteY123" fmla="*/ 1139225 h 1353297"/>
              <a:gd name="connsiteX124" fmla="*/ 2041224 w 10678681"/>
              <a:gd name="connsiteY124" fmla="*/ 1147536 h 1353297"/>
              <a:gd name="connsiteX125" fmla="*/ 2010157 w 10678681"/>
              <a:gd name="connsiteY125" fmla="*/ 1152767 h 1353297"/>
              <a:gd name="connsiteX126" fmla="*/ 1901837 w 10678681"/>
              <a:gd name="connsiteY126" fmla="*/ 1221762 h 1353297"/>
              <a:gd name="connsiteX127" fmla="*/ 1836762 w 10678681"/>
              <a:gd name="connsiteY127" fmla="*/ 1237387 h 1353297"/>
              <a:gd name="connsiteX128" fmla="*/ 1735877 w 10678681"/>
              <a:gd name="connsiteY128" fmla="*/ 1246527 h 1353297"/>
              <a:gd name="connsiteX129" fmla="*/ 1705069 w 10678681"/>
              <a:gd name="connsiteY129" fmla="*/ 1251989 h 1353297"/>
              <a:gd name="connsiteX130" fmla="*/ 1307888 w 10678681"/>
              <a:gd name="connsiteY130" fmla="*/ 1283156 h 1353297"/>
              <a:gd name="connsiteX131" fmla="*/ 1220734 w 10678681"/>
              <a:gd name="connsiteY131" fmla="*/ 1257811 h 1353297"/>
              <a:gd name="connsiteX132" fmla="*/ 1021737 w 10678681"/>
              <a:gd name="connsiteY132" fmla="*/ 1238739 h 1353297"/>
              <a:gd name="connsiteX133" fmla="*/ 959820 w 10678681"/>
              <a:gd name="connsiteY133" fmla="*/ 1275863 h 1353297"/>
              <a:gd name="connsiteX134" fmla="*/ 929137 w 10678681"/>
              <a:gd name="connsiteY134" fmla="*/ 1273957 h 1353297"/>
              <a:gd name="connsiteX135" fmla="*/ 878849 w 10678681"/>
              <a:gd name="connsiteY135" fmla="*/ 1266740 h 1353297"/>
              <a:gd name="connsiteX136" fmla="*/ 800667 w 10678681"/>
              <a:gd name="connsiteY136" fmla="*/ 1282041 h 1353297"/>
              <a:gd name="connsiteX137" fmla="*/ 644906 w 10678681"/>
              <a:gd name="connsiteY137" fmla="*/ 1273685 h 1353297"/>
              <a:gd name="connsiteX138" fmla="*/ 379869 w 10678681"/>
              <a:gd name="connsiteY138" fmla="*/ 1339165 h 1353297"/>
              <a:gd name="connsiteX139" fmla="*/ 137696 w 10678681"/>
              <a:gd name="connsiteY139" fmla="*/ 1319217 h 1353297"/>
              <a:gd name="connsiteX140" fmla="*/ 54250 w 10678681"/>
              <a:gd name="connsiteY140" fmla="*/ 1315838 h 1353297"/>
              <a:gd name="connsiteX141" fmla="*/ 28042 w 10678681"/>
              <a:gd name="connsiteY141" fmla="*/ 1297822 h 1353297"/>
              <a:gd name="connsiteX142" fmla="*/ 0 w 10678681"/>
              <a:gd name="connsiteY142" fmla="*/ 1294612 h 1353297"/>
              <a:gd name="connsiteX143" fmla="*/ 0 w 10678681"/>
              <a:gd name="connsiteY143" fmla="*/ 0 h 1353297"/>
              <a:gd name="connsiteX0" fmla="*/ 0 w 10678681"/>
              <a:gd name="connsiteY0" fmla="*/ 0 h 1353297"/>
              <a:gd name="connsiteX1" fmla="*/ 10678681 w 10678681"/>
              <a:gd name="connsiteY1" fmla="*/ 0 h 1353297"/>
              <a:gd name="connsiteX2" fmla="*/ 10666019 w 10678681"/>
              <a:gd name="connsiteY2" fmla="*/ 7876 h 1353297"/>
              <a:gd name="connsiteX3" fmla="*/ 10632825 w 10678681"/>
              <a:gd name="connsiteY3" fmla="*/ 32153 h 1353297"/>
              <a:gd name="connsiteX4" fmla="*/ 10510605 w 10678681"/>
              <a:gd name="connsiteY4" fmla="*/ 30449 h 1353297"/>
              <a:gd name="connsiteX5" fmla="*/ 10456989 w 10678681"/>
              <a:gd name="connsiteY5" fmla="*/ 979 h 1353297"/>
              <a:gd name="connsiteX6" fmla="*/ 10438642 w 10678681"/>
              <a:gd name="connsiteY6" fmla="*/ 1524 h 1353297"/>
              <a:gd name="connsiteX7" fmla="*/ 10407146 w 10678681"/>
              <a:gd name="connsiteY7" fmla="*/ 43659 h 1353297"/>
              <a:gd name="connsiteX8" fmla="*/ 10357996 w 10678681"/>
              <a:gd name="connsiteY8" fmla="*/ 50836 h 1353297"/>
              <a:gd name="connsiteX9" fmla="*/ 10306667 w 10678681"/>
              <a:gd name="connsiteY9" fmla="*/ 109739 h 1353297"/>
              <a:gd name="connsiteX10" fmla="*/ 10115334 w 10678681"/>
              <a:gd name="connsiteY10" fmla="*/ 155658 h 1353297"/>
              <a:gd name="connsiteX11" fmla="*/ 10068157 w 10678681"/>
              <a:gd name="connsiteY11" fmla="*/ 215673 h 1353297"/>
              <a:gd name="connsiteX12" fmla="*/ 10045431 w 10678681"/>
              <a:gd name="connsiteY12" fmla="*/ 229568 h 1353297"/>
              <a:gd name="connsiteX13" fmla="*/ 10013265 w 10678681"/>
              <a:gd name="connsiteY13" fmla="*/ 284757 h 1353297"/>
              <a:gd name="connsiteX14" fmla="*/ 9862496 w 10678681"/>
              <a:gd name="connsiteY14" fmla="*/ 223033 h 1353297"/>
              <a:gd name="connsiteX15" fmla="*/ 9679638 w 10678681"/>
              <a:gd name="connsiteY15" fmla="*/ 277462 h 1353297"/>
              <a:gd name="connsiteX16" fmla="*/ 9498347 w 10678681"/>
              <a:gd name="connsiteY16" fmla="*/ 244723 h 1353297"/>
              <a:gd name="connsiteX17" fmla="*/ 9399702 w 10678681"/>
              <a:gd name="connsiteY17" fmla="*/ 276316 h 1353297"/>
              <a:gd name="connsiteX18" fmla="*/ 9378439 w 10678681"/>
              <a:gd name="connsiteY18" fmla="*/ 326244 h 1353297"/>
              <a:gd name="connsiteX19" fmla="*/ 9121744 w 10678681"/>
              <a:gd name="connsiteY19" fmla="*/ 365177 h 1353297"/>
              <a:gd name="connsiteX20" fmla="*/ 9061654 w 10678681"/>
              <a:gd name="connsiteY20" fmla="*/ 393730 h 1353297"/>
              <a:gd name="connsiteX21" fmla="*/ 8997577 w 10678681"/>
              <a:gd name="connsiteY21" fmla="*/ 380865 h 1353297"/>
              <a:gd name="connsiteX22" fmla="*/ 8907968 w 10678681"/>
              <a:gd name="connsiteY22" fmla="*/ 447345 h 1353297"/>
              <a:gd name="connsiteX23" fmla="*/ 8764163 w 10678681"/>
              <a:gd name="connsiteY23" fmla="*/ 471000 h 1353297"/>
              <a:gd name="connsiteX24" fmla="*/ 8680155 w 10678681"/>
              <a:gd name="connsiteY24" fmla="*/ 492404 h 1353297"/>
              <a:gd name="connsiteX25" fmla="*/ 8651436 w 10678681"/>
              <a:gd name="connsiteY25" fmla="*/ 511923 h 1353297"/>
              <a:gd name="connsiteX26" fmla="*/ 8609185 w 10678681"/>
              <a:gd name="connsiteY26" fmla="*/ 531525 h 1353297"/>
              <a:gd name="connsiteX27" fmla="*/ 8537091 w 10678681"/>
              <a:gd name="connsiteY27" fmla="*/ 574933 h 1353297"/>
              <a:gd name="connsiteX28" fmla="*/ 8435931 w 10678681"/>
              <a:gd name="connsiteY28" fmla="*/ 617926 h 1353297"/>
              <a:gd name="connsiteX29" fmla="*/ 8348623 w 10678681"/>
              <a:gd name="connsiteY29" fmla="*/ 600607 h 1353297"/>
              <a:gd name="connsiteX30" fmla="*/ 8344233 w 10678681"/>
              <a:gd name="connsiteY30" fmla="*/ 610922 h 1353297"/>
              <a:gd name="connsiteX31" fmla="*/ 8290622 w 10678681"/>
              <a:gd name="connsiteY31" fmla="*/ 622687 h 1353297"/>
              <a:gd name="connsiteX32" fmla="*/ 8086698 w 10678681"/>
              <a:gd name="connsiteY32" fmla="*/ 605185 h 1353297"/>
              <a:gd name="connsiteX33" fmla="*/ 7982378 w 10678681"/>
              <a:gd name="connsiteY33" fmla="*/ 629799 h 1353297"/>
              <a:gd name="connsiteX34" fmla="*/ 7947952 w 10678681"/>
              <a:gd name="connsiteY34" fmla="*/ 648003 h 1353297"/>
              <a:gd name="connsiteX35" fmla="*/ 7890112 w 10678681"/>
              <a:gd name="connsiteY35" fmla="*/ 677915 h 1353297"/>
              <a:gd name="connsiteX36" fmla="*/ 7853284 w 10678681"/>
              <a:gd name="connsiteY36" fmla="*/ 723588 h 1353297"/>
              <a:gd name="connsiteX37" fmla="*/ 7802383 w 10678681"/>
              <a:gd name="connsiteY37" fmla="*/ 739359 h 1353297"/>
              <a:gd name="connsiteX38" fmla="*/ 7730518 w 10678681"/>
              <a:gd name="connsiteY38" fmla="*/ 739526 h 1353297"/>
              <a:gd name="connsiteX39" fmla="*/ 7652907 w 10678681"/>
              <a:gd name="connsiteY39" fmla="*/ 783273 h 1353297"/>
              <a:gd name="connsiteX40" fmla="*/ 7606008 w 10678681"/>
              <a:gd name="connsiteY40" fmla="*/ 800717 h 1353297"/>
              <a:gd name="connsiteX41" fmla="*/ 7480223 w 10678681"/>
              <a:gd name="connsiteY41" fmla="*/ 856821 h 1353297"/>
              <a:gd name="connsiteX42" fmla="*/ 7356005 w 10678681"/>
              <a:gd name="connsiteY42" fmla="*/ 919462 h 1353297"/>
              <a:gd name="connsiteX43" fmla="*/ 7305396 w 10678681"/>
              <a:gd name="connsiteY43" fmla="*/ 986228 h 1353297"/>
              <a:gd name="connsiteX44" fmla="*/ 7266251 w 10678681"/>
              <a:gd name="connsiteY44" fmla="*/ 967864 h 1353297"/>
              <a:gd name="connsiteX45" fmla="*/ 7269396 w 10678681"/>
              <a:gd name="connsiteY45" fmla="*/ 989282 h 1353297"/>
              <a:gd name="connsiteX46" fmla="*/ 7258094 w 10678681"/>
              <a:gd name="connsiteY46" fmla="*/ 990679 h 1353297"/>
              <a:gd name="connsiteX47" fmla="*/ 7257893 w 10678681"/>
              <a:gd name="connsiteY47" fmla="*/ 991204 h 1353297"/>
              <a:gd name="connsiteX48" fmla="*/ 7247153 w 10678681"/>
              <a:gd name="connsiteY48" fmla="*/ 991550 h 1353297"/>
              <a:gd name="connsiteX49" fmla="*/ 7193612 w 10678681"/>
              <a:gd name="connsiteY49" fmla="*/ 987042 h 1353297"/>
              <a:gd name="connsiteX50" fmla="*/ 7132632 w 10678681"/>
              <a:gd name="connsiteY50" fmla="*/ 1042036 h 1353297"/>
              <a:gd name="connsiteX51" fmla="*/ 7105610 w 10678681"/>
              <a:gd name="connsiteY51" fmla="*/ 1053537 h 1353297"/>
              <a:gd name="connsiteX52" fmla="*/ 7069148 w 10678681"/>
              <a:gd name="connsiteY52" fmla="*/ 1047163 h 1353297"/>
              <a:gd name="connsiteX53" fmla="*/ 7039634 w 10678681"/>
              <a:gd name="connsiteY53" fmla="*/ 1059971 h 1353297"/>
              <a:gd name="connsiteX54" fmla="*/ 7033445 w 10678681"/>
              <a:gd name="connsiteY54" fmla="*/ 1063314 h 1353297"/>
              <a:gd name="connsiteX55" fmla="*/ 6999157 w 10678681"/>
              <a:gd name="connsiteY55" fmla="*/ 1055282 h 1353297"/>
              <a:gd name="connsiteX56" fmla="*/ 6981874 w 10678681"/>
              <a:gd name="connsiteY56" fmla="*/ 1053827 h 1353297"/>
              <a:gd name="connsiteX57" fmla="*/ 6976102 w 10678681"/>
              <a:gd name="connsiteY57" fmla="*/ 1047854 h 1353297"/>
              <a:gd name="connsiteX58" fmla="*/ 6951040 w 10678681"/>
              <a:gd name="connsiteY58" fmla="*/ 1048531 h 1353297"/>
              <a:gd name="connsiteX59" fmla="*/ 6948497 w 10678681"/>
              <a:gd name="connsiteY59" fmla="*/ 1050706 h 1353297"/>
              <a:gd name="connsiteX60" fmla="*/ 6926582 w 10678681"/>
              <a:gd name="connsiteY60" fmla="*/ 1043462 h 1353297"/>
              <a:gd name="connsiteX61" fmla="*/ 6833743 w 10678681"/>
              <a:gd name="connsiteY61" fmla="*/ 1027960 h 1353297"/>
              <a:gd name="connsiteX62" fmla="*/ 6687090 w 10678681"/>
              <a:gd name="connsiteY62" fmla="*/ 1063250 h 1353297"/>
              <a:gd name="connsiteX63" fmla="*/ 6437450 w 10678681"/>
              <a:gd name="connsiteY63" fmla="*/ 1101075 h 1353297"/>
              <a:gd name="connsiteX64" fmla="*/ 6327795 w 10678681"/>
              <a:gd name="connsiteY64" fmla="*/ 1088142 h 1353297"/>
              <a:gd name="connsiteX65" fmla="*/ 6136549 w 10678681"/>
              <a:gd name="connsiteY65" fmla="*/ 1100268 h 1353297"/>
              <a:gd name="connsiteX66" fmla="*/ 6004655 w 10678681"/>
              <a:gd name="connsiteY66" fmla="*/ 1114946 h 1353297"/>
              <a:gd name="connsiteX67" fmla="*/ 5936643 w 10678681"/>
              <a:gd name="connsiteY67" fmla="*/ 1095428 h 1353297"/>
              <a:gd name="connsiteX68" fmla="*/ 5912484 w 10678681"/>
              <a:gd name="connsiteY68" fmla="*/ 1112624 h 1353297"/>
              <a:gd name="connsiteX69" fmla="*/ 5908387 w 10678681"/>
              <a:gd name="connsiteY69" fmla="*/ 1116018 h 1353297"/>
              <a:gd name="connsiteX70" fmla="*/ 5890495 w 10678681"/>
              <a:gd name="connsiteY70" fmla="*/ 1120268 h 1353297"/>
              <a:gd name="connsiteX71" fmla="*/ 5887318 w 10678681"/>
              <a:gd name="connsiteY71" fmla="*/ 1133134 h 1353297"/>
              <a:gd name="connsiteX72" fmla="*/ 5861726 w 10678681"/>
              <a:gd name="connsiteY72" fmla="*/ 1147891 h 1353297"/>
              <a:gd name="connsiteX73" fmla="*/ 5805823 w 10678681"/>
              <a:gd name="connsiteY73" fmla="*/ 1152457 h 1353297"/>
              <a:gd name="connsiteX74" fmla="*/ 5689841 w 10678681"/>
              <a:gd name="connsiteY74" fmla="*/ 1176232 h 1353297"/>
              <a:gd name="connsiteX75" fmla="*/ 5605119 w 10678681"/>
              <a:gd name="connsiteY75" fmla="*/ 1190202 h 1353297"/>
              <a:gd name="connsiteX76" fmla="*/ 5488513 w 10678681"/>
              <a:gd name="connsiteY76" fmla="*/ 1205367 h 1353297"/>
              <a:gd name="connsiteX77" fmla="*/ 5402905 w 10678681"/>
              <a:gd name="connsiteY77" fmla="*/ 1241191 h 1353297"/>
              <a:gd name="connsiteX78" fmla="*/ 5285593 w 10678681"/>
              <a:gd name="connsiteY78" fmla="*/ 1273569 h 1353297"/>
              <a:gd name="connsiteX79" fmla="*/ 5192893 w 10678681"/>
              <a:gd name="connsiteY79" fmla="*/ 1247188 h 1353297"/>
              <a:gd name="connsiteX80" fmla="*/ 5186475 w 10678681"/>
              <a:gd name="connsiteY80" fmla="*/ 1257028 h 1353297"/>
              <a:gd name="connsiteX81" fmla="*/ 5126038 w 10678681"/>
              <a:gd name="connsiteY81" fmla="*/ 1263189 h 1353297"/>
              <a:gd name="connsiteX82" fmla="*/ 4894688 w 10678681"/>
              <a:gd name="connsiteY82" fmla="*/ 1247184 h 1353297"/>
              <a:gd name="connsiteX83" fmla="*/ 4788036 w 10678681"/>
              <a:gd name="connsiteY83" fmla="*/ 1238182 h 1353297"/>
              <a:gd name="connsiteX84" fmla="*/ 4747555 w 10678681"/>
              <a:gd name="connsiteY84" fmla="*/ 1252768 h 1353297"/>
              <a:gd name="connsiteX85" fmla="*/ 4679644 w 10678681"/>
              <a:gd name="connsiteY85" fmla="*/ 1276603 h 1353297"/>
              <a:gd name="connsiteX86" fmla="*/ 4632222 w 10678681"/>
              <a:gd name="connsiteY86" fmla="*/ 1318360 h 1353297"/>
              <a:gd name="connsiteX87" fmla="*/ 4617358 w 10678681"/>
              <a:gd name="connsiteY87" fmla="*/ 1327690 h 1353297"/>
              <a:gd name="connsiteX88" fmla="*/ 4589102 w 10678681"/>
              <a:gd name="connsiteY88" fmla="*/ 1321223 h 1353297"/>
              <a:gd name="connsiteX89" fmla="*/ 4578184 w 10678681"/>
              <a:gd name="connsiteY89" fmla="*/ 1326745 h 1353297"/>
              <a:gd name="connsiteX90" fmla="*/ 4574270 w 10678681"/>
              <a:gd name="connsiteY90" fmla="*/ 1325878 h 1353297"/>
              <a:gd name="connsiteX91" fmla="*/ 4564919 w 10678681"/>
              <a:gd name="connsiteY91" fmla="*/ 1325507 h 1353297"/>
              <a:gd name="connsiteX92" fmla="*/ 4566586 w 10678681"/>
              <a:gd name="connsiteY92" fmla="*/ 1316963 h 1353297"/>
              <a:gd name="connsiteX93" fmla="*/ 4556303 w 10678681"/>
              <a:gd name="connsiteY93" fmla="*/ 1300262 h 1353297"/>
              <a:gd name="connsiteX94" fmla="*/ 4502358 w 10678681"/>
              <a:gd name="connsiteY94" fmla="*/ 1302558 h 1353297"/>
              <a:gd name="connsiteX95" fmla="*/ 4498919 w 10678681"/>
              <a:gd name="connsiteY95" fmla="*/ 1312115 h 1353297"/>
              <a:gd name="connsiteX96" fmla="*/ 4492075 w 10678681"/>
              <a:gd name="connsiteY96" fmla="*/ 1313357 h 1353297"/>
              <a:gd name="connsiteX97" fmla="*/ 4487466 w 10678681"/>
              <a:gd name="connsiteY97" fmla="*/ 1304102 h 1353297"/>
              <a:gd name="connsiteX98" fmla="*/ 4398292 w 10678681"/>
              <a:gd name="connsiteY98" fmla="*/ 1278410 h 1353297"/>
              <a:gd name="connsiteX99" fmla="*/ 4306088 w 10678681"/>
              <a:gd name="connsiteY99" fmla="*/ 1282512 h 1353297"/>
              <a:gd name="connsiteX100" fmla="*/ 4188995 w 10678681"/>
              <a:gd name="connsiteY100" fmla="*/ 1296718 h 1353297"/>
              <a:gd name="connsiteX101" fmla="*/ 4136582 w 10678681"/>
              <a:gd name="connsiteY101" fmla="*/ 1287687 h 1353297"/>
              <a:gd name="connsiteX102" fmla="*/ 4064614 w 10678681"/>
              <a:gd name="connsiteY102" fmla="*/ 1296118 h 1353297"/>
              <a:gd name="connsiteX103" fmla="*/ 3906561 w 10678681"/>
              <a:gd name="connsiteY103" fmla="*/ 1352435 h 1353297"/>
              <a:gd name="connsiteX104" fmla="*/ 3787890 w 10678681"/>
              <a:gd name="connsiteY104" fmla="*/ 1352442 h 1353297"/>
              <a:gd name="connsiteX105" fmla="*/ 3745993 w 10678681"/>
              <a:gd name="connsiteY105" fmla="*/ 1342630 h 1353297"/>
              <a:gd name="connsiteX106" fmla="*/ 3675785 w 10678681"/>
              <a:gd name="connsiteY106" fmla="*/ 1326802 h 1353297"/>
              <a:gd name="connsiteX107" fmla="*/ 3623856 w 10678681"/>
              <a:gd name="connsiteY107" fmla="*/ 1290804 h 1353297"/>
              <a:gd name="connsiteX108" fmla="*/ 3564933 w 10678681"/>
              <a:gd name="connsiteY108" fmla="*/ 1287147 h 1353297"/>
              <a:gd name="connsiteX109" fmla="*/ 3550537 w 10678681"/>
              <a:gd name="connsiteY109" fmla="*/ 1317552 h 1353297"/>
              <a:gd name="connsiteX110" fmla="*/ 3487736 w 10678681"/>
              <a:gd name="connsiteY110" fmla="*/ 1303493 h 1353297"/>
              <a:gd name="connsiteX111" fmla="*/ 3392548 w 10678681"/>
              <a:gd name="connsiteY111" fmla="*/ 1278741 h 1353297"/>
              <a:gd name="connsiteX112" fmla="*/ 3337466 w 10678681"/>
              <a:gd name="connsiteY112" fmla="*/ 1272537 h 1353297"/>
              <a:gd name="connsiteX113" fmla="*/ 3187206 w 10678681"/>
              <a:gd name="connsiteY113" fmla="*/ 1246821 h 1353297"/>
              <a:gd name="connsiteX114" fmla="*/ 3036856 w 10678681"/>
              <a:gd name="connsiteY114" fmla="*/ 1214383 h 1353297"/>
              <a:gd name="connsiteX115" fmla="*/ 2824973 w 10678681"/>
              <a:gd name="connsiteY115" fmla="*/ 1134864 h 1353297"/>
              <a:gd name="connsiteX116" fmla="*/ 2804398 w 10678681"/>
              <a:gd name="connsiteY116" fmla="*/ 1125556 h 1353297"/>
              <a:gd name="connsiteX117" fmla="*/ 2775396 w 10678681"/>
              <a:gd name="connsiteY117" fmla="*/ 1130148 h 1353297"/>
              <a:gd name="connsiteX118" fmla="*/ 2659096 w 10678681"/>
              <a:gd name="connsiteY118" fmla="*/ 1150294 h 1353297"/>
              <a:gd name="connsiteX119" fmla="*/ 2567088 w 10678681"/>
              <a:gd name="connsiteY119" fmla="*/ 1181781 h 1353297"/>
              <a:gd name="connsiteX120" fmla="*/ 2454501 w 10678681"/>
              <a:gd name="connsiteY120" fmla="*/ 1155455 h 1353297"/>
              <a:gd name="connsiteX121" fmla="*/ 2385161 w 10678681"/>
              <a:gd name="connsiteY121" fmla="*/ 1161312 h 1353297"/>
              <a:gd name="connsiteX122" fmla="*/ 2273361 w 10678681"/>
              <a:gd name="connsiteY122" fmla="*/ 1134090 h 1353297"/>
              <a:gd name="connsiteX123" fmla="*/ 2132003 w 10678681"/>
              <a:gd name="connsiteY123" fmla="*/ 1139225 h 1353297"/>
              <a:gd name="connsiteX124" fmla="*/ 2041224 w 10678681"/>
              <a:gd name="connsiteY124" fmla="*/ 1147536 h 1353297"/>
              <a:gd name="connsiteX125" fmla="*/ 2010157 w 10678681"/>
              <a:gd name="connsiteY125" fmla="*/ 1152767 h 1353297"/>
              <a:gd name="connsiteX126" fmla="*/ 1836762 w 10678681"/>
              <a:gd name="connsiteY126" fmla="*/ 1237387 h 1353297"/>
              <a:gd name="connsiteX127" fmla="*/ 1735877 w 10678681"/>
              <a:gd name="connsiteY127" fmla="*/ 1246527 h 1353297"/>
              <a:gd name="connsiteX128" fmla="*/ 1705069 w 10678681"/>
              <a:gd name="connsiteY128" fmla="*/ 1251989 h 1353297"/>
              <a:gd name="connsiteX129" fmla="*/ 1307888 w 10678681"/>
              <a:gd name="connsiteY129" fmla="*/ 1283156 h 1353297"/>
              <a:gd name="connsiteX130" fmla="*/ 1220734 w 10678681"/>
              <a:gd name="connsiteY130" fmla="*/ 1257811 h 1353297"/>
              <a:gd name="connsiteX131" fmla="*/ 1021737 w 10678681"/>
              <a:gd name="connsiteY131" fmla="*/ 1238739 h 1353297"/>
              <a:gd name="connsiteX132" fmla="*/ 959820 w 10678681"/>
              <a:gd name="connsiteY132" fmla="*/ 1275863 h 1353297"/>
              <a:gd name="connsiteX133" fmla="*/ 929137 w 10678681"/>
              <a:gd name="connsiteY133" fmla="*/ 1273957 h 1353297"/>
              <a:gd name="connsiteX134" fmla="*/ 878849 w 10678681"/>
              <a:gd name="connsiteY134" fmla="*/ 1266740 h 1353297"/>
              <a:gd name="connsiteX135" fmla="*/ 800667 w 10678681"/>
              <a:gd name="connsiteY135" fmla="*/ 1282041 h 1353297"/>
              <a:gd name="connsiteX136" fmla="*/ 644906 w 10678681"/>
              <a:gd name="connsiteY136" fmla="*/ 1273685 h 1353297"/>
              <a:gd name="connsiteX137" fmla="*/ 379869 w 10678681"/>
              <a:gd name="connsiteY137" fmla="*/ 1339165 h 1353297"/>
              <a:gd name="connsiteX138" fmla="*/ 137696 w 10678681"/>
              <a:gd name="connsiteY138" fmla="*/ 1319217 h 1353297"/>
              <a:gd name="connsiteX139" fmla="*/ 54250 w 10678681"/>
              <a:gd name="connsiteY139" fmla="*/ 1315838 h 1353297"/>
              <a:gd name="connsiteX140" fmla="*/ 28042 w 10678681"/>
              <a:gd name="connsiteY140" fmla="*/ 1297822 h 1353297"/>
              <a:gd name="connsiteX141" fmla="*/ 0 w 10678681"/>
              <a:gd name="connsiteY141" fmla="*/ 1294612 h 1353297"/>
              <a:gd name="connsiteX142" fmla="*/ 0 w 10678681"/>
              <a:gd name="connsiteY142" fmla="*/ 0 h 1353297"/>
              <a:gd name="connsiteX0" fmla="*/ 0 w 10678681"/>
              <a:gd name="connsiteY0" fmla="*/ 0 h 1353297"/>
              <a:gd name="connsiteX1" fmla="*/ 10678681 w 10678681"/>
              <a:gd name="connsiteY1" fmla="*/ 0 h 1353297"/>
              <a:gd name="connsiteX2" fmla="*/ 10666019 w 10678681"/>
              <a:gd name="connsiteY2" fmla="*/ 7876 h 1353297"/>
              <a:gd name="connsiteX3" fmla="*/ 10632825 w 10678681"/>
              <a:gd name="connsiteY3" fmla="*/ 32153 h 1353297"/>
              <a:gd name="connsiteX4" fmla="*/ 10510605 w 10678681"/>
              <a:gd name="connsiteY4" fmla="*/ 30449 h 1353297"/>
              <a:gd name="connsiteX5" fmla="*/ 10456989 w 10678681"/>
              <a:gd name="connsiteY5" fmla="*/ 979 h 1353297"/>
              <a:gd name="connsiteX6" fmla="*/ 10438642 w 10678681"/>
              <a:gd name="connsiteY6" fmla="*/ 1524 h 1353297"/>
              <a:gd name="connsiteX7" fmla="*/ 10407146 w 10678681"/>
              <a:gd name="connsiteY7" fmla="*/ 43659 h 1353297"/>
              <a:gd name="connsiteX8" fmla="*/ 10357996 w 10678681"/>
              <a:gd name="connsiteY8" fmla="*/ 50836 h 1353297"/>
              <a:gd name="connsiteX9" fmla="*/ 10306667 w 10678681"/>
              <a:gd name="connsiteY9" fmla="*/ 109739 h 1353297"/>
              <a:gd name="connsiteX10" fmla="*/ 10115334 w 10678681"/>
              <a:gd name="connsiteY10" fmla="*/ 155658 h 1353297"/>
              <a:gd name="connsiteX11" fmla="*/ 10068157 w 10678681"/>
              <a:gd name="connsiteY11" fmla="*/ 215673 h 1353297"/>
              <a:gd name="connsiteX12" fmla="*/ 10045431 w 10678681"/>
              <a:gd name="connsiteY12" fmla="*/ 229568 h 1353297"/>
              <a:gd name="connsiteX13" fmla="*/ 10013265 w 10678681"/>
              <a:gd name="connsiteY13" fmla="*/ 284757 h 1353297"/>
              <a:gd name="connsiteX14" fmla="*/ 9862496 w 10678681"/>
              <a:gd name="connsiteY14" fmla="*/ 223033 h 1353297"/>
              <a:gd name="connsiteX15" fmla="*/ 9679638 w 10678681"/>
              <a:gd name="connsiteY15" fmla="*/ 277462 h 1353297"/>
              <a:gd name="connsiteX16" fmla="*/ 9498347 w 10678681"/>
              <a:gd name="connsiteY16" fmla="*/ 244723 h 1353297"/>
              <a:gd name="connsiteX17" fmla="*/ 9399702 w 10678681"/>
              <a:gd name="connsiteY17" fmla="*/ 276316 h 1353297"/>
              <a:gd name="connsiteX18" fmla="*/ 9378439 w 10678681"/>
              <a:gd name="connsiteY18" fmla="*/ 326244 h 1353297"/>
              <a:gd name="connsiteX19" fmla="*/ 9121744 w 10678681"/>
              <a:gd name="connsiteY19" fmla="*/ 365177 h 1353297"/>
              <a:gd name="connsiteX20" fmla="*/ 9061654 w 10678681"/>
              <a:gd name="connsiteY20" fmla="*/ 393730 h 1353297"/>
              <a:gd name="connsiteX21" fmla="*/ 8997577 w 10678681"/>
              <a:gd name="connsiteY21" fmla="*/ 380865 h 1353297"/>
              <a:gd name="connsiteX22" fmla="*/ 8907968 w 10678681"/>
              <a:gd name="connsiteY22" fmla="*/ 447345 h 1353297"/>
              <a:gd name="connsiteX23" fmla="*/ 8764163 w 10678681"/>
              <a:gd name="connsiteY23" fmla="*/ 471000 h 1353297"/>
              <a:gd name="connsiteX24" fmla="*/ 8680155 w 10678681"/>
              <a:gd name="connsiteY24" fmla="*/ 492404 h 1353297"/>
              <a:gd name="connsiteX25" fmla="*/ 8651436 w 10678681"/>
              <a:gd name="connsiteY25" fmla="*/ 511923 h 1353297"/>
              <a:gd name="connsiteX26" fmla="*/ 8609185 w 10678681"/>
              <a:gd name="connsiteY26" fmla="*/ 531525 h 1353297"/>
              <a:gd name="connsiteX27" fmla="*/ 8537091 w 10678681"/>
              <a:gd name="connsiteY27" fmla="*/ 574933 h 1353297"/>
              <a:gd name="connsiteX28" fmla="*/ 8435931 w 10678681"/>
              <a:gd name="connsiteY28" fmla="*/ 617926 h 1353297"/>
              <a:gd name="connsiteX29" fmla="*/ 8348623 w 10678681"/>
              <a:gd name="connsiteY29" fmla="*/ 600607 h 1353297"/>
              <a:gd name="connsiteX30" fmla="*/ 8344233 w 10678681"/>
              <a:gd name="connsiteY30" fmla="*/ 610922 h 1353297"/>
              <a:gd name="connsiteX31" fmla="*/ 8290622 w 10678681"/>
              <a:gd name="connsiteY31" fmla="*/ 622687 h 1353297"/>
              <a:gd name="connsiteX32" fmla="*/ 8086698 w 10678681"/>
              <a:gd name="connsiteY32" fmla="*/ 605185 h 1353297"/>
              <a:gd name="connsiteX33" fmla="*/ 7982378 w 10678681"/>
              <a:gd name="connsiteY33" fmla="*/ 629799 h 1353297"/>
              <a:gd name="connsiteX34" fmla="*/ 7947952 w 10678681"/>
              <a:gd name="connsiteY34" fmla="*/ 648003 h 1353297"/>
              <a:gd name="connsiteX35" fmla="*/ 7890112 w 10678681"/>
              <a:gd name="connsiteY35" fmla="*/ 677915 h 1353297"/>
              <a:gd name="connsiteX36" fmla="*/ 7853284 w 10678681"/>
              <a:gd name="connsiteY36" fmla="*/ 723588 h 1353297"/>
              <a:gd name="connsiteX37" fmla="*/ 7802383 w 10678681"/>
              <a:gd name="connsiteY37" fmla="*/ 739359 h 1353297"/>
              <a:gd name="connsiteX38" fmla="*/ 7730518 w 10678681"/>
              <a:gd name="connsiteY38" fmla="*/ 739526 h 1353297"/>
              <a:gd name="connsiteX39" fmla="*/ 7652907 w 10678681"/>
              <a:gd name="connsiteY39" fmla="*/ 783273 h 1353297"/>
              <a:gd name="connsiteX40" fmla="*/ 7606008 w 10678681"/>
              <a:gd name="connsiteY40" fmla="*/ 800717 h 1353297"/>
              <a:gd name="connsiteX41" fmla="*/ 7480223 w 10678681"/>
              <a:gd name="connsiteY41" fmla="*/ 856821 h 1353297"/>
              <a:gd name="connsiteX42" fmla="*/ 7356005 w 10678681"/>
              <a:gd name="connsiteY42" fmla="*/ 919462 h 1353297"/>
              <a:gd name="connsiteX43" fmla="*/ 7305396 w 10678681"/>
              <a:gd name="connsiteY43" fmla="*/ 986228 h 1353297"/>
              <a:gd name="connsiteX44" fmla="*/ 7266251 w 10678681"/>
              <a:gd name="connsiteY44" fmla="*/ 967864 h 1353297"/>
              <a:gd name="connsiteX45" fmla="*/ 7269396 w 10678681"/>
              <a:gd name="connsiteY45" fmla="*/ 989282 h 1353297"/>
              <a:gd name="connsiteX46" fmla="*/ 7258094 w 10678681"/>
              <a:gd name="connsiteY46" fmla="*/ 990679 h 1353297"/>
              <a:gd name="connsiteX47" fmla="*/ 7257893 w 10678681"/>
              <a:gd name="connsiteY47" fmla="*/ 991204 h 1353297"/>
              <a:gd name="connsiteX48" fmla="*/ 7247153 w 10678681"/>
              <a:gd name="connsiteY48" fmla="*/ 991550 h 1353297"/>
              <a:gd name="connsiteX49" fmla="*/ 7193612 w 10678681"/>
              <a:gd name="connsiteY49" fmla="*/ 987042 h 1353297"/>
              <a:gd name="connsiteX50" fmla="*/ 7132632 w 10678681"/>
              <a:gd name="connsiteY50" fmla="*/ 1042036 h 1353297"/>
              <a:gd name="connsiteX51" fmla="*/ 7105610 w 10678681"/>
              <a:gd name="connsiteY51" fmla="*/ 1053537 h 1353297"/>
              <a:gd name="connsiteX52" fmla="*/ 7069148 w 10678681"/>
              <a:gd name="connsiteY52" fmla="*/ 1047163 h 1353297"/>
              <a:gd name="connsiteX53" fmla="*/ 7039634 w 10678681"/>
              <a:gd name="connsiteY53" fmla="*/ 1059971 h 1353297"/>
              <a:gd name="connsiteX54" fmla="*/ 7033445 w 10678681"/>
              <a:gd name="connsiteY54" fmla="*/ 1063314 h 1353297"/>
              <a:gd name="connsiteX55" fmla="*/ 6999157 w 10678681"/>
              <a:gd name="connsiteY55" fmla="*/ 1055282 h 1353297"/>
              <a:gd name="connsiteX56" fmla="*/ 6981874 w 10678681"/>
              <a:gd name="connsiteY56" fmla="*/ 1053827 h 1353297"/>
              <a:gd name="connsiteX57" fmla="*/ 6976102 w 10678681"/>
              <a:gd name="connsiteY57" fmla="*/ 1047854 h 1353297"/>
              <a:gd name="connsiteX58" fmla="*/ 6951040 w 10678681"/>
              <a:gd name="connsiteY58" fmla="*/ 1048531 h 1353297"/>
              <a:gd name="connsiteX59" fmla="*/ 6948497 w 10678681"/>
              <a:gd name="connsiteY59" fmla="*/ 1050706 h 1353297"/>
              <a:gd name="connsiteX60" fmla="*/ 6926582 w 10678681"/>
              <a:gd name="connsiteY60" fmla="*/ 1043462 h 1353297"/>
              <a:gd name="connsiteX61" fmla="*/ 6833743 w 10678681"/>
              <a:gd name="connsiteY61" fmla="*/ 1027960 h 1353297"/>
              <a:gd name="connsiteX62" fmla="*/ 6687090 w 10678681"/>
              <a:gd name="connsiteY62" fmla="*/ 1063250 h 1353297"/>
              <a:gd name="connsiteX63" fmla="*/ 6437450 w 10678681"/>
              <a:gd name="connsiteY63" fmla="*/ 1101075 h 1353297"/>
              <a:gd name="connsiteX64" fmla="*/ 6327795 w 10678681"/>
              <a:gd name="connsiteY64" fmla="*/ 1088142 h 1353297"/>
              <a:gd name="connsiteX65" fmla="*/ 6136549 w 10678681"/>
              <a:gd name="connsiteY65" fmla="*/ 1100268 h 1353297"/>
              <a:gd name="connsiteX66" fmla="*/ 6004655 w 10678681"/>
              <a:gd name="connsiteY66" fmla="*/ 1114946 h 1353297"/>
              <a:gd name="connsiteX67" fmla="*/ 5936643 w 10678681"/>
              <a:gd name="connsiteY67" fmla="*/ 1095428 h 1353297"/>
              <a:gd name="connsiteX68" fmla="*/ 5912484 w 10678681"/>
              <a:gd name="connsiteY68" fmla="*/ 1112624 h 1353297"/>
              <a:gd name="connsiteX69" fmla="*/ 5908387 w 10678681"/>
              <a:gd name="connsiteY69" fmla="*/ 1116018 h 1353297"/>
              <a:gd name="connsiteX70" fmla="*/ 5890495 w 10678681"/>
              <a:gd name="connsiteY70" fmla="*/ 1120268 h 1353297"/>
              <a:gd name="connsiteX71" fmla="*/ 5887318 w 10678681"/>
              <a:gd name="connsiteY71" fmla="*/ 1133134 h 1353297"/>
              <a:gd name="connsiteX72" fmla="*/ 5861726 w 10678681"/>
              <a:gd name="connsiteY72" fmla="*/ 1147891 h 1353297"/>
              <a:gd name="connsiteX73" fmla="*/ 5805823 w 10678681"/>
              <a:gd name="connsiteY73" fmla="*/ 1152457 h 1353297"/>
              <a:gd name="connsiteX74" fmla="*/ 5689841 w 10678681"/>
              <a:gd name="connsiteY74" fmla="*/ 1176232 h 1353297"/>
              <a:gd name="connsiteX75" fmla="*/ 5605119 w 10678681"/>
              <a:gd name="connsiteY75" fmla="*/ 1190202 h 1353297"/>
              <a:gd name="connsiteX76" fmla="*/ 5488513 w 10678681"/>
              <a:gd name="connsiteY76" fmla="*/ 1205367 h 1353297"/>
              <a:gd name="connsiteX77" fmla="*/ 5402905 w 10678681"/>
              <a:gd name="connsiteY77" fmla="*/ 1241191 h 1353297"/>
              <a:gd name="connsiteX78" fmla="*/ 5285593 w 10678681"/>
              <a:gd name="connsiteY78" fmla="*/ 1273569 h 1353297"/>
              <a:gd name="connsiteX79" fmla="*/ 5192893 w 10678681"/>
              <a:gd name="connsiteY79" fmla="*/ 1247188 h 1353297"/>
              <a:gd name="connsiteX80" fmla="*/ 5186475 w 10678681"/>
              <a:gd name="connsiteY80" fmla="*/ 1257028 h 1353297"/>
              <a:gd name="connsiteX81" fmla="*/ 5126038 w 10678681"/>
              <a:gd name="connsiteY81" fmla="*/ 1263189 h 1353297"/>
              <a:gd name="connsiteX82" fmla="*/ 4894688 w 10678681"/>
              <a:gd name="connsiteY82" fmla="*/ 1247184 h 1353297"/>
              <a:gd name="connsiteX83" fmla="*/ 4788036 w 10678681"/>
              <a:gd name="connsiteY83" fmla="*/ 1238182 h 1353297"/>
              <a:gd name="connsiteX84" fmla="*/ 4747555 w 10678681"/>
              <a:gd name="connsiteY84" fmla="*/ 1252768 h 1353297"/>
              <a:gd name="connsiteX85" fmla="*/ 4679644 w 10678681"/>
              <a:gd name="connsiteY85" fmla="*/ 1276603 h 1353297"/>
              <a:gd name="connsiteX86" fmla="*/ 4632222 w 10678681"/>
              <a:gd name="connsiteY86" fmla="*/ 1318360 h 1353297"/>
              <a:gd name="connsiteX87" fmla="*/ 4617358 w 10678681"/>
              <a:gd name="connsiteY87" fmla="*/ 1327690 h 1353297"/>
              <a:gd name="connsiteX88" fmla="*/ 4589102 w 10678681"/>
              <a:gd name="connsiteY88" fmla="*/ 1321223 h 1353297"/>
              <a:gd name="connsiteX89" fmla="*/ 4578184 w 10678681"/>
              <a:gd name="connsiteY89" fmla="*/ 1326745 h 1353297"/>
              <a:gd name="connsiteX90" fmla="*/ 4574270 w 10678681"/>
              <a:gd name="connsiteY90" fmla="*/ 1325878 h 1353297"/>
              <a:gd name="connsiteX91" fmla="*/ 4564919 w 10678681"/>
              <a:gd name="connsiteY91" fmla="*/ 1325507 h 1353297"/>
              <a:gd name="connsiteX92" fmla="*/ 4566586 w 10678681"/>
              <a:gd name="connsiteY92" fmla="*/ 1316963 h 1353297"/>
              <a:gd name="connsiteX93" fmla="*/ 4556303 w 10678681"/>
              <a:gd name="connsiteY93" fmla="*/ 1300262 h 1353297"/>
              <a:gd name="connsiteX94" fmla="*/ 4502358 w 10678681"/>
              <a:gd name="connsiteY94" fmla="*/ 1302558 h 1353297"/>
              <a:gd name="connsiteX95" fmla="*/ 4498919 w 10678681"/>
              <a:gd name="connsiteY95" fmla="*/ 1312115 h 1353297"/>
              <a:gd name="connsiteX96" fmla="*/ 4492075 w 10678681"/>
              <a:gd name="connsiteY96" fmla="*/ 1313357 h 1353297"/>
              <a:gd name="connsiteX97" fmla="*/ 4487466 w 10678681"/>
              <a:gd name="connsiteY97" fmla="*/ 1304102 h 1353297"/>
              <a:gd name="connsiteX98" fmla="*/ 4398292 w 10678681"/>
              <a:gd name="connsiteY98" fmla="*/ 1278410 h 1353297"/>
              <a:gd name="connsiteX99" fmla="*/ 4306088 w 10678681"/>
              <a:gd name="connsiteY99" fmla="*/ 1282512 h 1353297"/>
              <a:gd name="connsiteX100" fmla="*/ 4188995 w 10678681"/>
              <a:gd name="connsiteY100" fmla="*/ 1296718 h 1353297"/>
              <a:gd name="connsiteX101" fmla="*/ 4136582 w 10678681"/>
              <a:gd name="connsiteY101" fmla="*/ 1287687 h 1353297"/>
              <a:gd name="connsiteX102" fmla="*/ 4064614 w 10678681"/>
              <a:gd name="connsiteY102" fmla="*/ 1296118 h 1353297"/>
              <a:gd name="connsiteX103" fmla="*/ 3906561 w 10678681"/>
              <a:gd name="connsiteY103" fmla="*/ 1352435 h 1353297"/>
              <a:gd name="connsiteX104" fmla="*/ 3787890 w 10678681"/>
              <a:gd name="connsiteY104" fmla="*/ 1352442 h 1353297"/>
              <a:gd name="connsiteX105" fmla="*/ 3745993 w 10678681"/>
              <a:gd name="connsiteY105" fmla="*/ 1342630 h 1353297"/>
              <a:gd name="connsiteX106" fmla="*/ 3675785 w 10678681"/>
              <a:gd name="connsiteY106" fmla="*/ 1326802 h 1353297"/>
              <a:gd name="connsiteX107" fmla="*/ 3623856 w 10678681"/>
              <a:gd name="connsiteY107" fmla="*/ 1290804 h 1353297"/>
              <a:gd name="connsiteX108" fmla="*/ 3564933 w 10678681"/>
              <a:gd name="connsiteY108" fmla="*/ 1287147 h 1353297"/>
              <a:gd name="connsiteX109" fmla="*/ 3550537 w 10678681"/>
              <a:gd name="connsiteY109" fmla="*/ 1317552 h 1353297"/>
              <a:gd name="connsiteX110" fmla="*/ 3487736 w 10678681"/>
              <a:gd name="connsiteY110" fmla="*/ 1303493 h 1353297"/>
              <a:gd name="connsiteX111" fmla="*/ 3392548 w 10678681"/>
              <a:gd name="connsiteY111" fmla="*/ 1278741 h 1353297"/>
              <a:gd name="connsiteX112" fmla="*/ 3337466 w 10678681"/>
              <a:gd name="connsiteY112" fmla="*/ 1272537 h 1353297"/>
              <a:gd name="connsiteX113" fmla="*/ 3187206 w 10678681"/>
              <a:gd name="connsiteY113" fmla="*/ 1246821 h 1353297"/>
              <a:gd name="connsiteX114" fmla="*/ 3036856 w 10678681"/>
              <a:gd name="connsiteY114" fmla="*/ 1214383 h 1353297"/>
              <a:gd name="connsiteX115" fmla="*/ 2824973 w 10678681"/>
              <a:gd name="connsiteY115" fmla="*/ 1134864 h 1353297"/>
              <a:gd name="connsiteX116" fmla="*/ 2804398 w 10678681"/>
              <a:gd name="connsiteY116" fmla="*/ 1125556 h 1353297"/>
              <a:gd name="connsiteX117" fmla="*/ 2775396 w 10678681"/>
              <a:gd name="connsiteY117" fmla="*/ 1130148 h 1353297"/>
              <a:gd name="connsiteX118" fmla="*/ 2659096 w 10678681"/>
              <a:gd name="connsiteY118" fmla="*/ 1150294 h 1353297"/>
              <a:gd name="connsiteX119" fmla="*/ 2567088 w 10678681"/>
              <a:gd name="connsiteY119" fmla="*/ 1181781 h 1353297"/>
              <a:gd name="connsiteX120" fmla="*/ 2454501 w 10678681"/>
              <a:gd name="connsiteY120" fmla="*/ 1155455 h 1353297"/>
              <a:gd name="connsiteX121" fmla="*/ 2385161 w 10678681"/>
              <a:gd name="connsiteY121" fmla="*/ 1161312 h 1353297"/>
              <a:gd name="connsiteX122" fmla="*/ 2273361 w 10678681"/>
              <a:gd name="connsiteY122" fmla="*/ 1134090 h 1353297"/>
              <a:gd name="connsiteX123" fmla="*/ 2132003 w 10678681"/>
              <a:gd name="connsiteY123" fmla="*/ 1139225 h 1353297"/>
              <a:gd name="connsiteX124" fmla="*/ 2041224 w 10678681"/>
              <a:gd name="connsiteY124" fmla="*/ 1147536 h 1353297"/>
              <a:gd name="connsiteX125" fmla="*/ 2010157 w 10678681"/>
              <a:gd name="connsiteY125" fmla="*/ 1152767 h 1353297"/>
              <a:gd name="connsiteX126" fmla="*/ 1859213 w 10678681"/>
              <a:gd name="connsiteY126" fmla="*/ 1199540 h 1353297"/>
              <a:gd name="connsiteX127" fmla="*/ 1735877 w 10678681"/>
              <a:gd name="connsiteY127" fmla="*/ 1246527 h 1353297"/>
              <a:gd name="connsiteX128" fmla="*/ 1705069 w 10678681"/>
              <a:gd name="connsiteY128" fmla="*/ 1251989 h 1353297"/>
              <a:gd name="connsiteX129" fmla="*/ 1307888 w 10678681"/>
              <a:gd name="connsiteY129" fmla="*/ 1283156 h 1353297"/>
              <a:gd name="connsiteX130" fmla="*/ 1220734 w 10678681"/>
              <a:gd name="connsiteY130" fmla="*/ 1257811 h 1353297"/>
              <a:gd name="connsiteX131" fmla="*/ 1021737 w 10678681"/>
              <a:gd name="connsiteY131" fmla="*/ 1238739 h 1353297"/>
              <a:gd name="connsiteX132" fmla="*/ 959820 w 10678681"/>
              <a:gd name="connsiteY132" fmla="*/ 1275863 h 1353297"/>
              <a:gd name="connsiteX133" fmla="*/ 929137 w 10678681"/>
              <a:gd name="connsiteY133" fmla="*/ 1273957 h 1353297"/>
              <a:gd name="connsiteX134" fmla="*/ 878849 w 10678681"/>
              <a:gd name="connsiteY134" fmla="*/ 1266740 h 1353297"/>
              <a:gd name="connsiteX135" fmla="*/ 800667 w 10678681"/>
              <a:gd name="connsiteY135" fmla="*/ 1282041 h 1353297"/>
              <a:gd name="connsiteX136" fmla="*/ 644906 w 10678681"/>
              <a:gd name="connsiteY136" fmla="*/ 1273685 h 1353297"/>
              <a:gd name="connsiteX137" fmla="*/ 379869 w 10678681"/>
              <a:gd name="connsiteY137" fmla="*/ 1339165 h 1353297"/>
              <a:gd name="connsiteX138" fmla="*/ 137696 w 10678681"/>
              <a:gd name="connsiteY138" fmla="*/ 1319217 h 1353297"/>
              <a:gd name="connsiteX139" fmla="*/ 54250 w 10678681"/>
              <a:gd name="connsiteY139" fmla="*/ 1315838 h 1353297"/>
              <a:gd name="connsiteX140" fmla="*/ 28042 w 10678681"/>
              <a:gd name="connsiteY140" fmla="*/ 1297822 h 1353297"/>
              <a:gd name="connsiteX141" fmla="*/ 0 w 10678681"/>
              <a:gd name="connsiteY141" fmla="*/ 1294612 h 1353297"/>
              <a:gd name="connsiteX142" fmla="*/ 0 w 10678681"/>
              <a:gd name="connsiteY142" fmla="*/ 0 h 1353297"/>
              <a:gd name="connsiteX0" fmla="*/ 0 w 10678681"/>
              <a:gd name="connsiteY0" fmla="*/ 0 h 1353297"/>
              <a:gd name="connsiteX1" fmla="*/ 10678681 w 10678681"/>
              <a:gd name="connsiteY1" fmla="*/ 0 h 1353297"/>
              <a:gd name="connsiteX2" fmla="*/ 10666019 w 10678681"/>
              <a:gd name="connsiteY2" fmla="*/ 7876 h 1353297"/>
              <a:gd name="connsiteX3" fmla="*/ 10632825 w 10678681"/>
              <a:gd name="connsiteY3" fmla="*/ 32153 h 1353297"/>
              <a:gd name="connsiteX4" fmla="*/ 10510605 w 10678681"/>
              <a:gd name="connsiteY4" fmla="*/ 30449 h 1353297"/>
              <a:gd name="connsiteX5" fmla="*/ 10456989 w 10678681"/>
              <a:gd name="connsiteY5" fmla="*/ 979 h 1353297"/>
              <a:gd name="connsiteX6" fmla="*/ 10438642 w 10678681"/>
              <a:gd name="connsiteY6" fmla="*/ 1524 h 1353297"/>
              <a:gd name="connsiteX7" fmla="*/ 10407146 w 10678681"/>
              <a:gd name="connsiteY7" fmla="*/ 43659 h 1353297"/>
              <a:gd name="connsiteX8" fmla="*/ 10357996 w 10678681"/>
              <a:gd name="connsiteY8" fmla="*/ 50836 h 1353297"/>
              <a:gd name="connsiteX9" fmla="*/ 10306667 w 10678681"/>
              <a:gd name="connsiteY9" fmla="*/ 109739 h 1353297"/>
              <a:gd name="connsiteX10" fmla="*/ 10115334 w 10678681"/>
              <a:gd name="connsiteY10" fmla="*/ 155658 h 1353297"/>
              <a:gd name="connsiteX11" fmla="*/ 10068157 w 10678681"/>
              <a:gd name="connsiteY11" fmla="*/ 215673 h 1353297"/>
              <a:gd name="connsiteX12" fmla="*/ 10045431 w 10678681"/>
              <a:gd name="connsiteY12" fmla="*/ 229568 h 1353297"/>
              <a:gd name="connsiteX13" fmla="*/ 10013265 w 10678681"/>
              <a:gd name="connsiteY13" fmla="*/ 284757 h 1353297"/>
              <a:gd name="connsiteX14" fmla="*/ 9862496 w 10678681"/>
              <a:gd name="connsiteY14" fmla="*/ 223033 h 1353297"/>
              <a:gd name="connsiteX15" fmla="*/ 9679638 w 10678681"/>
              <a:gd name="connsiteY15" fmla="*/ 277462 h 1353297"/>
              <a:gd name="connsiteX16" fmla="*/ 9498347 w 10678681"/>
              <a:gd name="connsiteY16" fmla="*/ 244723 h 1353297"/>
              <a:gd name="connsiteX17" fmla="*/ 9399702 w 10678681"/>
              <a:gd name="connsiteY17" fmla="*/ 276316 h 1353297"/>
              <a:gd name="connsiteX18" fmla="*/ 9378439 w 10678681"/>
              <a:gd name="connsiteY18" fmla="*/ 326244 h 1353297"/>
              <a:gd name="connsiteX19" fmla="*/ 9121744 w 10678681"/>
              <a:gd name="connsiteY19" fmla="*/ 365177 h 1353297"/>
              <a:gd name="connsiteX20" fmla="*/ 9061654 w 10678681"/>
              <a:gd name="connsiteY20" fmla="*/ 393730 h 1353297"/>
              <a:gd name="connsiteX21" fmla="*/ 8997577 w 10678681"/>
              <a:gd name="connsiteY21" fmla="*/ 380865 h 1353297"/>
              <a:gd name="connsiteX22" fmla="*/ 8907968 w 10678681"/>
              <a:gd name="connsiteY22" fmla="*/ 447345 h 1353297"/>
              <a:gd name="connsiteX23" fmla="*/ 8764163 w 10678681"/>
              <a:gd name="connsiteY23" fmla="*/ 471000 h 1353297"/>
              <a:gd name="connsiteX24" fmla="*/ 8680155 w 10678681"/>
              <a:gd name="connsiteY24" fmla="*/ 492404 h 1353297"/>
              <a:gd name="connsiteX25" fmla="*/ 8651436 w 10678681"/>
              <a:gd name="connsiteY25" fmla="*/ 511923 h 1353297"/>
              <a:gd name="connsiteX26" fmla="*/ 8609185 w 10678681"/>
              <a:gd name="connsiteY26" fmla="*/ 531525 h 1353297"/>
              <a:gd name="connsiteX27" fmla="*/ 8537091 w 10678681"/>
              <a:gd name="connsiteY27" fmla="*/ 574933 h 1353297"/>
              <a:gd name="connsiteX28" fmla="*/ 8435931 w 10678681"/>
              <a:gd name="connsiteY28" fmla="*/ 617926 h 1353297"/>
              <a:gd name="connsiteX29" fmla="*/ 8348623 w 10678681"/>
              <a:gd name="connsiteY29" fmla="*/ 600607 h 1353297"/>
              <a:gd name="connsiteX30" fmla="*/ 8344233 w 10678681"/>
              <a:gd name="connsiteY30" fmla="*/ 610922 h 1353297"/>
              <a:gd name="connsiteX31" fmla="*/ 8290622 w 10678681"/>
              <a:gd name="connsiteY31" fmla="*/ 622687 h 1353297"/>
              <a:gd name="connsiteX32" fmla="*/ 8086698 w 10678681"/>
              <a:gd name="connsiteY32" fmla="*/ 605185 h 1353297"/>
              <a:gd name="connsiteX33" fmla="*/ 7982378 w 10678681"/>
              <a:gd name="connsiteY33" fmla="*/ 629799 h 1353297"/>
              <a:gd name="connsiteX34" fmla="*/ 7947952 w 10678681"/>
              <a:gd name="connsiteY34" fmla="*/ 648003 h 1353297"/>
              <a:gd name="connsiteX35" fmla="*/ 7890112 w 10678681"/>
              <a:gd name="connsiteY35" fmla="*/ 677915 h 1353297"/>
              <a:gd name="connsiteX36" fmla="*/ 7853284 w 10678681"/>
              <a:gd name="connsiteY36" fmla="*/ 723588 h 1353297"/>
              <a:gd name="connsiteX37" fmla="*/ 7802383 w 10678681"/>
              <a:gd name="connsiteY37" fmla="*/ 739359 h 1353297"/>
              <a:gd name="connsiteX38" fmla="*/ 7730518 w 10678681"/>
              <a:gd name="connsiteY38" fmla="*/ 739526 h 1353297"/>
              <a:gd name="connsiteX39" fmla="*/ 7652907 w 10678681"/>
              <a:gd name="connsiteY39" fmla="*/ 783273 h 1353297"/>
              <a:gd name="connsiteX40" fmla="*/ 7606008 w 10678681"/>
              <a:gd name="connsiteY40" fmla="*/ 800717 h 1353297"/>
              <a:gd name="connsiteX41" fmla="*/ 7480223 w 10678681"/>
              <a:gd name="connsiteY41" fmla="*/ 856821 h 1353297"/>
              <a:gd name="connsiteX42" fmla="*/ 7356005 w 10678681"/>
              <a:gd name="connsiteY42" fmla="*/ 919462 h 1353297"/>
              <a:gd name="connsiteX43" fmla="*/ 7305396 w 10678681"/>
              <a:gd name="connsiteY43" fmla="*/ 986228 h 1353297"/>
              <a:gd name="connsiteX44" fmla="*/ 7266251 w 10678681"/>
              <a:gd name="connsiteY44" fmla="*/ 967864 h 1353297"/>
              <a:gd name="connsiteX45" fmla="*/ 7269396 w 10678681"/>
              <a:gd name="connsiteY45" fmla="*/ 989282 h 1353297"/>
              <a:gd name="connsiteX46" fmla="*/ 7258094 w 10678681"/>
              <a:gd name="connsiteY46" fmla="*/ 990679 h 1353297"/>
              <a:gd name="connsiteX47" fmla="*/ 7257893 w 10678681"/>
              <a:gd name="connsiteY47" fmla="*/ 991204 h 1353297"/>
              <a:gd name="connsiteX48" fmla="*/ 7247153 w 10678681"/>
              <a:gd name="connsiteY48" fmla="*/ 991550 h 1353297"/>
              <a:gd name="connsiteX49" fmla="*/ 7193612 w 10678681"/>
              <a:gd name="connsiteY49" fmla="*/ 987042 h 1353297"/>
              <a:gd name="connsiteX50" fmla="*/ 7132632 w 10678681"/>
              <a:gd name="connsiteY50" fmla="*/ 1042036 h 1353297"/>
              <a:gd name="connsiteX51" fmla="*/ 7105610 w 10678681"/>
              <a:gd name="connsiteY51" fmla="*/ 1053537 h 1353297"/>
              <a:gd name="connsiteX52" fmla="*/ 7069148 w 10678681"/>
              <a:gd name="connsiteY52" fmla="*/ 1047163 h 1353297"/>
              <a:gd name="connsiteX53" fmla="*/ 7039634 w 10678681"/>
              <a:gd name="connsiteY53" fmla="*/ 1059971 h 1353297"/>
              <a:gd name="connsiteX54" fmla="*/ 7033445 w 10678681"/>
              <a:gd name="connsiteY54" fmla="*/ 1063314 h 1353297"/>
              <a:gd name="connsiteX55" fmla="*/ 6999157 w 10678681"/>
              <a:gd name="connsiteY55" fmla="*/ 1055282 h 1353297"/>
              <a:gd name="connsiteX56" fmla="*/ 6981874 w 10678681"/>
              <a:gd name="connsiteY56" fmla="*/ 1053827 h 1353297"/>
              <a:gd name="connsiteX57" fmla="*/ 6976102 w 10678681"/>
              <a:gd name="connsiteY57" fmla="*/ 1047854 h 1353297"/>
              <a:gd name="connsiteX58" fmla="*/ 6951040 w 10678681"/>
              <a:gd name="connsiteY58" fmla="*/ 1048531 h 1353297"/>
              <a:gd name="connsiteX59" fmla="*/ 6948497 w 10678681"/>
              <a:gd name="connsiteY59" fmla="*/ 1050706 h 1353297"/>
              <a:gd name="connsiteX60" fmla="*/ 6926582 w 10678681"/>
              <a:gd name="connsiteY60" fmla="*/ 1043462 h 1353297"/>
              <a:gd name="connsiteX61" fmla="*/ 6833743 w 10678681"/>
              <a:gd name="connsiteY61" fmla="*/ 1027960 h 1353297"/>
              <a:gd name="connsiteX62" fmla="*/ 6687090 w 10678681"/>
              <a:gd name="connsiteY62" fmla="*/ 1063250 h 1353297"/>
              <a:gd name="connsiteX63" fmla="*/ 6437450 w 10678681"/>
              <a:gd name="connsiteY63" fmla="*/ 1101075 h 1353297"/>
              <a:gd name="connsiteX64" fmla="*/ 6327795 w 10678681"/>
              <a:gd name="connsiteY64" fmla="*/ 1088142 h 1353297"/>
              <a:gd name="connsiteX65" fmla="*/ 6136549 w 10678681"/>
              <a:gd name="connsiteY65" fmla="*/ 1100268 h 1353297"/>
              <a:gd name="connsiteX66" fmla="*/ 6004655 w 10678681"/>
              <a:gd name="connsiteY66" fmla="*/ 1114946 h 1353297"/>
              <a:gd name="connsiteX67" fmla="*/ 5936643 w 10678681"/>
              <a:gd name="connsiteY67" fmla="*/ 1095428 h 1353297"/>
              <a:gd name="connsiteX68" fmla="*/ 5912484 w 10678681"/>
              <a:gd name="connsiteY68" fmla="*/ 1112624 h 1353297"/>
              <a:gd name="connsiteX69" fmla="*/ 5908387 w 10678681"/>
              <a:gd name="connsiteY69" fmla="*/ 1116018 h 1353297"/>
              <a:gd name="connsiteX70" fmla="*/ 5890495 w 10678681"/>
              <a:gd name="connsiteY70" fmla="*/ 1120268 h 1353297"/>
              <a:gd name="connsiteX71" fmla="*/ 5887318 w 10678681"/>
              <a:gd name="connsiteY71" fmla="*/ 1133134 h 1353297"/>
              <a:gd name="connsiteX72" fmla="*/ 5861726 w 10678681"/>
              <a:gd name="connsiteY72" fmla="*/ 1147891 h 1353297"/>
              <a:gd name="connsiteX73" fmla="*/ 5805823 w 10678681"/>
              <a:gd name="connsiteY73" fmla="*/ 1152457 h 1353297"/>
              <a:gd name="connsiteX74" fmla="*/ 5689841 w 10678681"/>
              <a:gd name="connsiteY74" fmla="*/ 1176232 h 1353297"/>
              <a:gd name="connsiteX75" fmla="*/ 5605119 w 10678681"/>
              <a:gd name="connsiteY75" fmla="*/ 1190202 h 1353297"/>
              <a:gd name="connsiteX76" fmla="*/ 5488513 w 10678681"/>
              <a:gd name="connsiteY76" fmla="*/ 1205367 h 1353297"/>
              <a:gd name="connsiteX77" fmla="*/ 5402905 w 10678681"/>
              <a:gd name="connsiteY77" fmla="*/ 1241191 h 1353297"/>
              <a:gd name="connsiteX78" fmla="*/ 5285593 w 10678681"/>
              <a:gd name="connsiteY78" fmla="*/ 1273569 h 1353297"/>
              <a:gd name="connsiteX79" fmla="*/ 5192893 w 10678681"/>
              <a:gd name="connsiteY79" fmla="*/ 1247188 h 1353297"/>
              <a:gd name="connsiteX80" fmla="*/ 5186475 w 10678681"/>
              <a:gd name="connsiteY80" fmla="*/ 1257028 h 1353297"/>
              <a:gd name="connsiteX81" fmla="*/ 5126038 w 10678681"/>
              <a:gd name="connsiteY81" fmla="*/ 1263189 h 1353297"/>
              <a:gd name="connsiteX82" fmla="*/ 4894688 w 10678681"/>
              <a:gd name="connsiteY82" fmla="*/ 1247184 h 1353297"/>
              <a:gd name="connsiteX83" fmla="*/ 4788036 w 10678681"/>
              <a:gd name="connsiteY83" fmla="*/ 1238182 h 1353297"/>
              <a:gd name="connsiteX84" fmla="*/ 4747555 w 10678681"/>
              <a:gd name="connsiteY84" fmla="*/ 1252768 h 1353297"/>
              <a:gd name="connsiteX85" fmla="*/ 4679644 w 10678681"/>
              <a:gd name="connsiteY85" fmla="*/ 1276603 h 1353297"/>
              <a:gd name="connsiteX86" fmla="*/ 4632222 w 10678681"/>
              <a:gd name="connsiteY86" fmla="*/ 1318360 h 1353297"/>
              <a:gd name="connsiteX87" fmla="*/ 4617358 w 10678681"/>
              <a:gd name="connsiteY87" fmla="*/ 1327690 h 1353297"/>
              <a:gd name="connsiteX88" fmla="*/ 4589102 w 10678681"/>
              <a:gd name="connsiteY88" fmla="*/ 1321223 h 1353297"/>
              <a:gd name="connsiteX89" fmla="*/ 4578184 w 10678681"/>
              <a:gd name="connsiteY89" fmla="*/ 1326745 h 1353297"/>
              <a:gd name="connsiteX90" fmla="*/ 4574270 w 10678681"/>
              <a:gd name="connsiteY90" fmla="*/ 1325878 h 1353297"/>
              <a:gd name="connsiteX91" fmla="*/ 4564919 w 10678681"/>
              <a:gd name="connsiteY91" fmla="*/ 1325507 h 1353297"/>
              <a:gd name="connsiteX92" fmla="*/ 4566586 w 10678681"/>
              <a:gd name="connsiteY92" fmla="*/ 1316963 h 1353297"/>
              <a:gd name="connsiteX93" fmla="*/ 4556303 w 10678681"/>
              <a:gd name="connsiteY93" fmla="*/ 1300262 h 1353297"/>
              <a:gd name="connsiteX94" fmla="*/ 4502358 w 10678681"/>
              <a:gd name="connsiteY94" fmla="*/ 1302558 h 1353297"/>
              <a:gd name="connsiteX95" fmla="*/ 4498919 w 10678681"/>
              <a:gd name="connsiteY95" fmla="*/ 1312115 h 1353297"/>
              <a:gd name="connsiteX96" fmla="*/ 4492075 w 10678681"/>
              <a:gd name="connsiteY96" fmla="*/ 1313357 h 1353297"/>
              <a:gd name="connsiteX97" fmla="*/ 4487466 w 10678681"/>
              <a:gd name="connsiteY97" fmla="*/ 1304102 h 1353297"/>
              <a:gd name="connsiteX98" fmla="*/ 4398292 w 10678681"/>
              <a:gd name="connsiteY98" fmla="*/ 1278410 h 1353297"/>
              <a:gd name="connsiteX99" fmla="*/ 4306088 w 10678681"/>
              <a:gd name="connsiteY99" fmla="*/ 1282512 h 1353297"/>
              <a:gd name="connsiteX100" fmla="*/ 4188995 w 10678681"/>
              <a:gd name="connsiteY100" fmla="*/ 1296718 h 1353297"/>
              <a:gd name="connsiteX101" fmla="*/ 4136582 w 10678681"/>
              <a:gd name="connsiteY101" fmla="*/ 1287687 h 1353297"/>
              <a:gd name="connsiteX102" fmla="*/ 4064614 w 10678681"/>
              <a:gd name="connsiteY102" fmla="*/ 1296118 h 1353297"/>
              <a:gd name="connsiteX103" fmla="*/ 3906561 w 10678681"/>
              <a:gd name="connsiteY103" fmla="*/ 1352435 h 1353297"/>
              <a:gd name="connsiteX104" fmla="*/ 3787890 w 10678681"/>
              <a:gd name="connsiteY104" fmla="*/ 1352442 h 1353297"/>
              <a:gd name="connsiteX105" fmla="*/ 3745993 w 10678681"/>
              <a:gd name="connsiteY105" fmla="*/ 1342630 h 1353297"/>
              <a:gd name="connsiteX106" fmla="*/ 3675785 w 10678681"/>
              <a:gd name="connsiteY106" fmla="*/ 1326802 h 1353297"/>
              <a:gd name="connsiteX107" fmla="*/ 3623856 w 10678681"/>
              <a:gd name="connsiteY107" fmla="*/ 1290804 h 1353297"/>
              <a:gd name="connsiteX108" fmla="*/ 3564933 w 10678681"/>
              <a:gd name="connsiteY108" fmla="*/ 1287147 h 1353297"/>
              <a:gd name="connsiteX109" fmla="*/ 3550537 w 10678681"/>
              <a:gd name="connsiteY109" fmla="*/ 1317552 h 1353297"/>
              <a:gd name="connsiteX110" fmla="*/ 3487736 w 10678681"/>
              <a:gd name="connsiteY110" fmla="*/ 1303493 h 1353297"/>
              <a:gd name="connsiteX111" fmla="*/ 3392548 w 10678681"/>
              <a:gd name="connsiteY111" fmla="*/ 1278741 h 1353297"/>
              <a:gd name="connsiteX112" fmla="*/ 3337466 w 10678681"/>
              <a:gd name="connsiteY112" fmla="*/ 1272537 h 1353297"/>
              <a:gd name="connsiteX113" fmla="*/ 3187206 w 10678681"/>
              <a:gd name="connsiteY113" fmla="*/ 1246821 h 1353297"/>
              <a:gd name="connsiteX114" fmla="*/ 3036856 w 10678681"/>
              <a:gd name="connsiteY114" fmla="*/ 1214383 h 1353297"/>
              <a:gd name="connsiteX115" fmla="*/ 2824973 w 10678681"/>
              <a:gd name="connsiteY115" fmla="*/ 1134864 h 1353297"/>
              <a:gd name="connsiteX116" fmla="*/ 2804398 w 10678681"/>
              <a:gd name="connsiteY116" fmla="*/ 1125556 h 1353297"/>
              <a:gd name="connsiteX117" fmla="*/ 2736109 w 10678681"/>
              <a:gd name="connsiteY117" fmla="*/ 1137717 h 1353297"/>
              <a:gd name="connsiteX118" fmla="*/ 2659096 w 10678681"/>
              <a:gd name="connsiteY118" fmla="*/ 1150294 h 1353297"/>
              <a:gd name="connsiteX119" fmla="*/ 2567088 w 10678681"/>
              <a:gd name="connsiteY119" fmla="*/ 1181781 h 1353297"/>
              <a:gd name="connsiteX120" fmla="*/ 2454501 w 10678681"/>
              <a:gd name="connsiteY120" fmla="*/ 1155455 h 1353297"/>
              <a:gd name="connsiteX121" fmla="*/ 2385161 w 10678681"/>
              <a:gd name="connsiteY121" fmla="*/ 1161312 h 1353297"/>
              <a:gd name="connsiteX122" fmla="*/ 2273361 w 10678681"/>
              <a:gd name="connsiteY122" fmla="*/ 1134090 h 1353297"/>
              <a:gd name="connsiteX123" fmla="*/ 2132003 w 10678681"/>
              <a:gd name="connsiteY123" fmla="*/ 1139225 h 1353297"/>
              <a:gd name="connsiteX124" fmla="*/ 2041224 w 10678681"/>
              <a:gd name="connsiteY124" fmla="*/ 1147536 h 1353297"/>
              <a:gd name="connsiteX125" fmla="*/ 2010157 w 10678681"/>
              <a:gd name="connsiteY125" fmla="*/ 1152767 h 1353297"/>
              <a:gd name="connsiteX126" fmla="*/ 1859213 w 10678681"/>
              <a:gd name="connsiteY126" fmla="*/ 1199540 h 1353297"/>
              <a:gd name="connsiteX127" fmla="*/ 1735877 w 10678681"/>
              <a:gd name="connsiteY127" fmla="*/ 1246527 h 1353297"/>
              <a:gd name="connsiteX128" fmla="*/ 1705069 w 10678681"/>
              <a:gd name="connsiteY128" fmla="*/ 1251989 h 1353297"/>
              <a:gd name="connsiteX129" fmla="*/ 1307888 w 10678681"/>
              <a:gd name="connsiteY129" fmla="*/ 1283156 h 1353297"/>
              <a:gd name="connsiteX130" fmla="*/ 1220734 w 10678681"/>
              <a:gd name="connsiteY130" fmla="*/ 1257811 h 1353297"/>
              <a:gd name="connsiteX131" fmla="*/ 1021737 w 10678681"/>
              <a:gd name="connsiteY131" fmla="*/ 1238739 h 1353297"/>
              <a:gd name="connsiteX132" fmla="*/ 959820 w 10678681"/>
              <a:gd name="connsiteY132" fmla="*/ 1275863 h 1353297"/>
              <a:gd name="connsiteX133" fmla="*/ 929137 w 10678681"/>
              <a:gd name="connsiteY133" fmla="*/ 1273957 h 1353297"/>
              <a:gd name="connsiteX134" fmla="*/ 878849 w 10678681"/>
              <a:gd name="connsiteY134" fmla="*/ 1266740 h 1353297"/>
              <a:gd name="connsiteX135" fmla="*/ 800667 w 10678681"/>
              <a:gd name="connsiteY135" fmla="*/ 1282041 h 1353297"/>
              <a:gd name="connsiteX136" fmla="*/ 644906 w 10678681"/>
              <a:gd name="connsiteY136" fmla="*/ 1273685 h 1353297"/>
              <a:gd name="connsiteX137" fmla="*/ 379869 w 10678681"/>
              <a:gd name="connsiteY137" fmla="*/ 1339165 h 1353297"/>
              <a:gd name="connsiteX138" fmla="*/ 137696 w 10678681"/>
              <a:gd name="connsiteY138" fmla="*/ 1319217 h 1353297"/>
              <a:gd name="connsiteX139" fmla="*/ 54250 w 10678681"/>
              <a:gd name="connsiteY139" fmla="*/ 1315838 h 1353297"/>
              <a:gd name="connsiteX140" fmla="*/ 28042 w 10678681"/>
              <a:gd name="connsiteY140" fmla="*/ 1297822 h 1353297"/>
              <a:gd name="connsiteX141" fmla="*/ 0 w 10678681"/>
              <a:gd name="connsiteY141" fmla="*/ 1294612 h 1353297"/>
              <a:gd name="connsiteX142" fmla="*/ 0 w 10678681"/>
              <a:gd name="connsiteY142" fmla="*/ 0 h 1353297"/>
              <a:gd name="connsiteX0" fmla="*/ 0 w 10678681"/>
              <a:gd name="connsiteY0" fmla="*/ 0 h 1353297"/>
              <a:gd name="connsiteX1" fmla="*/ 10678681 w 10678681"/>
              <a:gd name="connsiteY1" fmla="*/ 0 h 1353297"/>
              <a:gd name="connsiteX2" fmla="*/ 10666019 w 10678681"/>
              <a:gd name="connsiteY2" fmla="*/ 7876 h 1353297"/>
              <a:gd name="connsiteX3" fmla="*/ 10632825 w 10678681"/>
              <a:gd name="connsiteY3" fmla="*/ 32153 h 1353297"/>
              <a:gd name="connsiteX4" fmla="*/ 10510605 w 10678681"/>
              <a:gd name="connsiteY4" fmla="*/ 30449 h 1353297"/>
              <a:gd name="connsiteX5" fmla="*/ 10456989 w 10678681"/>
              <a:gd name="connsiteY5" fmla="*/ 979 h 1353297"/>
              <a:gd name="connsiteX6" fmla="*/ 10438642 w 10678681"/>
              <a:gd name="connsiteY6" fmla="*/ 1524 h 1353297"/>
              <a:gd name="connsiteX7" fmla="*/ 10407146 w 10678681"/>
              <a:gd name="connsiteY7" fmla="*/ 43659 h 1353297"/>
              <a:gd name="connsiteX8" fmla="*/ 10357996 w 10678681"/>
              <a:gd name="connsiteY8" fmla="*/ 50836 h 1353297"/>
              <a:gd name="connsiteX9" fmla="*/ 10306667 w 10678681"/>
              <a:gd name="connsiteY9" fmla="*/ 109739 h 1353297"/>
              <a:gd name="connsiteX10" fmla="*/ 10115334 w 10678681"/>
              <a:gd name="connsiteY10" fmla="*/ 155658 h 1353297"/>
              <a:gd name="connsiteX11" fmla="*/ 10068157 w 10678681"/>
              <a:gd name="connsiteY11" fmla="*/ 215673 h 1353297"/>
              <a:gd name="connsiteX12" fmla="*/ 10045431 w 10678681"/>
              <a:gd name="connsiteY12" fmla="*/ 229568 h 1353297"/>
              <a:gd name="connsiteX13" fmla="*/ 10013265 w 10678681"/>
              <a:gd name="connsiteY13" fmla="*/ 284757 h 1353297"/>
              <a:gd name="connsiteX14" fmla="*/ 9862496 w 10678681"/>
              <a:gd name="connsiteY14" fmla="*/ 223033 h 1353297"/>
              <a:gd name="connsiteX15" fmla="*/ 9679638 w 10678681"/>
              <a:gd name="connsiteY15" fmla="*/ 277462 h 1353297"/>
              <a:gd name="connsiteX16" fmla="*/ 9498347 w 10678681"/>
              <a:gd name="connsiteY16" fmla="*/ 244723 h 1353297"/>
              <a:gd name="connsiteX17" fmla="*/ 9399702 w 10678681"/>
              <a:gd name="connsiteY17" fmla="*/ 276316 h 1353297"/>
              <a:gd name="connsiteX18" fmla="*/ 9378439 w 10678681"/>
              <a:gd name="connsiteY18" fmla="*/ 326244 h 1353297"/>
              <a:gd name="connsiteX19" fmla="*/ 9121744 w 10678681"/>
              <a:gd name="connsiteY19" fmla="*/ 365177 h 1353297"/>
              <a:gd name="connsiteX20" fmla="*/ 9061654 w 10678681"/>
              <a:gd name="connsiteY20" fmla="*/ 393730 h 1353297"/>
              <a:gd name="connsiteX21" fmla="*/ 8997577 w 10678681"/>
              <a:gd name="connsiteY21" fmla="*/ 380865 h 1353297"/>
              <a:gd name="connsiteX22" fmla="*/ 8907968 w 10678681"/>
              <a:gd name="connsiteY22" fmla="*/ 447345 h 1353297"/>
              <a:gd name="connsiteX23" fmla="*/ 8764163 w 10678681"/>
              <a:gd name="connsiteY23" fmla="*/ 471000 h 1353297"/>
              <a:gd name="connsiteX24" fmla="*/ 8680155 w 10678681"/>
              <a:gd name="connsiteY24" fmla="*/ 492404 h 1353297"/>
              <a:gd name="connsiteX25" fmla="*/ 8651436 w 10678681"/>
              <a:gd name="connsiteY25" fmla="*/ 511923 h 1353297"/>
              <a:gd name="connsiteX26" fmla="*/ 8609185 w 10678681"/>
              <a:gd name="connsiteY26" fmla="*/ 531525 h 1353297"/>
              <a:gd name="connsiteX27" fmla="*/ 8537091 w 10678681"/>
              <a:gd name="connsiteY27" fmla="*/ 574933 h 1353297"/>
              <a:gd name="connsiteX28" fmla="*/ 8435931 w 10678681"/>
              <a:gd name="connsiteY28" fmla="*/ 617926 h 1353297"/>
              <a:gd name="connsiteX29" fmla="*/ 8348623 w 10678681"/>
              <a:gd name="connsiteY29" fmla="*/ 600607 h 1353297"/>
              <a:gd name="connsiteX30" fmla="*/ 8344233 w 10678681"/>
              <a:gd name="connsiteY30" fmla="*/ 610922 h 1353297"/>
              <a:gd name="connsiteX31" fmla="*/ 8290622 w 10678681"/>
              <a:gd name="connsiteY31" fmla="*/ 622687 h 1353297"/>
              <a:gd name="connsiteX32" fmla="*/ 8086698 w 10678681"/>
              <a:gd name="connsiteY32" fmla="*/ 605185 h 1353297"/>
              <a:gd name="connsiteX33" fmla="*/ 7982378 w 10678681"/>
              <a:gd name="connsiteY33" fmla="*/ 629799 h 1353297"/>
              <a:gd name="connsiteX34" fmla="*/ 7947952 w 10678681"/>
              <a:gd name="connsiteY34" fmla="*/ 648003 h 1353297"/>
              <a:gd name="connsiteX35" fmla="*/ 7890112 w 10678681"/>
              <a:gd name="connsiteY35" fmla="*/ 677915 h 1353297"/>
              <a:gd name="connsiteX36" fmla="*/ 7853284 w 10678681"/>
              <a:gd name="connsiteY36" fmla="*/ 723588 h 1353297"/>
              <a:gd name="connsiteX37" fmla="*/ 7802383 w 10678681"/>
              <a:gd name="connsiteY37" fmla="*/ 739359 h 1353297"/>
              <a:gd name="connsiteX38" fmla="*/ 7730518 w 10678681"/>
              <a:gd name="connsiteY38" fmla="*/ 739526 h 1353297"/>
              <a:gd name="connsiteX39" fmla="*/ 7652907 w 10678681"/>
              <a:gd name="connsiteY39" fmla="*/ 783273 h 1353297"/>
              <a:gd name="connsiteX40" fmla="*/ 7606008 w 10678681"/>
              <a:gd name="connsiteY40" fmla="*/ 800717 h 1353297"/>
              <a:gd name="connsiteX41" fmla="*/ 7480223 w 10678681"/>
              <a:gd name="connsiteY41" fmla="*/ 856821 h 1353297"/>
              <a:gd name="connsiteX42" fmla="*/ 7356005 w 10678681"/>
              <a:gd name="connsiteY42" fmla="*/ 919462 h 1353297"/>
              <a:gd name="connsiteX43" fmla="*/ 7305396 w 10678681"/>
              <a:gd name="connsiteY43" fmla="*/ 986228 h 1353297"/>
              <a:gd name="connsiteX44" fmla="*/ 7266251 w 10678681"/>
              <a:gd name="connsiteY44" fmla="*/ 967864 h 1353297"/>
              <a:gd name="connsiteX45" fmla="*/ 7269396 w 10678681"/>
              <a:gd name="connsiteY45" fmla="*/ 989282 h 1353297"/>
              <a:gd name="connsiteX46" fmla="*/ 7258094 w 10678681"/>
              <a:gd name="connsiteY46" fmla="*/ 990679 h 1353297"/>
              <a:gd name="connsiteX47" fmla="*/ 7257893 w 10678681"/>
              <a:gd name="connsiteY47" fmla="*/ 991204 h 1353297"/>
              <a:gd name="connsiteX48" fmla="*/ 7247153 w 10678681"/>
              <a:gd name="connsiteY48" fmla="*/ 991550 h 1353297"/>
              <a:gd name="connsiteX49" fmla="*/ 7193612 w 10678681"/>
              <a:gd name="connsiteY49" fmla="*/ 987042 h 1353297"/>
              <a:gd name="connsiteX50" fmla="*/ 7132632 w 10678681"/>
              <a:gd name="connsiteY50" fmla="*/ 1042036 h 1353297"/>
              <a:gd name="connsiteX51" fmla="*/ 7105610 w 10678681"/>
              <a:gd name="connsiteY51" fmla="*/ 1053537 h 1353297"/>
              <a:gd name="connsiteX52" fmla="*/ 7069148 w 10678681"/>
              <a:gd name="connsiteY52" fmla="*/ 1047163 h 1353297"/>
              <a:gd name="connsiteX53" fmla="*/ 7039634 w 10678681"/>
              <a:gd name="connsiteY53" fmla="*/ 1059971 h 1353297"/>
              <a:gd name="connsiteX54" fmla="*/ 7033445 w 10678681"/>
              <a:gd name="connsiteY54" fmla="*/ 1063314 h 1353297"/>
              <a:gd name="connsiteX55" fmla="*/ 6999157 w 10678681"/>
              <a:gd name="connsiteY55" fmla="*/ 1055282 h 1353297"/>
              <a:gd name="connsiteX56" fmla="*/ 6981874 w 10678681"/>
              <a:gd name="connsiteY56" fmla="*/ 1053827 h 1353297"/>
              <a:gd name="connsiteX57" fmla="*/ 6976102 w 10678681"/>
              <a:gd name="connsiteY57" fmla="*/ 1047854 h 1353297"/>
              <a:gd name="connsiteX58" fmla="*/ 6951040 w 10678681"/>
              <a:gd name="connsiteY58" fmla="*/ 1048531 h 1353297"/>
              <a:gd name="connsiteX59" fmla="*/ 6948497 w 10678681"/>
              <a:gd name="connsiteY59" fmla="*/ 1050706 h 1353297"/>
              <a:gd name="connsiteX60" fmla="*/ 6926582 w 10678681"/>
              <a:gd name="connsiteY60" fmla="*/ 1043462 h 1353297"/>
              <a:gd name="connsiteX61" fmla="*/ 6833743 w 10678681"/>
              <a:gd name="connsiteY61" fmla="*/ 1027960 h 1353297"/>
              <a:gd name="connsiteX62" fmla="*/ 6687090 w 10678681"/>
              <a:gd name="connsiteY62" fmla="*/ 1063250 h 1353297"/>
              <a:gd name="connsiteX63" fmla="*/ 6437450 w 10678681"/>
              <a:gd name="connsiteY63" fmla="*/ 1101075 h 1353297"/>
              <a:gd name="connsiteX64" fmla="*/ 6327795 w 10678681"/>
              <a:gd name="connsiteY64" fmla="*/ 1088142 h 1353297"/>
              <a:gd name="connsiteX65" fmla="*/ 6136549 w 10678681"/>
              <a:gd name="connsiteY65" fmla="*/ 1100268 h 1353297"/>
              <a:gd name="connsiteX66" fmla="*/ 6004655 w 10678681"/>
              <a:gd name="connsiteY66" fmla="*/ 1114946 h 1353297"/>
              <a:gd name="connsiteX67" fmla="*/ 5936643 w 10678681"/>
              <a:gd name="connsiteY67" fmla="*/ 1095428 h 1353297"/>
              <a:gd name="connsiteX68" fmla="*/ 5912484 w 10678681"/>
              <a:gd name="connsiteY68" fmla="*/ 1112624 h 1353297"/>
              <a:gd name="connsiteX69" fmla="*/ 5908387 w 10678681"/>
              <a:gd name="connsiteY69" fmla="*/ 1116018 h 1353297"/>
              <a:gd name="connsiteX70" fmla="*/ 5890495 w 10678681"/>
              <a:gd name="connsiteY70" fmla="*/ 1120268 h 1353297"/>
              <a:gd name="connsiteX71" fmla="*/ 5887318 w 10678681"/>
              <a:gd name="connsiteY71" fmla="*/ 1133134 h 1353297"/>
              <a:gd name="connsiteX72" fmla="*/ 5861726 w 10678681"/>
              <a:gd name="connsiteY72" fmla="*/ 1147891 h 1353297"/>
              <a:gd name="connsiteX73" fmla="*/ 5805823 w 10678681"/>
              <a:gd name="connsiteY73" fmla="*/ 1152457 h 1353297"/>
              <a:gd name="connsiteX74" fmla="*/ 5689841 w 10678681"/>
              <a:gd name="connsiteY74" fmla="*/ 1176232 h 1353297"/>
              <a:gd name="connsiteX75" fmla="*/ 5605119 w 10678681"/>
              <a:gd name="connsiteY75" fmla="*/ 1190202 h 1353297"/>
              <a:gd name="connsiteX76" fmla="*/ 5488513 w 10678681"/>
              <a:gd name="connsiteY76" fmla="*/ 1205367 h 1353297"/>
              <a:gd name="connsiteX77" fmla="*/ 5402905 w 10678681"/>
              <a:gd name="connsiteY77" fmla="*/ 1241191 h 1353297"/>
              <a:gd name="connsiteX78" fmla="*/ 5285593 w 10678681"/>
              <a:gd name="connsiteY78" fmla="*/ 1273569 h 1353297"/>
              <a:gd name="connsiteX79" fmla="*/ 5192893 w 10678681"/>
              <a:gd name="connsiteY79" fmla="*/ 1247188 h 1353297"/>
              <a:gd name="connsiteX80" fmla="*/ 5186475 w 10678681"/>
              <a:gd name="connsiteY80" fmla="*/ 1257028 h 1353297"/>
              <a:gd name="connsiteX81" fmla="*/ 5126038 w 10678681"/>
              <a:gd name="connsiteY81" fmla="*/ 1263189 h 1353297"/>
              <a:gd name="connsiteX82" fmla="*/ 4894688 w 10678681"/>
              <a:gd name="connsiteY82" fmla="*/ 1247184 h 1353297"/>
              <a:gd name="connsiteX83" fmla="*/ 4788036 w 10678681"/>
              <a:gd name="connsiteY83" fmla="*/ 1238182 h 1353297"/>
              <a:gd name="connsiteX84" fmla="*/ 4747555 w 10678681"/>
              <a:gd name="connsiteY84" fmla="*/ 1252768 h 1353297"/>
              <a:gd name="connsiteX85" fmla="*/ 4679644 w 10678681"/>
              <a:gd name="connsiteY85" fmla="*/ 1276603 h 1353297"/>
              <a:gd name="connsiteX86" fmla="*/ 4632222 w 10678681"/>
              <a:gd name="connsiteY86" fmla="*/ 1318360 h 1353297"/>
              <a:gd name="connsiteX87" fmla="*/ 4617358 w 10678681"/>
              <a:gd name="connsiteY87" fmla="*/ 1327690 h 1353297"/>
              <a:gd name="connsiteX88" fmla="*/ 4589102 w 10678681"/>
              <a:gd name="connsiteY88" fmla="*/ 1321223 h 1353297"/>
              <a:gd name="connsiteX89" fmla="*/ 4578184 w 10678681"/>
              <a:gd name="connsiteY89" fmla="*/ 1326745 h 1353297"/>
              <a:gd name="connsiteX90" fmla="*/ 4574270 w 10678681"/>
              <a:gd name="connsiteY90" fmla="*/ 1325878 h 1353297"/>
              <a:gd name="connsiteX91" fmla="*/ 4564919 w 10678681"/>
              <a:gd name="connsiteY91" fmla="*/ 1325507 h 1353297"/>
              <a:gd name="connsiteX92" fmla="*/ 4566586 w 10678681"/>
              <a:gd name="connsiteY92" fmla="*/ 1316963 h 1353297"/>
              <a:gd name="connsiteX93" fmla="*/ 4556303 w 10678681"/>
              <a:gd name="connsiteY93" fmla="*/ 1300262 h 1353297"/>
              <a:gd name="connsiteX94" fmla="*/ 4502358 w 10678681"/>
              <a:gd name="connsiteY94" fmla="*/ 1302558 h 1353297"/>
              <a:gd name="connsiteX95" fmla="*/ 4498919 w 10678681"/>
              <a:gd name="connsiteY95" fmla="*/ 1312115 h 1353297"/>
              <a:gd name="connsiteX96" fmla="*/ 4492075 w 10678681"/>
              <a:gd name="connsiteY96" fmla="*/ 1313357 h 1353297"/>
              <a:gd name="connsiteX97" fmla="*/ 4487466 w 10678681"/>
              <a:gd name="connsiteY97" fmla="*/ 1304102 h 1353297"/>
              <a:gd name="connsiteX98" fmla="*/ 4398292 w 10678681"/>
              <a:gd name="connsiteY98" fmla="*/ 1278410 h 1353297"/>
              <a:gd name="connsiteX99" fmla="*/ 4306088 w 10678681"/>
              <a:gd name="connsiteY99" fmla="*/ 1282512 h 1353297"/>
              <a:gd name="connsiteX100" fmla="*/ 4188995 w 10678681"/>
              <a:gd name="connsiteY100" fmla="*/ 1296718 h 1353297"/>
              <a:gd name="connsiteX101" fmla="*/ 4136582 w 10678681"/>
              <a:gd name="connsiteY101" fmla="*/ 1287687 h 1353297"/>
              <a:gd name="connsiteX102" fmla="*/ 4064614 w 10678681"/>
              <a:gd name="connsiteY102" fmla="*/ 1296118 h 1353297"/>
              <a:gd name="connsiteX103" fmla="*/ 3906561 w 10678681"/>
              <a:gd name="connsiteY103" fmla="*/ 1352435 h 1353297"/>
              <a:gd name="connsiteX104" fmla="*/ 3787890 w 10678681"/>
              <a:gd name="connsiteY104" fmla="*/ 1352442 h 1353297"/>
              <a:gd name="connsiteX105" fmla="*/ 3745993 w 10678681"/>
              <a:gd name="connsiteY105" fmla="*/ 1342630 h 1353297"/>
              <a:gd name="connsiteX106" fmla="*/ 3675785 w 10678681"/>
              <a:gd name="connsiteY106" fmla="*/ 1326802 h 1353297"/>
              <a:gd name="connsiteX107" fmla="*/ 3623856 w 10678681"/>
              <a:gd name="connsiteY107" fmla="*/ 1290804 h 1353297"/>
              <a:gd name="connsiteX108" fmla="*/ 3564933 w 10678681"/>
              <a:gd name="connsiteY108" fmla="*/ 1287147 h 1353297"/>
              <a:gd name="connsiteX109" fmla="*/ 3550537 w 10678681"/>
              <a:gd name="connsiteY109" fmla="*/ 1317552 h 1353297"/>
              <a:gd name="connsiteX110" fmla="*/ 3487736 w 10678681"/>
              <a:gd name="connsiteY110" fmla="*/ 1303493 h 1353297"/>
              <a:gd name="connsiteX111" fmla="*/ 3392548 w 10678681"/>
              <a:gd name="connsiteY111" fmla="*/ 1278741 h 1353297"/>
              <a:gd name="connsiteX112" fmla="*/ 3337466 w 10678681"/>
              <a:gd name="connsiteY112" fmla="*/ 1272537 h 1353297"/>
              <a:gd name="connsiteX113" fmla="*/ 3175981 w 10678681"/>
              <a:gd name="connsiteY113" fmla="*/ 1208973 h 1353297"/>
              <a:gd name="connsiteX114" fmla="*/ 3036856 w 10678681"/>
              <a:gd name="connsiteY114" fmla="*/ 1214383 h 1353297"/>
              <a:gd name="connsiteX115" fmla="*/ 2824973 w 10678681"/>
              <a:gd name="connsiteY115" fmla="*/ 1134864 h 1353297"/>
              <a:gd name="connsiteX116" fmla="*/ 2804398 w 10678681"/>
              <a:gd name="connsiteY116" fmla="*/ 1125556 h 1353297"/>
              <a:gd name="connsiteX117" fmla="*/ 2736109 w 10678681"/>
              <a:gd name="connsiteY117" fmla="*/ 1137717 h 1353297"/>
              <a:gd name="connsiteX118" fmla="*/ 2659096 w 10678681"/>
              <a:gd name="connsiteY118" fmla="*/ 1150294 h 1353297"/>
              <a:gd name="connsiteX119" fmla="*/ 2567088 w 10678681"/>
              <a:gd name="connsiteY119" fmla="*/ 1181781 h 1353297"/>
              <a:gd name="connsiteX120" fmla="*/ 2454501 w 10678681"/>
              <a:gd name="connsiteY120" fmla="*/ 1155455 h 1353297"/>
              <a:gd name="connsiteX121" fmla="*/ 2385161 w 10678681"/>
              <a:gd name="connsiteY121" fmla="*/ 1161312 h 1353297"/>
              <a:gd name="connsiteX122" fmla="*/ 2273361 w 10678681"/>
              <a:gd name="connsiteY122" fmla="*/ 1134090 h 1353297"/>
              <a:gd name="connsiteX123" fmla="*/ 2132003 w 10678681"/>
              <a:gd name="connsiteY123" fmla="*/ 1139225 h 1353297"/>
              <a:gd name="connsiteX124" fmla="*/ 2041224 w 10678681"/>
              <a:gd name="connsiteY124" fmla="*/ 1147536 h 1353297"/>
              <a:gd name="connsiteX125" fmla="*/ 2010157 w 10678681"/>
              <a:gd name="connsiteY125" fmla="*/ 1152767 h 1353297"/>
              <a:gd name="connsiteX126" fmla="*/ 1859213 w 10678681"/>
              <a:gd name="connsiteY126" fmla="*/ 1199540 h 1353297"/>
              <a:gd name="connsiteX127" fmla="*/ 1735877 w 10678681"/>
              <a:gd name="connsiteY127" fmla="*/ 1246527 h 1353297"/>
              <a:gd name="connsiteX128" fmla="*/ 1705069 w 10678681"/>
              <a:gd name="connsiteY128" fmla="*/ 1251989 h 1353297"/>
              <a:gd name="connsiteX129" fmla="*/ 1307888 w 10678681"/>
              <a:gd name="connsiteY129" fmla="*/ 1283156 h 1353297"/>
              <a:gd name="connsiteX130" fmla="*/ 1220734 w 10678681"/>
              <a:gd name="connsiteY130" fmla="*/ 1257811 h 1353297"/>
              <a:gd name="connsiteX131" fmla="*/ 1021737 w 10678681"/>
              <a:gd name="connsiteY131" fmla="*/ 1238739 h 1353297"/>
              <a:gd name="connsiteX132" fmla="*/ 959820 w 10678681"/>
              <a:gd name="connsiteY132" fmla="*/ 1275863 h 1353297"/>
              <a:gd name="connsiteX133" fmla="*/ 929137 w 10678681"/>
              <a:gd name="connsiteY133" fmla="*/ 1273957 h 1353297"/>
              <a:gd name="connsiteX134" fmla="*/ 878849 w 10678681"/>
              <a:gd name="connsiteY134" fmla="*/ 1266740 h 1353297"/>
              <a:gd name="connsiteX135" fmla="*/ 800667 w 10678681"/>
              <a:gd name="connsiteY135" fmla="*/ 1282041 h 1353297"/>
              <a:gd name="connsiteX136" fmla="*/ 644906 w 10678681"/>
              <a:gd name="connsiteY136" fmla="*/ 1273685 h 1353297"/>
              <a:gd name="connsiteX137" fmla="*/ 379869 w 10678681"/>
              <a:gd name="connsiteY137" fmla="*/ 1339165 h 1353297"/>
              <a:gd name="connsiteX138" fmla="*/ 137696 w 10678681"/>
              <a:gd name="connsiteY138" fmla="*/ 1319217 h 1353297"/>
              <a:gd name="connsiteX139" fmla="*/ 54250 w 10678681"/>
              <a:gd name="connsiteY139" fmla="*/ 1315838 h 1353297"/>
              <a:gd name="connsiteX140" fmla="*/ 28042 w 10678681"/>
              <a:gd name="connsiteY140" fmla="*/ 1297822 h 1353297"/>
              <a:gd name="connsiteX141" fmla="*/ 0 w 10678681"/>
              <a:gd name="connsiteY141" fmla="*/ 1294612 h 1353297"/>
              <a:gd name="connsiteX142" fmla="*/ 0 w 10678681"/>
              <a:gd name="connsiteY142" fmla="*/ 0 h 1353297"/>
              <a:gd name="connsiteX0" fmla="*/ 0 w 10678681"/>
              <a:gd name="connsiteY0" fmla="*/ 0 h 1352443"/>
              <a:gd name="connsiteX1" fmla="*/ 10678681 w 10678681"/>
              <a:gd name="connsiteY1" fmla="*/ 0 h 1352443"/>
              <a:gd name="connsiteX2" fmla="*/ 10666019 w 10678681"/>
              <a:gd name="connsiteY2" fmla="*/ 7876 h 1352443"/>
              <a:gd name="connsiteX3" fmla="*/ 10632825 w 10678681"/>
              <a:gd name="connsiteY3" fmla="*/ 32153 h 1352443"/>
              <a:gd name="connsiteX4" fmla="*/ 10510605 w 10678681"/>
              <a:gd name="connsiteY4" fmla="*/ 30449 h 1352443"/>
              <a:gd name="connsiteX5" fmla="*/ 10456989 w 10678681"/>
              <a:gd name="connsiteY5" fmla="*/ 979 h 1352443"/>
              <a:gd name="connsiteX6" fmla="*/ 10438642 w 10678681"/>
              <a:gd name="connsiteY6" fmla="*/ 1524 h 1352443"/>
              <a:gd name="connsiteX7" fmla="*/ 10407146 w 10678681"/>
              <a:gd name="connsiteY7" fmla="*/ 43659 h 1352443"/>
              <a:gd name="connsiteX8" fmla="*/ 10357996 w 10678681"/>
              <a:gd name="connsiteY8" fmla="*/ 50836 h 1352443"/>
              <a:gd name="connsiteX9" fmla="*/ 10306667 w 10678681"/>
              <a:gd name="connsiteY9" fmla="*/ 109739 h 1352443"/>
              <a:gd name="connsiteX10" fmla="*/ 10115334 w 10678681"/>
              <a:gd name="connsiteY10" fmla="*/ 155658 h 1352443"/>
              <a:gd name="connsiteX11" fmla="*/ 10068157 w 10678681"/>
              <a:gd name="connsiteY11" fmla="*/ 215673 h 1352443"/>
              <a:gd name="connsiteX12" fmla="*/ 10045431 w 10678681"/>
              <a:gd name="connsiteY12" fmla="*/ 229568 h 1352443"/>
              <a:gd name="connsiteX13" fmla="*/ 10013265 w 10678681"/>
              <a:gd name="connsiteY13" fmla="*/ 284757 h 1352443"/>
              <a:gd name="connsiteX14" fmla="*/ 9862496 w 10678681"/>
              <a:gd name="connsiteY14" fmla="*/ 223033 h 1352443"/>
              <a:gd name="connsiteX15" fmla="*/ 9679638 w 10678681"/>
              <a:gd name="connsiteY15" fmla="*/ 277462 h 1352443"/>
              <a:gd name="connsiteX16" fmla="*/ 9498347 w 10678681"/>
              <a:gd name="connsiteY16" fmla="*/ 244723 h 1352443"/>
              <a:gd name="connsiteX17" fmla="*/ 9399702 w 10678681"/>
              <a:gd name="connsiteY17" fmla="*/ 276316 h 1352443"/>
              <a:gd name="connsiteX18" fmla="*/ 9378439 w 10678681"/>
              <a:gd name="connsiteY18" fmla="*/ 326244 h 1352443"/>
              <a:gd name="connsiteX19" fmla="*/ 9121744 w 10678681"/>
              <a:gd name="connsiteY19" fmla="*/ 365177 h 1352443"/>
              <a:gd name="connsiteX20" fmla="*/ 9061654 w 10678681"/>
              <a:gd name="connsiteY20" fmla="*/ 393730 h 1352443"/>
              <a:gd name="connsiteX21" fmla="*/ 8997577 w 10678681"/>
              <a:gd name="connsiteY21" fmla="*/ 380865 h 1352443"/>
              <a:gd name="connsiteX22" fmla="*/ 8907968 w 10678681"/>
              <a:gd name="connsiteY22" fmla="*/ 447345 h 1352443"/>
              <a:gd name="connsiteX23" fmla="*/ 8764163 w 10678681"/>
              <a:gd name="connsiteY23" fmla="*/ 471000 h 1352443"/>
              <a:gd name="connsiteX24" fmla="*/ 8680155 w 10678681"/>
              <a:gd name="connsiteY24" fmla="*/ 492404 h 1352443"/>
              <a:gd name="connsiteX25" fmla="*/ 8651436 w 10678681"/>
              <a:gd name="connsiteY25" fmla="*/ 511923 h 1352443"/>
              <a:gd name="connsiteX26" fmla="*/ 8609185 w 10678681"/>
              <a:gd name="connsiteY26" fmla="*/ 531525 h 1352443"/>
              <a:gd name="connsiteX27" fmla="*/ 8537091 w 10678681"/>
              <a:gd name="connsiteY27" fmla="*/ 574933 h 1352443"/>
              <a:gd name="connsiteX28" fmla="*/ 8435931 w 10678681"/>
              <a:gd name="connsiteY28" fmla="*/ 617926 h 1352443"/>
              <a:gd name="connsiteX29" fmla="*/ 8348623 w 10678681"/>
              <a:gd name="connsiteY29" fmla="*/ 600607 h 1352443"/>
              <a:gd name="connsiteX30" fmla="*/ 8344233 w 10678681"/>
              <a:gd name="connsiteY30" fmla="*/ 610922 h 1352443"/>
              <a:gd name="connsiteX31" fmla="*/ 8290622 w 10678681"/>
              <a:gd name="connsiteY31" fmla="*/ 622687 h 1352443"/>
              <a:gd name="connsiteX32" fmla="*/ 8086698 w 10678681"/>
              <a:gd name="connsiteY32" fmla="*/ 605185 h 1352443"/>
              <a:gd name="connsiteX33" fmla="*/ 7982378 w 10678681"/>
              <a:gd name="connsiteY33" fmla="*/ 629799 h 1352443"/>
              <a:gd name="connsiteX34" fmla="*/ 7947952 w 10678681"/>
              <a:gd name="connsiteY34" fmla="*/ 648003 h 1352443"/>
              <a:gd name="connsiteX35" fmla="*/ 7890112 w 10678681"/>
              <a:gd name="connsiteY35" fmla="*/ 677915 h 1352443"/>
              <a:gd name="connsiteX36" fmla="*/ 7853284 w 10678681"/>
              <a:gd name="connsiteY36" fmla="*/ 723588 h 1352443"/>
              <a:gd name="connsiteX37" fmla="*/ 7802383 w 10678681"/>
              <a:gd name="connsiteY37" fmla="*/ 739359 h 1352443"/>
              <a:gd name="connsiteX38" fmla="*/ 7730518 w 10678681"/>
              <a:gd name="connsiteY38" fmla="*/ 739526 h 1352443"/>
              <a:gd name="connsiteX39" fmla="*/ 7652907 w 10678681"/>
              <a:gd name="connsiteY39" fmla="*/ 783273 h 1352443"/>
              <a:gd name="connsiteX40" fmla="*/ 7606008 w 10678681"/>
              <a:gd name="connsiteY40" fmla="*/ 800717 h 1352443"/>
              <a:gd name="connsiteX41" fmla="*/ 7480223 w 10678681"/>
              <a:gd name="connsiteY41" fmla="*/ 856821 h 1352443"/>
              <a:gd name="connsiteX42" fmla="*/ 7356005 w 10678681"/>
              <a:gd name="connsiteY42" fmla="*/ 919462 h 1352443"/>
              <a:gd name="connsiteX43" fmla="*/ 7305396 w 10678681"/>
              <a:gd name="connsiteY43" fmla="*/ 986228 h 1352443"/>
              <a:gd name="connsiteX44" fmla="*/ 7266251 w 10678681"/>
              <a:gd name="connsiteY44" fmla="*/ 967864 h 1352443"/>
              <a:gd name="connsiteX45" fmla="*/ 7269396 w 10678681"/>
              <a:gd name="connsiteY45" fmla="*/ 989282 h 1352443"/>
              <a:gd name="connsiteX46" fmla="*/ 7258094 w 10678681"/>
              <a:gd name="connsiteY46" fmla="*/ 990679 h 1352443"/>
              <a:gd name="connsiteX47" fmla="*/ 7257893 w 10678681"/>
              <a:gd name="connsiteY47" fmla="*/ 991204 h 1352443"/>
              <a:gd name="connsiteX48" fmla="*/ 7247153 w 10678681"/>
              <a:gd name="connsiteY48" fmla="*/ 991550 h 1352443"/>
              <a:gd name="connsiteX49" fmla="*/ 7193612 w 10678681"/>
              <a:gd name="connsiteY49" fmla="*/ 987042 h 1352443"/>
              <a:gd name="connsiteX50" fmla="*/ 7132632 w 10678681"/>
              <a:gd name="connsiteY50" fmla="*/ 1042036 h 1352443"/>
              <a:gd name="connsiteX51" fmla="*/ 7105610 w 10678681"/>
              <a:gd name="connsiteY51" fmla="*/ 1053537 h 1352443"/>
              <a:gd name="connsiteX52" fmla="*/ 7069148 w 10678681"/>
              <a:gd name="connsiteY52" fmla="*/ 1047163 h 1352443"/>
              <a:gd name="connsiteX53" fmla="*/ 7039634 w 10678681"/>
              <a:gd name="connsiteY53" fmla="*/ 1059971 h 1352443"/>
              <a:gd name="connsiteX54" fmla="*/ 7033445 w 10678681"/>
              <a:gd name="connsiteY54" fmla="*/ 1063314 h 1352443"/>
              <a:gd name="connsiteX55" fmla="*/ 6999157 w 10678681"/>
              <a:gd name="connsiteY55" fmla="*/ 1055282 h 1352443"/>
              <a:gd name="connsiteX56" fmla="*/ 6981874 w 10678681"/>
              <a:gd name="connsiteY56" fmla="*/ 1053827 h 1352443"/>
              <a:gd name="connsiteX57" fmla="*/ 6976102 w 10678681"/>
              <a:gd name="connsiteY57" fmla="*/ 1047854 h 1352443"/>
              <a:gd name="connsiteX58" fmla="*/ 6951040 w 10678681"/>
              <a:gd name="connsiteY58" fmla="*/ 1048531 h 1352443"/>
              <a:gd name="connsiteX59" fmla="*/ 6948497 w 10678681"/>
              <a:gd name="connsiteY59" fmla="*/ 1050706 h 1352443"/>
              <a:gd name="connsiteX60" fmla="*/ 6926582 w 10678681"/>
              <a:gd name="connsiteY60" fmla="*/ 1043462 h 1352443"/>
              <a:gd name="connsiteX61" fmla="*/ 6833743 w 10678681"/>
              <a:gd name="connsiteY61" fmla="*/ 1027960 h 1352443"/>
              <a:gd name="connsiteX62" fmla="*/ 6687090 w 10678681"/>
              <a:gd name="connsiteY62" fmla="*/ 1063250 h 1352443"/>
              <a:gd name="connsiteX63" fmla="*/ 6437450 w 10678681"/>
              <a:gd name="connsiteY63" fmla="*/ 1101075 h 1352443"/>
              <a:gd name="connsiteX64" fmla="*/ 6327795 w 10678681"/>
              <a:gd name="connsiteY64" fmla="*/ 1088142 h 1352443"/>
              <a:gd name="connsiteX65" fmla="*/ 6136549 w 10678681"/>
              <a:gd name="connsiteY65" fmla="*/ 1100268 h 1352443"/>
              <a:gd name="connsiteX66" fmla="*/ 6004655 w 10678681"/>
              <a:gd name="connsiteY66" fmla="*/ 1114946 h 1352443"/>
              <a:gd name="connsiteX67" fmla="*/ 5936643 w 10678681"/>
              <a:gd name="connsiteY67" fmla="*/ 1095428 h 1352443"/>
              <a:gd name="connsiteX68" fmla="*/ 5912484 w 10678681"/>
              <a:gd name="connsiteY68" fmla="*/ 1112624 h 1352443"/>
              <a:gd name="connsiteX69" fmla="*/ 5908387 w 10678681"/>
              <a:gd name="connsiteY69" fmla="*/ 1116018 h 1352443"/>
              <a:gd name="connsiteX70" fmla="*/ 5890495 w 10678681"/>
              <a:gd name="connsiteY70" fmla="*/ 1120268 h 1352443"/>
              <a:gd name="connsiteX71" fmla="*/ 5887318 w 10678681"/>
              <a:gd name="connsiteY71" fmla="*/ 1133134 h 1352443"/>
              <a:gd name="connsiteX72" fmla="*/ 5861726 w 10678681"/>
              <a:gd name="connsiteY72" fmla="*/ 1147891 h 1352443"/>
              <a:gd name="connsiteX73" fmla="*/ 5805823 w 10678681"/>
              <a:gd name="connsiteY73" fmla="*/ 1152457 h 1352443"/>
              <a:gd name="connsiteX74" fmla="*/ 5689841 w 10678681"/>
              <a:gd name="connsiteY74" fmla="*/ 1176232 h 1352443"/>
              <a:gd name="connsiteX75" fmla="*/ 5605119 w 10678681"/>
              <a:gd name="connsiteY75" fmla="*/ 1190202 h 1352443"/>
              <a:gd name="connsiteX76" fmla="*/ 5488513 w 10678681"/>
              <a:gd name="connsiteY76" fmla="*/ 1205367 h 1352443"/>
              <a:gd name="connsiteX77" fmla="*/ 5402905 w 10678681"/>
              <a:gd name="connsiteY77" fmla="*/ 1241191 h 1352443"/>
              <a:gd name="connsiteX78" fmla="*/ 5285593 w 10678681"/>
              <a:gd name="connsiteY78" fmla="*/ 1273569 h 1352443"/>
              <a:gd name="connsiteX79" fmla="*/ 5192893 w 10678681"/>
              <a:gd name="connsiteY79" fmla="*/ 1247188 h 1352443"/>
              <a:gd name="connsiteX80" fmla="*/ 5186475 w 10678681"/>
              <a:gd name="connsiteY80" fmla="*/ 1257028 h 1352443"/>
              <a:gd name="connsiteX81" fmla="*/ 5126038 w 10678681"/>
              <a:gd name="connsiteY81" fmla="*/ 1263189 h 1352443"/>
              <a:gd name="connsiteX82" fmla="*/ 4894688 w 10678681"/>
              <a:gd name="connsiteY82" fmla="*/ 1247184 h 1352443"/>
              <a:gd name="connsiteX83" fmla="*/ 4788036 w 10678681"/>
              <a:gd name="connsiteY83" fmla="*/ 1238182 h 1352443"/>
              <a:gd name="connsiteX84" fmla="*/ 4747555 w 10678681"/>
              <a:gd name="connsiteY84" fmla="*/ 1252768 h 1352443"/>
              <a:gd name="connsiteX85" fmla="*/ 4679644 w 10678681"/>
              <a:gd name="connsiteY85" fmla="*/ 1276603 h 1352443"/>
              <a:gd name="connsiteX86" fmla="*/ 4632222 w 10678681"/>
              <a:gd name="connsiteY86" fmla="*/ 1318360 h 1352443"/>
              <a:gd name="connsiteX87" fmla="*/ 4617358 w 10678681"/>
              <a:gd name="connsiteY87" fmla="*/ 1327690 h 1352443"/>
              <a:gd name="connsiteX88" fmla="*/ 4589102 w 10678681"/>
              <a:gd name="connsiteY88" fmla="*/ 1321223 h 1352443"/>
              <a:gd name="connsiteX89" fmla="*/ 4578184 w 10678681"/>
              <a:gd name="connsiteY89" fmla="*/ 1326745 h 1352443"/>
              <a:gd name="connsiteX90" fmla="*/ 4574270 w 10678681"/>
              <a:gd name="connsiteY90" fmla="*/ 1325878 h 1352443"/>
              <a:gd name="connsiteX91" fmla="*/ 4564919 w 10678681"/>
              <a:gd name="connsiteY91" fmla="*/ 1325507 h 1352443"/>
              <a:gd name="connsiteX92" fmla="*/ 4566586 w 10678681"/>
              <a:gd name="connsiteY92" fmla="*/ 1316963 h 1352443"/>
              <a:gd name="connsiteX93" fmla="*/ 4556303 w 10678681"/>
              <a:gd name="connsiteY93" fmla="*/ 1300262 h 1352443"/>
              <a:gd name="connsiteX94" fmla="*/ 4502358 w 10678681"/>
              <a:gd name="connsiteY94" fmla="*/ 1302558 h 1352443"/>
              <a:gd name="connsiteX95" fmla="*/ 4498919 w 10678681"/>
              <a:gd name="connsiteY95" fmla="*/ 1312115 h 1352443"/>
              <a:gd name="connsiteX96" fmla="*/ 4492075 w 10678681"/>
              <a:gd name="connsiteY96" fmla="*/ 1313357 h 1352443"/>
              <a:gd name="connsiteX97" fmla="*/ 4487466 w 10678681"/>
              <a:gd name="connsiteY97" fmla="*/ 1304102 h 1352443"/>
              <a:gd name="connsiteX98" fmla="*/ 4398292 w 10678681"/>
              <a:gd name="connsiteY98" fmla="*/ 1278410 h 1352443"/>
              <a:gd name="connsiteX99" fmla="*/ 4306088 w 10678681"/>
              <a:gd name="connsiteY99" fmla="*/ 1282512 h 1352443"/>
              <a:gd name="connsiteX100" fmla="*/ 4188995 w 10678681"/>
              <a:gd name="connsiteY100" fmla="*/ 1296718 h 1352443"/>
              <a:gd name="connsiteX101" fmla="*/ 4136582 w 10678681"/>
              <a:gd name="connsiteY101" fmla="*/ 1287687 h 1352443"/>
              <a:gd name="connsiteX102" fmla="*/ 4064614 w 10678681"/>
              <a:gd name="connsiteY102" fmla="*/ 1296118 h 1352443"/>
              <a:gd name="connsiteX103" fmla="*/ 3900948 w 10678681"/>
              <a:gd name="connsiteY103" fmla="*/ 1322156 h 1352443"/>
              <a:gd name="connsiteX104" fmla="*/ 3787890 w 10678681"/>
              <a:gd name="connsiteY104" fmla="*/ 1352442 h 1352443"/>
              <a:gd name="connsiteX105" fmla="*/ 3745993 w 10678681"/>
              <a:gd name="connsiteY105" fmla="*/ 1342630 h 1352443"/>
              <a:gd name="connsiteX106" fmla="*/ 3675785 w 10678681"/>
              <a:gd name="connsiteY106" fmla="*/ 1326802 h 1352443"/>
              <a:gd name="connsiteX107" fmla="*/ 3623856 w 10678681"/>
              <a:gd name="connsiteY107" fmla="*/ 1290804 h 1352443"/>
              <a:gd name="connsiteX108" fmla="*/ 3564933 w 10678681"/>
              <a:gd name="connsiteY108" fmla="*/ 1287147 h 1352443"/>
              <a:gd name="connsiteX109" fmla="*/ 3550537 w 10678681"/>
              <a:gd name="connsiteY109" fmla="*/ 1317552 h 1352443"/>
              <a:gd name="connsiteX110" fmla="*/ 3487736 w 10678681"/>
              <a:gd name="connsiteY110" fmla="*/ 1303493 h 1352443"/>
              <a:gd name="connsiteX111" fmla="*/ 3392548 w 10678681"/>
              <a:gd name="connsiteY111" fmla="*/ 1278741 h 1352443"/>
              <a:gd name="connsiteX112" fmla="*/ 3337466 w 10678681"/>
              <a:gd name="connsiteY112" fmla="*/ 1272537 h 1352443"/>
              <a:gd name="connsiteX113" fmla="*/ 3175981 w 10678681"/>
              <a:gd name="connsiteY113" fmla="*/ 1208973 h 1352443"/>
              <a:gd name="connsiteX114" fmla="*/ 3036856 w 10678681"/>
              <a:gd name="connsiteY114" fmla="*/ 1214383 h 1352443"/>
              <a:gd name="connsiteX115" fmla="*/ 2824973 w 10678681"/>
              <a:gd name="connsiteY115" fmla="*/ 1134864 h 1352443"/>
              <a:gd name="connsiteX116" fmla="*/ 2804398 w 10678681"/>
              <a:gd name="connsiteY116" fmla="*/ 1125556 h 1352443"/>
              <a:gd name="connsiteX117" fmla="*/ 2736109 w 10678681"/>
              <a:gd name="connsiteY117" fmla="*/ 1137717 h 1352443"/>
              <a:gd name="connsiteX118" fmla="*/ 2659096 w 10678681"/>
              <a:gd name="connsiteY118" fmla="*/ 1150294 h 1352443"/>
              <a:gd name="connsiteX119" fmla="*/ 2567088 w 10678681"/>
              <a:gd name="connsiteY119" fmla="*/ 1181781 h 1352443"/>
              <a:gd name="connsiteX120" fmla="*/ 2454501 w 10678681"/>
              <a:gd name="connsiteY120" fmla="*/ 1155455 h 1352443"/>
              <a:gd name="connsiteX121" fmla="*/ 2385161 w 10678681"/>
              <a:gd name="connsiteY121" fmla="*/ 1161312 h 1352443"/>
              <a:gd name="connsiteX122" fmla="*/ 2273361 w 10678681"/>
              <a:gd name="connsiteY122" fmla="*/ 1134090 h 1352443"/>
              <a:gd name="connsiteX123" fmla="*/ 2132003 w 10678681"/>
              <a:gd name="connsiteY123" fmla="*/ 1139225 h 1352443"/>
              <a:gd name="connsiteX124" fmla="*/ 2041224 w 10678681"/>
              <a:gd name="connsiteY124" fmla="*/ 1147536 h 1352443"/>
              <a:gd name="connsiteX125" fmla="*/ 2010157 w 10678681"/>
              <a:gd name="connsiteY125" fmla="*/ 1152767 h 1352443"/>
              <a:gd name="connsiteX126" fmla="*/ 1859213 w 10678681"/>
              <a:gd name="connsiteY126" fmla="*/ 1199540 h 1352443"/>
              <a:gd name="connsiteX127" fmla="*/ 1735877 w 10678681"/>
              <a:gd name="connsiteY127" fmla="*/ 1246527 h 1352443"/>
              <a:gd name="connsiteX128" fmla="*/ 1705069 w 10678681"/>
              <a:gd name="connsiteY128" fmla="*/ 1251989 h 1352443"/>
              <a:gd name="connsiteX129" fmla="*/ 1307888 w 10678681"/>
              <a:gd name="connsiteY129" fmla="*/ 1283156 h 1352443"/>
              <a:gd name="connsiteX130" fmla="*/ 1220734 w 10678681"/>
              <a:gd name="connsiteY130" fmla="*/ 1257811 h 1352443"/>
              <a:gd name="connsiteX131" fmla="*/ 1021737 w 10678681"/>
              <a:gd name="connsiteY131" fmla="*/ 1238739 h 1352443"/>
              <a:gd name="connsiteX132" fmla="*/ 959820 w 10678681"/>
              <a:gd name="connsiteY132" fmla="*/ 1275863 h 1352443"/>
              <a:gd name="connsiteX133" fmla="*/ 929137 w 10678681"/>
              <a:gd name="connsiteY133" fmla="*/ 1273957 h 1352443"/>
              <a:gd name="connsiteX134" fmla="*/ 878849 w 10678681"/>
              <a:gd name="connsiteY134" fmla="*/ 1266740 h 1352443"/>
              <a:gd name="connsiteX135" fmla="*/ 800667 w 10678681"/>
              <a:gd name="connsiteY135" fmla="*/ 1282041 h 1352443"/>
              <a:gd name="connsiteX136" fmla="*/ 644906 w 10678681"/>
              <a:gd name="connsiteY136" fmla="*/ 1273685 h 1352443"/>
              <a:gd name="connsiteX137" fmla="*/ 379869 w 10678681"/>
              <a:gd name="connsiteY137" fmla="*/ 1339165 h 1352443"/>
              <a:gd name="connsiteX138" fmla="*/ 137696 w 10678681"/>
              <a:gd name="connsiteY138" fmla="*/ 1319217 h 1352443"/>
              <a:gd name="connsiteX139" fmla="*/ 54250 w 10678681"/>
              <a:gd name="connsiteY139" fmla="*/ 1315838 h 1352443"/>
              <a:gd name="connsiteX140" fmla="*/ 28042 w 10678681"/>
              <a:gd name="connsiteY140" fmla="*/ 1297822 h 1352443"/>
              <a:gd name="connsiteX141" fmla="*/ 0 w 10678681"/>
              <a:gd name="connsiteY141" fmla="*/ 1294612 h 1352443"/>
              <a:gd name="connsiteX142" fmla="*/ 0 w 10678681"/>
              <a:gd name="connsiteY142" fmla="*/ 0 h 1352443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0605 w 10678681"/>
              <a:gd name="connsiteY4" fmla="*/ 30449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57996 w 10678681"/>
              <a:gd name="connsiteY8" fmla="*/ 50836 h 1342734"/>
              <a:gd name="connsiteX9" fmla="*/ 10306667 w 10678681"/>
              <a:gd name="connsiteY9" fmla="*/ 10973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10013265 w 10678681"/>
              <a:gd name="connsiteY13" fmla="*/ 284757 h 1342734"/>
              <a:gd name="connsiteX14" fmla="*/ 9862496 w 10678681"/>
              <a:gd name="connsiteY14" fmla="*/ 223033 h 1342734"/>
              <a:gd name="connsiteX15" fmla="*/ 9679638 w 10678681"/>
              <a:gd name="connsiteY15" fmla="*/ 277462 h 1342734"/>
              <a:gd name="connsiteX16" fmla="*/ 9498347 w 10678681"/>
              <a:gd name="connsiteY16" fmla="*/ 244723 h 1342734"/>
              <a:gd name="connsiteX17" fmla="*/ 9399702 w 10678681"/>
              <a:gd name="connsiteY17" fmla="*/ 276316 h 1342734"/>
              <a:gd name="connsiteX18" fmla="*/ 9378439 w 10678681"/>
              <a:gd name="connsiteY18" fmla="*/ 326244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344233 w 10678681"/>
              <a:gd name="connsiteY30" fmla="*/ 610922 h 1342734"/>
              <a:gd name="connsiteX31" fmla="*/ 8290622 w 10678681"/>
              <a:gd name="connsiteY31" fmla="*/ 622687 h 1342734"/>
              <a:gd name="connsiteX32" fmla="*/ 8086698 w 10678681"/>
              <a:gd name="connsiteY32" fmla="*/ 605185 h 1342734"/>
              <a:gd name="connsiteX33" fmla="*/ 7982378 w 10678681"/>
              <a:gd name="connsiteY33" fmla="*/ 629799 h 1342734"/>
              <a:gd name="connsiteX34" fmla="*/ 7947952 w 10678681"/>
              <a:gd name="connsiteY34" fmla="*/ 648003 h 1342734"/>
              <a:gd name="connsiteX35" fmla="*/ 7890112 w 10678681"/>
              <a:gd name="connsiteY35" fmla="*/ 677915 h 1342734"/>
              <a:gd name="connsiteX36" fmla="*/ 7853284 w 10678681"/>
              <a:gd name="connsiteY36" fmla="*/ 723588 h 1342734"/>
              <a:gd name="connsiteX37" fmla="*/ 7802383 w 10678681"/>
              <a:gd name="connsiteY37" fmla="*/ 739359 h 1342734"/>
              <a:gd name="connsiteX38" fmla="*/ 7730518 w 10678681"/>
              <a:gd name="connsiteY38" fmla="*/ 739526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69396 w 10678681"/>
              <a:gd name="connsiteY45" fmla="*/ 989282 h 1342734"/>
              <a:gd name="connsiteX46" fmla="*/ 7258094 w 10678681"/>
              <a:gd name="connsiteY46" fmla="*/ 990679 h 1342734"/>
              <a:gd name="connsiteX47" fmla="*/ 7257893 w 10678681"/>
              <a:gd name="connsiteY47" fmla="*/ 991204 h 1342734"/>
              <a:gd name="connsiteX48" fmla="*/ 7247153 w 10678681"/>
              <a:gd name="connsiteY48" fmla="*/ 991550 h 1342734"/>
              <a:gd name="connsiteX49" fmla="*/ 7193612 w 10678681"/>
              <a:gd name="connsiteY49" fmla="*/ 987042 h 1342734"/>
              <a:gd name="connsiteX50" fmla="*/ 7132632 w 10678681"/>
              <a:gd name="connsiteY50" fmla="*/ 1042036 h 1342734"/>
              <a:gd name="connsiteX51" fmla="*/ 7105610 w 10678681"/>
              <a:gd name="connsiteY51" fmla="*/ 1053537 h 1342734"/>
              <a:gd name="connsiteX52" fmla="*/ 7069148 w 10678681"/>
              <a:gd name="connsiteY52" fmla="*/ 1047163 h 1342734"/>
              <a:gd name="connsiteX53" fmla="*/ 7039634 w 10678681"/>
              <a:gd name="connsiteY53" fmla="*/ 1059971 h 1342734"/>
              <a:gd name="connsiteX54" fmla="*/ 7033445 w 10678681"/>
              <a:gd name="connsiteY54" fmla="*/ 1063314 h 1342734"/>
              <a:gd name="connsiteX55" fmla="*/ 6999157 w 10678681"/>
              <a:gd name="connsiteY55" fmla="*/ 1055282 h 1342734"/>
              <a:gd name="connsiteX56" fmla="*/ 6981874 w 10678681"/>
              <a:gd name="connsiteY56" fmla="*/ 1053827 h 1342734"/>
              <a:gd name="connsiteX57" fmla="*/ 6976102 w 10678681"/>
              <a:gd name="connsiteY57" fmla="*/ 1047854 h 1342734"/>
              <a:gd name="connsiteX58" fmla="*/ 6951040 w 10678681"/>
              <a:gd name="connsiteY58" fmla="*/ 1048531 h 1342734"/>
              <a:gd name="connsiteX59" fmla="*/ 6948497 w 10678681"/>
              <a:gd name="connsiteY59" fmla="*/ 1050706 h 1342734"/>
              <a:gd name="connsiteX60" fmla="*/ 6926582 w 10678681"/>
              <a:gd name="connsiteY60" fmla="*/ 1043462 h 1342734"/>
              <a:gd name="connsiteX61" fmla="*/ 6833743 w 10678681"/>
              <a:gd name="connsiteY61" fmla="*/ 1027960 h 1342734"/>
              <a:gd name="connsiteX62" fmla="*/ 6687090 w 10678681"/>
              <a:gd name="connsiteY62" fmla="*/ 1063250 h 1342734"/>
              <a:gd name="connsiteX63" fmla="*/ 6437450 w 10678681"/>
              <a:gd name="connsiteY63" fmla="*/ 1101075 h 1342734"/>
              <a:gd name="connsiteX64" fmla="*/ 6327795 w 10678681"/>
              <a:gd name="connsiteY64" fmla="*/ 1088142 h 1342734"/>
              <a:gd name="connsiteX65" fmla="*/ 6136549 w 10678681"/>
              <a:gd name="connsiteY65" fmla="*/ 1100268 h 1342734"/>
              <a:gd name="connsiteX66" fmla="*/ 6004655 w 10678681"/>
              <a:gd name="connsiteY66" fmla="*/ 1114946 h 1342734"/>
              <a:gd name="connsiteX67" fmla="*/ 5936643 w 10678681"/>
              <a:gd name="connsiteY67" fmla="*/ 1095428 h 1342734"/>
              <a:gd name="connsiteX68" fmla="*/ 5912484 w 10678681"/>
              <a:gd name="connsiteY68" fmla="*/ 1112624 h 1342734"/>
              <a:gd name="connsiteX69" fmla="*/ 5908387 w 10678681"/>
              <a:gd name="connsiteY69" fmla="*/ 1116018 h 1342734"/>
              <a:gd name="connsiteX70" fmla="*/ 5890495 w 10678681"/>
              <a:gd name="connsiteY70" fmla="*/ 1120268 h 1342734"/>
              <a:gd name="connsiteX71" fmla="*/ 5887318 w 10678681"/>
              <a:gd name="connsiteY71" fmla="*/ 1133134 h 1342734"/>
              <a:gd name="connsiteX72" fmla="*/ 5861726 w 10678681"/>
              <a:gd name="connsiteY72" fmla="*/ 1147891 h 1342734"/>
              <a:gd name="connsiteX73" fmla="*/ 5805823 w 10678681"/>
              <a:gd name="connsiteY73" fmla="*/ 1152457 h 1342734"/>
              <a:gd name="connsiteX74" fmla="*/ 5689841 w 10678681"/>
              <a:gd name="connsiteY74" fmla="*/ 1176232 h 1342734"/>
              <a:gd name="connsiteX75" fmla="*/ 5605119 w 10678681"/>
              <a:gd name="connsiteY75" fmla="*/ 1190202 h 1342734"/>
              <a:gd name="connsiteX76" fmla="*/ 5488513 w 10678681"/>
              <a:gd name="connsiteY76" fmla="*/ 1205367 h 1342734"/>
              <a:gd name="connsiteX77" fmla="*/ 5402905 w 10678681"/>
              <a:gd name="connsiteY77" fmla="*/ 1241191 h 1342734"/>
              <a:gd name="connsiteX78" fmla="*/ 5285593 w 10678681"/>
              <a:gd name="connsiteY78" fmla="*/ 1273569 h 1342734"/>
              <a:gd name="connsiteX79" fmla="*/ 5192893 w 10678681"/>
              <a:gd name="connsiteY79" fmla="*/ 1247188 h 1342734"/>
              <a:gd name="connsiteX80" fmla="*/ 5186475 w 10678681"/>
              <a:gd name="connsiteY80" fmla="*/ 1257028 h 1342734"/>
              <a:gd name="connsiteX81" fmla="*/ 5126038 w 10678681"/>
              <a:gd name="connsiteY81" fmla="*/ 1263189 h 1342734"/>
              <a:gd name="connsiteX82" fmla="*/ 4894688 w 10678681"/>
              <a:gd name="connsiteY82" fmla="*/ 1247184 h 1342734"/>
              <a:gd name="connsiteX83" fmla="*/ 4788036 w 10678681"/>
              <a:gd name="connsiteY83" fmla="*/ 1238182 h 1342734"/>
              <a:gd name="connsiteX84" fmla="*/ 4747555 w 10678681"/>
              <a:gd name="connsiteY84" fmla="*/ 1252768 h 1342734"/>
              <a:gd name="connsiteX85" fmla="*/ 4679644 w 10678681"/>
              <a:gd name="connsiteY85" fmla="*/ 1276603 h 1342734"/>
              <a:gd name="connsiteX86" fmla="*/ 4632222 w 10678681"/>
              <a:gd name="connsiteY86" fmla="*/ 1318360 h 1342734"/>
              <a:gd name="connsiteX87" fmla="*/ 4617358 w 10678681"/>
              <a:gd name="connsiteY87" fmla="*/ 1327690 h 1342734"/>
              <a:gd name="connsiteX88" fmla="*/ 4589102 w 10678681"/>
              <a:gd name="connsiteY88" fmla="*/ 1321223 h 1342734"/>
              <a:gd name="connsiteX89" fmla="*/ 4578184 w 10678681"/>
              <a:gd name="connsiteY89" fmla="*/ 1326745 h 1342734"/>
              <a:gd name="connsiteX90" fmla="*/ 4574270 w 10678681"/>
              <a:gd name="connsiteY90" fmla="*/ 1325878 h 1342734"/>
              <a:gd name="connsiteX91" fmla="*/ 4564919 w 10678681"/>
              <a:gd name="connsiteY91" fmla="*/ 1325507 h 1342734"/>
              <a:gd name="connsiteX92" fmla="*/ 4566586 w 10678681"/>
              <a:gd name="connsiteY92" fmla="*/ 1316963 h 1342734"/>
              <a:gd name="connsiteX93" fmla="*/ 4556303 w 10678681"/>
              <a:gd name="connsiteY93" fmla="*/ 1300262 h 1342734"/>
              <a:gd name="connsiteX94" fmla="*/ 4502358 w 10678681"/>
              <a:gd name="connsiteY94" fmla="*/ 1302558 h 1342734"/>
              <a:gd name="connsiteX95" fmla="*/ 4498919 w 10678681"/>
              <a:gd name="connsiteY95" fmla="*/ 1312115 h 1342734"/>
              <a:gd name="connsiteX96" fmla="*/ 4492075 w 10678681"/>
              <a:gd name="connsiteY96" fmla="*/ 1313357 h 1342734"/>
              <a:gd name="connsiteX97" fmla="*/ 4487466 w 10678681"/>
              <a:gd name="connsiteY97" fmla="*/ 1304102 h 1342734"/>
              <a:gd name="connsiteX98" fmla="*/ 4398292 w 10678681"/>
              <a:gd name="connsiteY98" fmla="*/ 1278410 h 1342734"/>
              <a:gd name="connsiteX99" fmla="*/ 4306088 w 10678681"/>
              <a:gd name="connsiteY99" fmla="*/ 1282512 h 1342734"/>
              <a:gd name="connsiteX100" fmla="*/ 4188995 w 10678681"/>
              <a:gd name="connsiteY100" fmla="*/ 1296718 h 1342734"/>
              <a:gd name="connsiteX101" fmla="*/ 4136582 w 10678681"/>
              <a:gd name="connsiteY101" fmla="*/ 1287687 h 1342734"/>
              <a:gd name="connsiteX102" fmla="*/ 4064614 w 10678681"/>
              <a:gd name="connsiteY102" fmla="*/ 1296118 h 1342734"/>
              <a:gd name="connsiteX103" fmla="*/ 3900948 w 10678681"/>
              <a:gd name="connsiteY103" fmla="*/ 1322156 h 1342734"/>
              <a:gd name="connsiteX104" fmla="*/ 3787890 w 10678681"/>
              <a:gd name="connsiteY104" fmla="*/ 1322164 h 1342734"/>
              <a:gd name="connsiteX105" fmla="*/ 3745993 w 10678681"/>
              <a:gd name="connsiteY105" fmla="*/ 1342630 h 1342734"/>
              <a:gd name="connsiteX106" fmla="*/ 3675785 w 10678681"/>
              <a:gd name="connsiteY106" fmla="*/ 1326802 h 1342734"/>
              <a:gd name="connsiteX107" fmla="*/ 3623856 w 10678681"/>
              <a:gd name="connsiteY107" fmla="*/ 1290804 h 1342734"/>
              <a:gd name="connsiteX108" fmla="*/ 3564933 w 10678681"/>
              <a:gd name="connsiteY108" fmla="*/ 1287147 h 1342734"/>
              <a:gd name="connsiteX109" fmla="*/ 3550537 w 10678681"/>
              <a:gd name="connsiteY109" fmla="*/ 1317552 h 1342734"/>
              <a:gd name="connsiteX110" fmla="*/ 3487736 w 10678681"/>
              <a:gd name="connsiteY110" fmla="*/ 1303493 h 1342734"/>
              <a:gd name="connsiteX111" fmla="*/ 3392548 w 10678681"/>
              <a:gd name="connsiteY111" fmla="*/ 1278741 h 1342734"/>
              <a:gd name="connsiteX112" fmla="*/ 3337466 w 10678681"/>
              <a:gd name="connsiteY112" fmla="*/ 1272537 h 1342734"/>
              <a:gd name="connsiteX113" fmla="*/ 3175981 w 10678681"/>
              <a:gd name="connsiteY113" fmla="*/ 1208973 h 1342734"/>
              <a:gd name="connsiteX114" fmla="*/ 3036856 w 10678681"/>
              <a:gd name="connsiteY114" fmla="*/ 1214383 h 1342734"/>
              <a:gd name="connsiteX115" fmla="*/ 2824973 w 10678681"/>
              <a:gd name="connsiteY115" fmla="*/ 1134864 h 1342734"/>
              <a:gd name="connsiteX116" fmla="*/ 2804398 w 10678681"/>
              <a:gd name="connsiteY116" fmla="*/ 1125556 h 1342734"/>
              <a:gd name="connsiteX117" fmla="*/ 2736109 w 10678681"/>
              <a:gd name="connsiteY117" fmla="*/ 1137717 h 1342734"/>
              <a:gd name="connsiteX118" fmla="*/ 2659096 w 10678681"/>
              <a:gd name="connsiteY118" fmla="*/ 1150294 h 1342734"/>
              <a:gd name="connsiteX119" fmla="*/ 2567088 w 10678681"/>
              <a:gd name="connsiteY119" fmla="*/ 1181781 h 1342734"/>
              <a:gd name="connsiteX120" fmla="*/ 2454501 w 10678681"/>
              <a:gd name="connsiteY120" fmla="*/ 1155455 h 1342734"/>
              <a:gd name="connsiteX121" fmla="*/ 2385161 w 10678681"/>
              <a:gd name="connsiteY121" fmla="*/ 1161312 h 1342734"/>
              <a:gd name="connsiteX122" fmla="*/ 2273361 w 10678681"/>
              <a:gd name="connsiteY122" fmla="*/ 1134090 h 1342734"/>
              <a:gd name="connsiteX123" fmla="*/ 2132003 w 10678681"/>
              <a:gd name="connsiteY123" fmla="*/ 1139225 h 1342734"/>
              <a:gd name="connsiteX124" fmla="*/ 2041224 w 10678681"/>
              <a:gd name="connsiteY124" fmla="*/ 1147536 h 1342734"/>
              <a:gd name="connsiteX125" fmla="*/ 2010157 w 10678681"/>
              <a:gd name="connsiteY125" fmla="*/ 1152767 h 1342734"/>
              <a:gd name="connsiteX126" fmla="*/ 1859213 w 10678681"/>
              <a:gd name="connsiteY126" fmla="*/ 1199540 h 1342734"/>
              <a:gd name="connsiteX127" fmla="*/ 1735877 w 10678681"/>
              <a:gd name="connsiteY127" fmla="*/ 1246527 h 1342734"/>
              <a:gd name="connsiteX128" fmla="*/ 1705069 w 10678681"/>
              <a:gd name="connsiteY128" fmla="*/ 1251989 h 1342734"/>
              <a:gd name="connsiteX129" fmla="*/ 1307888 w 10678681"/>
              <a:gd name="connsiteY129" fmla="*/ 1283156 h 1342734"/>
              <a:gd name="connsiteX130" fmla="*/ 1220734 w 10678681"/>
              <a:gd name="connsiteY130" fmla="*/ 1257811 h 1342734"/>
              <a:gd name="connsiteX131" fmla="*/ 1021737 w 10678681"/>
              <a:gd name="connsiteY131" fmla="*/ 1238739 h 1342734"/>
              <a:gd name="connsiteX132" fmla="*/ 959820 w 10678681"/>
              <a:gd name="connsiteY132" fmla="*/ 1275863 h 1342734"/>
              <a:gd name="connsiteX133" fmla="*/ 929137 w 10678681"/>
              <a:gd name="connsiteY133" fmla="*/ 1273957 h 1342734"/>
              <a:gd name="connsiteX134" fmla="*/ 878849 w 10678681"/>
              <a:gd name="connsiteY134" fmla="*/ 1266740 h 1342734"/>
              <a:gd name="connsiteX135" fmla="*/ 800667 w 10678681"/>
              <a:gd name="connsiteY135" fmla="*/ 1282041 h 1342734"/>
              <a:gd name="connsiteX136" fmla="*/ 644906 w 10678681"/>
              <a:gd name="connsiteY136" fmla="*/ 1273685 h 1342734"/>
              <a:gd name="connsiteX137" fmla="*/ 379869 w 10678681"/>
              <a:gd name="connsiteY137" fmla="*/ 1339165 h 1342734"/>
              <a:gd name="connsiteX138" fmla="*/ 137696 w 10678681"/>
              <a:gd name="connsiteY138" fmla="*/ 1319217 h 1342734"/>
              <a:gd name="connsiteX139" fmla="*/ 54250 w 10678681"/>
              <a:gd name="connsiteY139" fmla="*/ 1315838 h 1342734"/>
              <a:gd name="connsiteX140" fmla="*/ 28042 w 10678681"/>
              <a:gd name="connsiteY140" fmla="*/ 1297822 h 1342734"/>
              <a:gd name="connsiteX141" fmla="*/ 0 w 10678681"/>
              <a:gd name="connsiteY141" fmla="*/ 1294612 h 1342734"/>
              <a:gd name="connsiteX142" fmla="*/ 0 w 10678681"/>
              <a:gd name="connsiteY142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0605 w 10678681"/>
              <a:gd name="connsiteY4" fmla="*/ 30449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57996 w 10678681"/>
              <a:gd name="connsiteY8" fmla="*/ 50836 h 1342734"/>
              <a:gd name="connsiteX9" fmla="*/ 10306667 w 10678681"/>
              <a:gd name="connsiteY9" fmla="*/ 10973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10013265 w 10678681"/>
              <a:gd name="connsiteY13" fmla="*/ 284757 h 1342734"/>
              <a:gd name="connsiteX14" fmla="*/ 9862496 w 10678681"/>
              <a:gd name="connsiteY14" fmla="*/ 223033 h 1342734"/>
              <a:gd name="connsiteX15" fmla="*/ 9679638 w 10678681"/>
              <a:gd name="connsiteY15" fmla="*/ 277462 h 1342734"/>
              <a:gd name="connsiteX16" fmla="*/ 9498347 w 10678681"/>
              <a:gd name="connsiteY16" fmla="*/ 244723 h 1342734"/>
              <a:gd name="connsiteX17" fmla="*/ 9399702 w 10678681"/>
              <a:gd name="connsiteY17" fmla="*/ 276316 h 1342734"/>
              <a:gd name="connsiteX18" fmla="*/ 9378439 w 10678681"/>
              <a:gd name="connsiteY18" fmla="*/ 326244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344233 w 10678681"/>
              <a:gd name="connsiteY30" fmla="*/ 610922 h 1342734"/>
              <a:gd name="connsiteX31" fmla="*/ 8290622 w 10678681"/>
              <a:gd name="connsiteY31" fmla="*/ 622687 h 1342734"/>
              <a:gd name="connsiteX32" fmla="*/ 8086698 w 10678681"/>
              <a:gd name="connsiteY32" fmla="*/ 605185 h 1342734"/>
              <a:gd name="connsiteX33" fmla="*/ 7982378 w 10678681"/>
              <a:gd name="connsiteY33" fmla="*/ 629799 h 1342734"/>
              <a:gd name="connsiteX34" fmla="*/ 7947952 w 10678681"/>
              <a:gd name="connsiteY34" fmla="*/ 648003 h 1342734"/>
              <a:gd name="connsiteX35" fmla="*/ 7890112 w 10678681"/>
              <a:gd name="connsiteY35" fmla="*/ 677915 h 1342734"/>
              <a:gd name="connsiteX36" fmla="*/ 7853284 w 10678681"/>
              <a:gd name="connsiteY36" fmla="*/ 723588 h 1342734"/>
              <a:gd name="connsiteX37" fmla="*/ 7802383 w 10678681"/>
              <a:gd name="connsiteY37" fmla="*/ 739359 h 1342734"/>
              <a:gd name="connsiteX38" fmla="*/ 7730518 w 10678681"/>
              <a:gd name="connsiteY38" fmla="*/ 739526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69396 w 10678681"/>
              <a:gd name="connsiteY45" fmla="*/ 989282 h 1342734"/>
              <a:gd name="connsiteX46" fmla="*/ 7258094 w 10678681"/>
              <a:gd name="connsiteY46" fmla="*/ 990679 h 1342734"/>
              <a:gd name="connsiteX47" fmla="*/ 7257893 w 10678681"/>
              <a:gd name="connsiteY47" fmla="*/ 991204 h 1342734"/>
              <a:gd name="connsiteX48" fmla="*/ 7247153 w 10678681"/>
              <a:gd name="connsiteY48" fmla="*/ 991550 h 1342734"/>
              <a:gd name="connsiteX49" fmla="*/ 7193612 w 10678681"/>
              <a:gd name="connsiteY49" fmla="*/ 987042 h 1342734"/>
              <a:gd name="connsiteX50" fmla="*/ 7132632 w 10678681"/>
              <a:gd name="connsiteY50" fmla="*/ 1042036 h 1342734"/>
              <a:gd name="connsiteX51" fmla="*/ 7105610 w 10678681"/>
              <a:gd name="connsiteY51" fmla="*/ 1053537 h 1342734"/>
              <a:gd name="connsiteX52" fmla="*/ 7069148 w 10678681"/>
              <a:gd name="connsiteY52" fmla="*/ 1047163 h 1342734"/>
              <a:gd name="connsiteX53" fmla="*/ 7039634 w 10678681"/>
              <a:gd name="connsiteY53" fmla="*/ 1059971 h 1342734"/>
              <a:gd name="connsiteX54" fmla="*/ 7033445 w 10678681"/>
              <a:gd name="connsiteY54" fmla="*/ 1063314 h 1342734"/>
              <a:gd name="connsiteX55" fmla="*/ 6999157 w 10678681"/>
              <a:gd name="connsiteY55" fmla="*/ 1055282 h 1342734"/>
              <a:gd name="connsiteX56" fmla="*/ 6981874 w 10678681"/>
              <a:gd name="connsiteY56" fmla="*/ 1053827 h 1342734"/>
              <a:gd name="connsiteX57" fmla="*/ 6976102 w 10678681"/>
              <a:gd name="connsiteY57" fmla="*/ 1047854 h 1342734"/>
              <a:gd name="connsiteX58" fmla="*/ 6951040 w 10678681"/>
              <a:gd name="connsiteY58" fmla="*/ 1048531 h 1342734"/>
              <a:gd name="connsiteX59" fmla="*/ 6948497 w 10678681"/>
              <a:gd name="connsiteY59" fmla="*/ 1050706 h 1342734"/>
              <a:gd name="connsiteX60" fmla="*/ 6926582 w 10678681"/>
              <a:gd name="connsiteY60" fmla="*/ 1043462 h 1342734"/>
              <a:gd name="connsiteX61" fmla="*/ 6833743 w 10678681"/>
              <a:gd name="connsiteY61" fmla="*/ 1027960 h 1342734"/>
              <a:gd name="connsiteX62" fmla="*/ 6687090 w 10678681"/>
              <a:gd name="connsiteY62" fmla="*/ 1063250 h 1342734"/>
              <a:gd name="connsiteX63" fmla="*/ 6437450 w 10678681"/>
              <a:gd name="connsiteY63" fmla="*/ 1101075 h 1342734"/>
              <a:gd name="connsiteX64" fmla="*/ 6327795 w 10678681"/>
              <a:gd name="connsiteY64" fmla="*/ 1088142 h 1342734"/>
              <a:gd name="connsiteX65" fmla="*/ 6136549 w 10678681"/>
              <a:gd name="connsiteY65" fmla="*/ 1100268 h 1342734"/>
              <a:gd name="connsiteX66" fmla="*/ 6004655 w 10678681"/>
              <a:gd name="connsiteY66" fmla="*/ 1114946 h 1342734"/>
              <a:gd name="connsiteX67" fmla="*/ 5936643 w 10678681"/>
              <a:gd name="connsiteY67" fmla="*/ 1095428 h 1342734"/>
              <a:gd name="connsiteX68" fmla="*/ 5912484 w 10678681"/>
              <a:gd name="connsiteY68" fmla="*/ 1112624 h 1342734"/>
              <a:gd name="connsiteX69" fmla="*/ 5908387 w 10678681"/>
              <a:gd name="connsiteY69" fmla="*/ 1116018 h 1342734"/>
              <a:gd name="connsiteX70" fmla="*/ 5890495 w 10678681"/>
              <a:gd name="connsiteY70" fmla="*/ 1120268 h 1342734"/>
              <a:gd name="connsiteX71" fmla="*/ 5887318 w 10678681"/>
              <a:gd name="connsiteY71" fmla="*/ 1133134 h 1342734"/>
              <a:gd name="connsiteX72" fmla="*/ 5861726 w 10678681"/>
              <a:gd name="connsiteY72" fmla="*/ 1147891 h 1342734"/>
              <a:gd name="connsiteX73" fmla="*/ 5805823 w 10678681"/>
              <a:gd name="connsiteY73" fmla="*/ 1152457 h 1342734"/>
              <a:gd name="connsiteX74" fmla="*/ 5689841 w 10678681"/>
              <a:gd name="connsiteY74" fmla="*/ 1176232 h 1342734"/>
              <a:gd name="connsiteX75" fmla="*/ 5605119 w 10678681"/>
              <a:gd name="connsiteY75" fmla="*/ 1190202 h 1342734"/>
              <a:gd name="connsiteX76" fmla="*/ 5488513 w 10678681"/>
              <a:gd name="connsiteY76" fmla="*/ 1205367 h 1342734"/>
              <a:gd name="connsiteX77" fmla="*/ 5402905 w 10678681"/>
              <a:gd name="connsiteY77" fmla="*/ 1241191 h 1342734"/>
              <a:gd name="connsiteX78" fmla="*/ 5285593 w 10678681"/>
              <a:gd name="connsiteY78" fmla="*/ 1273569 h 1342734"/>
              <a:gd name="connsiteX79" fmla="*/ 5192893 w 10678681"/>
              <a:gd name="connsiteY79" fmla="*/ 1247188 h 1342734"/>
              <a:gd name="connsiteX80" fmla="*/ 5186475 w 10678681"/>
              <a:gd name="connsiteY80" fmla="*/ 1257028 h 1342734"/>
              <a:gd name="connsiteX81" fmla="*/ 5126038 w 10678681"/>
              <a:gd name="connsiteY81" fmla="*/ 1263189 h 1342734"/>
              <a:gd name="connsiteX82" fmla="*/ 4894688 w 10678681"/>
              <a:gd name="connsiteY82" fmla="*/ 1247184 h 1342734"/>
              <a:gd name="connsiteX83" fmla="*/ 4788036 w 10678681"/>
              <a:gd name="connsiteY83" fmla="*/ 1238182 h 1342734"/>
              <a:gd name="connsiteX84" fmla="*/ 4747555 w 10678681"/>
              <a:gd name="connsiteY84" fmla="*/ 1252768 h 1342734"/>
              <a:gd name="connsiteX85" fmla="*/ 4679644 w 10678681"/>
              <a:gd name="connsiteY85" fmla="*/ 1276603 h 1342734"/>
              <a:gd name="connsiteX86" fmla="*/ 4632222 w 10678681"/>
              <a:gd name="connsiteY86" fmla="*/ 1318360 h 1342734"/>
              <a:gd name="connsiteX87" fmla="*/ 4617358 w 10678681"/>
              <a:gd name="connsiteY87" fmla="*/ 1327690 h 1342734"/>
              <a:gd name="connsiteX88" fmla="*/ 4589102 w 10678681"/>
              <a:gd name="connsiteY88" fmla="*/ 1321223 h 1342734"/>
              <a:gd name="connsiteX89" fmla="*/ 4578184 w 10678681"/>
              <a:gd name="connsiteY89" fmla="*/ 1326745 h 1342734"/>
              <a:gd name="connsiteX90" fmla="*/ 4574270 w 10678681"/>
              <a:gd name="connsiteY90" fmla="*/ 1325878 h 1342734"/>
              <a:gd name="connsiteX91" fmla="*/ 4564919 w 10678681"/>
              <a:gd name="connsiteY91" fmla="*/ 1325507 h 1342734"/>
              <a:gd name="connsiteX92" fmla="*/ 4566586 w 10678681"/>
              <a:gd name="connsiteY92" fmla="*/ 1316963 h 1342734"/>
              <a:gd name="connsiteX93" fmla="*/ 4556303 w 10678681"/>
              <a:gd name="connsiteY93" fmla="*/ 1300262 h 1342734"/>
              <a:gd name="connsiteX94" fmla="*/ 4502358 w 10678681"/>
              <a:gd name="connsiteY94" fmla="*/ 1302558 h 1342734"/>
              <a:gd name="connsiteX95" fmla="*/ 4498919 w 10678681"/>
              <a:gd name="connsiteY95" fmla="*/ 1312115 h 1342734"/>
              <a:gd name="connsiteX96" fmla="*/ 4492075 w 10678681"/>
              <a:gd name="connsiteY96" fmla="*/ 1313357 h 1342734"/>
              <a:gd name="connsiteX97" fmla="*/ 4487466 w 10678681"/>
              <a:gd name="connsiteY97" fmla="*/ 1304102 h 1342734"/>
              <a:gd name="connsiteX98" fmla="*/ 4398292 w 10678681"/>
              <a:gd name="connsiteY98" fmla="*/ 1278410 h 1342734"/>
              <a:gd name="connsiteX99" fmla="*/ 4306088 w 10678681"/>
              <a:gd name="connsiteY99" fmla="*/ 1282512 h 1342734"/>
              <a:gd name="connsiteX100" fmla="*/ 4188995 w 10678681"/>
              <a:gd name="connsiteY100" fmla="*/ 1296718 h 1342734"/>
              <a:gd name="connsiteX101" fmla="*/ 4136582 w 10678681"/>
              <a:gd name="connsiteY101" fmla="*/ 1287687 h 1342734"/>
              <a:gd name="connsiteX102" fmla="*/ 4064614 w 10678681"/>
              <a:gd name="connsiteY102" fmla="*/ 1296118 h 1342734"/>
              <a:gd name="connsiteX103" fmla="*/ 3900948 w 10678681"/>
              <a:gd name="connsiteY103" fmla="*/ 1322156 h 1342734"/>
              <a:gd name="connsiteX104" fmla="*/ 3787890 w 10678681"/>
              <a:gd name="connsiteY104" fmla="*/ 1322164 h 1342734"/>
              <a:gd name="connsiteX105" fmla="*/ 3745993 w 10678681"/>
              <a:gd name="connsiteY105" fmla="*/ 1342630 h 1342734"/>
              <a:gd name="connsiteX106" fmla="*/ 3675785 w 10678681"/>
              <a:gd name="connsiteY106" fmla="*/ 1326802 h 1342734"/>
              <a:gd name="connsiteX107" fmla="*/ 3623856 w 10678681"/>
              <a:gd name="connsiteY107" fmla="*/ 1290804 h 1342734"/>
              <a:gd name="connsiteX108" fmla="*/ 3564933 w 10678681"/>
              <a:gd name="connsiteY108" fmla="*/ 1287147 h 1342734"/>
              <a:gd name="connsiteX109" fmla="*/ 3550537 w 10678681"/>
              <a:gd name="connsiteY109" fmla="*/ 1317552 h 1342734"/>
              <a:gd name="connsiteX110" fmla="*/ 3487736 w 10678681"/>
              <a:gd name="connsiteY110" fmla="*/ 1303493 h 1342734"/>
              <a:gd name="connsiteX111" fmla="*/ 3392548 w 10678681"/>
              <a:gd name="connsiteY111" fmla="*/ 1278741 h 1342734"/>
              <a:gd name="connsiteX112" fmla="*/ 3337466 w 10678681"/>
              <a:gd name="connsiteY112" fmla="*/ 1272537 h 1342734"/>
              <a:gd name="connsiteX113" fmla="*/ 3175981 w 10678681"/>
              <a:gd name="connsiteY113" fmla="*/ 1208973 h 1342734"/>
              <a:gd name="connsiteX114" fmla="*/ 3036856 w 10678681"/>
              <a:gd name="connsiteY114" fmla="*/ 1214383 h 1342734"/>
              <a:gd name="connsiteX115" fmla="*/ 2824973 w 10678681"/>
              <a:gd name="connsiteY115" fmla="*/ 1134864 h 1342734"/>
              <a:gd name="connsiteX116" fmla="*/ 2804398 w 10678681"/>
              <a:gd name="connsiteY116" fmla="*/ 1125556 h 1342734"/>
              <a:gd name="connsiteX117" fmla="*/ 2736109 w 10678681"/>
              <a:gd name="connsiteY117" fmla="*/ 1137717 h 1342734"/>
              <a:gd name="connsiteX118" fmla="*/ 2659096 w 10678681"/>
              <a:gd name="connsiteY118" fmla="*/ 1150294 h 1342734"/>
              <a:gd name="connsiteX119" fmla="*/ 2567088 w 10678681"/>
              <a:gd name="connsiteY119" fmla="*/ 1181781 h 1342734"/>
              <a:gd name="connsiteX120" fmla="*/ 2454501 w 10678681"/>
              <a:gd name="connsiteY120" fmla="*/ 1155455 h 1342734"/>
              <a:gd name="connsiteX121" fmla="*/ 2385161 w 10678681"/>
              <a:gd name="connsiteY121" fmla="*/ 1161312 h 1342734"/>
              <a:gd name="connsiteX122" fmla="*/ 2273361 w 10678681"/>
              <a:gd name="connsiteY122" fmla="*/ 1134090 h 1342734"/>
              <a:gd name="connsiteX123" fmla="*/ 2132003 w 10678681"/>
              <a:gd name="connsiteY123" fmla="*/ 1139225 h 1342734"/>
              <a:gd name="connsiteX124" fmla="*/ 2041224 w 10678681"/>
              <a:gd name="connsiteY124" fmla="*/ 1147536 h 1342734"/>
              <a:gd name="connsiteX125" fmla="*/ 2010157 w 10678681"/>
              <a:gd name="connsiteY125" fmla="*/ 1152767 h 1342734"/>
              <a:gd name="connsiteX126" fmla="*/ 1859213 w 10678681"/>
              <a:gd name="connsiteY126" fmla="*/ 1199540 h 1342734"/>
              <a:gd name="connsiteX127" fmla="*/ 1735877 w 10678681"/>
              <a:gd name="connsiteY127" fmla="*/ 1246527 h 1342734"/>
              <a:gd name="connsiteX128" fmla="*/ 1705069 w 10678681"/>
              <a:gd name="connsiteY128" fmla="*/ 1251989 h 1342734"/>
              <a:gd name="connsiteX129" fmla="*/ 1307888 w 10678681"/>
              <a:gd name="connsiteY129" fmla="*/ 1283156 h 1342734"/>
              <a:gd name="connsiteX130" fmla="*/ 1220734 w 10678681"/>
              <a:gd name="connsiteY130" fmla="*/ 1257811 h 1342734"/>
              <a:gd name="connsiteX131" fmla="*/ 1021737 w 10678681"/>
              <a:gd name="connsiteY131" fmla="*/ 1238739 h 1342734"/>
              <a:gd name="connsiteX132" fmla="*/ 959820 w 10678681"/>
              <a:gd name="connsiteY132" fmla="*/ 1275863 h 1342734"/>
              <a:gd name="connsiteX133" fmla="*/ 929137 w 10678681"/>
              <a:gd name="connsiteY133" fmla="*/ 1273957 h 1342734"/>
              <a:gd name="connsiteX134" fmla="*/ 878849 w 10678681"/>
              <a:gd name="connsiteY134" fmla="*/ 1266740 h 1342734"/>
              <a:gd name="connsiteX135" fmla="*/ 800667 w 10678681"/>
              <a:gd name="connsiteY135" fmla="*/ 1282041 h 1342734"/>
              <a:gd name="connsiteX136" fmla="*/ 644906 w 10678681"/>
              <a:gd name="connsiteY136" fmla="*/ 1273685 h 1342734"/>
              <a:gd name="connsiteX137" fmla="*/ 379869 w 10678681"/>
              <a:gd name="connsiteY137" fmla="*/ 1339165 h 1342734"/>
              <a:gd name="connsiteX138" fmla="*/ 137696 w 10678681"/>
              <a:gd name="connsiteY138" fmla="*/ 1319217 h 1342734"/>
              <a:gd name="connsiteX139" fmla="*/ 54250 w 10678681"/>
              <a:gd name="connsiteY139" fmla="*/ 1315838 h 1342734"/>
              <a:gd name="connsiteX140" fmla="*/ 28042 w 10678681"/>
              <a:gd name="connsiteY140" fmla="*/ 1297822 h 1342734"/>
              <a:gd name="connsiteX141" fmla="*/ 0 w 10678681"/>
              <a:gd name="connsiteY141" fmla="*/ 1294612 h 1342734"/>
              <a:gd name="connsiteX142" fmla="*/ 0 w 10678681"/>
              <a:gd name="connsiteY142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0605 w 10678681"/>
              <a:gd name="connsiteY4" fmla="*/ 30449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57996 w 10678681"/>
              <a:gd name="connsiteY8" fmla="*/ 50836 h 1342734"/>
              <a:gd name="connsiteX9" fmla="*/ 10306667 w 10678681"/>
              <a:gd name="connsiteY9" fmla="*/ 10973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10013265 w 10678681"/>
              <a:gd name="connsiteY13" fmla="*/ 284757 h 1342734"/>
              <a:gd name="connsiteX14" fmla="*/ 9862496 w 10678681"/>
              <a:gd name="connsiteY14" fmla="*/ 223033 h 1342734"/>
              <a:gd name="connsiteX15" fmla="*/ 9679638 w 10678681"/>
              <a:gd name="connsiteY15" fmla="*/ 277462 h 1342734"/>
              <a:gd name="connsiteX16" fmla="*/ 9498347 w 10678681"/>
              <a:gd name="connsiteY16" fmla="*/ 244723 h 1342734"/>
              <a:gd name="connsiteX17" fmla="*/ 9399702 w 10678681"/>
              <a:gd name="connsiteY17" fmla="*/ 276316 h 1342734"/>
              <a:gd name="connsiteX18" fmla="*/ 9378439 w 10678681"/>
              <a:gd name="connsiteY18" fmla="*/ 326244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344233 w 10678681"/>
              <a:gd name="connsiteY30" fmla="*/ 610922 h 1342734"/>
              <a:gd name="connsiteX31" fmla="*/ 8290622 w 10678681"/>
              <a:gd name="connsiteY31" fmla="*/ 622687 h 1342734"/>
              <a:gd name="connsiteX32" fmla="*/ 8086698 w 10678681"/>
              <a:gd name="connsiteY32" fmla="*/ 605185 h 1342734"/>
              <a:gd name="connsiteX33" fmla="*/ 7982378 w 10678681"/>
              <a:gd name="connsiteY33" fmla="*/ 629799 h 1342734"/>
              <a:gd name="connsiteX34" fmla="*/ 7947952 w 10678681"/>
              <a:gd name="connsiteY34" fmla="*/ 648003 h 1342734"/>
              <a:gd name="connsiteX35" fmla="*/ 7890112 w 10678681"/>
              <a:gd name="connsiteY35" fmla="*/ 677915 h 1342734"/>
              <a:gd name="connsiteX36" fmla="*/ 7853284 w 10678681"/>
              <a:gd name="connsiteY36" fmla="*/ 723588 h 1342734"/>
              <a:gd name="connsiteX37" fmla="*/ 7802383 w 10678681"/>
              <a:gd name="connsiteY37" fmla="*/ 739359 h 1342734"/>
              <a:gd name="connsiteX38" fmla="*/ 7730518 w 10678681"/>
              <a:gd name="connsiteY38" fmla="*/ 739526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69396 w 10678681"/>
              <a:gd name="connsiteY45" fmla="*/ 989282 h 1342734"/>
              <a:gd name="connsiteX46" fmla="*/ 7258094 w 10678681"/>
              <a:gd name="connsiteY46" fmla="*/ 990679 h 1342734"/>
              <a:gd name="connsiteX47" fmla="*/ 7257893 w 10678681"/>
              <a:gd name="connsiteY47" fmla="*/ 991204 h 1342734"/>
              <a:gd name="connsiteX48" fmla="*/ 7247153 w 10678681"/>
              <a:gd name="connsiteY48" fmla="*/ 991550 h 1342734"/>
              <a:gd name="connsiteX49" fmla="*/ 7193612 w 10678681"/>
              <a:gd name="connsiteY49" fmla="*/ 987042 h 1342734"/>
              <a:gd name="connsiteX50" fmla="*/ 7132632 w 10678681"/>
              <a:gd name="connsiteY50" fmla="*/ 1042036 h 1342734"/>
              <a:gd name="connsiteX51" fmla="*/ 7105610 w 10678681"/>
              <a:gd name="connsiteY51" fmla="*/ 1053537 h 1342734"/>
              <a:gd name="connsiteX52" fmla="*/ 7069148 w 10678681"/>
              <a:gd name="connsiteY52" fmla="*/ 1047163 h 1342734"/>
              <a:gd name="connsiteX53" fmla="*/ 7039634 w 10678681"/>
              <a:gd name="connsiteY53" fmla="*/ 1059971 h 1342734"/>
              <a:gd name="connsiteX54" fmla="*/ 7033445 w 10678681"/>
              <a:gd name="connsiteY54" fmla="*/ 1063314 h 1342734"/>
              <a:gd name="connsiteX55" fmla="*/ 6999157 w 10678681"/>
              <a:gd name="connsiteY55" fmla="*/ 1055282 h 1342734"/>
              <a:gd name="connsiteX56" fmla="*/ 6981874 w 10678681"/>
              <a:gd name="connsiteY56" fmla="*/ 1053827 h 1342734"/>
              <a:gd name="connsiteX57" fmla="*/ 6976102 w 10678681"/>
              <a:gd name="connsiteY57" fmla="*/ 1047854 h 1342734"/>
              <a:gd name="connsiteX58" fmla="*/ 6951040 w 10678681"/>
              <a:gd name="connsiteY58" fmla="*/ 1048531 h 1342734"/>
              <a:gd name="connsiteX59" fmla="*/ 6948497 w 10678681"/>
              <a:gd name="connsiteY59" fmla="*/ 1050706 h 1342734"/>
              <a:gd name="connsiteX60" fmla="*/ 6926582 w 10678681"/>
              <a:gd name="connsiteY60" fmla="*/ 1043462 h 1342734"/>
              <a:gd name="connsiteX61" fmla="*/ 6833743 w 10678681"/>
              <a:gd name="connsiteY61" fmla="*/ 1027960 h 1342734"/>
              <a:gd name="connsiteX62" fmla="*/ 6687090 w 10678681"/>
              <a:gd name="connsiteY62" fmla="*/ 1063250 h 1342734"/>
              <a:gd name="connsiteX63" fmla="*/ 6437450 w 10678681"/>
              <a:gd name="connsiteY63" fmla="*/ 1101075 h 1342734"/>
              <a:gd name="connsiteX64" fmla="*/ 6327795 w 10678681"/>
              <a:gd name="connsiteY64" fmla="*/ 1088142 h 1342734"/>
              <a:gd name="connsiteX65" fmla="*/ 6136549 w 10678681"/>
              <a:gd name="connsiteY65" fmla="*/ 1100268 h 1342734"/>
              <a:gd name="connsiteX66" fmla="*/ 6004655 w 10678681"/>
              <a:gd name="connsiteY66" fmla="*/ 1114946 h 1342734"/>
              <a:gd name="connsiteX67" fmla="*/ 5936643 w 10678681"/>
              <a:gd name="connsiteY67" fmla="*/ 1095428 h 1342734"/>
              <a:gd name="connsiteX68" fmla="*/ 5912484 w 10678681"/>
              <a:gd name="connsiteY68" fmla="*/ 1112624 h 1342734"/>
              <a:gd name="connsiteX69" fmla="*/ 5908387 w 10678681"/>
              <a:gd name="connsiteY69" fmla="*/ 1116018 h 1342734"/>
              <a:gd name="connsiteX70" fmla="*/ 5890495 w 10678681"/>
              <a:gd name="connsiteY70" fmla="*/ 1120268 h 1342734"/>
              <a:gd name="connsiteX71" fmla="*/ 5887318 w 10678681"/>
              <a:gd name="connsiteY71" fmla="*/ 1133134 h 1342734"/>
              <a:gd name="connsiteX72" fmla="*/ 5861726 w 10678681"/>
              <a:gd name="connsiteY72" fmla="*/ 1147891 h 1342734"/>
              <a:gd name="connsiteX73" fmla="*/ 5805823 w 10678681"/>
              <a:gd name="connsiteY73" fmla="*/ 1152457 h 1342734"/>
              <a:gd name="connsiteX74" fmla="*/ 5689841 w 10678681"/>
              <a:gd name="connsiteY74" fmla="*/ 1176232 h 1342734"/>
              <a:gd name="connsiteX75" fmla="*/ 5605119 w 10678681"/>
              <a:gd name="connsiteY75" fmla="*/ 1190202 h 1342734"/>
              <a:gd name="connsiteX76" fmla="*/ 5488513 w 10678681"/>
              <a:gd name="connsiteY76" fmla="*/ 1205367 h 1342734"/>
              <a:gd name="connsiteX77" fmla="*/ 5402905 w 10678681"/>
              <a:gd name="connsiteY77" fmla="*/ 1241191 h 1342734"/>
              <a:gd name="connsiteX78" fmla="*/ 5285593 w 10678681"/>
              <a:gd name="connsiteY78" fmla="*/ 1273569 h 1342734"/>
              <a:gd name="connsiteX79" fmla="*/ 5192893 w 10678681"/>
              <a:gd name="connsiteY79" fmla="*/ 1247188 h 1342734"/>
              <a:gd name="connsiteX80" fmla="*/ 5186475 w 10678681"/>
              <a:gd name="connsiteY80" fmla="*/ 1257028 h 1342734"/>
              <a:gd name="connsiteX81" fmla="*/ 5126038 w 10678681"/>
              <a:gd name="connsiteY81" fmla="*/ 1263189 h 1342734"/>
              <a:gd name="connsiteX82" fmla="*/ 4894688 w 10678681"/>
              <a:gd name="connsiteY82" fmla="*/ 1247184 h 1342734"/>
              <a:gd name="connsiteX83" fmla="*/ 4788036 w 10678681"/>
              <a:gd name="connsiteY83" fmla="*/ 1238182 h 1342734"/>
              <a:gd name="connsiteX84" fmla="*/ 4747555 w 10678681"/>
              <a:gd name="connsiteY84" fmla="*/ 1252768 h 1342734"/>
              <a:gd name="connsiteX85" fmla="*/ 4679644 w 10678681"/>
              <a:gd name="connsiteY85" fmla="*/ 1276603 h 1342734"/>
              <a:gd name="connsiteX86" fmla="*/ 4632222 w 10678681"/>
              <a:gd name="connsiteY86" fmla="*/ 1318360 h 1342734"/>
              <a:gd name="connsiteX87" fmla="*/ 4617358 w 10678681"/>
              <a:gd name="connsiteY87" fmla="*/ 1327690 h 1342734"/>
              <a:gd name="connsiteX88" fmla="*/ 4589102 w 10678681"/>
              <a:gd name="connsiteY88" fmla="*/ 1321223 h 1342734"/>
              <a:gd name="connsiteX89" fmla="*/ 4578184 w 10678681"/>
              <a:gd name="connsiteY89" fmla="*/ 1326745 h 1342734"/>
              <a:gd name="connsiteX90" fmla="*/ 4574270 w 10678681"/>
              <a:gd name="connsiteY90" fmla="*/ 1325878 h 1342734"/>
              <a:gd name="connsiteX91" fmla="*/ 4564919 w 10678681"/>
              <a:gd name="connsiteY91" fmla="*/ 1325507 h 1342734"/>
              <a:gd name="connsiteX92" fmla="*/ 4566586 w 10678681"/>
              <a:gd name="connsiteY92" fmla="*/ 1316963 h 1342734"/>
              <a:gd name="connsiteX93" fmla="*/ 4556303 w 10678681"/>
              <a:gd name="connsiteY93" fmla="*/ 1300262 h 1342734"/>
              <a:gd name="connsiteX94" fmla="*/ 4502358 w 10678681"/>
              <a:gd name="connsiteY94" fmla="*/ 1302558 h 1342734"/>
              <a:gd name="connsiteX95" fmla="*/ 4498919 w 10678681"/>
              <a:gd name="connsiteY95" fmla="*/ 1312115 h 1342734"/>
              <a:gd name="connsiteX96" fmla="*/ 4492075 w 10678681"/>
              <a:gd name="connsiteY96" fmla="*/ 1313357 h 1342734"/>
              <a:gd name="connsiteX97" fmla="*/ 4487466 w 10678681"/>
              <a:gd name="connsiteY97" fmla="*/ 1304102 h 1342734"/>
              <a:gd name="connsiteX98" fmla="*/ 4398292 w 10678681"/>
              <a:gd name="connsiteY98" fmla="*/ 1278410 h 1342734"/>
              <a:gd name="connsiteX99" fmla="*/ 4306088 w 10678681"/>
              <a:gd name="connsiteY99" fmla="*/ 1282512 h 1342734"/>
              <a:gd name="connsiteX100" fmla="*/ 4188995 w 10678681"/>
              <a:gd name="connsiteY100" fmla="*/ 1296718 h 1342734"/>
              <a:gd name="connsiteX101" fmla="*/ 4136582 w 10678681"/>
              <a:gd name="connsiteY101" fmla="*/ 1287687 h 1342734"/>
              <a:gd name="connsiteX102" fmla="*/ 4064614 w 10678681"/>
              <a:gd name="connsiteY102" fmla="*/ 1296118 h 1342734"/>
              <a:gd name="connsiteX103" fmla="*/ 3900948 w 10678681"/>
              <a:gd name="connsiteY103" fmla="*/ 1322156 h 1342734"/>
              <a:gd name="connsiteX104" fmla="*/ 3787890 w 10678681"/>
              <a:gd name="connsiteY104" fmla="*/ 1322164 h 1342734"/>
              <a:gd name="connsiteX105" fmla="*/ 3745993 w 10678681"/>
              <a:gd name="connsiteY105" fmla="*/ 1342630 h 1342734"/>
              <a:gd name="connsiteX106" fmla="*/ 3675785 w 10678681"/>
              <a:gd name="connsiteY106" fmla="*/ 1326802 h 1342734"/>
              <a:gd name="connsiteX107" fmla="*/ 3623856 w 10678681"/>
              <a:gd name="connsiteY107" fmla="*/ 1290804 h 1342734"/>
              <a:gd name="connsiteX108" fmla="*/ 3564933 w 10678681"/>
              <a:gd name="connsiteY108" fmla="*/ 1287147 h 1342734"/>
              <a:gd name="connsiteX109" fmla="*/ 3550537 w 10678681"/>
              <a:gd name="connsiteY109" fmla="*/ 1317552 h 1342734"/>
              <a:gd name="connsiteX110" fmla="*/ 3487736 w 10678681"/>
              <a:gd name="connsiteY110" fmla="*/ 1303493 h 1342734"/>
              <a:gd name="connsiteX111" fmla="*/ 3392548 w 10678681"/>
              <a:gd name="connsiteY111" fmla="*/ 1278741 h 1342734"/>
              <a:gd name="connsiteX112" fmla="*/ 3337466 w 10678681"/>
              <a:gd name="connsiteY112" fmla="*/ 1272537 h 1342734"/>
              <a:gd name="connsiteX113" fmla="*/ 3175981 w 10678681"/>
              <a:gd name="connsiteY113" fmla="*/ 1208973 h 1342734"/>
              <a:gd name="connsiteX114" fmla="*/ 3036856 w 10678681"/>
              <a:gd name="connsiteY114" fmla="*/ 1214383 h 1342734"/>
              <a:gd name="connsiteX115" fmla="*/ 2824973 w 10678681"/>
              <a:gd name="connsiteY115" fmla="*/ 1134864 h 1342734"/>
              <a:gd name="connsiteX116" fmla="*/ 2804398 w 10678681"/>
              <a:gd name="connsiteY116" fmla="*/ 1125556 h 1342734"/>
              <a:gd name="connsiteX117" fmla="*/ 2736109 w 10678681"/>
              <a:gd name="connsiteY117" fmla="*/ 1137717 h 1342734"/>
              <a:gd name="connsiteX118" fmla="*/ 2659096 w 10678681"/>
              <a:gd name="connsiteY118" fmla="*/ 1150294 h 1342734"/>
              <a:gd name="connsiteX119" fmla="*/ 2567088 w 10678681"/>
              <a:gd name="connsiteY119" fmla="*/ 1181781 h 1342734"/>
              <a:gd name="connsiteX120" fmla="*/ 2454501 w 10678681"/>
              <a:gd name="connsiteY120" fmla="*/ 1155455 h 1342734"/>
              <a:gd name="connsiteX121" fmla="*/ 2385161 w 10678681"/>
              <a:gd name="connsiteY121" fmla="*/ 1161312 h 1342734"/>
              <a:gd name="connsiteX122" fmla="*/ 2273361 w 10678681"/>
              <a:gd name="connsiteY122" fmla="*/ 1134090 h 1342734"/>
              <a:gd name="connsiteX123" fmla="*/ 2132003 w 10678681"/>
              <a:gd name="connsiteY123" fmla="*/ 1139225 h 1342734"/>
              <a:gd name="connsiteX124" fmla="*/ 2041224 w 10678681"/>
              <a:gd name="connsiteY124" fmla="*/ 1147536 h 1342734"/>
              <a:gd name="connsiteX125" fmla="*/ 2010157 w 10678681"/>
              <a:gd name="connsiteY125" fmla="*/ 1152767 h 1342734"/>
              <a:gd name="connsiteX126" fmla="*/ 1859213 w 10678681"/>
              <a:gd name="connsiteY126" fmla="*/ 1199540 h 1342734"/>
              <a:gd name="connsiteX127" fmla="*/ 1735877 w 10678681"/>
              <a:gd name="connsiteY127" fmla="*/ 1246527 h 1342734"/>
              <a:gd name="connsiteX128" fmla="*/ 1705069 w 10678681"/>
              <a:gd name="connsiteY128" fmla="*/ 1251989 h 1342734"/>
              <a:gd name="connsiteX129" fmla="*/ 1307888 w 10678681"/>
              <a:gd name="connsiteY129" fmla="*/ 1283156 h 1342734"/>
              <a:gd name="connsiteX130" fmla="*/ 1220734 w 10678681"/>
              <a:gd name="connsiteY130" fmla="*/ 1257811 h 1342734"/>
              <a:gd name="connsiteX131" fmla="*/ 1021737 w 10678681"/>
              <a:gd name="connsiteY131" fmla="*/ 1238739 h 1342734"/>
              <a:gd name="connsiteX132" fmla="*/ 959820 w 10678681"/>
              <a:gd name="connsiteY132" fmla="*/ 1275863 h 1342734"/>
              <a:gd name="connsiteX133" fmla="*/ 929137 w 10678681"/>
              <a:gd name="connsiteY133" fmla="*/ 1273957 h 1342734"/>
              <a:gd name="connsiteX134" fmla="*/ 878849 w 10678681"/>
              <a:gd name="connsiteY134" fmla="*/ 1266740 h 1342734"/>
              <a:gd name="connsiteX135" fmla="*/ 800667 w 10678681"/>
              <a:gd name="connsiteY135" fmla="*/ 1282041 h 1342734"/>
              <a:gd name="connsiteX136" fmla="*/ 644906 w 10678681"/>
              <a:gd name="connsiteY136" fmla="*/ 1273685 h 1342734"/>
              <a:gd name="connsiteX137" fmla="*/ 379869 w 10678681"/>
              <a:gd name="connsiteY137" fmla="*/ 1339165 h 1342734"/>
              <a:gd name="connsiteX138" fmla="*/ 137696 w 10678681"/>
              <a:gd name="connsiteY138" fmla="*/ 1319217 h 1342734"/>
              <a:gd name="connsiteX139" fmla="*/ 54250 w 10678681"/>
              <a:gd name="connsiteY139" fmla="*/ 1315838 h 1342734"/>
              <a:gd name="connsiteX140" fmla="*/ 28042 w 10678681"/>
              <a:gd name="connsiteY140" fmla="*/ 1297822 h 1342734"/>
              <a:gd name="connsiteX141" fmla="*/ 0 w 10678681"/>
              <a:gd name="connsiteY141" fmla="*/ 1294612 h 1342734"/>
              <a:gd name="connsiteX142" fmla="*/ 0 w 10678681"/>
              <a:gd name="connsiteY142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0605 w 10678681"/>
              <a:gd name="connsiteY4" fmla="*/ 30449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57996 w 10678681"/>
              <a:gd name="connsiteY8" fmla="*/ 50836 h 1342734"/>
              <a:gd name="connsiteX9" fmla="*/ 10306667 w 10678681"/>
              <a:gd name="connsiteY9" fmla="*/ 10973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10013265 w 10678681"/>
              <a:gd name="connsiteY13" fmla="*/ 284757 h 1342734"/>
              <a:gd name="connsiteX14" fmla="*/ 9862496 w 10678681"/>
              <a:gd name="connsiteY14" fmla="*/ 223033 h 1342734"/>
              <a:gd name="connsiteX15" fmla="*/ 9679638 w 10678681"/>
              <a:gd name="connsiteY15" fmla="*/ 277462 h 1342734"/>
              <a:gd name="connsiteX16" fmla="*/ 9498347 w 10678681"/>
              <a:gd name="connsiteY16" fmla="*/ 244723 h 1342734"/>
              <a:gd name="connsiteX17" fmla="*/ 9399702 w 10678681"/>
              <a:gd name="connsiteY17" fmla="*/ 276316 h 1342734"/>
              <a:gd name="connsiteX18" fmla="*/ 9378439 w 10678681"/>
              <a:gd name="connsiteY18" fmla="*/ 326244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344233 w 10678681"/>
              <a:gd name="connsiteY30" fmla="*/ 610922 h 1342734"/>
              <a:gd name="connsiteX31" fmla="*/ 8290622 w 10678681"/>
              <a:gd name="connsiteY31" fmla="*/ 622687 h 1342734"/>
              <a:gd name="connsiteX32" fmla="*/ 8086698 w 10678681"/>
              <a:gd name="connsiteY32" fmla="*/ 605185 h 1342734"/>
              <a:gd name="connsiteX33" fmla="*/ 7982378 w 10678681"/>
              <a:gd name="connsiteY33" fmla="*/ 629799 h 1342734"/>
              <a:gd name="connsiteX34" fmla="*/ 7947952 w 10678681"/>
              <a:gd name="connsiteY34" fmla="*/ 648003 h 1342734"/>
              <a:gd name="connsiteX35" fmla="*/ 7890112 w 10678681"/>
              <a:gd name="connsiteY35" fmla="*/ 677915 h 1342734"/>
              <a:gd name="connsiteX36" fmla="*/ 7853284 w 10678681"/>
              <a:gd name="connsiteY36" fmla="*/ 723588 h 1342734"/>
              <a:gd name="connsiteX37" fmla="*/ 7802383 w 10678681"/>
              <a:gd name="connsiteY37" fmla="*/ 739359 h 1342734"/>
              <a:gd name="connsiteX38" fmla="*/ 7730518 w 10678681"/>
              <a:gd name="connsiteY38" fmla="*/ 739526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69396 w 10678681"/>
              <a:gd name="connsiteY45" fmla="*/ 989282 h 1342734"/>
              <a:gd name="connsiteX46" fmla="*/ 7258094 w 10678681"/>
              <a:gd name="connsiteY46" fmla="*/ 990679 h 1342734"/>
              <a:gd name="connsiteX47" fmla="*/ 7257893 w 10678681"/>
              <a:gd name="connsiteY47" fmla="*/ 991204 h 1342734"/>
              <a:gd name="connsiteX48" fmla="*/ 7247153 w 10678681"/>
              <a:gd name="connsiteY48" fmla="*/ 991550 h 1342734"/>
              <a:gd name="connsiteX49" fmla="*/ 7193612 w 10678681"/>
              <a:gd name="connsiteY49" fmla="*/ 987042 h 1342734"/>
              <a:gd name="connsiteX50" fmla="*/ 7132632 w 10678681"/>
              <a:gd name="connsiteY50" fmla="*/ 1042036 h 1342734"/>
              <a:gd name="connsiteX51" fmla="*/ 7105610 w 10678681"/>
              <a:gd name="connsiteY51" fmla="*/ 1053537 h 1342734"/>
              <a:gd name="connsiteX52" fmla="*/ 7069148 w 10678681"/>
              <a:gd name="connsiteY52" fmla="*/ 1047163 h 1342734"/>
              <a:gd name="connsiteX53" fmla="*/ 7039634 w 10678681"/>
              <a:gd name="connsiteY53" fmla="*/ 1059971 h 1342734"/>
              <a:gd name="connsiteX54" fmla="*/ 7033445 w 10678681"/>
              <a:gd name="connsiteY54" fmla="*/ 1063314 h 1342734"/>
              <a:gd name="connsiteX55" fmla="*/ 6999157 w 10678681"/>
              <a:gd name="connsiteY55" fmla="*/ 1055282 h 1342734"/>
              <a:gd name="connsiteX56" fmla="*/ 6981874 w 10678681"/>
              <a:gd name="connsiteY56" fmla="*/ 1053827 h 1342734"/>
              <a:gd name="connsiteX57" fmla="*/ 6976102 w 10678681"/>
              <a:gd name="connsiteY57" fmla="*/ 1047854 h 1342734"/>
              <a:gd name="connsiteX58" fmla="*/ 6951040 w 10678681"/>
              <a:gd name="connsiteY58" fmla="*/ 1048531 h 1342734"/>
              <a:gd name="connsiteX59" fmla="*/ 6948497 w 10678681"/>
              <a:gd name="connsiteY59" fmla="*/ 1050706 h 1342734"/>
              <a:gd name="connsiteX60" fmla="*/ 6926582 w 10678681"/>
              <a:gd name="connsiteY60" fmla="*/ 1043462 h 1342734"/>
              <a:gd name="connsiteX61" fmla="*/ 6833743 w 10678681"/>
              <a:gd name="connsiteY61" fmla="*/ 1027960 h 1342734"/>
              <a:gd name="connsiteX62" fmla="*/ 6687090 w 10678681"/>
              <a:gd name="connsiteY62" fmla="*/ 1063250 h 1342734"/>
              <a:gd name="connsiteX63" fmla="*/ 6437450 w 10678681"/>
              <a:gd name="connsiteY63" fmla="*/ 1101075 h 1342734"/>
              <a:gd name="connsiteX64" fmla="*/ 6327795 w 10678681"/>
              <a:gd name="connsiteY64" fmla="*/ 1088142 h 1342734"/>
              <a:gd name="connsiteX65" fmla="*/ 6136549 w 10678681"/>
              <a:gd name="connsiteY65" fmla="*/ 1100268 h 1342734"/>
              <a:gd name="connsiteX66" fmla="*/ 6004655 w 10678681"/>
              <a:gd name="connsiteY66" fmla="*/ 1114946 h 1342734"/>
              <a:gd name="connsiteX67" fmla="*/ 5936643 w 10678681"/>
              <a:gd name="connsiteY67" fmla="*/ 1095428 h 1342734"/>
              <a:gd name="connsiteX68" fmla="*/ 5912484 w 10678681"/>
              <a:gd name="connsiteY68" fmla="*/ 1112624 h 1342734"/>
              <a:gd name="connsiteX69" fmla="*/ 5908387 w 10678681"/>
              <a:gd name="connsiteY69" fmla="*/ 1116018 h 1342734"/>
              <a:gd name="connsiteX70" fmla="*/ 5890495 w 10678681"/>
              <a:gd name="connsiteY70" fmla="*/ 1120268 h 1342734"/>
              <a:gd name="connsiteX71" fmla="*/ 5887318 w 10678681"/>
              <a:gd name="connsiteY71" fmla="*/ 1133134 h 1342734"/>
              <a:gd name="connsiteX72" fmla="*/ 5861726 w 10678681"/>
              <a:gd name="connsiteY72" fmla="*/ 1147891 h 1342734"/>
              <a:gd name="connsiteX73" fmla="*/ 5805823 w 10678681"/>
              <a:gd name="connsiteY73" fmla="*/ 1152457 h 1342734"/>
              <a:gd name="connsiteX74" fmla="*/ 5689841 w 10678681"/>
              <a:gd name="connsiteY74" fmla="*/ 1176232 h 1342734"/>
              <a:gd name="connsiteX75" fmla="*/ 5605119 w 10678681"/>
              <a:gd name="connsiteY75" fmla="*/ 1190202 h 1342734"/>
              <a:gd name="connsiteX76" fmla="*/ 5488513 w 10678681"/>
              <a:gd name="connsiteY76" fmla="*/ 1205367 h 1342734"/>
              <a:gd name="connsiteX77" fmla="*/ 5402905 w 10678681"/>
              <a:gd name="connsiteY77" fmla="*/ 1241191 h 1342734"/>
              <a:gd name="connsiteX78" fmla="*/ 5285593 w 10678681"/>
              <a:gd name="connsiteY78" fmla="*/ 1273569 h 1342734"/>
              <a:gd name="connsiteX79" fmla="*/ 5192893 w 10678681"/>
              <a:gd name="connsiteY79" fmla="*/ 1247188 h 1342734"/>
              <a:gd name="connsiteX80" fmla="*/ 5186475 w 10678681"/>
              <a:gd name="connsiteY80" fmla="*/ 1257028 h 1342734"/>
              <a:gd name="connsiteX81" fmla="*/ 5126038 w 10678681"/>
              <a:gd name="connsiteY81" fmla="*/ 1263189 h 1342734"/>
              <a:gd name="connsiteX82" fmla="*/ 4894688 w 10678681"/>
              <a:gd name="connsiteY82" fmla="*/ 1247184 h 1342734"/>
              <a:gd name="connsiteX83" fmla="*/ 4788036 w 10678681"/>
              <a:gd name="connsiteY83" fmla="*/ 1238182 h 1342734"/>
              <a:gd name="connsiteX84" fmla="*/ 4747555 w 10678681"/>
              <a:gd name="connsiteY84" fmla="*/ 1252768 h 1342734"/>
              <a:gd name="connsiteX85" fmla="*/ 4679644 w 10678681"/>
              <a:gd name="connsiteY85" fmla="*/ 1276603 h 1342734"/>
              <a:gd name="connsiteX86" fmla="*/ 4632222 w 10678681"/>
              <a:gd name="connsiteY86" fmla="*/ 1318360 h 1342734"/>
              <a:gd name="connsiteX87" fmla="*/ 4617358 w 10678681"/>
              <a:gd name="connsiteY87" fmla="*/ 1327690 h 1342734"/>
              <a:gd name="connsiteX88" fmla="*/ 4589102 w 10678681"/>
              <a:gd name="connsiteY88" fmla="*/ 1321223 h 1342734"/>
              <a:gd name="connsiteX89" fmla="*/ 4578184 w 10678681"/>
              <a:gd name="connsiteY89" fmla="*/ 1326745 h 1342734"/>
              <a:gd name="connsiteX90" fmla="*/ 4574270 w 10678681"/>
              <a:gd name="connsiteY90" fmla="*/ 1325878 h 1342734"/>
              <a:gd name="connsiteX91" fmla="*/ 4564919 w 10678681"/>
              <a:gd name="connsiteY91" fmla="*/ 1325507 h 1342734"/>
              <a:gd name="connsiteX92" fmla="*/ 4566586 w 10678681"/>
              <a:gd name="connsiteY92" fmla="*/ 1316963 h 1342734"/>
              <a:gd name="connsiteX93" fmla="*/ 4556303 w 10678681"/>
              <a:gd name="connsiteY93" fmla="*/ 1300262 h 1342734"/>
              <a:gd name="connsiteX94" fmla="*/ 4502358 w 10678681"/>
              <a:gd name="connsiteY94" fmla="*/ 1302558 h 1342734"/>
              <a:gd name="connsiteX95" fmla="*/ 4498919 w 10678681"/>
              <a:gd name="connsiteY95" fmla="*/ 1312115 h 1342734"/>
              <a:gd name="connsiteX96" fmla="*/ 4492075 w 10678681"/>
              <a:gd name="connsiteY96" fmla="*/ 1313357 h 1342734"/>
              <a:gd name="connsiteX97" fmla="*/ 4487466 w 10678681"/>
              <a:gd name="connsiteY97" fmla="*/ 1304102 h 1342734"/>
              <a:gd name="connsiteX98" fmla="*/ 4398292 w 10678681"/>
              <a:gd name="connsiteY98" fmla="*/ 1278410 h 1342734"/>
              <a:gd name="connsiteX99" fmla="*/ 4306088 w 10678681"/>
              <a:gd name="connsiteY99" fmla="*/ 1282512 h 1342734"/>
              <a:gd name="connsiteX100" fmla="*/ 4188995 w 10678681"/>
              <a:gd name="connsiteY100" fmla="*/ 1296718 h 1342734"/>
              <a:gd name="connsiteX101" fmla="*/ 4136582 w 10678681"/>
              <a:gd name="connsiteY101" fmla="*/ 1287687 h 1342734"/>
              <a:gd name="connsiteX102" fmla="*/ 4064614 w 10678681"/>
              <a:gd name="connsiteY102" fmla="*/ 1296118 h 1342734"/>
              <a:gd name="connsiteX103" fmla="*/ 3900948 w 10678681"/>
              <a:gd name="connsiteY103" fmla="*/ 1322156 h 1342734"/>
              <a:gd name="connsiteX104" fmla="*/ 3787890 w 10678681"/>
              <a:gd name="connsiteY104" fmla="*/ 1322164 h 1342734"/>
              <a:gd name="connsiteX105" fmla="*/ 3745993 w 10678681"/>
              <a:gd name="connsiteY105" fmla="*/ 1342630 h 1342734"/>
              <a:gd name="connsiteX106" fmla="*/ 3675785 w 10678681"/>
              <a:gd name="connsiteY106" fmla="*/ 1326802 h 1342734"/>
              <a:gd name="connsiteX107" fmla="*/ 3623856 w 10678681"/>
              <a:gd name="connsiteY107" fmla="*/ 1290804 h 1342734"/>
              <a:gd name="connsiteX108" fmla="*/ 3564933 w 10678681"/>
              <a:gd name="connsiteY108" fmla="*/ 1287147 h 1342734"/>
              <a:gd name="connsiteX109" fmla="*/ 3550537 w 10678681"/>
              <a:gd name="connsiteY109" fmla="*/ 1317552 h 1342734"/>
              <a:gd name="connsiteX110" fmla="*/ 3487736 w 10678681"/>
              <a:gd name="connsiteY110" fmla="*/ 1303493 h 1342734"/>
              <a:gd name="connsiteX111" fmla="*/ 3392548 w 10678681"/>
              <a:gd name="connsiteY111" fmla="*/ 1278741 h 1342734"/>
              <a:gd name="connsiteX112" fmla="*/ 3337466 w 10678681"/>
              <a:gd name="connsiteY112" fmla="*/ 1272537 h 1342734"/>
              <a:gd name="connsiteX113" fmla="*/ 3175981 w 10678681"/>
              <a:gd name="connsiteY113" fmla="*/ 1208973 h 1342734"/>
              <a:gd name="connsiteX114" fmla="*/ 3036856 w 10678681"/>
              <a:gd name="connsiteY114" fmla="*/ 1214383 h 1342734"/>
              <a:gd name="connsiteX115" fmla="*/ 2824973 w 10678681"/>
              <a:gd name="connsiteY115" fmla="*/ 1134864 h 1342734"/>
              <a:gd name="connsiteX116" fmla="*/ 2804398 w 10678681"/>
              <a:gd name="connsiteY116" fmla="*/ 1125556 h 1342734"/>
              <a:gd name="connsiteX117" fmla="*/ 2736109 w 10678681"/>
              <a:gd name="connsiteY117" fmla="*/ 1137717 h 1342734"/>
              <a:gd name="connsiteX118" fmla="*/ 2659096 w 10678681"/>
              <a:gd name="connsiteY118" fmla="*/ 1150294 h 1342734"/>
              <a:gd name="connsiteX119" fmla="*/ 2567088 w 10678681"/>
              <a:gd name="connsiteY119" fmla="*/ 1181781 h 1342734"/>
              <a:gd name="connsiteX120" fmla="*/ 2454501 w 10678681"/>
              <a:gd name="connsiteY120" fmla="*/ 1155455 h 1342734"/>
              <a:gd name="connsiteX121" fmla="*/ 2385161 w 10678681"/>
              <a:gd name="connsiteY121" fmla="*/ 1161312 h 1342734"/>
              <a:gd name="connsiteX122" fmla="*/ 2273361 w 10678681"/>
              <a:gd name="connsiteY122" fmla="*/ 1134090 h 1342734"/>
              <a:gd name="connsiteX123" fmla="*/ 2132003 w 10678681"/>
              <a:gd name="connsiteY123" fmla="*/ 1139225 h 1342734"/>
              <a:gd name="connsiteX124" fmla="*/ 2041224 w 10678681"/>
              <a:gd name="connsiteY124" fmla="*/ 1147536 h 1342734"/>
              <a:gd name="connsiteX125" fmla="*/ 2010157 w 10678681"/>
              <a:gd name="connsiteY125" fmla="*/ 1152767 h 1342734"/>
              <a:gd name="connsiteX126" fmla="*/ 1859213 w 10678681"/>
              <a:gd name="connsiteY126" fmla="*/ 1199540 h 1342734"/>
              <a:gd name="connsiteX127" fmla="*/ 1735877 w 10678681"/>
              <a:gd name="connsiteY127" fmla="*/ 1246527 h 1342734"/>
              <a:gd name="connsiteX128" fmla="*/ 1705069 w 10678681"/>
              <a:gd name="connsiteY128" fmla="*/ 1251989 h 1342734"/>
              <a:gd name="connsiteX129" fmla="*/ 1307888 w 10678681"/>
              <a:gd name="connsiteY129" fmla="*/ 1283156 h 1342734"/>
              <a:gd name="connsiteX130" fmla="*/ 1220734 w 10678681"/>
              <a:gd name="connsiteY130" fmla="*/ 1257811 h 1342734"/>
              <a:gd name="connsiteX131" fmla="*/ 1021737 w 10678681"/>
              <a:gd name="connsiteY131" fmla="*/ 1238739 h 1342734"/>
              <a:gd name="connsiteX132" fmla="*/ 959820 w 10678681"/>
              <a:gd name="connsiteY132" fmla="*/ 1275863 h 1342734"/>
              <a:gd name="connsiteX133" fmla="*/ 929137 w 10678681"/>
              <a:gd name="connsiteY133" fmla="*/ 1273957 h 1342734"/>
              <a:gd name="connsiteX134" fmla="*/ 878849 w 10678681"/>
              <a:gd name="connsiteY134" fmla="*/ 1266740 h 1342734"/>
              <a:gd name="connsiteX135" fmla="*/ 800667 w 10678681"/>
              <a:gd name="connsiteY135" fmla="*/ 1282041 h 1342734"/>
              <a:gd name="connsiteX136" fmla="*/ 644906 w 10678681"/>
              <a:gd name="connsiteY136" fmla="*/ 1273685 h 1342734"/>
              <a:gd name="connsiteX137" fmla="*/ 379869 w 10678681"/>
              <a:gd name="connsiteY137" fmla="*/ 1339165 h 1342734"/>
              <a:gd name="connsiteX138" fmla="*/ 137696 w 10678681"/>
              <a:gd name="connsiteY138" fmla="*/ 1319217 h 1342734"/>
              <a:gd name="connsiteX139" fmla="*/ 54250 w 10678681"/>
              <a:gd name="connsiteY139" fmla="*/ 1315838 h 1342734"/>
              <a:gd name="connsiteX140" fmla="*/ 28042 w 10678681"/>
              <a:gd name="connsiteY140" fmla="*/ 1297822 h 1342734"/>
              <a:gd name="connsiteX141" fmla="*/ 0 w 10678681"/>
              <a:gd name="connsiteY141" fmla="*/ 1294612 h 1342734"/>
              <a:gd name="connsiteX142" fmla="*/ 0 w 10678681"/>
              <a:gd name="connsiteY142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0605 w 10678681"/>
              <a:gd name="connsiteY4" fmla="*/ 30449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57996 w 10678681"/>
              <a:gd name="connsiteY8" fmla="*/ 50836 h 1342734"/>
              <a:gd name="connsiteX9" fmla="*/ 10306667 w 10678681"/>
              <a:gd name="connsiteY9" fmla="*/ 10973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10013265 w 10678681"/>
              <a:gd name="connsiteY13" fmla="*/ 284757 h 1342734"/>
              <a:gd name="connsiteX14" fmla="*/ 9862496 w 10678681"/>
              <a:gd name="connsiteY14" fmla="*/ 223033 h 1342734"/>
              <a:gd name="connsiteX15" fmla="*/ 9679638 w 10678681"/>
              <a:gd name="connsiteY15" fmla="*/ 277462 h 1342734"/>
              <a:gd name="connsiteX16" fmla="*/ 9498347 w 10678681"/>
              <a:gd name="connsiteY16" fmla="*/ 244723 h 1342734"/>
              <a:gd name="connsiteX17" fmla="*/ 9399702 w 10678681"/>
              <a:gd name="connsiteY17" fmla="*/ 276316 h 1342734"/>
              <a:gd name="connsiteX18" fmla="*/ 9378439 w 10678681"/>
              <a:gd name="connsiteY18" fmla="*/ 326244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344233 w 10678681"/>
              <a:gd name="connsiteY30" fmla="*/ 610922 h 1342734"/>
              <a:gd name="connsiteX31" fmla="*/ 8290622 w 10678681"/>
              <a:gd name="connsiteY31" fmla="*/ 622687 h 1342734"/>
              <a:gd name="connsiteX32" fmla="*/ 8086698 w 10678681"/>
              <a:gd name="connsiteY32" fmla="*/ 605185 h 1342734"/>
              <a:gd name="connsiteX33" fmla="*/ 7982378 w 10678681"/>
              <a:gd name="connsiteY33" fmla="*/ 629799 h 1342734"/>
              <a:gd name="connsiteX34" fmla="*/ 7947952 w 10678681"/>
              <a:gd name="connsiteY34" fmla="*/ 648003 h 1342734"/>
              <a:gd name="connsiteX35" fmla="*/ 7890112 w 10678681"/>
              <a:gd name="connsiteY35" fmla="*/ 677915 h 1342734"/>
              <a:gd name="connsiteX36" fmla="*/ 7853284 w 10678681"/>
              <a:gd name="connsiteY36" fmla="*/ 723588 h 1342734"/>
              <a:gd name="connsiteX37" fmla="*/ 7802383 w 10678681"/>
              <a:gd name="connsiteY37" fmla="*/ 739359 h 1342734"/>
              <a:gd name="connsiteX38" fmla="*/ 7730518 w 10678681"/>
              <a:gd name="connsiteY38" fmla="*/ 739526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69396 w 10678681"/>
              <a:gd name="connsiteY45" fmla="*/ 989282 h 1342734"/>
              <a:gd name="connsiteX46" fmla="*/ 7258094 w 10678681"/>
              <a:gd name="connsiteY46" fmla="*/ 990679 h 1342734"/>
              <a:gd name="connsiteX47" fmla="*/ 7257893 w 10678681"/>
              <a:gd name="connsiteY47" fmla="*/ 991204 h 1342734"/>
              <a:gd name="connsiteX48" fmla="*/ 7247153 w 10678681"/>
              <a:gd name="connsiteY48" fmla="*/ 991550 h 1342734"/>
              <a:gd name="connsiteX49" fmla="*/ 7193612 w 10678681"/>
              <a:gd name="connsiteY49" fmla="*/ 987042 h 1342734"/>
              <a:gd name="connsiteX50" fmla="*/ 7132632 w 10678681"/>
              <a:gd name="connsiteY50" fmla="*/ 1042036 h 1342734"/>
              <a:gd name="connsiteX51" fmla="*/ 7105610 w 10678681"/>
              <a:gd name="connsiteY51" fmla="*/ 1053537 h 1342734"/>
              <a:gd name="connsiteX52" fmla="*/ 7069148 w 10678681"/>
              <a:gd name="connsiteY52" fmla="*/ 1047163 h 1342734"/>
              <a:gd name="connsiteX53" fmla="*/ 7039634 w 10678681"/>
              <a:gd name="connsiteY53" fmla="*/ 1059971 h 1342734"/>
              <a:gd name="connsiteX54" fmla="*/ 7033445 w 10678681"/>
              <a:gd name="connsiteY54" fmla="*/ 1063314 h 1342734"/>
              <a:gd name="connsiteX55" fmla="*/ 6999157 w 10678681"/>
              <a:gd name="connsiteY55" fmla="*/ 1055282 h 1342734"/>
              <a:gd name="connsiteX56" fmla="*/ 6981874 w 10678681"/>
              <a:gd name="connsiteY56" fmla="*/ 1053827 h 1342734"/>
              <a:gd name="connsiteX57" fmla="*/ 6976102 w 10678681"/>
              <a:gd name="connsiteY57" fmla="*/ 1047854 h 1342734"/>
              <a:gd name="connsiteX58" fmla="*/ 6951040 w 10678681"/>
              <a:gd name="connsiteY58" fmla="*/ 1048531 h 1342734"/>
              <a:gd name="connsiteX59" fmla="*/ 6948497 w 10678681"/>
              <a:gd name="connsiteY59" fmla="*/ 1050706 h 1342734"/>
              <a:gd name="connsiteX60" fmla="*/ 6926582 w 10678681"/>
              <a:gd name="connsiteY60" fmla="*/ 1043462 h 1342734"/>
              <a:gd name="connsiteX61" fmla="*/ 6833743 w 10678681"/>
              <a:gd name="connsiteY61" fmla="*/ 1027960 h 1342734"/>
              <a:gd name="connsiteX62" fmla="*/ 6687090 w 10678681"/>
              <a:gd name="connsiteY62" fmla="*/ 1063250 h 1342734"/>
              <a:gd name="connsiteX63" fmla="*/ 6437450 w 10678681"/>
              <a:gd name="connsiteY63" fmla="*/ 1101075 h 1342734"/>
              <a:gd name="connsiteX64" fmla="*/ 6327795 w 10678681"/>
              <a:gd name="connsiteY64" fmla="*/ 1088142 h 1342734"/>
              <a:gd name="connsiteX65" fmla="*/ 6136549 w 10678681"/>
              <a:gd name="connsiteY65" fmla="*/ 1100268 h 1342734"/>
              <a:gd name="connsiteX66" fmla="*/ 6004655 w 10678681"/>
              <a:gd name="connsiteY66" fmla="*/ 1114946 h 1342734"/>
              <a:gd name="connsiteX67" fmla="*/ 5936643 w 10678681"/>
              <a:gd name="connsiteY67" fmla="*/ 1095428 h 1342734"/>
              <a:gd name="connsiteX68" fmla="*/ 5912484 w 10678681"/>
              <a:gd name="connsiteY68" fmla="*/ 1112624 h 1342734"/>
              <a:gd name="connsiteX69" fmla="*/ 5908387 w 10678681"/>
              <a:gd name="connsiteY69" fmla="*/ 1116018 h 1342734"/>
              <a:gd name="connsiteX70" fmla="*/ 5890495 w 10678681"/>
              <a:gd name="connsiteY70" fmla="*/ 1120268 h 1342734"/>
              <a:gd name="connsiteX71" fmla="*/ 5887318 w 10678681"/>
              <a:gd name="connsiteY71" fmla="*/ 1133134 h 1342734"/>
              <a:gd name="connsiteX72" fmla="*/ 5861726 w 10678681"/>
              <a:gd name="connsiteY72" fmla="*/ 1147891 h 1342734"/>
              <a:gd name="connsiteX73" fmla="*/ 5805823 w 10678681"/>
              <a:gd name="connsiteY73" fmla="*/ 1152457 h 1342734"/>
              <a:gd name="connsiteX74" fmla="*/ 5689841 w 10678681"/>
              <a:gd name="connsiteY74" fmla="*/ 1176232 h 1342734"/>
              <a:gd name="connsiteX75" fmla="*/ 5605119 w 10678681"/>
              <a:gd name="connsiteY75" fmla="*/ 1190202 h 1342734"/>
              <a:gd name="connsiteX76" fmla="*/ 5488513 w 10678681"/>
              <a:gd name="connsiteY76" fmla="*/ 1205367 h 1342734"/>
              <a:gd name="connsiteX77" fmla="*/ 5402905 w 10678681"/>
              <a:gd name="connsiteY77" fmla="*/ 1241191 h 1342734"/>
              <a:gd name="connsiteX78" fmla="*/ 5285593 w 10678681"/>
              <a:gd name="connsiteY78" fmla="*/ 1273569 h 1342734"/>
              <a:gd name="connsiteX79" fmla="*/ 5192893 w 10678681"/>
              <a:gd name="connsiteY79" fmla="*/ 1247188 h 1342734"/>
              <a:gd name="connsiteX80" fmla="*/ 5186475 w 10678681"/>
              <a:gd name="connsiteY80" fmla="*/ 1257028 h 1342734"/>
              <a:gd name="connsiteX81" fmla="*/ 5126038 w 10678681"/>
              <a:gd name="connsiteY81" fmla="*/ 1263189 h 1342734"/>
              <a:gd name="connsiteX82" fmla="*/ 4894688 w 10678681"/>
              <a:gd name="connsiteY82" fmla="*/ 1247184 h 1342734"/>
              <a:gd name="connsiteX83" fmla="*/ 4788036 w 10678681"/>
              <a:gd name="connsiteY83" fmla="*/ 1238182 h 1342734"/>
              <a:gd name="connsiteX84" fmla="*/ 4747555 w 10678681"/>
              <a:gd name="connsiteY84" fmla="*/ 1252768 h 1342734"/>
              <a:gd name="connsiteX85" fmla="*/ 4679644 w 10678681"/>
              <a:gd name="connsiteY85" fmla="*/ 1276603 h 1342734"/>
              <a:gd name="connsiteX86" fmla="*/ 4632222 w 10678681"/>
              <a:gd name="connsiteY86" fmla="*/ 1318360 h 1342734"/>
              <a:gd name="connsiteX87" fmla="*/ 4617358 w 10678681"/>
              <a:gd name="connsiteY87" fmla="*/ 1327690 h 1342734"/>
              <a:gd name="connsiteX88" fmla="*/ 4589102 w 10678681"/>
              <a:gd name="connsiteY88" fmla="*/ 1321223 h 1342734"/>
              <a:gd name="connsiteX89" fmla="*/ 4578184 w 10678681"/>
              <a:gd name="connsiteY89" fmla="*/ 1326745 h 1342734"/>
              <a:gd name="connsiteX90" fmla="*/ 4574270 w 10678681"/>
              <a:gd name="connsiteY90" fmla="*/ 1325878 h 1342734"/>
              <a:gd name="connsiteX91" fmla="*/ 4564919 w 10678681"/>
              <a:gd name="connsiteY91" fmla="*/ 1325507 h 1342734"/>
              <a:gd name="connsiteX92" fmla="*/ 4566586 w 10678681"/>
              <a:gd name="connsiteY92" fmla="*/ 1316963 h 1342734"/>
              <a:gd name="connsiteX93" fmla="*/ 4556303 w 10678681"/>
              <a:gd name="connsiteY93" fmla="*/ 1300262 h 1342734"/>
              <a:gd name="connsiteX94" fmla="*/ 4502358 w 10678681"/>
              <a:gd name="connsiteY94" fmla="*/ 1302558 h 1342734"/>
              <a:gd name="connsiteX95" fmla="*/ 4498919 w 10678681"/>
              <a:gd name="connsiteY95" fmla="*/ 1312115 h 1342734"/>
              <a:gd name="connsiteX96" fmla="*/ 4492075 w 10678681"/>
              <a:gd name="connsiteY96" fmla="*/ 1313357 h 1342734"/>
              <a:gd name="connsiteX97" fmla="*/ 4487466 w 10678681"/>
              <a:gd name="connsiteY97" fmla="*/ 1304102 h 1342734"/>
              <a:gd name="connsiteX98" fmla="*/ 4398292 w 10678681"/>
              <a:gd name="connsiteY98" fmla="*/ 1278410 h 1342734"/>
              <a:gd name="connsiteX99" fmla="*/ 4306088 w 10678681"/>
              <a:gd name="connsiteY99" fmla="*/ 1282512 h 1342734"/>
              <a:gd name="connsiteX100" fmla="*/ 4188995 w 10678681"/>
              <a:gd name="connsiteY100" fmla="*/ 1296718 h 1342734"/>
              <a:gd name="connsiteX101" fmla="*/ 4136582 w 10678681"/>
              <a:gd name="connsiteY101" fmla="*/ 1287687 h 1342734"/>
              <a:gd name="connsiteX102" fmla="*/ 4064614 w 10678681"/>
              <a:gd name="connsiteY102" fmla="*/ 1296118 h 1342734"/>
              <a:gd name="connsiteX103" fmla="*/ 3900948 w 10678681"/>
              <a:gd name="connsiteY103" fmla="*/ 1322156 h 1342734"/>
              <a:gd name="connsiteX104" fmla="*/ 3787890 w 10678681"/>
              <a:gd name="connsiteY104" fmla="*/ 1322164 h 1342734"/>
              <a:gd name="connsiteX105" fmla="*/ 3745993 w 10678681"/>
              <a:gd name="connsiteY105" fmla="*/ 1342630 h 1342734"/>
              <a:gd name="connsiteX106" fmla="*/ 3675785 w 10678681"/>
              <a:gd name="connsiteY106" fmla="*/ 1326802 h 1342734"/>
              <a:gd name="connsiteX107" fmla="*/ 3623856 w 10678681"/>
              <a:gd name="connsiteY107" fmla="*/ 1290804 h 1342734"/>
              <a:gd name="connsiteX108" fmla="*/ 3564933 w 10678681"/>
              <a:gd name="connsiteY108" fmla="*/ 1287147 h 1342734"/>
              <a:gd name="connsiteX109" fmla="*/ 3550537 w 10678681"/>
              <a:gd name="connsiteY109" fmla="*/ 1317552 h 1342734"/>
              <a:gd name="connsiteX110" fmla="*/ 3487736 w 10678681"/>
              <a:gd name="connsiteY110" fmla="*/ 1303493 h 1342734"/>
              <a:gd name="connsiteX111" fmla="*/ 3392548 w 10678681"/>
              <a:gd name="connsiteY111" fmla="*/ 1278741 h 1342734"/>
              <a:gd name="connsiteX112" fmla="*/ 3337466 w 10678681"/>
              <a:gd name="connsiteY112" fmla="*/ 1272537 h 1342734"/>
              <a:gd name="connsiteX113" fmla="*/ 3175981 w 10678681"/>
              <a:gd name="connsiteY113" fmla="*/ 1208973 h 1342734"/>
              <a:gd name="connsiteX114" fmla="*/ 3036856 w 10678681"/>
              <a:gd name="connsiteY114" fmla="*/ 1214383 h 1342734"/>
              <a:gd name="connsiteX115" fmla="*/ 2824973 w 10678681"/>
              <a:gd name="connsiteY115" fmla="*/ 1134864 h 1342734"/>
              <a:gd name="connsiteX116" fmla="*/ 2804398 w 10678681"/>
              <a:gd name="connsiteY116" fmla="*/ 1125556 h 1342734"/>
              <a:gd name="connsiteX117" fmla="*/ 2736109 w 10678681"/>
              <a:gd name="connsiteY117" fmla="*/ 1137717 h 1342734"/>
              <a:gd name="connsiteX118" fmla="*/ 2659096 w 10678681"/>
              <a:gd name="connsiteY118" fmla="*/ 1150294 h 1342734"/>
              <a:gd name="connsiteX119" fmla="*/ 2567088 w 10678681"/>
              <a:gd name="connsiteY119" fmla="*/ 1181781 h 1342734"/>
              <a:gd name="connsiteX120" fmla="*/ 2454501 w 10678681"/>
              <a:gd name="connsiteY120" fmla="*/ 1155455 h 1342734"/>
              <a:gd name="connsiteX121" fmla="*/ 2385161 w 10678681"/>
              <a:gd name="connsiteY121" fmla="*/ 1161312 h 1342734"/>
              <a:gd name="connsiteX122" fmla="*/ 2273361 w 10678681"/>
              <a:gd name="connsiteY122" fmla="*/ 1134090 h 1342734"/>
              <a:gd name="connsiteX123" fmla="*/ 2132003 w 10678681"/>
              <a:gd name="connsiteY123" fmla="*/ 1139225 h 1342734"/>
              <a:gd name="connsiteX124" fmla="*/ 2041224 w 10678681"/>
              <a:gd name="connsiteY124" fmla="*/ 1147536 h 1342734"/>
              <a:gd name="connsiteX125" fmla="*/ 2010157 w 10678681"/>
              <a:gd name="connsiteY125" fmla="*/ 1152767 h 1342734"/>
              <a:gd name="connsiteX126" fmla="*/ 1859213 w 10678681"/>
              <a:gd name="connsiteY126" fmla="*/ 1199540 h 1342734"/>
              <a:gd name="connsiteX127" fmla="*/ 1735877 w 10678681"/>
              <a:gd name="connsiteY127" fmla="*/ 1246527 h 1342734"/>
              <a:gd name="connsiteX128" fmla="*/ 1705069 w 10678681"/>
              <a:gd name="connsiteY128" fmla="*/ 1251989 h 1342734"/>
              <a:gd name="connsiteX129" fmla="*/ 1307888 w 10678681"/>
              <a:gd name="connsiteY129" fmla="*/ 1283156 h 1342734"/>
              <a:gd name="connsiteX130" fmla="*/ 1220734 w 10678681"/>
              <a:gd name="connsiteY130" fmla="*/ 1257811 h 1342734"/>
              <a:gd name="connsiteX131" fmla="*/ 1021737 w 10678681"/>
              <a:gd name="connsiteY131" fmla="*/ 1238739 h 1342734"/>
              <a:gd name="connsiteX132" fmla="*/ 959820 w 10678681"/>
              <a:gd name="connsiteY132" fmla="*/ 1275863 h 1342734"/>
              <a:gd name="connsiteX133" fmla="*/ 929137 w 10678681"/>
              <a:gd name="connsiteY133" fmla="*/ 1273957 h 1342734"/>
              <a:gd name="connsiteX134" fmla="*/ 878849 w 10678681"/>
              <a:gd name="connsiteY134" fmla="*/ 1266740 h 1342734"/>
              <a:gd name="connsiteX135" fmla="*/ 800667 w 10678681"/>
              <a:gd name="connsiteY135" fmla="*/ 1282041 h 1342734"/>
              <a:gd name="connsiteX136" fmla="*/ 644906 w 10678681"/>
              <a:gd name="connsiteY136" fmla="*/ 1273685 h 1342734"/>
              <a:gd name="connsiteX137" fmla="*/ 379869 w 10678681"/>
              <a:gd name="connsiteY137" fmla="*/ 1339165 h 1342734"/>
              <a:gd name="connsiteX138" fmla="*/ 137696 w 10678681"/>
              <a:gd name="connsiteY138" fmla="*/ 1319217 h 1342734"/>
              <a:gd name="connsiteX139" fmla="*/ 54250 w 10678681"/>
              <a:gd name="connsiteY139" fmla="*/ 1315838 h 1342734"/>
              <a:gd name="connsiteX140" fmla="*/ 28042 w 10678681"/>
              <a:gd name="connsiteY140" fmla="*/ 1297822 h 1342734"/>
              <a:gd name="connsiteX141" fmla="*/ 0 w 10678681"/>
              <a:gd name="connsiteY141" fmla="*/ 1294612 h 1342734"/>
              <a:gd name="connsiteX142" fmla="*/ 0 w 10678681"/>
              <a:gd name="connsiteY142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0605 w 10678681"/>
              <a:gd name="connsiteY4" fmla="*/ 30449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57996 w 10678681"/>
              <a:gd name="connsiteY8" fmla="*/ 50836 h 1342734"/>
              <a:gd name="connsiteX9" fmla="*/ 10306667 w 10678681"/>
              <a:gd name="connsiteY9" fmla="*/ 10973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10013265 w 10678681"/>
              <a:gd name="connsiteY13" fmla="*/ 284757 h 1342734"/>
              <a:gd name="connsiteX14" fmla="*/ 9840045 w 10678681"/>
              <a:gd name="connsiteY14" fmla="*/ 223033 h 1342734"/>
              <a:gd name="connsiteX15" fmla="*/ 9679638 w 10678681"/>
              <a:gd name="connsiteY15" fmla="*/ 277462 h 1342734"/>
              <a:gd name="connsiteX16" fmla="*/ 9498347 w 10678681"/>
              <a:gd name="connsiteY16" fmla="*/ 244723 h 1342734"/>
              <a:gd name="connsiteX17" fmla="*/ 9399702 w 10678681"/>
              <a:gd name="connsiteY17" fmla="*/ 276316 h 1342734"/>
              <a:gd name="connsiteX18" fmla="*/ 9378439 w 10678681"/>
              <a:gd name="connsiteY18" fmla="*/ 326244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344233 w 10678681"/>
              <a:gd name="connsiteY30" fmla="*/ 610922 h 1342734"/>
              <a:gd name="connsiteX31" fmla="*/ 8290622 w 10678681"/>
              <a:gd name="connsiteY31" fmla="*/ 622687 h 1342734"/>
              <a:gd name="connsiteX32" fmla="*/ 8086698 w 10678681"/>
              <a:gd name="connsiteY32" fmla="*/ 605185 h 1342734"/>
              <a:gd name="connsiteX33" fmla="*/ 7982378 w 10678681"/>
              <a:gd name="connsiteY33" fmla="*/ 629799 h 1342734"/>
              <a:gd name="connsiteX34" fmla="*/ 7947952 w 10678681"/>
              <a:gd name="connsiteY34" fmla="*/ 648003 h 1342734"/>
              <a:gd name="connsiteX35" fmla="*/ 7890112 w 10678681"/>
              <a:gd name="connsiteY35" fmla="*/ 677915 h 1342734"/>
              <a:gd name="connsiteX36" fmla="*/ 7853284 w 10678681"/>
              <a:gd name="connsiteY36" fmla="*/ 723588 h 1342734"/>
              <a:gd name="connsiteX37" fmla="*/ 7802383 w 10678681"/>
              <a:gd name="connsiteY37" fmla="*/ 739359 h 1342734"/>
              <a:gd name="connsiteX38" fmla="*/ 7730518 w 10678681"/>
              <a:gd name="connsiteY38" fmla="*/ 739526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69396 w 10678681"/>
              <a:gd name="connsiteY45" fmla="*/ 989282 h 1342734"/>
              <a:gd name="connsiteX46" fmla="*/ 7258094 w 10678681"/>
              <a:gd name="connsiteY46" fmla="*/ 990679 h 1342734"/>
              <a:gd name="connsiteX47" fmla="*/ 7257893 w 10678681"/>
              <a:gd name="connsiteY47" fmla="*/ 991204 h 1342734"/>
              <a:gd name="connsiteX48" fmla="*/ 7247153 w 10678681"/>
              <a:gd name="connsiteY48" fmla="*/ 991550 h 1342734"/>
              <a:gd name="connsiteX49" fmla="*/ 7193612 w 10678681"/>
              <a:gd name="connsiteY49" fmla="*/ 987042 h 1342734"/>
              <a:gd name="connsiteX50" fmla="*/ 7132632 w 10678681"/>
              <a:gd name="connsiteY50" fmla="*/ 1042036 h 1342734"/>
              <a:gd name="connsiteX51" fmla="*/ 7105610 w 10678681"/>
              <a:gd name="connsiteY51" fmla="*/ 1053537 h 1342734"/>
              <a:gd name="connsiteX52" fmla="*/ 7069148 w 10678681"/>
              <a:gd name="connsiteY52" fmla="*/ 1047163 h 1342734"/>
              <a:gd name="connsiteX53" fmla="*/ 7039634 w 10678681"/>
              <a:gd name="connsiteY53" fmla="*/ 1059971 h 1342734"/>
              <a:gd name="connsiteX54" fmla="*/ 7033445 w 10678681"/>
              <a:gd name="connsiteY54" fmla="*/ 1063314 h 1342734"/>
              <a:gd name="connsiteX55" fmla="*/ 6999157 w 10678681"/>
              <a:gd name="connsiteY55" fmla="*/ 1055282 h 1342734"/>
              <a:gd name="connsiteX56" fmla="*/ 6981874 w 10678681"/>
              <a:gd name="connsiteY56" fmla="*/ 1053827 h 1342734"/>
              <a:gd name="connsiteX57" fmla="*/ 6976102 w 10678681"/>
              <a:gd name="connsiteY57" fmla="*/ 1047854 h 1342734"/>
              <a:gd name="connsiteX58" fmla="*/ 6951040 w 10678681"/>
              <a:gd name="connsiteY58" fmla="*/ 1048531 h 1342734"/>
              <a:gd name="connsiteX59" fmla="*/ 6948497 w 10678681"/>
              <a:gd name="connsiteY59" fmla="*/ 1050706 h 1342734"/>
              <a:gd name="connsiteX60" fmla="*/ 6926582 w 10678681"/>
              <a:gd name="connsiteY60" fmla="*/ 1043462 h 1342734"/>
              <a:gd name="connsiteX61" fmla="*/ 6833743 w 10678681"/>
              <a:gd name="connsiteY61" fmla="*/ 1027960 h 1342734"/>
              <a:gd name="connsiteX62" fmla="*/ 6687090 w 10678681"/>
              <a:gd name="connsiteY62" fmla="*/ 1063250 h 1342734"/>
              <a:gd name="connsiteX63" fmla="*/ 6437450 w 10678681"/>
              <a:gd name="connsiteY63" fmla="*/ 1101075 h 1342734"/>
              <a:gd name="connsiteX64" fmla="*/ 6327795 w 10678681"/>
              <a:gd name="connsiteY64" fmla="*/ 1088142 h 1342734"/>
              <a:gd name="connsiteX65" fmla="*/ 6136549 w 10678681"/>
              <a:gd name="connsiteY65" fmla="*/ 1100268 h 1342734"/>
              <a:gd name="connsiteX66" fmla="*/ 6004655 w 10678681"/>
              <a:gd name="connsiteY66" fmla="*/ 1114946 h 1342734"/>
              <a:gd name="connsiteX67" fmla="*/ 5936643 w 10678681"/>
              <a:gd name="connsiteY67" fmla="*/ 1095428 h 1342734"/>
              <a:gd name="connsiteX68" fmla="*/ 5912484 w 10678681"/>
              <a:gd name="connsiteY68" fmla="*/ 1112624 h 1342734"/>
              <a:gd name="connsiteX69" fmla="*/ 5908387 w 10678681"/>
              <a:gd name="connsiteY69" fmla="*/ 1116018 h 1342734"/>
              <a:gd name="connsiteX70" fmla="*/ 5890495 w 10678681"/>
              <a:gd name="connsiteY70" fmla="*/ 1120268 h 1342734"/>
              <a:gd name="connsiteX71" fmla="*/ 5887318 w 10678681"/>
              <a:gd name="connsiteY71" fmla="*/ 1133134 h 1342734"/>
              <a:gd name="connsiteX72" fmla="*/ 5861726 w 10678681"/>
              <a:gd name="connsiteY72" fmla="*/ 1147891 h 1342734"/>
              <a:gd name="connsiteX73" fmla="*/ 5805823 w 10678681"/>
              <a:gd name="connsiteY73" fmla="*/ 1152457 h 1342734"/>
              <a:gd name="connsiteX74" fmla="*/ 5689841 w 10678681"/>
              <a:gd name="connsiteY74" fmla="*/ 1176232 h 1342734"/>
              <a:gd name="connsiteX75" fmla="*/ 5605119 w 10678681"/>
              <a:gd name="connsiteY75" fmla="*/ 1190202 h 1342734"/>
              <a:gd name="connsiteX76" fmla="*/ 5488513 w 10678681"/>
              <a:gd name="connsiteY76" fmla="*/ 1205367 h 1342734"/>
              <a:gd name="connsiteX77" fmla="*/ 5402905 w 10678681"/>
              <a:gd name="connsiteY77" fmla="*/ 1241191 h 1342734"/>
              <a:gd name="connsiteX78" fmla="*/ 5285593 w 10678681"/>
              <a:gd name="connsiteY78" fmla="*/ 1273569 h 1342734"/>
              <a:gd name="connsiteX79" fmla="*/ 5192893 w 10678681"/>
              <a:gd name="connsiteY79" fmla="*/ 1247188 h 1342734"/>
              <a:gd name="connsiteX80" fmla="*/ 5186475 w 10678681"/>
              <a:gd name="connsiteY80" fmla="*/ 1257028 h 1342734"/>
              <a:gd name="connsiteX81" fmla="*/ 5126038 w 10678681"/>
              <a:gd name="connsiteY81" fmla="*/ 1263189 h 1342734"/>
              <a:gd name="connsiteX82" fmla="*/ 4894688 w 10678681"/>
              <a:gd name="connsiteY82" fmla="*/ 1247184 h 1342734"/>
              <a:gd name="connsiteX83" fmla="*/ 4788036 w 10678681"/>
              <a:gd name="connsiteY83" fmla="*/ 1238182 h 1342734"/>
              <a:gd name="connsiteX84" fmla="*/ 4747555 w 10678681"/>
              <a:gd name="connsiteY84" fmla="*/ 1252768 h 1342734"/>
              <a:gd name="connsiteX85" fmla="*/ 4679644 w 10678681"/>
              <a:gd name="connsiteY85" fmla="*/ 1276603 h 1342734"/>
              <a:gd name="connsiteX86" fmla="*/ 4632222 w 10678681"/>
              <a:gd name="connsiteY86" fmla="*/ 1318360 h 1342734"/>
              <a:gd name="connsiteX87" fmla="*/ 4617358 w 10678681"/>
              <a:gd name="connsiteY87" fmla="*/ 1327690 h 1342734"/>
              <a:gd name="connsiteX88" fmla="*/ 4589102 w 10678681"/>
              <a:gd name="connsiteY88" fmla="*/ 1321223 h 1342734"/>
              <a:gd name="connsiteX89" fmla="*/ 4578184 w 10678681"/>
              <a:gd name="connsiteY89" fmla="*/ 1326745 h 1342734"/>
              <a:gd name="connsiteX90" fmla="*/ 4574270 w 10678681"/>
              <a:gd name="connsiteY90" fmla="*/ 1325878 h 1342734"/>
              <a:gd name="connsiteX91" fmla="*/ 4564919 w 10678681"/>
              <a:gd name="connsiteY91" fmla="*/ 1325507 h 1342734"/>
              <a:gd name="connsiteX92" fmla="*/ 4566586 w 10678681"/>
              <a:gd name="connsiteY92" fmla="*/ 1316963 h 1342734"/>
              <a:gd name="connsiteX93" fmla="*/ 4556303 w 10678681"/>
              <a:gd name="connsiteY93" fmla="*/ 1300262 h 1342734"/>
              <a:gd name="connsiteX94" fmla="*/ 4502358 w 10678681"/>
              <a:gd name="connsiteY94" fmla="*/ 1302558 h 1342734"/>
              <a:gd name="connsiteX95" fmla="*/ 4498919 w 10678681"/>
              <a:gd name="connsiteY95" fmla="*/ 1312115 h 1342734"/>
              <a:gd name="connsiteX96" fmla="*/ 4492075 w 10678681"/>
              <a:gd name="connsiteY96" fmla="*/ 1313357 h 1342734"/>
              <a:gd name="connsiteX97" fmla="*/ 4487466 w 10678681"/>
              <a:gd name="connsiteY97" fmla="*/ 1304102 h 1342734"/>
              <a:gd name="connsiteX98" fmla="*/ 4398292 w 10678681"/>
              <a:gd name="connsiteY98" fmla="*/ 1278410 h 1342734"/>
              <a:gd name="connsiteX99" fmla="*/ 4306088 w 10678681"/>
              <a:gd name="connsiteY99" fmla="*/ 1282512 h 1342734"/>
              <a:gd name="connsiteX100" fmla="*/ 4188995 w 10678681"/>
              <a:gd name="connsiteY100" fmla="*/ 1296718 h 1342734"/>
              <a:gd name="connsiteX101" fmla="*/ 4136582 w 10678681"/>
              <a:gd name="connsiteY101" fmla="*/ 1287687 h 1342734"/>
              <a:gd name="connsiteX102" fmla="*/ 4064614 w 10678681"/>
              <a:gd name="connsiteY102" fmla="*/ 1296118 h 1342734"/>
              <a:gd name="connsiteX103" fmla="*/ 3900948 w 10678681"/>
              <a:gd name="connsiteY103" fmla="*/ 1322156 h 1342734"/>
              <a:gd name="connsiteX104" fmla="*/ 3787890 w 10678681"/>
              <a:gd name="connsiteY104" fmla="*/ 1322164 h 1342734"/>
              <a:gd name="connsiteX105" fmla="*/ 3745993 w 10678681"/>
              <a:gd name="connsiteY105" fmla="*/ 1342630 h 1342734"/>
              <a:gd name="connsiteX106" fmla="*/ 3675785 w 10678681"/>
              <a:gd name="connsiteY106" fmla="*/ 1326802 h 1342734"/>
              <a:gd name="connsiteX107" fmla="*/ 3623856 w 10678681"/>
              <a:gd name="connsiteY107" fmla="*/ 1290804 h 1342734"/>
              <a:gd name="connsiteX108" fmla="*/ 3564933 w 10678681"/>
              <a:gd name="connsiteY108" fmla="*/ 1287147 h 1342734"/>
              <a:gd name="connsiteX109" fmla="*/ 3550537 w 10678681"/>
              <a:gd name="connsiteY109" fmla="*/ 1317552 h 1342734"/>
              <a:gd name="connsiteX110" fmla="*/ 3487736 w 10678681"/>
              <a:gd name="connsiteY110" fmla="*/ 1303493 h 1342734"/>
              <a:gd name="connsiteX111" fmla="*/ 3392548 w 10678681"/>
              <a:gd name="connsiteY111" fmla="*/ 1278741 h 1342734"/>
              <a:gd name="connsiteX112" fmla="*/ 3337466 w 10678681"/>
              <a:gd name="connsiteY112" fmla="*/ 1272537 h 1342734"/>
              <a:gd name="connsiteX113" fmla="*/ 3175981 w 10678681"/>
              <a:gd name="connsiteY113" fmla="*/ 1208973 h 1342734"/>
              <a:gd name="connsiteX114" fmla="*/ 3036856 w 10678681"/>
              <a:gd name="connsiteY114" fmla="*/ 1214383 h 1342734"/>
              <a:gd name="connsiteX115" fmla="*/ 2824973 w 10678681"/>
              <a:gd name="connsiteY115" fmla="*/ 1134864 h 1342734"/>
              <a:gd name="connsiteX116" fmla="*/ 2804398 w 10678681"/>
              <a:gd name="connsiteY116" fmla="*/ 1125556 h 1342734"/>
              <a:gd name="connsiteX117" fmla="*/ 2736109 w 10678681"/>
              <a:gd name="connsiteY117" fmla="*/ 1137717 h 1342734"/>
              <a:gd name="connsiteX118" fmla="*/ 2659096 w 10678681"/>
              <a:gd name="connsiteY118" fmla="*/ 1150294 h 1342734"/>
              <a:gd name="connsiteX119" fmla="*/ 2567088 w 10678681"/>
              <a:gd name="connsiteY119" fmla="*/ 1181781 h 1342734"/>
              <a:gd name="connsiteX120" fmla="*/ 2454501 w 10678681"/>
              <a:gd name="connsiteY120" fmla="*/ 1155455 h 1342734"/>
              <a:gd name="connsiteX121" fmla="*/ 2385161 w 10678681"/>
              <a:gd name="connsiteY121" fmla="*/ 1161312 h 1342734"/>
              <a:gd name="connsiteX122" fmla="*/ 2273361 w 10678681"/>
              <a:gd name="connsiteY122" fmla="*/ 1134090 h 1342734"/>
              <a:gd name="connsiteX123" fmla="*/ 2132003 w 10678681"/>
              <a:gd name="connsiteY123" fmla="*/ 1139225 h 1342734"/>
              <a:gd name="connsiteX124" fmla="*/ 2041224 w 10678681"/>
              <a:gd name="connsiteY124" fmla="*/ 1147536 h 1342734"/>
              <a:gd name="connsiteX125" fmla="*/ 2010157 w 10678681"/>
              <a:gd name="connsiteY125" fmla="*/ 1152767 h 1342734"/>
              <a:gd name="connsiteX126" fmla="*/ 1859213 w 10678681"/>
              <a:gd name="connsiteY126" fmla="*/ 1199540 h 1342734"/>
              <a:gd name="connsiteX127" fmla="*/ 1735877 w 10678681"/>
              <a:gd name="connsiteY127" fmla="*/ 1246527 h 1342734"/>
              <a:gd name="connsiteX128" fmla="*/ 1705069 w 10678681"/>
              <a:gd name="connsiteY128" fmla="*/ 1251989 h 1342734"/>
              <a:gd name="connsiteX129" fmla="*/ 1307888 w 10678681"/>
              <a:gd name="connsiteY129" fmla="*/ 1283156 h 1342734"/>
              <a:gd name="connsiteX130" fmla="*/ 1220734 w 10678681"/>
              <a:gd name="connsiteY130" fmla="*/ 1257811 h 1342734"/>
              <a:gd name="connsiteX131" fmla="*/ 1021737 w 10678681"/>
              <a:gd name="connsiteY131" fmla="*/ 1238739 h 1342734"/>
              <a:gd name="connsiteX132" fmla="*/ 959820 w 10678681"/>
              <a:gd name="connsiteY132" fmla="*/ 1275863 h 1342734"/>
              <a:gd name="connsiteX133" fmla="*/ 929137 w 10678681"/>
              <a:gd name="connsiteY133" fmla="*/ 1273957 h 1342734"/>
              <a:gd name="connsiteX134" fmla="*/ 878849 w 10678681"/>
              <a:gd name="connsiteY134" fmla="*/ 1266740 h 1342734"/>
              <a:gd name="connsiteX135" fmla="*/ 800667 w 10678681"/>
              <a:gd name="connsiteY135" fmla="*/ 1282041 h 1342734"/>
              <a:gd name="connsiteX136" fmla="*/ 644906 w 10678681"/>
              <a:gd name="connsiteY136" fmla="*/ 1273685 h 1342734"/>
              <a:gd name="connsiteX137" fmla="*/ 379869 w 10678681"/>
              <a:gd name="connsiteY137" fmla="*/ 1339165 h 1342734"/>
              <a:gd name="connsiteX138" fmla="*/ 137696 w 10678681"/>
              <a:gd name="connsiteY138" fmla="*/ 1319217 h 1342734"/>
              <a:gd name="connsiteX139" fmla="*/ 54250 w 10678681"/>
              <a:gd name="connsiteY139" fmla="*/ 1315838 h 1342734"/>
              <a:gd name="connsiteX140" fmla="*/ 28042 w 10678681"/>
              <a:gd name="connsiteY140" fmla="*/ 1297822 h 1342734"/>
              <a:gd name="connsiteX141" fmla="*/ 0 w 10678681"/>
              <a:gd name="connsiteY141" fmla="*/ 1294612 h 1342734"/>
              <a:gd name="connsiteX142" fmla="*/ 0 w 10678681"/>
              <a:gd name="connsiteY142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0605 w 10678681"/>
              <a:gd name="connsiteY4" fmla="*/ 30449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57996 w 10678681"/>
              <a:gd name="connsiteY8" fmla="*/ 50836 h 1342734"/>
              <a:gd name="connsiteX9" fmla="*/ 10306667 w 10678681"/>
              <a:gd name="connsiteY9" fmla="*/ 10973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9929077 w 10678681"/>
              <a:gd name="connsiteY13" fmla="*/ 254478 h 1342734"/>
              <a:gd name="connsiteX14" fmla="*/ 9840045 w 10678681"/>
              <a:gd name="connsiteY14" fmla="*/ 223033 h 1342734"/>
              <a:gd name="connsiteX15" fmla="*/ 9679638 w 10678681"/>
              <a:gd name="connsiteY15" fmla="*/ 277462 h 1342734"/>
              <a:gd name="connsiteX16" fmla="*/ 9498347 w 10678681"/>
              <a:gd name="connsiteY16" fmla="*/ 244723 h 1342734"/>
              <a:gd name="connsiteX17" fmla="*/ 9399702 w 10678681"/>
              <a:gd name="connsiteY17" fmla="*/ 276316 h 1342734"/>
              <a:gd name="connsiteX18" fmla="*/ 9378439 w 10678681"/>
              <a:gd name="connsiteY18" fmla="*/ 326244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344233 w 10678681"/>
              <a:gd name="connsiteY30" fmla="*/ 610922 h 1342734"/>
              <a:gd name="connsiteX31" fmla="*/ 8290622 w 10678681"/>
              <a:gd name="connsiteY31" fmla="*/ 622687 h 1342734"/>
              <a:gd name="connsiteX32" fmla="*/ 8086698 w 10678681"/>
              <a:gd name="connsiteY32" fmla="*/ 605185 h 1342734"/>
              <a:gd name="connsiteX33" fmla="*/ 7982378 w 10678681"/>
              <a:gd name="connsiteY33" fmla="*/ 629799 h 1342734"/>
              <a:gd name="connsiteX34" fmla="*/ 7947952 w 10678681"/>
              <a:gd name="connsiteY34" fmla="*/ 648003 h 1342734"/>
              <a:gd name="connsiteX35" fmla="*/ 7890112 w 10678681"/>
              <a:gd name="connsiteY35" fmla="*/ 677915 h 1342734"/>
              <a:gd name="connsiteX36" fmla="*/ 7853284 w 10678681"/>
              <a:gd name="connsiteY36" fmla="*/ 723588 h 1342734"/>
              <a:gd name="connsiteX37" fmla="*/ 7802383 w 10678681"/>
              <a:gd name="connsiteY37" fmla="*/ 739359 h 1342734"/>
              <a:gd name="connsiteX38" fmla="*/ 7730518 w 10678681"/>
              <a:gd name="connsiteY38" fmla="*/ 739526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69396 w 10678681"/>
              <a:gd name="connsiteY45" fmla="*/ 989282 h 1342734"/>
              <a:gd name="connsiteX46" fmla="*/ 7258094 w 10678681"/>
              <a:gd name="connsiteY46" fmla="*/ 990679 h 1342734"/>
              <a:gd name="connsiteX47" fmla="*/ 7257893 w 10678681"/>
              <a:gd name="connsiteY47" fmla="*/ 991204 h 1342734"/>
              <a:gd name="connsiteX48" fmla="*/ 7247153 w 10678681"/>
              <a:gd name="connsiteY48" fmla="*/ 991550 h 1342734"/>
              <a:gd name="connsiteX49" fmla="*/ 7193612 w 10678681"/>
              <a:gd name="connsiteY49" fmla="*/ 987042 h 1342734"/>
              <a:gd name="connsiteX50" fmla="*/ 7132632 w 10678681"/>
              <a:gd name="connsiteY50" fmla="*/ 1042036 h 1342734"/>
              <a:gd name="connsiteX51" fmla="*/ 7105610 w 10678681"/>
              <a:gd name="connsiteY51" fmla="*/ 1053537 h 1342734"/>
              <a:gd name="connsiteX52" fmla="*/ 7069148 w 10678681"/>
              <a:gd name="connsiteY52" fmla="*/ 1047163 h 1342734"/>
              <a:gd name="connsiteX53" fmla="*/ 7039634 w 10678681"/>
              <a:gd name="connsiteY53" fmla="*/ 1059971 h 1342734"/>
              <a:gd name="connsiteX54" fmla="*/ 7033445 w 10678681"/>
              <a:gd name="connsiteY54" fmla="*/ 1063314 h 1342734"/>
              <a:gd name="connsiteX55" fmla="*/ 6999157 w 10678681"/>
              <a:gd name="connsiteY55" fmla="*/ 1055282 h 1342734"/>
              <a:gd name="connsiteX56" fmla="*/ 6981874 w 10678681"/>
              <a:gd name="connsiteY56" fmla="*/ 1053827 h 1342734"/>
              <a:gd name="connsiteX57" fmla="*/ 6976102 w 10678681"/>
              <a:gd name="connsiteY57" fmla="*/ 1047854 h 1342734"/>
              <a:gd name="connsiteX58" fmla="*/ 6951040 w 10678681"/>
              <a:gd name="connsiteY58" fmla="*/ 1048531 h 1342734"/>
              <a:gd name="connsiteX59" fmla="*/ 6948497 w 10678681"/>
              <a:gd name="connsiteY59" fmla="*/ 1050706 h 1342734"/>
              <a:gd name="connsiteX60" fmla="*/ 6926582 w 10678681"/>
              <a:gd name="connsiteY60" fmla="*/ 1043462 h 1342734"/>
              <a:gd name="connsiteX61" fmla="*/ 6833743 w 10678681"/>
              <a:gd name="connsiteY61" fmla="*/ 1027960 h 1342734"/>
              <a:gd name="connsiteX62" fmla="*/ 6687090 w 10678681"/>
              <a:gd name="connsiteY62" fmla="*/ 1063250 h 1342734"/>
              <a:gd name="connsiteX63" fmla="*/ 6437450 w 10678681"/>
              <a:gd name="connsiteY63" fmla="*/ 1101075 h 1342734"/>
              <a:gd name="connsiteX64" fmla="*/ 6327795 w 10678681"/>
              <a:gd name="connsiteY64" fmla="*/ 1088142 h 1342734"/>
              <a:gd name="connsiteX65" fmla="*/ 6136549 w 10678681"/>
              <a:gd name="connsiteY65" fmla="*/ 1100268 h 1342734"/>
              <a:gd name="connsiteX66" fmla="*/ 6004655 w 10678681"/>
              <a:gd name="connsiteY66" fmla="*/ 1114946 h 1342734"/>
              <a:gd name="connsiteX67" fmla="*/ 5936643 w 10678681"/>
              <a:gd name="connsiteY67" fmla="*/ 1095428 h 1342734"/>
              <a:gd name="connsiteX68" fmla="*/ 5912484 w 10678681"/>
              <a:gd name="connsiteY68" fmla="*/ 1112624 h 1342734"/>
              <a:gd name="connsiteX69" fmla="*/ 5908387 w 10678681"/>
              <a:gd name="connsiteY69" fmla="*/ 1116018 h 1342734"/>
              <a:gd name="connsiteX70" fmla="*/ 5890495 w 10678681"/>
              <a:gd name="connsiteY70" fmla="*/ 1120268 h 1342734"/>
              <a:gd name="connsiteX71" fmla="*/ 5887318 w 10678681"/>
              <a:gd name="connsiteY71" fmla="*/ 1133134 h 1342734"/>
              <a:gd name="connsiteX72" fmla="*/ 5861726 w 10678681"/>
              <a:gd name="connsiteY72" fmla="*/ 1147891 h 1342734"/>
              <a:gd name="connsiteX73" fmla="*/ 5805823 w 10678681"/>
              <a:gd name="connsiteY73" fmla="*/ 1152457 h 1342734"/>
              <a:gd name="connsiteX74" fmla="*/ 5689841 w 10678681"/>
              <a:gd name="connsiteY74" fmla="*/ 1176232 h 1342734"/>
              <a:gd name="connsiteX75" fmla="*/ 5605119 w 10678681"/>
              <a:gd name="connsiteY75" fmla="*/ 1190202 h 1342734"/>
              <a:gd name="connsiteX76" fmla="*/ 5488513 w 10678681"/>
              <a:gd name="connsiteY76" fmla="*/ 1205367 h 1342734"/>
              <a:gd name="connsiteX77" fmla="*/ 5402905 w 10678681"/>
              <a:gd name="connsiteY77" fmla="*/ 1241191 h 1342734"/>
              <a:gd name="connsiteX78" fmla="*/ 5285593 w 10678681"/>
              <a:gd name="connsiteY78" fmla="*/ 1273569 h 1342734"/>
              <a:gd name="connsiteX79" fmla="*/ 5192893 w 10678681"/>
              <a:gd name="connsiteY79" fmla="*/ 1247188 h 1342734"/>
              <a:gd name="connsiteX80" fmla="*/ 5186475 w 10678681"/>
              <a:gd name="connsiteY80" fmla="*/ 1257028 h 1342734"/>
              <a:gd name="connsiteX81" fmla="*/ 5126038 w 10678681"/>
              <a:gd name="connsiteY81" fmla="*/ 1263189 h 1342734"/>
              <a:gd name="connsiteX82" fmla="*/ 4894688 w 10678681"/>
              <a:gd name="connsiteY82" fmla="*/ 1247184 h 1342734"/>
              <a:gd name="connsiteX83" fmla="*/ 4788036 w 10678681"/>
              <a:gd name="connsiteY83" fmla="*/ 1238182 h 1342734"/>
              <a:gd name="connsiteX84" fmla="*/ 4747555 w 10678681"/>
              <a:gd name="connsiteY84" fmla="*/ 1252768 h 1342734"/>
              <a:gd name="connsiteX85" fmla="*/ 4679644 w 10678681"/>
              <a:gd name="connsiteY85" fmla="*/ 1276603 h 1342734"/>
              <a:gd name="connsiteX86" fmla="*/ 4632222 w 10678681"/>
              <a:gd name="connsiteY86" fmla="*/ 1318360 h 1342734"/>
              <a:gd name="connsiteX87" fmla="*/ 4617358 w 10678681"/>
              <a:gd name="connsiteY87" fmla="*/ 1327690 h 1342734"/>
              <a:gd name="connsiteX88" fmla="*/ 4589102 w 10678681"/>
              <a:gd name="connsiteY88" fmla="*/ 1321223 h 1342734"/>
              <a:gd name="connsiteX89" fmla="*/ 4578184 w 10678681"/>
              <a:gd name="connsiteY89" fmla="*/ 1326745 h 1342734"/>
              <a:gd name="connsiteX90" fmla="*/ 4574270 w 10678681"/>
              <a:gd name="connsiteY90" fmla="*/ 1325878 h 1342734"/>
              <a:gd name="connsiteX91" fmla="*/ 4564919 w 10678681"/>
              <a:gd name="connsiteY91" fmla="*/ 1325507 h 1342734"/>
              <a:gd name="connsiteX92" fmla="*/ 4566586 w 10678681"/>
              <a:gd name="connsiteY92" fmla="*/ 1316963 h 1342734"/>
              <a:gd name="connsiteX93" fmla="*/ 4556303 w 10678681"/>
              <a:gd name="connsiteY93" fmla="*/ 1300262 h 1342734"/>
              <a:gd name="connsiteX94" fmla="*/ 4502358 w 10678681"/>
              <a:gd name="connsiteY94" fmla="*/ 1302558 h 1342734"/>
              <a:gd name="connsiteX95" fmla="*/ 4498919 w 10678681"/>
              <a:gd name="connsiteY95" fmla="*/ 1312115 h 1342734"/>
              <a:gd name="connsiteX96" fmla="*/ 4492075 w 10678681"/>
              <a:gd name="connsiteY96" fmla="*/ 1313357 h 1342734"/>
              <a:gd name="connsiteX97" fmla="*/ 4487466 w 10678681"/>
              <a:gd name="connsiteY97" fmla="*/ 1304102 h 1342734"/>
              <a:gd name="connsiteX98" fmla="*/ 4398292 w 10678681"/>
              <a:gd name="connsiteY98" fmla="*/ 1278410 h 1342734"/>
              <a:gd name="connsiteX99" fmla="*/ 4306088 w 10678681"/>
              <a:gd name="connsiteY99" fmla="*/ 1282512 h 1342734"/>
              <a:gd name="connsiteX100" fmla="*/ 4188995 w 10678681"/>
              <a:gd name="connsiteY100" fmla="*/ 1296718 h 1342734"/>
              <a:gd name="connsiteX101" fmla="*/ 4136582 w 10678681"/>
              <a:gd name="connsiteY101" fmla="*/ 1287687 h 1342734"/>
              <a:gd name="connsiteX102" fmla="*/ 4064614 w 10678681"/>
              <a:gd name="connsiteY102" fmla="*/ 1296118 h 1342734"/>
              <a:gd name="connsiteX103" fmla="*/ 3900948 w 10678681"/>
              <a:gd name="connsiteY103" fmla="*/ 1322156 h 1342734"/>
              <a:gd name="connsiteX104" fmla="*/ 3787890 w 10678681"/>
              <a:gd name="connsiteY104" fmla="*/ 1322164 h 1342734"/>
              <a:gd name="connsiteX105" fmla="*/ 3745993 w 10678681"/>
              <a:gd name="connsiteY105" fmla="*/ 1342630 h 1342734"/>
              <a:gd name="connsiteX106" fmla="*/ 3675785 w 10678681"/>
              <a:gd name="connsiteY106" fmla="*/ 1326802 h 1342734"/>
              <a:gd name="connsiteX107" fmla="*/ 3623856 w 10678681"/>
              <a:gd name="connsiteY107" fmla="*/ 1290804 h 1342734"/>
              <a:gd name="connsiteX108" fmla="*/ 3564933 w 10678681"/>
              <a:gd name="connsiteY108" fmla="*/ 1287147 h 1342734"/>
              <a:gd name="connsiteX109" fmla="*/ 3550537 w 10678681"/>
              <a:gd name="connsiteY109" fmla="*/ 1317552 h 1342734"/>
              <a:gd name="connsiteX110" fmla="*/ 3487736 w 10678681"/>
              <a:gd name="connsiteY110" fmla="*/ 1303493 h 1342734"/>
              <a:gd name="connsiteX111" fmla="*/ 3392548 w 10678681"/>
              <a:gd name="connsiteY111" fmla="*/ 1278741 h 1342734"/>
              <a:gd name="connsiteX112" fmla="*/ 3337466 w 10678681"/>
              <a:gd name="connsiteY112" fmla="*/ 1272537 h 1342734"/>
              <a:gd name="connsiteX113" fmla="*/ 3175981 w 10678681"/>
              <a:gd name="connsiteY113" fmla="*/ 1208973 h 1342734"/>
              <a:gd name="connsiteX114" fmla="*/ 3036856 w 10678681"/>
              <a:gd name="connsiteY114" fmla="*/ 1214383 h 1342734"/>
              <a:gd name="connsiteX115" fmla="*/ 2824973 w 10678681"/>
              <a:gd name="connsiteY115" fmla="*/ 1134864 h 1342734"/>
              <a:gd name="connsiteX116" fmla="*/ 2804398 w 10678681"/>
              <a:gd name="connsiteY116" fmla="*/ 1125556 h 1342734"/>
              <a:gd name="connsiteX117" fmla="*/ 2736109 w 10678681"/>
              <a:gd name="connsiteY117" fmla="*/ 1137717 h 1342734"/>
              <a:gd name="connsiteX118" fmla="*/ 2659096 w 10678681"/>
              <a:gd name="connsiteY118" fmla="*/ 1150294 h 1342734"/>
              <a:gd name="connsiteX119" fmla="*/ 2567088 w 10678681"/>
              <a:gd name="connsiteY119" fmla="*/ 1181781 h 1342734"/>
              <a:gd name="connsiteX120" fmla="*/ 2454501 w 10678681"/>
              <a:gd name="connsiteY120" fmla="*/ 1155455 h 1342734"/>
              <a:gd name="connsiteX121" fmla="*/ 2385161 w 10678681"/>
              <a:gd name="connsiteY121" fmla="*/ 1161312 h 1342734"/>
              <a:gd name="connsiteX122" fmla="*/ 2273361 w 10678681"/>
              <a:gd name="connsiteY122" fmla="*/ 1134090 h 1342734"/>
              <a:gd name="connsiteX123" fmla="*/ 2132003 w 10678681"/>
              <a:gd name="connsiteY123" fmla="*/ 1139225 h 1342734"/>
              <a:gd name="connsiteX124" fmla="*/ 2041224 w 10678681"/>
              <a:gd name="connsiteY124" fmla="*/ 1147536 h 1342734"/>
              <a:gd name="connsiteX125" fmla="*/ 2010157 w 10678681"/>
              <a:gd name="connsiteY125" fmla="*/ 1152767 h 1342734"/>
              <a:gd name="connsiteX126" fmla="*/ 1859213 w 10678681"/>
              <a:gd name="connsiteY126" fmla="*/ 1199540 h 1342734"/>
              <a:gd name="connsiteX127" fmla="*/ 1735877 w 10678681"/>
              <a:gd name="connsiteY127" fmla="*/ 1246527 h 1342734"/>
              <a:gd name="connsiteX128" fmla="*/ 1705069 w 10678681"/>
              <a:gd name="connsiteY128" fmla="*/ 1251989 h 1342734"/>
              <a:gd name="connsiteX129" fmla="*/ 1307888 w 10678681"/>
              <a:gd name="connsiteY129" fmla="*/ 1283156 h 1342734"/>
              <a:gd name="connsiteX130" fmla="*/ 1220734 w 10678681"/>
              <a:gd name="connsiteY130" fmla="*/ 1257811 h 1342734"/>
              <a:gd name="connsiteX131" fmla="*/ 1021737 w 10678681"/>
              <a:gd name="connsiteY131" fmla="*/ 1238739 h 1342734"/>
              <a:gd name="connsiteX132" fmla="*/ 959820 w 10678681"/>
              <a:gd name="connsiteY132" fmla="*/ 1275863 h 1342734"/>
              <a:gd name="connsiteX133" fmla="*/ 929137 w 10678681"/>
              <a:gd name="connsiteY133" fmla="*/ 1273957 h 1342734"/>
              <a:gd name="connsiteX134" fmla="*/ 878849 w 10678681"/>
              <a:gd name="connsiteY134" fmla="*/ 1266740 h 1342734"/>
              <a:gd name="connsiteX135" fmla="*/ 800667 w 10678681"/>
              <a:gd name="connsiteY135" fmla="*/ 1282041 h 1342734"/>
              <a:gd name="connsiteX136" fmla="*/ 644906 w 10678681"/>
              <a:gd name="connsiteY136" fmla="*/ 1273685 h 1342734"/>
              <a:gd name="connsiteX137" fmla="*/ 379869 w 10678681"/>
              <a:gd name="connsiteY137" fmla="*/ 1339165 h 1342734"/>
              <a:gd name="connsiteX138" fmla="*/ 137696 w 10678681"/>
              <a:gd name="connsiteY138" fmla="*/ 1319217 h 1342734"/>
              <a:gd name="connsiteX139" fmla="*/ 54250 w 10678681"/>
              <a:gd name="connsiteY139" fmla="*/ 1315838 h 1342734"/>
              <a:gd name="connsiteX140" fmla="*/ 28042 w 10678681"/>
              <a:gd name="connsiteY140" fmla="*/ 1297822 h 1342734"/>
              <a:gd name="connsiteX141" fmla="*/ 0 w 10678681"/>
              <a:gd name="connsiteY141" fmla="*/ 1294612 h 1342734"/>
              <a:gd name="connsiteX142" fmla="*/ 0 w 10678681"/>
              <a:gd name="connsiteY142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0605 w 10678681"/>
              <a:gd name="connsiteY4" fmla="*/ 30449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57996 w 10678681"/>
              <a:gd name="connsiteY8" fmla="*/ 50836 h 1342734"/>
              <a:gd name="connsiteX9" fmla="*/ 10306667 w 10678681"/>
              <a:gd name="connsiteY9" fmla="*/ 10973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9929077 w 10678681"/>
              <a:gd name="connsiteY13" fmla="*/ 254478 h 1342734"/>
              <a:gd name="connsiteX14" fmla="*/ 9840045 w 10678681"/>
              <a:gd name="connsiteY14" fmla="*/ 223033 h 1342734"/>
              <a:gd name="connsiteX15" fmla="*/ 9679638 w 10678681"/>
              <a:gd name="connsiteY15" fmla="*/ 277462 h 1342734"/>
              <a:gd name="connsiteX16" fmla="*/ 9498347 w 10678681"/>
              <a:gd name="connsiteY16" fmla="*/ 244723 h 1342734"/>
              <a:gd name="connsiteX17" fmla="*/ 9399702 w 10678681"/>
              <a:gd name="connsiteY17" fmla="*/ 276316 h 1342734"/>
              <a:gd name="connsiteX18" fmla="*/ 9378439 w 10678681"/>
              <a:gd name="connsiteY18" fmla="*/ 326244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344233 w 10678681"/>
              <a:gd name="connsiteY30" fmla="*/ 610922 h 1342734"/>
              <a:gd name="connsiteX31" fmla="*/ 8290622 w 10678681"/>
              <a:gd name="connsiteY31" fmla="*/ 622687 h 1342734"/>
              <a:gd name="connsiteX32" fmla="*/ 8086698 w 10678681"/>
              <a:gd name="connsiteY32" fmla="*/ 605185 h 1342734"/>
              <a:gd name="connsiteX33" fmla="*/ 7982378 w 10678681"/>
              <a:gd name="connsiteY33" fmla="*/ 629799 h 1342734"/>
              <a:gd name="connsiteX34" fmla="*/ 7947952 w 10678681"/>
              <a:gd name="connsiteY34" fmla="*/ 648003 h 1342734"/>
              <a:gd name="connsiteX35" fmla="*/ 7890112 w 10678681"/>
              <a:gd name="connsiteY35" fmla="*/ 677915 h 1342734"/>
              <a:gd name="connsiteX36" fmla="*/ 7853284 w 10678681"/>
              <a:gd name="connsiteY36" fmla="*/ 723588 h 1342734"/>
              <a:gd name="connsiteX37" fmla="*/ 7802383 w 10678681"/>
              <a:gd name="connsiteY37" fmla="*/ 739359 h 1342734"/>
              <a:gd name="connsiteX38" fmla="*/ 7730518 w 10678681"/>
              <a:gd name="connsiteY38" fmla="*/ 739526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69396 w 10678681"/>
              <a:gd name="connsiteY45" fmla="*/ 989282 h 1342734"/>
              <a:gd name="connsiteX46" fmla="*/ 7258094 w 10678681"/>
              <a:gd name="connsiteY46" fmla="*/ 990679 h 1342734"/>
              <a:gd name="connsiteX47" fmla="*/ 7257893 w 10678681"/>
              <a:gd name="connsiteY47" fmla="*/ 991204 h 1342734"/>
              <a:gd name="connsiteX48" fmla="*/ 7247153 w 10678681"/>
              <a:gd name="connsiteY48" fmla="*/ 991550 h 1342734"/>
              <a:gd name="connsiteX49" fmla="*/ 7193612 w 10678681"/>
              <a:gd name="connsiteY49" fmla="*/ 987042 h 1342734"/>
              <a:gd name="connsiteX50" fmla="*/ 7132632 w 10678681"/>
              <a:gd name="connsiteY50" fmla="*/ 1042036 h 1342734"/>
              <a:gd name="connsiteX51" fmla="*/ 7105610 w 10678681"/>
              <a:gd name="connsiteY51" fmla="*/ 1053537 h 1342734"/>
              <a:gd name="connsiteX52" fmla="*/ 7069148 w 10678681"/>
              <a:gd name="connsiteY52" fmla="*/ 1047163 h 1342734"/>
              <a:gd name="connsiteX53" fmla="*/ 7039634 w 10678681"/>
              <a:gd name="connsiteY53" fmla="*/ 1059971 h 1342734"/>
              <a:gd name="connsiteX54" fmla="*/ 7033445 w 10678681"/>
              <a:gd name="connsiteY54" fmla="*/ 1063314 h 1342734"/>
              <a:gd name="connsiteX55" fmla="*/ 6999157 w 10678681"/>
              <a:gd name="connsiteY55" fmla="*/ 1055282 h 1342734"/>
              <a:gd name="connsiteX56" fmla="*/ 6981874 w 10678681"/>
              <a:gd name="connsiteY56" fmla="*/ 1053827 h 1342734"/>
              <a:gd name="connsiteX57" fmla="*/ 6976102 w 10678681"/>
              <a:gd name="connsiteY57" fmla="*/ 1047854 h 1342734"/>
              <a:gd name="connsiteX58" fmla="*/ 6951040 w 10678681"/>
              <a:gd name="connsiteY58" fmla="*/ 1048531 h 1342734"/>
              <a:gd name="connsiteX59" fmla="*/ 6948497 w 10678681"/>
              <a:gd name="connsiteY59" fmla="*/ 1050706 h 1342734"/>
              <a:gd name="connsiteX60" fmla="*/ 6926582 w 10678681"/>
              <a:gd name="connsiteY60" fmla="*/ 1043462 h 1342734"/>
              <a:gd name="connsiteX61" fmla="*/ 6833743 w 10678681"/>
              <a:gd name="connsiteY61" fmla="*/ 1027960 h 1342734"/>
              <a:gd name="connsiteX62" fmla="*/ 6687090 w 10678681"/>
              <a:gd name="connsiteY62" fmla="*/ 1063250 h 1342734"/>
              <a:gd name="connsiteX63" fmla="*/ 6437450 w 10678681"/>
              <a:gd name="connsiteY63" fmla="*/ 1101075 h 1342734"/>
              <a:gd name="connsiteX64" fmla="*/ 6327795 w 10678681"/>
              <a:gd name="connsiteY64" fmla="*/ 1088142 h 1342734"/>
              <a:gd name="connsiteX65" fmla="*/ 6136549 w 10678681"/>
              <a:gd name="connsiteY65" fmla="*/ 1100268 h 1342734"/>
              <a:gd name="connsiteX66" fmla="*/ 6004655 w 10678681"/>
              <a:gd name="connsiteY66" fmla="*/ 1114946 h 1342734"/>
              <a:gd name="connsiteX67" fmla="*/ 5936643 w 10678681"/>
              <a:gd name="connsiteY67" fmla="*/ 1095428 h 1342734"/>
              <a:gd name="connsiteX68" fmla="*/ 5912484 w 10678681"/>
              <a:gd name="connsiteY68" fmla="*/ 1112624 h 1342734"/>
              <a:gd name="connsiteX69" fmla="*/ 5908387 w 10678681"/>
              <a:gd name="connsiteY69" fmla="*/ 1116018 h 1342734"/>
              <a:gd name="connsiteX70" fmla="*/ 5890495 w 10678681"/>
              <a:gd name="connsiteY70" fmla="*/ 1120268 h 1342734"/>
              <a:gd name="connsiteX71" fmla="*/ 5887318 w 10678681"/>
              <a:gd name="connsiteY71" fmla="*/ 1133134 h 1342734"/>
              <a:gd name="connsiteX72" fmla="*/ 5861726 w 10678681"/>
              <a:gd name="connsiteY72" fmla="*/ 1147891 h 1342734"/>
              <a:gd name="connsiteX73" fmla="*/ 5805823 w 10678681"/>
              <a:gd name="connsiteY73" fmla="*/ 1152457 h 1342734"/>
              <a:gd name="connsiteX74" fmla="*/ 5689841 w 10678681"/>
              <a:gd name="connsiteY74" fmla="*/ 1176232 h 1342734"/>
              <a:gd name="connsiteX75" fmla="*/ 5605119 w 10678681"/>
              <a:gd name="connsiteY75" fmla="*/ 1190202 h 1342734"/>
              <a:gd name="connsiteX76" fmla="*/ 5488513 w 10678681"/>
              <a:gd name="connsiteY76" fmla="*/ 1205367 h 1342734"/>
              <a:gd name="connsiteX77" fmla="*/ 5402905 w 10678681"/>
              <a:gd name="connsiteY77" fmla="*/ 1241191 h 1342734"/>
              <a:gd name="connsiteX78" fmla="*/ 5285593 w 10678681"/>
              <a:gd name="connsiteY78" fmla="*/ 1273569 h 1342734"/>
              <a:gd name="connsiteX79" fmla="*/ 5192893 w 10678681"/>
              <a:gd name="connsiteY79" fmla="*/ 1247188 h 1342734"/>
              <a:gd name="connsiteX80" fmla="*/ 5186475 w 10678681"/>
              <a:gd name="connsiteY80" fmla="*/ 1257028 h 1342734"/>
              <a:gd name="connsiteX81" fmla="*/ 5126038 w 10678681"/>
              <a:gd name="connsiteY81" fmla="*/ 1263189 h 1342734"/>
              <a:gd name="connsiteX82" fmla="*/ 4894688 w 10678681"/>
              <a:gd name="connsiteY82" fmla="*/ 1247184 h 1342734"/>
              <a:gd name="connsiteX83" fmla="*/ 4788036 w 10678681"/>
              <a:gd name="connsiteY83" fmla="*/ 1238182 h 1342734"/>
              <a:gd name="connsiteX84" fmla="*/ 4747555 w 10678681"/>
              <a:gd name="connsiteY84" fmla="*/ 1252768 h 1342734"/>
              <a:gd name="connsiteX85" fmla="*/ 4679644 w 10678681"/>
              <a:gd name="connsiteY85" fmla="*/ 1276603 h 1342734"/>
              <a:gd name="connsiteX86" fmla="*/ 4632222 w 10678681"/>
              <a:gd name="connsiteY86" fmla="*/ 1318360 h 1342734"/>
              <a:gd name="connsiteX87" fmla="*/ 4617358 w 10678681"/>
              <a:gd name="connsiteY87" fmla="*/ 1327690 h 1342734"/>
              <a:gd name="connsiteX88" fmla="*/ 4589102 w 10678681"/>
              <a:gd name="connsiteY88" fmla="*/ 1321223 h 1342734"/>
              <a:gd name="connsiteX89" fmla="*/ 4578184 w 10678681"/>
              <a:gd name="connsiteY89" fmla="*/ 1326745 h 1342734"/>
              <a:gd name="connsiteX90" fmla="*/ 4574270 w 10678681"/>
              <a:gd name="connsiteY90" fmla="*/ 1325878 h 1342734"/>
              <a:gd name="connsiteX91" fmla="*/ 4564919 w 10678681"/>
              <a:gd name="connsiteY91" fmla="*/ 1325507 h 1342734"/>
              <a:gd name="connsiteX92" fmla="*/ 4566586 w 10678681"/>
              <a:gd name="connsiteY92" fmla="*/ 1316963 h 1342734"/>
              <a:gd name="connsiteX93" fmla="*/ 4556303 w 10678681"/>
              <a:gd name="connsiteY93" fmla="*/ 1300262 h 1342734"/>
              <a:gd name="connsiteX94" fmla="*/ 4502358 w 10678681"/>
              <a:gd name="connsiteY94" fmla="*/ 1302558 h 1342734"/>
              <a:gd name="connsiteX95" fmla="*/ 4498919 w 10678681"/>
              <a:gd name="connsiteY95" fmla="*/ 1312115 h 1342734"/>
              <a:gd name="connsiteX96" fmla="*/ 4492075 w 10678681"/>
              <a:gd name="connsiteY96" fmla="*/ 1313357 h 1342734"/>
              <a:gd name="connsiteX97" fmla="*/ 4487466 w 10678681"/>
              <a:gd name="connsiteY97" fmla="*/ 1304102 h 1342734"/>
              <a:gd name="connsiteX98" fmla="*/ 4398292 w 10678681"/>
              <a:gd name="connsiteY98" fmla="*/ 1278410 h 1342734"/>
              <a:gd name="connsiteX99" fmla="*/ 4306088 w 10678681"/>
              <a:gd name="connsiteY99" fmla="*/ 1282512 h 1342734"/>
              <a:gd name="connsiteX100" fmla="*/ 4188995 w 10678681"/>
              <a:gd name="connsiteY100" fmla="*/ 1296718 h 1342734"/>
              <a:gd name="connsiteX101" fmla="*/ 4136582 w 10678681"/>
              <a:gd name="connsiteY101" fmla="*/ 1287687 h 1342734"/>
              <a:gd name="connsiteX102" fmla="*/ 4064614 w 10678681"/>
              <a:gd name="connsiteY102" fmla="*/ 1296118 h 1342734"/>
              <a:gd name="connsiteX103" fmla="*/ 3900948 w 10678681"/>
              <a:gd name="connsiteY103" fmla="*/ 1322156 h 1342734"/>
              <a:gd name="connsiteX104" fmla="*/ 3787890 w 10678681"/>
              <a:gd name="connsiteY104" fmla="*/ 1322164 h 1342734"/>
              <a:gd name="connsiteX105" fmla="*/ 3745993 w 10678681"/>
              <a:gd name="connsiteY105" fmla="*/ 1342630 h 1342734"/>
              <a:gd name="connsiteX106" fmla="*/ 3675785 w 10678681"/>
              <a:gd name="connsiteY106" fmla="*/ 1326802 h 1342734"/>
              <a:gd name="connsiteX107" fmla="*/ 3623856 w 10678681"/>
              <a:gd name="connsiteY107" fmla="*/ 1290804 h 1342734"/>
              <a:gd name="connsiteX108" fmla="*/ 3564933 w 10678681"/>
              <a:gd name="connsiteY108" fmla="*/ 1287147 h 1342734"/>
              <a:gd name="connsiteX109" fmla="*/ 3550537 w 10678681"/>
              <a:gd name="connsiteY109" fmla="*/ 1317552 h 1342734"/>
              <a:gd name="connsiteX110" fmla="*/ 3487736 w 10678681"/>
              <a:gd name="connsiteY110" fmla="*/ 1303493 h 1342734"/>
              <a:gd name="connsiteX111" fmla="*/ 3392548 w 10678681"/>
              <a:gd name="connsiteY111" fmla="*/ 1278741 h 1342734"/>
              <a:gd name="connsiteX112" fmla="*/ 3337466 w 10678681"/>
              <a:gd name="connsiteY112" fmla="*/ 1272537 h 1342734"/>
              <a:gd name="connsiteX113" fmla="*/ 3175981 w 10678681"/>
              <a:gd name="connsiteY113" fmla="*/ 1208973 h 1342734"/>
              <a:gd name="connsiteX114" fmla="*/ 3036856 w 10678681"/>
              <a:gd name="connsiteY114" fmla="*/ 1214383 h 1342734"/>
              <a:gd name="connsiteX115" fmla="*/ 2824973 w 10678681"/>
              <a:gd name="connsiteY115" fmla="*/ 1134864 h 1342734"/>
              <a:gd name="connsiteX116" fmla="*/ 2804398 w 10678681"/>
              <a:gd name="connsiteY116" fmla="*/ 1125556 h 1342734"/>
              <a:gd name="connsiteX117" fmla="*/ 2736109 w 10678681"/>
              <a:gd name="connsiteY117" fmla="*/ 1137717 h 1342734"/>
              <a:gd name="connsiteX118" fmla="*/ 2659096 w 10678681"/>
              <a:gd name="connsiteY118" fmla="*/ 1150294 h 1342734"/>
              <a:gd name="connsiteX119" fmla="*/ 2567088 w 10678681"/>
              <a:gd name="connsiteY119" fmla="*/ 1181781 h 1342734"/>
              <a:gd name="connsiteX120" fmla="*/ 2454501 w 10678681"/>
              <a:gd name="connsiteY120" fmla="*/ 1155455 h 1342734"/>
              <a:gd name="connsiteX121" fmla="*/ 2385161 w 10678681"/>
              <a:gd name="connsiteY121" fmla="*/ 1161312 h 1342734"/>
              <a:gd name="connsiteX122" fmla="*/ 2273361 w 10678681"/>
              <a:gd name="connsiteY122" fmla="*/ 1134090 h 1342734"/>
              <a:gd name="connsiteX123" fmla="*/ 2132003 w 10678681"/>
              <a:gd name="connsiteY123" fmla="*/ 1139225 h 1342734"/>
              <a:gd name="connsiteX124" fmla="*/ 2041224 w 10678681"/>
              <a:gd name="connsiteY124" fmla="*/ 1147536 h 1342734"/>
              <a:gd name="connsiteX125" fmla="*/ 2010157 w 10678681"/>
              <a:gd name="connsiteY125" fmla="*/ 1152767 h 1342734"/>
              <a:gd name="connsiteX126" fmla="*/ 1859213 w 10678681"/>
              <a:gd name="connsiteY126" fmla="*/ 1199540 h 1342734"/>
              <a:gd name="connsiteX127" fmla="*/ 1735877 w 10678681"/>
              <a:gd name="connsiteY127" fmla="*/ 1246527 h 1342734"/>
              <a:gd name="connsiteX128" fmla="*/ 1705069 w 10678681"/>
              <a:gd name="connsiteY128" fmla="*/ 1251989 h 1342734"/>
              <a:gd name="connsiteX129" fmla="*/ 1307888 w 10678681"/>
              <a:gd name="connsiteY129" fmla="*/ 1283156 h 1342734"/>
              <a:gd name="connsiteX130" fmla="*/ 1220734 w 10678681"/>
              <a:gd name="connsiteY130" fmla="*/ 1257811 h 1342734"/>
              <a:gd name="connsiteX131" fmla="*/ 1021737 w 10678681"/>
              <a:gd name="connsiteY131" fmla="*/ 1238739 h 1342734"/>
              <a:gd name="connsiteX132" fmla="*/ 959820 w 10678681"/>
              <a:gd name="connsiteY132" fmla="*/ 1275863 h 1342734"/>
              <a:gd name="connsiteX133" fmla="*/ 929137 w 10678681"/>
              <a:gd name="connsiteY133" fmla="*/ 1273957 h 1342734"/>
              <a:gd name="connsiteX134" fmla="*/ 878849 w 10678681"/>
              <a:gd name="connsiteY134" fmla="*/ 1266740 h 1342734"/>
              <a:gd name="connsiteX135" fmla="*/ 800667 w 10678681"/>
              <a:gd name="connsiteY135" fmla="*/ 1282041 h 1342734"/>
              <a:gd name="connsiteX136" fmla="*/ 644906 w 10678681"/>
              <a:gd name="connsiteY136" fmla="*/ 1273685 h 1342734"/>
              <a:gd name="connsiteX137" fmla="*/ 379869 w 10678681"/>
              <a:gd name="connsiteY137" fmla="*/ 1339165 h 1342734"/>
              <a:gd name="connsiteX138" fmla="*/ 137696 w 10678681"/>
              <a:gd name="connsiteY138" fmla="*/ 1319217 h 1342734"/>
              <a:gd name="connsiteX139" fmla="*/ 54250 w 10678681"/>
              <a:gd name="connsiteY139" fmla="*/ 1315838 h 1342734"/>
              <a:gd name="connsiteX140" fmla="*/ 28042 w 10678681"/>
              <a:gd name="connsiteY140" fmla="*/ 1297822 h 1342734"/>
              <a:gd name="connsiteX141" fmla="*/ 0 w 10678681"/>
              <a:gd name="connsiteY141" fmla="*/ 1294612 h 1342734"/>
              <a:gd name="connsiteX142" fmla="*/ 0 w 10678681"/>
              <a:gd name="connsiteY142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0605 w 10678681"/>
              <a:gd name="connsiteY4" fmla="*/ 30449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57996 w 10678681"/>
              <a:gd name="connsiteY8" fmla="*/ 50836 h 1342734"/>
              <a:gd name="connsiteX9" fmla="*/ 10244930 w 10678681"/>
              <a:gd name="connsiteY9" fmla="*/ 9459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9929077 w 10678681"/>
              <a:gd name="connsiteY13" fmla="*/ 254478 h 1342734"/>
              <a:gd name="connsiteX14" fmla="*/ 9840045 w 10678681"/>
              <a:gd name="connsiteY14" fmla="*/ 223033 h 1342734"/>
              <a:gd name="connsiteX15" fmla="*/ 9679638 w 10678681"/>
              <a:gd name="connsiteY15" fmla="*/ 277462 h 1342734"/>
              <a:gd name="connsiteX16" fmla="*/ 9498347 w 10678681"/>
              <a:gd name="connsiteY16" fmla="*/ 244723 h 1342734"/>
              <a:gd name="connsiteX17" fmla="*/ 9399702 w 10678681"/>
              <a:gd name="connsiteY17" fmla="*/ 276316 h 1342734"/>
              <a:gd name="connsiteX18" fmla="*/ 9378439 w 10678681"/>
              <a:gd name="connsiteY18" fmla="*/ 326244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344233 w 10678681"/>
              <a:gd name="connsiteY30" fmla="*/ 610922 h 1342734"/>
              <a:gd name="connsiteX31" fmla="*/ 8290622 w 10678681"/>
              <a:gd name="connsiteY31" fmla="*/ 622687 h 1342734"/>
              <a:gd name="connsiteX32" fmla="*/ 8086698 w 10678681"/>
              <a:gd name="connsiteY32" fmla="*/ 605185 h 1342734"/>
              <a:gd name="connsiteX33" fmla="*/ 7982378 w 10678681"/>
              <a:gd name="connsiteY33" fmla="*/ 629799 h 1342734"/>
              <a:gd name="connsiteX34" fmla="*/ 7947952 w 10678681"/>
              <a:gd name="connsiteY34" fmla="*/ 648003 h 1342734"/>
              <a:gd name="connsiteX35" fmla="*/ 7890112 w 10678681"/>
              <a:gd name="connsiteY35" fmla="*/ 677915 h 1342734"/>
              <a:gd name="connsiteX36" fmla="*/ 7853284 w 10678681"/>
              <a:gd name="connsiteY36" fmla="*/ 723588 h 1342734"/>
              <a:gd name="connsiteX37" fmla="*/ 7802383 w 10678681"/>
              <a:gd name="connsiteY37" fmla="*/ 739359 h 1342734"/>
              <a:gd name="connsiteX38" fmla="*/ 7730518 w 10678681"/>
              <a:gd name="connsiteY38" fmla="*/ 739526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69396 w 10678681"/>
              <a:gd name="connsiteY45" fmla="*/ 989282 h 1342734"/>
              <a:gd name="connsiteX46" fmla="*/ 7258094 w 10678681"/>
              <a:gd name="connsiteY46" fmla="*/ 990679 h 1342734"/>
              <a:gd name="connsiteX47" fmla="*/ 7257893 w 10678681"/>
              <a:gd name="connsiteY47" fmla="*/ 991204 h 1342734"/>
              <a:gd name="connsiteX48" fmla="*/ 7247153 w 10678681"/>
              <a:gd name="connsiteY48" fmla="*/ 991550 h 1342734"/>
              <a:gd name="connsiteX49" fmla="*/ 7193612 w 10678681"/>
              <a:gd name="connsiteY49" fmla="*/ 987042 h 1342734"/>
              <a:gd name="connsiteX50" fmla="*/ 7132632 w 10678681"/>
              <a:gd name="connsiteY50" fmla="*/ 1042036 h 1342734"/>
              <a:gd name="connsiteX51" fmla="*/ 7105610 w 10678681"/>
              <a:gd name="connsiteY51" fmla="*/ 1053537 h 1342734"/>
              <a:gd name="connsiteX52" fmla="*/ 7069148 w 10678681"/>
              <a:gd name="connsiteY52" fmla="*/ 1047163 h 1342734"/>
              <a:gd name="connsiteX53" fmla="*/ 7039634 w 10678681"/>
              <a:gd name="connsiteY53" fmla="*/ 1059971 h 1342734"/>
              <a:gd name="connsiteX54" fmla="*/ 7033445 w 10678681"/>
              <a:gd name="connsiteY54" fmla="*/ 1063314 h 1342734"/>
              <a:gd name="connsiteX55" fmla="*/ 6999157 w 10678681"/>
              <a:gd name="connsiteY55" fmla="*/ 1055282 h 1342734"/>
              <a:gd name="connsiteX56" fmla="*/ 6981874 w 10678681"/>
              <a:gd name="connsiteY56" fmla="*/ 1053827 h 1342734"/>
              <a:gd name="connsiteX57" fmla="*/ 6976102 w 10678681"/>
              <a:gd name="connsiteY57" fmla="*/ 1047854 h 1342734"/>
              <a:gd name="connsiteX58" fmla="*/ 6951040 w 10678681"/>
              <a:gd name="connsiteY58" fmla="*/ 1048531 h 1342734"/>
              <a:gd name="connsiteX59" fmla="*/ 6948497 w 10678681"/>
              <a:gd name="connsiteY59" fmla="*/ 1050706 h 1342734"/>
              <a:gd name="connsiteX60" fmla="*/ 6926582 w 10678681"/>
              <a:gd name="connsiteY60" fmla="*/ 1043462 h 1342734"/>
              <a:gd name="connsiteX61" fmla="*/ 6833743 w 10678681"/>
              <a:gd name="connsiteY61" fmla="*/ 1027960 h 1342734"/>
              <a:gd name="connsiteX62" fmla="*/ 6687090 w 10678681"/>
              <a:gd name="connsiteY62" fmla="*/ 1063250 h 1342734"/>
              <a:gd name="connsiteX63" fmla="*/ 6437450 w 10678681"/>
              <a:gd name="connsiteY63" fmla="*/ 1101075 h 1342734"/>
              <a:gd name="connsiteX64" fmla="*/ 6327795 w 10678681"/>
              <a:gd name="connsiteY64" fmla="*/ 1088142 h 1342734"/>
              <a:gd name="connsiteX65" fmla="*/ 6136549 w 10678681"/>
              <a:gd name="connsiteY65" fmla="*/ 1100268 h 1342734"/>
              <a:gd name="connsiteX66" fmla="*/ 6004655 w 10678681"/>
              <a:gd name="connsiteY66" fmla="*/ 1114946 h 1342734"/>
              <a:gd name="connsiteX67" fmla="*/ 5936643 w 10678681"/>
              <a:gd name="connsiteY67" fmla="*/ 1095428 h 1342734"/>
              <a:gd name="connsiteX68" fmla="*/ 5912484 w 10678681"/>
              <a:gd name="connsiteY68" fmla="*/ 1112624 h 1342734"/>
              <a:gd name="connsiteX69" fmla="*/ 5908387 w 10678681"/>
              <a:gd name="connsiteY69" fmla="*/ 1116018 h 1342734"/>
              <a:gd name="connsiteX70" fmla="*/ 5890495 w 10678681"/>
              <a:gd name="connsiteY70" fmla="*/ 1120268 h 1342734"/>
              <a:gd name="connsiteX71" fmla="*/ 5887318 w 10678681"/>
              <a:gd name="connsiteY71" fmla="*/ 1133134 h 1342734"/>
              <a:gd name="connsiteX72" fmla="*/ 5861726 w 10678681"/>
              <a:gd name="connsiteY72" fmla="*/ 1147891 h 1342734"/>
              <a:gd name="connsiteX73" fmla="*/ 5805823 w 10678681"/>
              <a:gd name="connsiteY73" fmla="*/ 1152457 h 1342734"/>
              <a:gd name="connsiteX74" fmla="*/ 5689841 w 10678681"/>
              <a:gd name="connsiteY74" fmla="*/ 1176232 h 1342734"/>
              <a:gd name="connsiteX75" fmla="*/ 5605119 w 10678681"/>
              <a:gd name="connsiteY75" fmla="*/ 1190202 h 1342734"/>
              <a:gd name="connsiteX76" fmla="*/ 5488513 w 10678681"/>
              <a:gd name="connsiteY76" fmla="*/ 1205367 h 1342734"/>
              <a:gd name="connsiteX77" fmla="*/ 5402905 w 10678681"/>
              <a:gd name="connsiteY77" fmla="*/ 1241191 h 1342734"/>
              <a:gd name="connsiteX78" fmla="*/ 5285593 w 10678681"/>
              <a:gd name="connsiteY78" fmla="*/ 1273569 h 1342734"/>
              <a:gd name="connsiteX79" fmla="*/ 5192893 w 10678681"/>
              <a:gd name="connsiteY79" fmla="*/ 1247188 h 1342734"/>
              <a:gd name="connsiteX80" fmla="*/ 5186475 w 10678681"/>
              <a:gd name="connsiteY80" fmla="*/ 1257028 h 1342734"/>
              <a:gd name="connsiteX81" fmla="*/ 5126038 w 10678681"/>
              <a:gd name="connsiteY81" fmla="*/ 1263189 h 1342734"/>
              <a:gd name="connsiteX82" fmla="*/ 4894688 w 10678681"/>
              <a:gd name="connsiteY82" fmla="*/ 1247184 h 1342734"/>
              <a:gd name="connsiteX83" fmla="*/ 4788036 w 10678681"/>
              <a:gd name="connsiteY83" fmla="*/ 1238182 h 1342734"/>
              <a:gd name="connsiteX84" fmla="*/ 4747555 w 10678681"/>
              <a:gd name="connsiteY84" fmla="*/ 1252768 h 1342734"/>
              <a:gd name="connsiteX85" fmla="*/ 4679644 w 10678681"/>
              <a:gd name="connsiteY85" fmla="*/ 1276603 h 1342734"/>
              <a:gd name="connsiteX86" fmla="*/ 4632222 w 10678681"/>
              <a:gd name="connsiteY86" fmla="*/ 1318360 h 1342734"/>
              <a:gd name="connsiteX87" fmla="*/ 4617358 w 10678681"/>
              <a:gd name="connsiteY87" fmla="*/ 1327690 h 1342734"/>
              <a:gd name="connsiteX88" fmla="*/ 4589102 w 10678681"/>
              <a:gd name="connsiteY88" fmla="*/ 1321223 h 1342734"/>
              <a:gd name="connsiteX89" fmla="*/ 4578184 w 10678681"/>
              <a:gd name="connsiteY89" fmla="*/ 1326745 h 1342734"/>
              <a:gd name="connsiteX90" fmla="*/ 4574270 w 10678681"/>
              <a:gd name="connsiteY90" fmla="*/ 1325878 h 1342734"/>
              <a:gd name="connsiteX91" fmla="*/ 4564919 w 10678681"/>
              <a:gd name="connsiteY91" fmla="*/ 1325507 h 1342734"/>
              <a:gd name="connsiteX92" fmla="*/ 4566586 w 10678681"/>
              <a:gd name="connsiteY92" fmla="*/ 1316963 h 1342734"/>
              <a:gd name="connsiteX93" fmla="*/ 4556303 w 10678681"/>
              <a:gd name="connsiteY93" fmla="*/ 1300262 h 1342734"/>
              <a:gd name="connsiteX94" fmla="*/ 4502358 w 10678681"/>
              <a:gd name="connsiteY94" fmla="*/ 1302558 h 1342734"/>
              <a:gd name="connsiteX95" fmla="*/ 4498919 w 10678681"/>
              <a:gd name="connsiteY95" fmla="*/ 1312115 h 1342734"/>
              <a:gd name="connsiteX96" fmla="*/ 4492075 w 10678681"/>
              <a:gd name="connsiteY96" fmla="*/ 1313357 h 1342734"/>
              <a:gd name="connsiteX97" fmla="*/ 4487466 w 10678681"/>
              <a:gd name="connsiteY97" fmla="*/ 1304102 h 1342734"/>
              <a:gd name="connsiteX98" fmla="*/ 4398292 w 10678681"/>
              <a:gd name="connsiteY98" fmla="*/ 1278410 h 1342734"/>
              <a:gd name="connsiteX99" fmla="*/ 4306088 w 10678681"/>
              <a:gd name="connsiteY99" fmla="*/ 1282512 h 1342734"/>
              <a:gd name="connsiteX100" fmla="*/ 4188995 w 10678681"/>
              <a:gd name="connsiteY100" fmla="*/ 1296718 h 1342734"/>
              <a:gd name="connsiteX101" fmla="*/ 4136582 w 10678681"/>
              <a:gd name="connsiteY101" fmla="*/ 1287687 h 1342734"/>
              <a:gd name="connsiteX102" fmla="*/ 4064614 w 10678681"/>
              <a:gd name="connsiteY102" fmla="*/ 1296118 h 1342734"/>
              <a:gd name="connsiteX103" fmla="*/ 3900948 w 10678681"/>
              <a:gd name="connsiteY103" fmla="*/ 1322156 h 1342734"/>
              <a:gd name="connsiteX104" fmla="*/ 3787890 w 10678681"/>
              <a:gd name="connsiteY104" fmla="*/ 1322164 h 1342734"/>
              <a:gd name="connsiteX105" fmla="*/ 3745993 w 10678681"/>
              <a:gd name="connsiteY105" fmla="*/ 1342630 h 1342734"/>
              <a:gd name="connsiteX106" fmla="*/ 3675785 w 10678681"/>
              <a:gd name="connsiteY106" fmla="*/ 1326802 h 1342734"/>
              <a:gd name="connsiteX107" fmla="*/ 3623856 w 10678681"/>
              <a:gd name="connsiteY107" fmla="*/ 1290804 h 1342734"/>
              <a:gd name="connsiteX108" fmla="*/ 3564933 w 10678681"/>
              <a:gd name="connsiteY108" fmla="*/ 1287147 h 1342734"/>
              <a:gd name="connsiteX109" fmla="*/ 3550537 w 10678681"/>
              <a:gd name="connsiteY109" fmla="*/ 1317552 h 1342734"/>
              <a:gd name="connsiteX110" fmla="*/ 3487736 w 10678681"/>
              <a:gd name="connsiteY110" fmla="*/ 1303493 h 1342734"/>
              <a:gd name="connsiteX111" fmla="*/ 3392548 w 10678681"/>
              <a:gd name="connsiteY111" fmla="*/ 1278741 h 1342734"/>
              <a:gd name="connsiteX112" fmla="*/ 3337466 w 10678681"/>
              <a:gd name="connsiteY112" fmla="*/ 1272537 h 1342734"/>
              <a:gd name="connsiteX113" fmla="*/ 3175981 w 10678681"/>
              <a:gd name="connsiteY113" fmla="*/ 1208973 h 1342734"/>
              <a:gd name="connsiteX114" fmla="*/ 3036856 w 10678681"/>
              <a:gd name="connsiteY114" fmla="*/ 1214383 h 1342734"/>
              <a:gd name="connsiteX115" fmla="*/ 2824973 w 10678681"/>
              <a:gd name="connsiteY115" fmla="*/ 1134864 h 1342734"/>
              <a:gd name="connsiteX116" fmla="*/ 2804398 w 10678681"/>
              <a:gd name="connsiteY116" fmla="*/ 1125556 h 1342734"/>
              <a:gd name="connsiteX117" fmla="*/ 2736109 w 10678681"/>
              <a:gd name="connsiteY117" fmla="*/ 1137717 h 1342734"/>
              <a:gd name="connsiteX118" fmla="*/ 2659096 w 10678681"/>
              <a:gd name="connsiteY118" fmla="*/ 1150294 h 1342734"/>
              <a:gd name="connsiteX119" fmla="*/ 2567088 w 10678681"/>
              <a:gd name="connsiteY119" fmla="*/ 1181781 h 1342734"/>
              <a:gd name="connsiteX120" fmla="*/ 2454501 w 10678681"/>
              <a:gd name="connsiteY120" fmla="*/ 1155455 h 1342734"/>
              <a:gd name="connsiteX121" fmla="*/ 2385161 w 10678681"/>
              <a:gd name="connsiteY121" fmla="*/ 1161312 h 1342734"/>
              <a:gd name="connsiteX122" fmla="*/ 2273361 w 10678681"/>
              <a:gd name="connsiteY122" fmla="*/ 1134090 h 1342734"/>
              <a:gd name="connsiteX123" fmla="*/ 2132003 w 10678681"/>
              <a:gd name="connsiteY123" fmla="*/ 1139225 h 1342734"/>
              <a:gd name="connsiteX124" fmla="*/ 2041224 w 10678681"/>
              <a:gd name="connsiteY124" fmla="*/ 1147536 h 1342734"/>
              <a:gd name="connsiteX125" fmla="*/ 2010157 w 10678681"/>
              <a:gd name="connsiteY125" fmla="*/ 1152767 h 1342734"/>
              <a:gd name="connsiteX126" fmla="*/ 1859213 w 10678681"/>
              <a:gd name="connsiteY126" fmla="*/ 1199540 h 1342734"/>
              <a:gd name="connsiteX127" fmla="*/ 1735877 w 10678681"/>
              <a:gd name="connsiteY127" fmla="*/ 1246527 h 1342734"/>
              <a:gd name="connsiteX128" fmla="*/ 1705069 w 10678681"/>
              <a:gd name="connsiteY128" fmla="*/ 1251989 h 1342734"/>
              <a:gd name="connsiteX129" fmla="*/ 1307888 w 10678681"/>
              <a:gd name="connsiteY129" fmla="*/ 1283156 h 1342734"/>
              <a:gd name="connsiteX130" fmla="*/ 1220734 w 10678681"/>
              <a:gd name="connsiteY130" fmla="*/ 1257811 h 1342734"/>
              <a:gd name="connsiteX131" fmla="*/ 1021737 w 10678681"/>
              <a:gd name="connsiteY131" fmla="*/ 1238739 h 1342734"/>
              <a:gd name="connsiteX132" fmla="*/ 959820 w 10678681"/>
              <a:gd name="connsiteY132" fmla="*/ 1275863 h 1342734"/>
              <a:gd name="connsiteX133" fmla="*/ 929137 w 10678681"/>
              <a:gd name="connsiteY133" fmla="*/ 1273957 h 1342734"/>
              <a:gd name="connsiteX134" fmla="*/ 878849 w 10678681"/>
              <a:gd name="connsiteY134" fmla="*/ 1266740 h 1342734"/>
              <a:gd name="connsiteX135" fmla="*/ 800667 w 10678681"/>
              <a:gd name="connsiteY135" fmla="*/ 1282041 h 1342734"/>
              <a:gd name="connsiteX136" fmla="*/ 644906 w 10678681"/>
              <a:gd name="connsiteY136" fmla="*/ 1273685 h 1342734"/>
              <a:gd name="connsiteX137" fmla="*/ 379869 w 10678681"/>
              <a:gd name="connsiteY137" fmla="*/ 1339165 h 1342734"/>
              <a:gd name="connsiteX138" fmla="*/ 137696 w 10678681"/>
              <a:gd name="connsiteY138" fmla="*/ 1319217 h 1342734"/>
              <a:gd name="connsiteX139" fmla="*/ 54250 w 10678681"/>
              <a:gd name="connsiteY139" fmla="*/ 1315838 h 1342734"/>
              <a:gd name="connsiteX140" fmla="*/ 28042 w 10678681"/>
              <a:gd name="connsiteY140" fmla="*/ 1297822 h 1342734"/>
              <a:gd name="connsiteX141" fmla="*/ 0 w 10678681"/>
              <a:gd name="connsiteY141" fmla="*/ 1294612 h 1342734"/>
              <a:gd name="connsiteX142" fmla="*/ 0 w 10678681"/>
              <a:gd name="connsiteY142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0605 w 10678681"/>
              <a:gd name="connsiteY4" fmla="*/ 30449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41159 w 10678681"/>
              <a:gd name="connsiteY8" fmla="*/ 103824 h 1342734"/>
              <a:gd name="connsiteX9" fmla="*/ 10244930 w 10678681"/>
              <a:gd name="connsiteY9" fmla="*/ 9459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9929077 w 10678681"/>
              <a:gd name="connsiteY13" fmla="*/ 254478 h 1342734"/>
              <a:gd name="connsiteX14" fmla="*/ 9840045 w 10678681"/>
              <a:gd name="connsiteY14" fmla="*/ 223033 h 1342734"/>
              <a:gd name="connsiteX15" fmla="*/ 9679638 w 10678681"/>
              <a:gd name="connsiteY15" fmla="*/ 277462 h 1342734"/>
              <a:gd name="connsiteX16" fmla="*/ 9498347 w 10678681"/>
              <a:gd name="connsiteY16" fmla="*/ 244723 h 1342734"/>
              <a:gd name="connsiteX17" fmla="*/ 9399702 w 10678681"/>
              <a:gd name="connsiteY17" fmla="*/ 276316 h 1342734"/>
              <a:gd name="connsiteX18" fmla="*/ 9378439 w 10678681"/>
              <a:gd name="connsiteY18" fmla="*/ 326244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344233 w 10678681"/>
              <a:gd name="connsiteY30" fmla="*/ 610922 h 1342734"/>
              <a:gd name="connsiteX31" fmla="*/ 8290622 w 10678681"/>
              <a:gd name="connsiteY31" fmla="*/ 622687 h 1342734"/>
              <a:gd name="connsiteX32" fmla="*/ 8086698 w 10678681"/>
              <a:gd name="connsiteY32" fmla="*/ 605185 h 1342734"/>
              <a:gd name="connsiteX33" fmla="*/ 7982378 w 10678681"/>
              <a:gd name="connsiteY33" fmla="*/ 629799 h 1342734"/>
              <a:gd name="connsiteX34" fmla="*/ 7947952 w 10678681"/>
              <a:gd name="connsiteY34" fmla="*/ 648003 h 1342734"/>
              <a:gd name="connsiteX35" fmla="*/ 7890112 w 10678681"/>
              <a:gd name="connsiteY35" fmla="*/ 677915 h 1342734"/>
              <a:gd name="connsiteX36" fmla="*/ 7853284 w 10678681"/>
              <a:gd name="connsiteY36" fmla="*/ 723588 h 1342734"/>
              <a:gd name="connsiteX37" fmla="*/ 7802383 w 10678681"/>
              <a:gd name="connsiteY37" fmla="*/ 739359 h 1342734"/>
              <a:gd name="connsiteX38" fmla="*/ 7730518 w 10678681"/>
              <a:gd name="connsiteY38" fmla="*/ 739526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69396 w 10678681"/>
              <a:gd name="connsiteY45" fmla="*/ 989282 h 1342734"/>
              <a:gd name="connsiteX46" fmla="*/ 7258094 w 10678681"/>
              <a:gd name="connsiteY46" fmla="*/ 990679 h 1342734"/>
              <a:gd name="connsiteX47" fmla="*/ 7257893 w 10678681"/>
              <a:gd name="connsiteY47" fmla="*/ 991204 h 1342734"/>
              <a:gd name="connsiteX48" fmla="*/ 7247153 w 10678681"/>
              <a:gd name="connsiteY48" fmla="*/ 991550 h 1342734"/>
              <a:gd name="connsiteX49" fmla="*/ 7193612 w 10678681"/>
              <a:gd name="connsiteY49" fmla="*/ 987042 h 1342734"/>
              <a:gd name="connsiteX50" fmla="*/ 7132632 w 10678681"/>
              <a:gd name="connsiteY50" fmla="*/ 1042036 h 1342734"/>
              <a:gd name="connsiteX51" fmla="*/ 7105610 w 10678681"/>
              <a:gd name="connsiteY51" fmla="*/ 1053537 h 1342734"/>
              <a:gd name="connsiteX52" fmla="*/ 7069148 w 10678681"/>
              <a:gd name="connsiteY52" fmla="*/ 1047163 h 1342734"/>
              <a:gd name="connsiteX53" fmla="*/ 7039634 w 10678681"/>
              <a:gd name="connsiteY53" fmla="*/ 1059971 h 1342734"/>
              <a:gd name="connsiteX54" fmla="*/ 7033445 w 10678681"/>
              <a:gd name="connsiteY54" fmla="*/ 1063314 h 1342734"/>
              <a:gd name="connsiteX55" fmla="*/ 6999157 w 10678681"/>
              <a:gd name="connsiteY55" fmla="*/ 1055282 h 1342734"/>
              <a:gd name="connsiteX56" fmla="*/ 6981874 w 10678681"/>
              <a:gd name="connsiteY56" fmla="*/ 1053827 h 1342734"/>
              <a:gd name="connsiteX57" fmla="*/ 6976102 w 10678681"/>
              <a:gd name="connsiteY57" fmla="*/ 1047854 h 1342734"/>
              <a:gd name="connsiteX58" fmla="*/ 6951040 w 10678681"/>
              <a:gd name="connsiteY58" fmla="*/ 1048531 h 1342734"/>
              <a:gd name="connsiteX59" fmla="*/ 6948497 w 10678681"/>
              <a:gd name="connsiteY59" fmla="*/ 1050706 h 1342734"/>
              <a:gd name="connsiteX60" fmla="*/ 6926582 w 10678681"/>
              <a:gd name="connsiteY60" fmla="*/ 1043462 h 1342734"/>
              <a:gd name="connsiteX61" fmla="*/ 6833743 w 10678681"/>
              <a:gd name="connsiteY61" fmla="*/ 1027960 h 1342734"/>
              <a:gd name="connsiteX62" fmla="*/ 6687090 w 10678681"/>
              <a:gd name="connsiteY62" fmla="*/ 1063250 h 1342734"/>
              <a:gd name="connsiteX63" fmla="*/ 6437450 w 10678681"/>
              <a:gd name="connsiteY63" fmla="*/ 1101075 h 1342734"/>
              <a:gd name="connsiteX64" fmla="*/ 6327795 w 10678681"/>
              <a:gd name="connsiteY64" fmla="*/ 1088142 h 1342734"/>
              <a:gd name="connsiteX65" fmla="*/ 6136549 w 10678681"/>
              <a:gd name="connsiteY65" fmla="*/ 1100268 h 1342734"/>
              <a:gd name="connsiteX66" fmla="*/ 6004655 w 10678681"/>
              <a:gd name="connsiteY66" fmla="*/ 1114946 h 1342734"/>
              <a:gd name="connsiteX67" fmla="*/ 5936643 w 10678681"/>
              <a:gd name="connsiteY67" fmla="*/ 1095428 h 1342734"/>
              <a:gd name="connsiteX68" fmla="*/ 5912484 w 10678681"/>
              <a:gd name="connsiteY68" fmla="*/ 1112624 h 1342734"/>
              <a:gd name="connsiteX69" fmla="*/ 5908387 w 10678681"/>
              <a:gd name="connsiteY69" fmla="*/ 1116018 h 1342734"/>
              <a:gd name="connsiteX70" fmla="*/ 5890495 w 10678681"/>
              <a:gd name="connsiteY70" fmla="*/ 1120268 h 1342734"/>
              <a:gd name="connsiteX71" fmla="*/ 5887318 w 10678681"/>
              <a:gd name="connsiteY71" fmla="*/ 1133134 h 1342734"/>
              <a:gd name="connsiteX72" fmla="*/ 5861726 w 10678681"/>
              <a:gd name="connsiteY72" fmla="*/ 1147891 h 1342734"/>
              <a:gd name="connsiteX73" fmla="*/ 5805823 w 10678681"/>
              <a:gd name="connsiteY73" fmla="*/ 1152457 h 1342734"/>
              <a:gd name="connsiteX74" fmla="*/ 5689841 w 10678681"/>
              <a:gd name="connsiteY74" fmla="*/ 1176232 h 1342734"/>
              <a:gd name="connsiteX75" fmla="*/ 5605119 w 10678681"/>
              <a:gd name="connsiteY75" fmla="*/ 1190202 h 1342734"/>
              <a:gd name="connsiteX76" fmla="*/ 5488513 w 10678681"/>
              <a:gd name="connsiteY76" fmla="*/ 1205367 h 1342734"/>
              <a:gd name="connsiteX77" fmla="*/ 5402905 w 10678681"/>
              <a:gd name="connsiteY77" fmla="*/ 1241191 h 1342734"/>
              <a:gd name="connsiteX78" fmla="*/ 5285593 w 10678681"/>
              <a:gd name="connsiteY78" fmla="*/ 1273569 h 1342734"/>
              <a:gd name="connsiteX79" fmla="*/ 5192893 w 10678681"/>
              <a:gd name="connsiteY79" fmla="*/ 1247188 h 1342734"/>
              <a:gd name="connsiteX80" fmla="*/ 5186475 w 10678681"/>
              <a:gd name="connsiteY80" fmla="*/ 1257028 h 1342734"/>
              <a:gd name="connsiteX81" fmla="*/ 5126038 w 10678681"/>
              <a:gd name="connsiteY81" fmla="*/ 1263189 h 1342734"/>
              <a:gd name="connsiteX82" fmla="*/ 4894688 w 10678681"/>
              <a:gd name="connsiteY82" fmla="*/ 1247184 h 1342734"/>
              <a:gd name="connsiteX83" fmla="*/ 4788036 w 10678681"/>
              <a:gd name="connsiteY83" fmla="*/ 1238182 h 1342734"/>
              <a:gd name="connsiteX84" fmla="*/ 4747555 w 10678681"/>
              <a:gd name="connsiteY84" fmla="*/ 1252768 h 1342734"/>
              <a:gd name="connsiteX85" fmla="*/ 4679644 w 10678681"/>
              <a:gd name="connsiteY85" fmla="*/ 1276603 h 1342734"/>
              <a:gd name="connsiteX86" fmla="*/ 4632222 w 10678681"/>
              <a:gd name="connsiteY86" fmla="*/ 1318360 h 1342734"/>
              <a:gd name="connsiteX87" fmla="*/ 4617358 w 10678681"/>
              <a:gd name="connsiteY87" fmla="*/ 1327690 h 1342734"/>
              <a:gd name="connsiteX88" fmla="*/ 4589102 w 10678681"/>
              <a:gd name="connsiteY88" fmla="*/ 1321223 h 1342734"/>
              <a:gd name="connsiteX89" fmla="*/ 4578184 w 10678681"/>
              <a:gd name="connsiteY89" fmla="*/ 1326745 h 1342734"/>
              <a:gd name="connsiteX90" fmla="*/ 4574270 w 10678681"/>
              <a:gd name="connsiteY90" fmla="*/ 1325878 h 1342734"/>
              <a:gd name="connsiteX91" fmla="*/ 4564919 w 10678681"/>
              <a:gd name="connsiteY91" fmla="*/ 1325507 h 1342734"/>
              <a:gd name="connsiteX92" fmla="*/ 4566586 w 10678681"/>
              <a:gd name="connsiteY92" fmla="*/ 1316963 h 1342734"/>
              <a:gd name="connsiteX93" fmla="*/ 4556303 w 10678681"/>
              <a:gd name="connsiteY93" fmla="*/ 1300262 h 1342734"/>
              <a:gd name="connsiteX94" fmla="*/ 4502358 w 10678681"/>
              <a:gd name="connsiteY94" fmla="*/ 1302558 h 1342734"/>
              <a:gd name="connsiteX95" fmla="*/ 4498919 w 10678681"/>
              <a:gd name="connsiteY95" fmla="*/ 1312115 h 1342734"/>
              <a:gd name="connsiteX96" fmla="*/ 4492075 w 10678681"/>
              <a:gd name="connsiteY96" fmla="*/ 1313357 h 1342734"/>
              <a:gd name="connsiteX97" fmla="*/ 4487466 w 10678681"/>
              <a:gd name="connsiteY97" fmla="*/ 1304102 h 1342734"/>
              <a:gd name="connsiteX98" fmla="*/ 4398292 w 10678681"/>
              <a:gd name="connsiteY98" fmla="*/ 1278410 h 1342734"/>
              <a:gd name="connsiteX99" fmla="*/ 4306088 w 10678681"/>
              <a:gd name="connsiteY99" fmla="*/ 1282512 h 1342734"/>
              <a:gd name="connsiteX100" fmla="*/ 4188995 w 10678681"/>
              <a:gd name="connsiteY100" fmla="*/ 1296718 h 1342734"/>
              <a:gd name="connsiteX101" fmla="*/ 4136582 w 10678681"/>
              <a:gd name="connsiteY101" fmla="*/ 1287687 h 1342734"/>
              <a:gd name="connsiteX102" fmla="*/ 4064614 w 10678681"/>
              <a:gd name="connsiteY102" fmla="*/ 1296118 h 1342734"/>
              <a:gd name="connsiteX103" fmla="*/ 3900948 w 10678681"/>
              <a:gd name="connsiteY103" fmla="*/ 1322156 h 1342734"/>
              <a:gd name="connsiteX104" fmla="*/ 3787890 w 10678681"/>
              <a:gd name="connsiteY104" fmla="*/ 1322164 h 1342734"/>
              <a:gd name="connsiteX105" fmla="*/ 3745993 w 10678681"/>
              <a:gd name="connsiteY105" fmla="*/ 1342630 h 1342734"/>
              <a:gd name="connsiteX106" fmla="*/ 3675785 w 10678681"/>
              <a:gd name="connsiteY106" fmla="*/ 1326802 h 1342734"/>
              <a:gd name="connsiteX107" fmla="*/ 3623856 w 10678681"/>
              <a:gd name="connsiteY107" fmla="*/ 1290804 h 1342734"/>
              <a:gd name="connsiteX108" fmla="*/ 3564933 w 10678681"/>
              <a:gd name="connsiteY108" fmla="*/ 1287147 h 1342734"/>
              <a:gd name="connsiteX109" fmla="*/ 3550537 w 10678681"/>
              <a:gd name="connsiteY109" fmla="*/ 1317552 h 1342734"/>
              <a:gd name="connsiteX110" fmla="*/ 3487736 w 10678681"/>
              <a:gd name="connsiteY110" fmla="*/ 1303493 h 1342734"/>
              <a:gd name="connsiteX111" fmla="*/ 3392548 w 10678681"/>
              <a:gd name="connsiteY111" fmla="*/ 1278741 h 1342734"/>
              <a:gd name="connsiteX112" fmla="*/ 3337466 w 10678681"/>
              <a:gd name="connsiteY112" fmla="*/ 1272537 h 1342734"/>
              <a:gd name="connsiteX113" fmla="*/ 3175981 w 10678681"/>
              <a:gd name="connsiteY113" fmla="*/ 1208973 h 1342734"/>
              <a:gd name="connsiteX114" fmla="*/ 3036856 w 10678681"/>
              <a:gd name="connsiteY114" fmla="*/ 1214383 h 1342734"/>
              <a:gd name="connsiteX115" fmla="*/ 2824973 w 10678681"/>
              <a:gd name="connsiteY115" fmla="*/ 1134864 h 1342734"/>
              <a:gd name="connsiteX116" fmla="*/ 2804398 w 10678681"/>
              <a:gd name="connsiteY116" fmla="*/ 1125556 h 1342734"/>
              <a:gd name="connsiteX117" fmla="*/ 2736109 w 10678681"/>
              <a:gd name="connsiteY117" fmla="*/ 1137717 h 1342734"/>
              <a:gd name="connsiteX118" fmla="*/ 2659096 w 10678681"/>
              <a:gd name="connsiteY118" fmla="*/ 1150294 h 1342734"/>
              <a:gd name="connsiteX119" fmla="*/ 2567088 w 10678681"/>
              <a:gd name="connsiteY119" fmla="*/ 1181781 h 1342734"/>
              <a:gd name="connsiteX120" fmla="*/ 2454501 w 10678681"/>
              <a:gd name="connsiteY120" fmla="*/ 1155455 h 1342734"/>
              <a:gd name="connsiteX121" fmla="*/ 2385161 w 10678681"/>
              <a:gd name="connsiteY121" fmla="*/ 1161312 h 1342734"/>
              <a:gd name="connsiteX122" fmla="*/ 2273361 w 10678681"/>
              <a:gd name="connsiteY122" fmla="*/ 1134090 h 1342734"/>
              <a:gd name="connsiteX123" fmla="*/ 2132003 w 10678681"/>
              <a:gd name="connsiteY123" fmla="*/ 1139225 h 1342734"/>
              <a:gd name="connsiteX124" fmla="*/ 2041224 w 10678681"/>
              <a:gd name="connsiteY124" fmla="*/ 1147536 h 1342734"/>
              <a:gd name="connsiteX125" fmla="*/ 2010157 w 10678681"/>
              <a:gd name="connsiteY125" fmla="*/ 1152767 h 1342734"/>
              <a:gd name="connsiteX126" fmla="*/ 1859213 w 10678681"/>
              <a:gd name="connsiteY126" fmla="*/ 1199540 h 1342734"/>
              <a:gd name="connsiteX127" fmla="*/ 1735877 w 10678681"/>
              <a:gd name="connsiteY127" fmla="*/ 1246527 h 1342734"/>
              <a:gd name="connsiteX128" fmla="*/ 1705069 w 10678681"/>
              <a:gd name="connsiteY128" fmla="*/ 1251989 h 1342734"/>
              <a:gd name="connsiteX129" fmla="*/ 1307888 w 10678681"/>
              <a:gd name="connsiteY129" fmla="*/ 1283156 h 1342734"/>
              <a:gd name="connsiteX130" fmla="*/ 1220734 w 10678681"/>
              <a:gd name="connsiteY130" fmla="*/ 1257811 h 1342734"/>
              <a:gd name="connsiteX131" fmla="*/ 1021737 w 10678681"/>
              <a:gd name="connsiteY131" fmla="*/ 1238739 h 1342734"/>
              <a:gd name="connsiteX132" fmla="*/ 959820 w 10678681"/>
              <a:gd name="connsiteY132" fmla="*/ 1275863 h 1342734"/>
              <a:gd name="connsiteX133" fmla="*/ 929137 w 10678681"/>
              <a:gd name="connsiteY133" fmla="*/ 1273957 h 1342734"/>
              <a:gd name="connsiteX134" fmla="*/ 878849 w 10678681"/>
              <a:gd name="connsiteY134" fmla="*/ 1266740 h 1342734"/>
              <a:gd name="connsiteX135" fmla="*/ 800667 w 10678681"/>
              <a:gd name="connsiteY135" fmla="*/ 1282041 h 1342734"/>
              <a:gd name="connsiteX136" fmla="*/ 644906 w 10678681"/>
              <a:gd name="connsiteY136" fmla="*/ 1273685 h 1342734"/>
              <a:gd name="connsiteX137" fmla="*/ 379869 w 10678681"/>
              <a:gd name="connsiteY137" fmla="*/ 1339165 h 1342734"/>
              <a:gd name="connsiteX138" fmla="*/ 137696 w 10678681"/>
              <a:gd name="connsiteY138" fmla="*/ 1319217 h 1342734"/>
              <a:gd name="connsiteX139" fmla="*/ 54250 w 10678681"/>
              <a:gd name="connsiteY139" fmla="*/ 1315838 h 1342734"/>
              <a:gd name="connsiteX140" fmla="*/ 28042 w 10678681"/>
              <a:gd name="connsiteY140" fmla="*/ 1297822 h 1342734"/>
              <a:gd name="connsiteX141" fmla="*/ 0 w 10678681"/>
              <a:gd name="connsiteY141" fmla="*/ 1294612 h 1342734"/>
              <a:gd name="connsiteX142" fmla="*/ 0 w 10678681"/>
              <a:gd name="connsiteY142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6219 w 10678681"/>
              <a:gd name="connsiteY4" fmla="*/ 45588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41159 w 10678681"/>
              <a:gd name="connsiteY8" fmla="*/ 103824 h 1342734"/>
              <a:gd name="connsiteX9" fmla="*/ 10244930 w 10678681"/>
              <a:gd name="connsiteY9" fmla="*/ 9459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9929077 w 10678681"/>
              <a:gd name="connsiteY13" fmla="*/ 254478 h 1342734"/>
              <a:gd name="connsiteX14" fmla="*/ 9840045 w 10678681"/>
              <a:gd name="connsiteY14" fmla="*/ 223033 h 1342734"/>
              <a:gd name="connsiteX15" fmla="*/ 9679638 w 10678681"/>
              <a:gd name="connsiteY15" fmla="*/ 277462 h 1342734"/>
              <a:gd name="connsiteX16" fmla="*/ 9498347 w 10678681"/>
              <a:gd name="connsiteY16" fmla="*/ 244723 h 1342734"/>
              <a:gd name="connsiteX17" fmla="*/ 9399702 w 10678681"/>
              <a:gd name="connsiteY17" fmla="*/ 276316 h 1342734"/>
              <a:gd name="connsiteX18" fmla="*/ 9378439 w 10678681"/>
              <a:gd name="connsiteY18" fmla="*/ 326244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344233 w 10678681"/>
              <a:gd name="connsiteY30" fmla="*/ 610922 h 1342734"/>
              <a:gd name="connsiteX31" fmla="*/ 8290622 w 10678681"/>
              <a:gd name="connsiteY31" fmla="*/ 622687 h 1342734"/>
              <a:gd name="connsiteX32" fmla="*/ 8086698 w 10678681"/>
              <a:gd name="connsiteY32" fmla="*/ 605185 h 1342734"/>
              <a:gd name="connsiteX33" fmla="*/ 7982378 w 10678681"/>
              <a:gd name="connsiteY33" fmla="*/ 629799 h 1342734"/>
              <a:gd name="connsiteX34" fmla="*/ 7947952 w 10678681"/>
              <a:gd name="connsiteY34" fmla="*/ 648003 h 1342734"/>
              <a:gd name="connsiteX35" fmla="*/ 7890112 w 10678681"/>
              <a:gd name="connsiteY35" fmla="*/ 677915 h 1342734"/>
              <a:gd name="connsiteX36" fmla="*/ 7853284 w 10678681"/>
              <a:gd name="connsiteY36" fmla="*/ 723588 h 1342734"/>
              <a:gd name="connsiteX37" fmla="*/ 7802383 w 10678681"/>
              <a:gd name="connsiteY37" fmla="*/ 739359 h 1342734"/>
              <a:gd name="connsiteX38" fmla="*/ 7730518 w 10678681"/>
              <a:gd name="connsiteY38" fmla="*/ 739526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69396 w 10678681"/>
              <a:gd name="connsiteY45" fmla="*/ 989282 h 1342734"/>
              <a:gd name="connsiteX46" fmla="*/ 7258094 w 10678681"/>
              <a:gd name="connsiteY46" fmla="*/ 990679 h 1342734"/>
              <a:gd name="connsiteX47" fmla="*/ 7257893 w 10678681"/>
              <a:gd name="connsiteY47" fmla="*/ 991204 h 1342734"/>
              <a:gd name="connsiteX48" fmla="*/ 7247153 w 10678681"/>
              <a:gd name="connsiteY48" fmla="*/ 991550 h 1342734"/>
              <a:gd name="connsiteX49" fmla="*/ 7193612 w 10678681"/>
              <a:gd name="connsiteY49" fmla="*/ 987042 h 1342734"/>
              <a:gd name="connsiteX50" fmla="*/ 7132632 w 10678681"/>
              <a:gd name="connsiteY50" fmla="*/ 1042036 h 1342734"/>
              <a:gd name="connsiteX51" fmla="*/ 7105610 w 10678681"/>
              <a:gd name="connsiteY51" fmla="*/ 1053537 h 1342734"/>
              <a:gd name="connsiteX52" fmla="*/ 7069148 w 10678681"/>
              <a:gd name="connsiteY52" fmla="*/ 1047163 h 1342734"/>
              <a:gd name="connsiteX53" fmla="*/ 7039634 w 10678681"/>
              <a:gd name="connsiteY53" fmla="*/ 1059971 h 1342734"/>
              <a:gd name="connsiteX54" fmla="*/ 7033445 w 10678681"/>
              <a:gd name="connsiteY54" fmla="*/ 1063314 h 1342734"/>
              <a:gd name="connsiteX55" fmla="*/ 6999157 w 10678681"/>
              <a:gd name="connsiteY55" fmla="*/ 1055282 h 1342734"/>
              <a:gd name="connsiteX56" fmla="*/ 6981874 w 10678681"/>
              <a:gd name="connsiteY56" fmla="*/ 1053827 h 1342734"/>
              <a:gd name="connsiteX57" fmla="*/ 6976102 w 10678681"/>
              <a:gd name="connsiteY57" fmla="*/ 1047854 h 1342734"/>
              <a:gd name="connsiteX58" fmla="*/ 6951040 w 10678681"/>
              <a:gd name="connsiteY58" fmla="*/ 1048531 h 1342734"/>
              <a:gd name="connsiteX59" fmla="*/ 6948497 w 10678681"/>
              <a:gd name="connsiteY59" fmla="*/ 1050706 h 1342734"/>
              <a:gd name="connsiteX60" fmla="*/ 6926582 w 10678681"/>
              <a:gd name="connsiteY60" fmla="*/ 1043462 h 1342734"/>
              <a:gd name="connsiteX61" fmla="*/ 6833743 w 10678681"/>
              <a:gd name="connsiteY61" fmla="*/ 1027960 h 1342734"/>
              <a:gd name="connsiteX62" fmla="*/ 6687090 w 10678681"/>
              <a:gd name="connsiteY62" fmla="*/ 1063250 h 1342734"/>
              <a:gd name="connsiteX63" fmla="*/ 6437450 w 10678681"/>
              <a:gd name="connsiteY63" fmla="*/ 1101075 h 1342734"/>
              <a:gd name="connsiteX64" fmla="*/ 6327795 w 10678681"/>
              <a:gd name="connsiteY64" fmla="*/ 1088142 h 1342734"/>
              <a:gd name="connsiteX65" fmla="*/ 6136549 w 10678681"/>
              <a:gd name="connsiteY65" fmla="*/ 1100268 h 1342734"/>
              <a:gd name="connsiteX66" fmla="*/ 6004655 w 10678681"/>
              <a:gd name="connsiteY66" fmla="*/ 1114946 h 1342734"/>
              <a:gd name="connsiteX67" fmla="*/ 5936643 w 10678681"/>
              <a:gd name="connsiteY67" fmla="*/ 1095428 h 1342734"/>
              <a:gd name="connsiteX68" fmla="*/ 5912484 w 10678681"/>
              <a:gd name="connsiteY68" fmla="*/ 1112624 h 1342734"/>
              <a:gd name="connsiteX69" fmla="*/ 5908387 w 10678681"/>
              <a:gd name="connsiteY69" fmla="*/ 1116018 h 1342734"/>
              <a:gd name="connsiteX70" fmla="*/ 5890495 w 10678681"/>
              <a:gd name="connsiteY70" fmla="*/ 1120268 h 1342734"/>
              <a:gd name="connsiteX71" fmla="*/ 5887318 w 10678681"/>
              <a:gd name="connsiteY71" fmla="*/ 1133134 h 1342734"/>
              <a:gd name="connsiteX72" fmla="*/ 5861726 w 10678681"/>
              <a:gd name="connsiteY72" fmla="*/ 1147891 h 1342734"/>
              <a:gd name="connsiteX73" fmla="*/ 5805823 w 10678681"/>
              <a:gd name="connsiteY73" fmla="*/ 1152457 h 1342734"/>
              <a:gd name="connsiteX74" fmla="*/ 5689841 w 10678681"/>
              <a:gd name="connsiteY74" fmla="*/ 1176232 h 1342734"/>
              <a:gd name="connsiteX75" fmla="*/ 5605119 w 10678681"/>
              <a:gd name="connsiteY75" fmla="*/ 1190202 h 1342734"/>
              <a:gd name="connsiteX76" fmla="*/ 5488513 w 10678681"/>
              <a:gd name="connsiteY76" fmla="*/ 1205367 h 1342734"/>
              <a:gd name="connsiteX77" fmla="*/ 5402905 w 10678681"/>
              <a:gd name="connsiteY77" fmla="*/ 1241191 h 1342734"/>
              <a:gd name="connsiteX78" fmla="*/ 5285593 w 10678681"/>
              <a:gd name="connsiteY78" fmla="*/ 1273569 h 1342734"/>
              <a:gd name="connsiteX79" fmla="*/ 5192893 w 10678681"/>
              <a:gd name="connsiteY79" fmla="*/ 1247188 h 1342734"/>
              <a:gd name="connsiteX80" fmla="*/ 5186475 w 10678681"/>
              <a:gd name="connsiteY80" fmla="*/ 1257028 h 1342734"/>
              <a:gd name="connsiteX81" fmla="*/ 5126038 w 10678681"/>
              <a:gd name="connsiteY81" fmla="*/ 1263189 h 1342734"/>
              <a:gd name="connsiteX82" fmla="*/ 4894688 w 10678681"/>
              <a:gd name="connsiteY82" fmla="*/ 1247184 h 1342734"/>
              <a:gd name="connsiteX83" fmla="*/ 4788036 w 10678681"/>
              <a:gd name="connsiteY83" fmla="*/ 1238182 h 1342734"/>
              <a:gd name="connsiteX84" fmla="*/ 4747555 w 10678681"/>
              <a:gd name="connsiteY84" fmla="*/ 1252768 h 1342734"/>
              <a:gd name="connsiteX85" fmla="*/ 4679644 w 10678681"/>
              <a:gd name="connsiteY85" fmla="*/ 1276603 h 1342734"/>
              <a:gd name="connsiteX86" fmla="*/ 4632222 w 10678681"/>
              <a:gd name="connsiteY86" fmla="*/ 1318360 h 1342734"/>
              <a:gd name="connsiteX87" fmla="*/ 4617358 w 10678681"/>
              <a:gd name="connsiteY87" fmla="*/ 1327690 h 1342734"/>
              <a:gd name="connsiteX88" fmla="*/ 4589102 w 10678681"/>
              <a:gd name="connsiteY88" fmla="*/ 1321223 h 1342734"/>
              <a:gd name="connsiteX89" fmla="*/ 4578184 w 10678681"/>
              <a:gd name="connsiteY89" fmla="*/ 1326745 h 1342734"/>
              <a:gd name="connsiteX90" fmla="*/ 4574270 w 10678681"/>
              <a:gd name="connsiteY90" fmla="*/ 1325878 h 1342734"/>
              <a:gd name="connsiteX91" fmla="*/ 4564919 w 10678681"/>
              <a:gd name="connsiteY91" fmla="*/ 1325507 h 1342734"/>
              <a:gd name="connsiteX92" fmla="*/ 4566586 w 10678681"/>
              <a:gd name="connsiteY92" fmla="*/ 1316963 h 1342734"/>
              <a:gd name="connsiteX93" fmla="*/ 4556303 w 10678681"/>
              <a:gd name="connsiteY93" fmla="*/ 1300262 h 1342734"/>
              <a:gd name="connsiteX94" fmla="*/ 4502358 w 10678681"/>
              <a:gd name="connsiteY94" fmla="*/ 1302558 h 1342734"/>
              <a:gd name="connsiteX95" fmla="*/ 4498919 w 10678681"/>
              <a:gd name="connsiteY95" fmla="*/ 1312115 h 1342734"/>
              <a:gd name="connsiteX96" fmla="*/ 4492075 w 10678681"/>
              <a:gd name="connsiteY96" fmla="*/ 1313357 h 1342734"/>
              <a:gd name="connsiteX97" fmla="*/ 4487466 w 10678681"/>
              <a:gd name="connsiteY97" fmla="*/ 1304102 h 1342734"/>
              <a:gd name="connsiteX98" fmla="*/ 4398292 w 10678681"/>
              <a:gd name="connsiteY98" fmla="*/ 1278410 h 1342734"/>
              <a:gd name="connsiteX99" fmla="*/ 4306088 w 10678681"/>
              <a:gd name="connsiteY99" fmla="*/ 1282512 h 1342734"/>
              <a:gd name="connsiteX100" fmla="*/ 4188995 w 10678681"/>
              <a:gd name="connsiteY100" fmla="*/ 1296718 h 1342734"/>
              <a:gd name="connsiteX101" fmla="*/ 4136582 w 10678681"/>
              <a:gd name="connsiteY101" fmla="*/ 1287687 h 1342734"/>
              <a:gd name="connsiteX102" fmla="*/ 4064614 w 10678681"/>
              <a:gd name="connsiteY102" fmla="*/ 1296118 h 1342734"/>
              <a:gd name="connsiteX103" fmla="*/ 3900948 w 10678681"/>
              <a:gd name="connsiteY103" fmla="*/ 1322156 h 1342734"/>
              <a:gd name="connsiteX104" fmla="*/ 3787890 w 10678681"/>
              <a:gd name="connsiteY104" fmla="*/ 1322164 h 1342734"/>
              <a:gd name="connsiteX105" fmla="*/ 3745993 w 10678681"/>
              <a:gd name="connsiteY105" fmla="*/ 1342630 h 1342734"/>
              <a:gd name="connsiteX106" fmla="*/ 3675785 w 10678681"/>
              <a:gd name="connsiteY106" fmla="*/ 1326802 h 1342734"/>
              <a:gd name="connsiteX107" fmla="*/ 3623856 w 10678681"/>
              <a:gd name="connsiteY107" fmla="*/ 1290804 h 1342734"/>
              <a:gd name="connsiteX108" fmla="*/ 3564933 w 10678681"/>
              <a:gd name="connsiteY108" fmla="*/ 1287147 h 1342734"/>
              <a:gd name="connsiteX109" fmla="*/ 3550537 w 10678681"/>
              <a:gd name="connsiteY109" fmla="*/ 1317552 h 1342734"/>
              <a:gd name="connsiteX110" fmla="*/ 3487736 w 10678681"/>
              <a:gd name="connsiteY110" fmla="*/ 1303493 h 1342734"/>
              <a:gd name="connsiteX111" fmla="*/ 3392548 w 10678681"/>
              <a:gd name="connsiteY111" fmla="*/ 1278741 h 1342734"/>
              <a:gd name="connsiteX112" fmla="*/ 3337466 w 10678681"/>
              <a:gd name="connsiteY112" fmla="*/ 1272537 h 1342734"/>
              <a:gd name="connsiteX113" fmla="*/ 3175981 w 10678681"/>
              <a:gd name="connsiteY113" fmla="*/ 1208973 h 1342734"/>
              <a:gd name="connsiteX114" fmla="*/ 3036856 w 10678681"/>
              <a:gd name="connsiteY114" fmla="*/ 1214383 h 1342734"/>
              <a:gd name="connsiteX115" fmla="*/ 2824973 w 10678681"/>
              <a:gd name="connsiteY115" fmla="*/ 1134864 h 1342734"/>
              <a:gd name="connsiteX116" fmla="*/ 2804398 w 10678681"/>
              <a:gd name="connsiteY116" fmla="*/ 1125556 h 1342734"/>
              <a:gd name="connsiteX117" fmla="*/ 2736109 w 10678681"/>
              <a:gd name="connsiteY117" fmla="*/ 1137717 h 1342734"/>
              <a:gd name="connsiteX118" fmla="*/ 2659096 w 10678681"/>
              <a:gd name="connsiteY118" fmla="*/ 1150294 h 1342734"/>
              <a:gd name="connsiteX119" fmla="*/ 2567088 w 10678681"/>
              <a:gd name="connsiteY119" fmla="*/ 1181781 h 1342734"/>
              <a:gd name="connsiteX120" fmla="*/ 2454501 w 10678681"/>
              <a:gd name="connsiteY120" fmla="*/ 1155455 h 1342734"/>
              <a:gd name="connsiteX121" fmla="*/ 2385161 w 10678681"/>
              <a:gd name="connsiteY121" fmla="*/ 1161312 h 1342734"/>
              <a:gd name="connsiteX122" fmla="*/ 2273361 w 10678681"/>
              <a:gd name="connsiteY122" fmla="*/ 1134090 h 1342734"/>
              <a:gd name="connsiteX123" fmla="*/ 2132003 w 10678681"/>
              <a:gd name="connsiteY123" fmla="*/ 1139225 h 1342734"/>
              <a:gd name="connsiteX124" fmla="*/ 2041224 w 10678681"/>
              <a:gd name="connsiteY124" fmla="*/ 1147536 h 1342734"/>
              <a:gd name="connsiteX125" fmla="*/ 2010157 w 10678681"/>
              <a:gd name="connsiteY125" fmla="*/ 1152767 h 1342734"/>
              <a:gd name="connsiteX126" fmla="*/ 1859213 w 10678681"/>
              <a:gd name="connsiteY126" fmla="*/ 1199540 h 1342734"/>
              <a:gd name="connsiteX127" fmla="*/ 1735877 w 10678681"/>
              <a:gd name="connsiteY127" fmla="*/ 1246527 h 1342734"/>
              <a:gd name="connsiteX128" fmla="*/ 1705069 w 10678681"/>
              <a:gd name="connsiteY128" fmla="*/ 1251989 h 1342734"/>
              <a:gd name="connsiteX129" fmla="*/ 1307888 w 10678681"/>
              <a:gd name="connsiteY129" fmla="*/ 1283156 h 1342734"/>
              <a:gd name="connsiteX130" fmla="*/ 1220734 w 10678681"/>
              <a:gd name="connsiteY130" fmla="*/ 1257811 h 1342734"/>
              <a:gd name="connsiteX131" fmla="*/ 1021737 w 10678681"/>
              <a:gd name="connsiteY131" fmla="*/ 1238739 h 1342734"/>
              <a:gd name="connsiteX132" fmla="*/ 959820 w 10678681"/>
              <a:gd name="connsiteY132" fmla="*/ 1275863 h 1342734"/>
              <a:gd name="connsiteX133" fmla="*/ 929137 w 10678681"/>
              <a:gd name="connsiteY133" fmla="*/ 1273957 h 1342734"/>
              <a:gd name="connsiteX134" fmla="*/ 878849 w 10678681"/>
              <a:gd name="connsiteY134" fmla="*/ 1266740 h 1342734"/>
              <a:gd name="connsiteX135" fmla="*/ 800667 w 10678681"/>
              <a:gd name="connsiteY135" fmla="*/ 1282041 h 1342734"/>
              <a:gd name="connsiteX136" fmla="*/ 644906 w 10678681"/>
              <a:gd name="connsiteY136" fmla="*/ 1273685 h 1342734"/>
              <a:gd name="connsiteX137" fmla="*/ 379869 w 10678681"/>
              <a:gd name="connsiteY137" fmla="*/ 1339165 h 1342734"/>
              <a:gd name="connsiteX138" fmla="*/ 137696 w 10678681"/>
              <a:gd name="connsiteY138" fmla="*/ 1319217 h 1342734"/>
              <a:gd name="connsiteX139" fmla="*/ 54250 w 10678681"/>
              <a:gd name="connsiteY139" fmla="*/ 1315838 h 1342734"/>
              <a:gd name="connsiteX140" fmla="*/ 28042 w 10678681"/>
              <a:gd name="connsiteY140" fmla="*/ 1297822 h 1342734"/>
              <a:gd name="connsiteX141" fmla="*/ 0 w 10678681"/>
              <a:gd name="connsiteY141" fmla="*/ 1294612 h 1342734"/>
              <a:gd name="connsiteX142" fmla="*/ 0 w 10678681"/>
              <a:gd name="connsiteY142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6219 w 10678681"/>
              <a:gd name="connsiteY4" fmla="*/ 45588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41159 w 10678681"/>
              <a:gd name="connsiteY8" fmla="*/ 103824 h 1342734"/>
              <a:gd name="connsiteX9" fmla="*/ 10244930 w 10678681"/>
              <a:gd name="connsiteY9" fmla="*/ 9459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9929077 w 10678681"/>
              <a:gd name="connsiteY13" fmla="*/ 254478 h 1342734"/>
              <a:gd name="connsiteX14" fmla="*/ 9840045 w 10678681"/>
              <a:gd name="connsiteY14" fmla="*/ 223033 h 1342734"/>
              <a:gd name="connsiteX15" fmla="*/ 9679638 w 10678681"/>
              <a:gd name="connsiteY15" fmla="*/ 277462 h 1342734"/>
              <a:gd name="connsiteX16" fmla="*/ 9498347 w 10678681"/>
              <a:gd name="connsiteY16" fmla="*/ 244723 h 1342734"/>
              <a:gd name="connsiteX17" fmla="*/ 9399702 w 10678681"/>
              <a:gd name="connsiteY17" fmla="*/ 276316 h 1342734"/>
              <a:gd name="connsiteX18" fmla="*/ 9378439 w 10678681"/>
              <a:gd name="connsiteY18" fmla="*/ 326244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344233 w 10678681"/>
              <a:gd name="connsiteY30" fmla="*/ 610922 h 1342734"/>
              <a:gd name="connsiteX31" fmla="*/ 8290622 w 10678681"/>
              <a:gd name="connsiteY31" fmla="*/ 622687 h 1342734"/>
              <a:gd name="connsiteX32" fmla="*/ 8086698 w 10678681"/>
              <a:gd name="connsiteY32" fmla="*/ 605185 h 1342734"/>
              <a:gd name="connsiteX33" fmla="*/ 7982378 w 10678681"/>
              <a:gd name="connsiteY33" fmla="*/ 629799 h 1342734"/>
              <a:gd name="connsiteX34" fmla="*/ 7947952 w 10678681"/>
              <a:gd name="connsiteY34" fmla="*/ 648003 h 1342734"/>
              <a:gd name="connsiteX35" fmla="*/ 7890112 w 10678681"/>
              <a:gd name="connsiteY35" fmla="*/ 677915 h 1342734"/>
              <a:gd name="connsiteX36" fmla="*/ 7853284 w 10678681"/>
              <a:gd name="connsiteY36" fmla="*/ 723588 h 1342734"/>
              <a:gd name="connsiteX37" fmla="*/ 7802383 w 10678681"/>
              <a:gd name="connsiteY37" fmla="*/ 739359 h 1342734"/>
              <a:gd name="connsiteX38" fmla="*/ 7730518 w 10678681"/>
              <a:gd name="connsiteY38" fmla="*/ 739526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69396 w 10678681"/>
              <a:gd name="connsiteY45" fmla="*/ 989282 h 1342734"/>
              <a:gd name="connsiteX46" fmla="*/ 7258094 w 10678681"/>
              <a:gd name="connsiteY46" fmla="*/ 990679 h 1342734"/>
              <a:gd name="connsiteX47" fmla="*/ 7257893 w 10678681"/>
              <a:gd name="connsiteY47" fmla="*/ 991204 h 1342734"/>
              <a:gd name="connsiteX48" fmla="*/ 7247153 w 10678681"/>
              <a:gd name="connsiteY48" fmla="*/ 991550 h 1342734"/>
              <a:gd name="connsiteX49" fmla="*/ 7193612 w 10678681"/>
              <a:gd name="connsiteY49" fmla="*/ 987042 h 1342734"/>
              <a:gd name="connsiteX50" fmla="*/ 7132632 w 10678681"/>
              <a:gd name="connsiteY50" fmla="*/ 1042036 h 1342734"/>
              <a:gd name="connsiteX51" fmla="*/ 7105610 w 10678681"/>
              <a:gd name="connsiteY51" fmla="*/ 1053537 h 1342734"/>
              <a:gd name="connsiteX52" fmla="*/ 7069148 w 10678681"/>
              <a:gd name="connsiteY52" fmla="*/ 1047163 h 1342734"/>
              <a:gd name="connsiteX53" fmla="*/ 7039634 w 10678681"/>
              <a:gd name="connsiteY53" fmla="*/ 1059971 h 1342734"/>
              <a:gd name="connsiteX54" fmla="*/ 7033445 w 10678681"/>
              <a:gd name="connsiteY54" fmla="*/ 1063314 h 1342734"/>
              <a:gd name="connsiteX55" fmla="*/ 6999157 w 10678681"/>
              <a:gd name="connsiteY55" fmla="*/ 1055282 h 1342734"/>
              <a:gd name="connsiteX56" fmla="*/ 6981874 w 10678681"/>
              <a:gd name="connsiteY56" fmla="*/ 1053827 h 1342734"/>
              <a:gd name="connsiteX57" fmla="*/ 6976102 w 10678681"/>
              <a:gd name="connsiteY57" fmla="*/ 1047854 h 1342734"/>
              <a:gd name="connsiteX58" fmla="*/ 6951040 w 10678681"/>
              <a:gd name="connsiteY58" fmla="*/ 1048531 h 1342734"/>
              <a:gd name="connsiteX59" fmla="*/ 6948497 w 10678681"/>
              <a:gd name="connsiteY59" fmla="*/ 1050706 h 1342734"/>
              <a:gd name="connsiteX60" fmla="*/ 6926582 w 10678681"/>
              <a:gd name="connsiteY60" fmla="*/ 1043462 h 1342734"/>
              <a:gd name="connsiteX61" fmla="*/ 6833743 w 10678681"/>
              <a:gd name="connsiteY61" fmla="*/ 1027960 h 1342734"/>
              <a:gd name="connsiteX62" fmla="*/ 6687090 w 10678681"/>
              <a:gd name="connsiteY62" fmla="*/ 1063250 h 1342734"/>
              <a:gd name="connsiteX63" fmla="*/ 6437450 w 10678681"/>
              <a:gd name="connsiteY63" fmla="*/ 1101075 h 1342734"/>
              <a:gd name="connsiteX64" fmla="*/ 6327795 w 10678681"/>
              <a:gd name="connsiteY64" fmla="*/ 1088142 h 1342734"/>
              <a:gd name="connsiteX65" fmla="*/ 6136549 w 10678681"/>
              <a:gd name="connsiteY65" fmla="*/ 1100268 h 1342734"/>
              <a:gd name="connsiteX66" fmla="*/ 6004655 w 10678681"/>
              <a:gd name="connsiteY66" fmla="*/ 1114946 h 1342734"/>
              <a:gd name="connsiteX67" fmla="*/ 5936643 w 10678681"/>
              <a:gd name="connsiteY67" fmla="*/ 1095428 h 1342734"/>
              <a:gd name="connsiteX68" fmla="*/ 5912484 w 10678681"/>
              <a:gd name="connsiteY68" fmla="*/ 1112624 h 1342734"/>
              <a:gd name="connsiteX69" fmla="*/ 5908387 w 10678681"/>
              <a:gd name="connsiteY69" fmla="*/ 1116018 h 1342734"/>
              <a:gd name="connsiteX70" fmla="*/ 5890495 w 10678681"/>
              <a:gd name="connsiteY70" fmla="*/ 1120268 h 1342734"/>
              <a:gd name="connsiteX71" fmla="*/ 5887318 w 10678681"/>
              <a:gd name="connsiteY71" fmla="*/ 1133134 h 1342734"/>
              <a:gd name="connsiteX72" fmla="*/ 5861726 w 10678681"/>
              <a:gd name="connsiteY72" fmla="*/ 1147891 h 1342734"/>
              <a:gd name="connsiteX73" fmla="*/ 5805823 w 10678681"/>
              <a:gd name="connsiteY73" fmla="*/ 1152457 h 1342734"/>
              <a:gd name="connsiteX74" fmla="*/ 5689841 w 10678681"/>
              <a:gd name="connsiteY74" fmla="*/ 1176232 h 1342734"/>
              <a:gd name="connsiteX75" fmla="*/ 5605119 w 10678681"/>
              <a:gd name="connsiteY75" fmla="*/ 1190202 h 1342734"/>
              <a:gd name="connsiteX76" fmla="*/ 5488513 w 10678681"/>
              <a:gd name="connsiteY76" fmla="*/ 1205367 h 1342734"/>
              <a:gd name="connsiteX77" fmla="*/ 5402905 w 10678681"/>
              <a:gd name="connsiteY77" fmla="*/ 1241191 h 1342734"/>
              <a:gd name="connsiteX78" fmla="*/ 5285593 w 10678681"/>
              <a:gd name="connsiteY78" fmla="*/ 1273569 h 1342734"/>
              <a:gd name="connsiteX79" fmla="*/ 5192893 w 10678681"/>
              <a:gd name="connsiteY79" fmla="*/ 1247188 h 1342734"/>
              <a:gd name="connsiteX80" fmla="*/ 5186475 w 10678681"/>
              <a:gd name="connsiteY80" fmla="*/ 1257028 h 1342734"/>
              <a:gd name="connsiteX81" fmla="*/ 5126038 w 10678681"/>
              <a:gd name="connsiteY81" fmla="*/ 1263189 h 1342734"/>
              <a:gd name="connsiteX82" fmla="*/ 4894688 w 10678681"/>
              <a:gd name="connsiteY82" fmla="*/ 1247184 h 1342734"/>
              <a:gd name="connsiteX83" fmla="*/ 4788036 w 10678681"/>
              <a:gd name="connsiteY83" fmla="*/ 1238182 h 1342734"/>
              <a:gd name="connsiteX84" fmla="*/ 4747555 w 10678681"/>
              <a:gd name="connsiteY84" fmla="*/ 1252768 h 1342734"/>
              <a:gd name="connsiteX85" fmla="*/ 4679644 w 10678681"/>
              <a:gd name="connsiteY85" fmla="*/ 1276603 h 1342734"/>
              <a:gd name="connsiteX86" fmla="*/ 4632222 w 10678681"/>
              <a:gd name="connsiteY86" fmla="*/ 1318360 h 1342734"/>
              <a:gd name="connsiteX87" fmla="*/ 4617358 w 10678681"/>
              <a:gd name="connsiteY87" fmla="*/ 1327690 h 1342734"/>
              <a:gd name="connsiteX88" fmla="*/ 4589102 w 10678681"/>
              <a:gd name="connsiteY88" fmla="*/ 1321223 h 1342734"/>
              <a:gd name="connsiteX89" fmla="*/ 4578184 w 10678681"/>
              <a:gd name="connsiteY89" fmla="*/ 1326745 h 1342734"/>
              <a:gd name="connsiteX90" fmla="*/ 4574270 w 10678681"/>
              <a:gd name="connsiteY90" fmla="*/ 1325878 h 1342734"/>
              <a:gd name="connsiteX91" fmla="*/ 4564919 w 10678681"/>
              <a:gd name="connsiteY91" fmla="*/ 1325507 h 1342734"/>
              <a:gd name="connsiteX92" fmla="*/ 4566586 w 10678681"/>
              <a:gd name="connsiteY92" fmla="*/ 1316963 h 1342734"/>
              <a:gd name="connsiteX93" fmla="*/ 4556303 w 10678681"/>
              <a:gd name="connsiteY93" fmla="*/ 1300262 h 1342734"/>
              <a:gd name="connsiteX94" fmla="*/ 4502358 w 10678681"/>
              <a:gd name="connsiteY94" fmla="*/ 1302558 h 1342734"/>
              <a:gd name="connsiteX95" fmla="*/ 4498919 w 10678681"/>
              <a:gd name="connsiteY95" fmla="*/ 1312115 h 1342734"/>
              <a:gd name="connsiteX96" fmla="*/ 4492075 w 10678681"/>
              <a:gd name="connsiteY96" fmla="*/ 1313357 h 1342734"/>
              <a:gd name="connsiteX97" fmla="*/ 4487466 w 10678681"/>
              <a:gd name="connsiteY97" fmla="*/ 1304102 h 1342734"/>
              <a:gd name="connsiteX98" fmla="*/ 4398292 w 10678681"/>
              <a:gd name="connsiteY98" fmla="*/ 1278410 h 1342734"/>
              <a:gd name="connsiteX99" fmla="*/ 4306088 w 10678681"/>
              <a:gd name="connsiteY99" fmla="*/ 1282512 h 1342734"/>
              <a:gd name="connsiteX100" fmla="*/ 4188995 w 10678681"/>
              <a:gd name="connsiteY100" fmla="*/ 1296718 h 1342734"/>
              <a:gd name="connsiteX101" fmla="*/ 4136582 w 10678681"/>
              <a:gd name="connsiteY101" fmla="*/ 1287687 h 1342734"/>
              <a:gd name="connsiteX102" fmla="*/ 4064614 w 10678681"/>
              <a:gd name="connsiteY102" fmla="*/ 1296118 h 1342734"/>
              <a:gd name="connsiteX103" fmla="*/ 3900948 w 10678681"/>
              <a:gd name="connsiteY103" fmla="*/ 1322156 h 1342734"/>
              <a:gd name="connsiteX104" fmla="*/ 3787890 w 10678681"/>
              <a:gd name="connsiteY104" fmla="*/ 1322164 h 1342734"/>
              <a:gd name="connsiteX105" fmla="*/ 3745993 w 10678681"/>
              <a:gd name="connsiteY105" fmla="*/ 1342630 h 1342734"/>
              <a:gd name="connsiteX106" fmla="*/ 3675785 w 10678681"/>
              <a:gd name="connsiteY106" fmla="*/ 1326802 h 1342734"/>
              <a:gd name="connsiteX107" fmla="*/ 3623856 w 10678681"/>
              <a:gd name="connsiteY107" fmla="*/ 1290804 h 1342734"/>
              <a:gd name="connsiteX108" fmla="*/ 3564933 w 10678681"/>
              <a:gd name="connsiteY108" fmla="*/ 1287147 h 1342734"/>
              <a:gd name="connsiteX109" fmla="*/ 3550537 w 10678681"/>
              <a:gd name="connsiteY109" fmla="*/ 1317552 h 1342734"/>
              <a:gd name="connsiteX110" fmla="*/ 3487736 w 10678681"/>
              <a:gd name="connsiteY110" fmla="*/ 1303493 h 1342734"/>
              <a:gd name="connsiteX111" fmla="*/ 3392548 w 10678681"/>
              <a:gd name="connsiteY111" fmla="*/ 1278741 h 1342734"/>
              <a:gd name="connsiteX112" fmla="*/ 3337466 w 10678681"/>
              <a:gd name="connsiteY112" fmla="*/ 1272537 h 1342734"/>
              <a:gd name="connsiteX113" fmla="*/ 3175981 w 10678681"/>
              <a:gd name="connsiteY113" fmla="*/ 1208973 h 1342734"/>
              <a:gd name="connsiteX114" fmla="*/ 3036856 w 10678681"/>
              <a:gd name="connsiteY114" fmla="*/ 1214383 h 1342734"/>
              <a:gd name="connsiteX115" fmla="*/ 2824973 w 10678681"/>
              <a:gd name="connsiteY115" fmla="*/ 1134864 h 1342734"/>
              <a:gd name="connsiteX116" fmla="*/ 2804398 w 10678681"/>
              <a:gd name="connsiteY116" fmla="*/ 1125556 h 1342734"/>
              <a:gd name="connsiteX117" fmla="*/ 2736109 w 10678681"/>
              <a:gd name="connsiteY117" fmla="*/ 1137717 h 1342734"/>
              <a:gd name="connsiteX118" fmla="*/ 2659096 w 10678681"/>
              <a:gd name="connsiteY118" fmla="*/ 1150294 h 1342734"/>
              <a:gd name="connsiteX119" fmla="*/ 2567088 w 10678681"/>
              <a:gd name="connsiteY119" fmla="*/ 1181781 h 1342734"/>
              <a:gd name="connsiteX120" fmla="*/ 2454501 w 10678681"/>
              <a:gd name="connsiteY120" fmla="*/ 1155455 h 1342734"/>
              <a:gd name="connsiteX121" fmla="*/ 2385161 w 10678681"/>
              <a:gd name="connsiteY121" fmla="*/ 1161312 h 1342734"/>
              <a:gd name="connsiteX122" fmla="*/ 2273361 w 10678681"/>
              <a:gd name="connsiteY122" fmla="*/ 1134090 h 1342734"/>
              <a:gd name="connsiteX123" fmla="*/ 2132003 w 10678681"/>
              <a:gd name="connsiteY123" fmla="*/ 1139225 h 1342734"/>
              <a:gd name="connsiteX124" fmla="*/ 2041224 w 10678681"/>
              <a:gd name="connsiteY124" fmla="*/ 1147536 h 1342734"/>
              <a:gd name="connsiteX125" fmla="*/ 2010157 w 10678681"/>
              <a:gd name="connsiteY125" fmla="*/ 1152767 h 1342734"/>
              <a:gd name="connsiteX126" fmla="*/ 1859213 w 10678681"/>
              <a:gd name="connsiteY126" fmla="*/ 1199540 h 1342734"/>
              <a:gd name="connsiteX127" fmla="*/ 1735877 w 10678681"/>
              <a:gd name="connsiteY127" fmla="*/ 1246527 h 1342734"/>
              <a:gd name="connsiteX128" fmla="*/ 1705069 w 10678681"/>
              <a:gd name="connsiteY128" fmla="*/ 1251989 h 1342734"/>
              <a:gd name="connsiteX129" fmla="*/ 1307888 w 10678681"/>
              <a:gd name="connsiteY129" fmla="*/ 1283156 h 1342734"/>
              <a:gd name="connsiteX130" fmla="*/ 1220734 w 10678681"/>
              <a:gd name="connsiteY130" fmla="*/ 1257811 h 1342734"/>
              <a:gd name="connsiteX131" fmla="*/ 1021737 w 10678681"/>
              <a:gd name="connsiteY131" fmla="*/ 1238739 h 1342734"/>
              <a:gd name="connsiteX132" fmla="*/ 959820 w 10678681"/>
              <a:gd name="connsiteY132" fmla="*/ 1275863 h 1342734"/>
              <a:gd name="connsiteX133" fmla="*/ 929137 w 10678681"/>
              <a:gd name="connsiteY133" fmla="*/ 1273957 h 1342734"/>
              <a:gd name="connsiteX134" fmla="*/ 878849 w 10678681"/>
              <a:gd name="connsiteY134" fmla="*/ 1266740 h 1342734"/>
              <a:gd name="connsiteX135" fmla="*/ 800667 w 10678681"/>
              <a:gd name="connsiteY135" fmla="*/ 1282041 h 1342734"/>
              <a:gd name="connsiteX136" fmla="*/ 644906 w 10678681"/>
              <a:gd name="connsiteY136" fmla="*/ 1273685 h 1342734"/>
              <a:gd name="connsiteX137" fmla="*/ 379869 w 10678681"/>
              <a:gd name="connsiteY137" fmla="*/ 1339165 h 1342734"/>
              <a:gd name="connsiteX138" fmla="*/ 137696 w 10678681"/>
              <a:gd name="connsiteY138" fmla="*/ 1319217 h 1342734"/>
              <a:gd name="connsiteX139" fmla="*/ 54250 w 10678681"/>
              <a:gd name="connsiteY139" fmla="*/ 1315838 h 1342734"/>
              <a:gd name="connsiteX140" fmla="*/ 28042 w 10678681"/>
              <a:gd name="connsiteY140" fmla="*/ 1297822 h 1342734"/>
              <a:gd name="connsiteX141" fmla="*/ 0 w 10678681"/>
              <a:gd name="connsiteY141" fmla="*/ 1294612 h 1342734"/>
              <a:gd name="connsiteX142" fmla="*/ 0 w 10678681"/>
              <a:gd name="connsiteY142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6219 w 10678681"/>
              <a:gd name="connsiteY4" fmla="*/ 45588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41159 w 10678681"/>
              <a:gd name="connsiteY8" fmla="*/ 103824 h 1342734"/>
              <a:gd name="connsiteX9" fmla="*/ 10244930 w 10678681"/>
              <a:gd name="connsiteY9" fmla="*/ 9459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9929077 w 10678681"/>
              <a:gd name="connsiteY13" fmla="*/ 254478 h 1342734"/>
              <a:gd name="connsiteX14" fmla="*/ 9840045 w 10678681"/>
              <a:gd name="connsiteY14" fmla="*/ 223033 h 1342734"/>
              <a:gd name="connsiteX15" fmla="*/ 9679638 w 10678681"/>
              <a:gd name="connsiteY15" fmla="*/ 277462 h 1342734"/>
              <a:gd name="connsiteX16" fmla="*/ 9498347 w 10678681"/>
              <a:gd name="connsiteY16" fmla="*/ 244723 h 1342734"/>
              <a:gd name="connsiteX17" fmla="*/ 9399702 w 10678681"/>
              <a:gd name="connsiteY17" fmla="*/ 276316 h 1342734"/>
              <a:gd name="connsiteX18" fmla="*/ 9322314 w 10678681"/>
              <a:gd name="connsiteY18" fmla="*/ 333814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344233 w 10678681"/>
              <a:gd name="connsiteY30" fmla="*/ 610922 h 1342734"/>
              <a:gd name="connsiteX31" fmla="*/ 8290622 w 10678681"/>
              <a:gd name="connsiteY31" fmla="*/ 622687 h 1342734"/>
              <a:gd name="connsiteX32" fmla="*/ 8086698 w 10678681"/>
              <a:gd name="connsiteY32" fmla="*/ 605185 h 1342734"/>
              <a:gd name="connsiteX33" fmla="*/ 7982378 w 10678681"/>
              <a:gd name="connsiteY33" fmla="*/ 629799 h 1342734"/>
              <a:gd name="connsiteX34" fmla="*/ 7947952 w 10678681"/>
              <a:gd name="connsiteY34" fmla="*/ 648003 h 1342734"/>
              <a:gd name="connsiteX35" fmla="*/ 7890112 w 10678681"/>
              <a:gd name="connsiteY35" fmla="*/ 677915 h 1342734"/>
              <a:gd name="connsiteX36" fmla="*/ 7853284 w 10678681"/>
              <a:gd name="connsiteY36" fmla="*/ 723588 h 1342734"/>
              <a:gd name="connsiteX37" fmla="*/ 7802383 w 10678681"/>
              <a:gd name="connsiteY37" fmla="*/ 739359 h 1342734"/>
              <a:gd name="connsiteX38" fmla="*/ 7730518 w 10678681"/>
              <a:gd name="connsiteY38" fmla="*/ 739526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69396 w 10678681"/>
              <a:gd name="connsiteY45" fmla="*/ 989282 h 1342734"/>
              <a:gd name="connsiteX46" fmla="*/ 7258094 w 10678681"/>
              <a:gd name="connsiteY46" fmla="*/ 990679 h 1342734"/>
              <a:gd name="connsiteX47" fmla="*/ 7257893 w 10678681"/>
              <a:gd name="connsiteY47" fmla="*/ 991204 h 1342734"/>
              <a:gd name="connsiteX48" fmla="*/ 7247153 w 10678681"/>
              <a:gd name="connsiteY48" fmla="*/ 991550 h 1342734"/>
              <a:gd name="connsiteX49" fmla="*/ 7193612 w 10678681"/>
              <a:gd name="connsiteY49" fmla="*/ 987042 h 1342734"/>
              <a:gd name="connsiteX50" fmla="*/ 7132632 w 10678681"/>
              <a:gd name="connsiteY50" fmla="*/ 1042036 h 1342734"/>
              <a:gd name="connsiteX51" fmla="*/ 7105610 w 10678681"/>
              <a:gd name="connsiteY51" fmla="*/ 1053537 h 1342734"/>
              <a:gd name="connsiteX52" fmla="*/ 7069148 w 10678681"/>
              <a:gd name="connsiteY52" fmla="*/ 1047163 h 1342734"/>
              <a:gd name="connsiteX53" fmla="*/ 7039634 w 10678681"/>
              <a:gd name="connsiteY53" fmla="*/ 1059971 h 1342734"/>
              <a:gd name="connsiteX54" fmla="*/ 7033445 w 10678681"/>
              <a:gd name="connsiteY54" fmla="*/ 1063314 h 1342734"/>
              <a:gd name="connsiteX55" fmla="*/ 6999157 w 10678681"/>
              <a:gd name="connsiteY55" fmla="*/ 1055282 h 1342734"/>
              <a:gd name="connsiteX56" fmla="*/ 6981874 w 10678681"/>
              <a:gd name="connsiteY56" fmla="*/ 1053827 h 1342734"/>
              <a:gd name="connsiteX57" fmla="*/ 6976102 w 10678681"/>
              <a:gd name="connsiteY57" fmla="*/ 1047854 h 1342734"/>
              <a:gd name="connsiteX58" fmla="*/ 6951040 w 10678681"/>
              <a:gd name="connsiteY58" fmla="*/ 1048531 h 1342734"/>
              <a:gd name="connsiteX59" fmla="*/ 6948497 w 10678681"/>
              <a:gd name="connsiteY59" fmla="*/ 1050706 h 1342734"/>
              <a:gd name="connsiteX60" fmla="*/ 6926582 w 10678681"/>
              <a:gd name="connsiteY60" fmla="*/ 1043462 h 1342734"/>
              <a:gd name="connsiteX61" fmla="*/ 6833743 w 10678681"/>
              <a:gd name="connsiteY61" fmla="*/ 1027960 h 1342734"/>
              <a:gd name="connsiteX62" fmla="*/ 6687090 w 10678681"/>
              <a:gd name="connsiteY62" fmla="*/ 1063250 h 1342734"/>
              <a:gd name="connsiteX63" fmla="*/ 6437450 w 10678681"/>
              <a:gd name="connsiteY63" fmla="*/ 1101075 h 1342734"/>
              <a:gd name="connsiteX64" fmla="*/ 6327795 w 10678681"/>
              <a:gd name="connsiteY64" fmla="*/ 1088142 h 1342734"/>
              <a:gd name="connsiteX65" fmla="*/ 6136549 w 10678681"/>
              <a:gd name="connsiteY65" fmla="*/ 1100268 h 1342734"/>
              <a:gd name="connsiteX66" fmla="*/ 6004655 w 10678681"/>
              <a:gd name="connsiteY66" fmla="*/ 1114946 h 1342734"/>
              <a:gd name="connsiteX67" fmla="*/ 5936643 w 10678681"/>
              <a:gd name="connsiteY67" fmla="*/ 1095428 h 1342734"/>
              <a:gd name="connsiteX68" fmla="*/ 5912484 w 10678681"/>
              <a:gd name="connsiteY68" fmla="*/ 1112624 h 1342734"/>
              <a:gd name="connsiteX69" fmla="*/ 5908387 w 10678681"/>
              <a:gd name="connsiteY69" fmla="*/ 1116018 h 1342734"/>
              <a:gd name="connsiteX70" fmla="*/ 5890495 w 10678681"/>
              <a:gd name="connsiteY70" fmla="*/ 1120268 h 1342734"/>
              <a:gd name="connsiteX71" fmla="*/ 5887318 w 10678681"/>
              <a:gd name="connsiteY71" fmla="*/ 1133134 h 1342734"/>
              <a:gd name="connsiteX72" fmla="*/ 5861726 w 10678681"/>
              <a:gd name="connsiteY72" fmla="*/ 1147891 h 1342734"/>
              <a:gd name="connsiteX73" fmla="*/ 5805823 w 10678681"/>
              <a:gd name="connsiteY73" fmla="*/ 1152457 h 1342734"/>
              <a:gd name="connsiteX74" fmla="*/ 5689841 w 10678681"/>
              <a:gd name="connsiteY74" fmla="*/ 1176232 h 1342734"/>
              <a:gd name="connsiteX75" fmla="*/ 5605119 w 10678681"/>
              <a:gd name="connsiteY75" fmla="*/ 1190202 h 1342734"/>
              <a:gd name="connsiteX76" fmla="*/ 5488513 w 10678681"/>
              <a:gd name="connsiteY76" fmla="*/ 1205367 h 1342734"/>
              <a:gd name="connsiteX77" fmla="*/ 5402905 w 10678681"/>
              <a:gd name="connsiteY77" fmla="*/ 1241191 h 1342734"/>
              <a:gd name="connsiteX78" fmla="*/ 5285593 w 10678681"/>
              <a:gd name="connsiteY78" fmla="*/ 1273569 h 1342734"/>
              <a:gd name="connsiteX79" fmla="*/ 5192893 w 10678681"/>
              <a:gd name="connsiteY79" fmla="*/ 1247188 h 1342734"/>
              <a:gd name="connsiteX80" fmla="*/ 5186475 w 10678681"/>
              <a:gd name="connsiteY80" fmla="*/ 1257028 h 1342734"/>
              <a:gd name="connsiteX81" fmla="*/ 5126038 w 10678681"/>
              <a:gd name="connsiteY81" fmla="*/ 1263189 h 1342734"/>
              <a:gd name="connsiteX82" fmla="*/ 4894688 w 10678681"/>
              <a:gd name="connsiteY82" fmla="*/ 1247184 h 1342734"/>
              <a:gd name="connsiteX83" fmla="*/ 4788036 w 10678681"/>
              <a:gd name="connsiteY83" fmla="*/ 1238182 h 1342734"/>
              <a:gd name="connsiteX84" fmla="*/ 4747555 w 10678681"/>
              <a:gd name="connsiteY84" fmla="*/ 1252768 h 1342734"/>
              <a:gd name="connsiteX85" fmla="*/ 4679644 w 10678681"/>
              <a:gd name="connsiteY85" fmla="*/ 1276603 h 1342734"/>
              <a:gd name="connsiteX86" fmla="*/ 4632222 w 10678681"/>
              <a:gd name="connsiteY86" fmla="*/ 1318360 h 1342734"/>
              <a:gd name="connsiteX87" fmla="*/ 4617358 w 10678681"/>
              <a:gd name="connsiteY87" fmla="*/ 1327690 h 1342734"/>
              <a:gd name="connsiteX88" fmla="*/ 4589102 w 10678681"/>
              <a:gd name="connsiteY88" fmla="*/ 1321223 h 1342734"/>
              <a:gd name="connsiteX89" fmla="*/ 4578184 w 10678681"/>
              <a:gd name="connsiteY89" fmla="*/ 1326745 h 1342734"/>
              <a:gd name="connsiteX90" fmla="*/ 4574270 w 10678681"/>
              <a:gd name="connsiteY90" fmla="*/ 1325878 h 1342734"/>
              <a:gd name="connsiteX91" fmla="*/ 4564919 w 10678681"/>
              <a:gd name="connsiteY91" fmla="*/ 1325507 h 1342734"/>
              <a:gd name="connsiteX92" fmla="*/ 4566586 w 10678681"/>
              <a:gd name="connsiteY92" fmla="*/ 1316963 h 1342734"/>
              <a:gd name="connsiteX93" fmla="*/ 4556303 w 10678681"/>
              <a:gd name="connsiteY93" fmla="*/ 1300262 h 1342734"/>
              <a:gd name="connsiteX94" fmla="*/ 4502358 w 10678681"/>
              <a:gd name="connsiteY94" fmla="*/ 1302558 h 1342734"/>
              <a:gd name="connsiteX95" fmla="*/ 4498919 w 10678681"/>
              <a:gd name="connsiteY95" fmla="*/ 1312115 h 1342734"/>
              <a:gd name="connsiteX96" fmla="*/ 4492075 w 10678681"/>
              <a:gd name="connsiteY96" fmla="*/ 1313357 h 1342734"/>
              <a:gd name="connsiteX97" fmla="*/ 4487466 w 10678681"/>
              <a:gd name="connsiteY97" fmla="*/ 1304102 h 1342734"/>
              <a:gd name="connsiteX98" fmla="*/ 4398292 w 10678681"/>
              <a:gd name="connsiteY98" fmla="*/ 1278410 h 1342734"/>
              <a:gd name="connsiteX99" fmla="*/ 4306088 w 10678681"/>
              <a:gd name="connsiteY99" fmla="*/ 1282512 h 1342734"/>
              <a:gd name="connsiteX100" fmla="*/ 4188995 w 10678681"/>
              <a:gd name="connsiteY100" fmla="*/ 1296718 h 1342734"/>
              <a:gd name="connsiteX101" fmla="*/ 4136582 w 10678681"/>
              <a:gd name="connsiteY101" fmla="*/ 1287687 h 1342734"/>
              <a:gd name="connsiteX102" fmla="*/ 4064614 w 10678681"/>
              <a:gd name="connsiteY102" fmla="*/ 1296118 h 1342734"/>
              <a:gd name="connsiteX103" fmla="*/ 3900948 w 10678681"/>
              <a:gd name="connsiteY103" fmla="*/ 1322156 h 1342734"/>
              <a:gd name="connsiteX104" fmla="*/ 3787890 w 10678681"/>
              <a:gd name="connsiteY104" fmla="*/ 1322164 h 1342734"/>
              <a:gd name="connsiteX105" fmla="*/ 3745993 w 10678681"/>
              <a:gd name="connsiteY105" fmla="*/ 1342630 h 1342734"/>
              <a:gd name="connsiteX106" fmla="*/ 3675785 w 10678681"/>
              <a:gd name="connsiteY106" fmla="*/ 1326802 h 1342734"/>
              <a:gd name="connsiteX107" fmla="*/ 3623856 w 10678681"/>
              <a:gd name="connsiteY107" fmla="*/ 1290804 h 1342734"/>
              <a:gd name="connsiteX108" fmla="*/ 3564933 w 10678681"/>
              <a:gd name="connsiteY108" fmla="*/ 1287147 h 1342734"/>
              <a:gd name="connsiteX109" fmla="*/ 3550537 w 10678681"/>
              <a:gd name="connsiteY109" fmla="*/ 1317552 h 1342734"/>
              <a:gd name="connsiteX110" fmla="*/ 3487736 w 10678681"/>
              <a:gd name="connsiteY110" fmla="*/ 1303493 h 1342734"/>
              <a:gd name="connsiteX111" fmla="*/ 3392548 w 10678681"/>
              <a:gd name="connsiteY111" fmla="*/ 1278741 h 1342734"/>
              <a:gd name="connsiteX112" fmla="*/ 3337466 w 10678681"/>
              <a:gd name="connsiteY112" fmla="*/ 1272537 h 1342734"/>
              <a:gd name="connsiteX113" fmla="*/ 3175981 w 10678681"/>
              <a:gd name="connsiteY113" fmla="*/ 1208973 h 1342734"/>
              <a:gd name="connsiteX114" fmla="*/ 3036856 w 10678681"/>
              <a:gd name="connsiteY114" fmla="*/ 1214383 h 1342734"/>
              <a:gd name="connsiteX115" fmla="*/ 2824973 w 10678681"/>
              <a:gd name="connsiteY115" fmla="*/ 1134864 h 1342734"/>
              <a:gd name="connsiteX116" fmla="*/ 2804398 w 10678681"/>
              <a:gd name="connsiteY116" fmla="*/ 1125556 h 1342734"/>
              <a:gd name="connsiteX117" fmla="*/ 2736109 w 10678681"/>
              <a:gd name="connsiteY117" fmla="*/ 1137717 h 1342734"/>
              <a:gd name="connsiteX118" fmla="*/ 2659096 w 10678681"/>
              <a:gd name="connsiteY118" fmla="*/ 1150294 h 1342734"/>
              <a:gd name="connsiteX119" fmla="*/ 2567088 w 10678681"/>
              <a:gd name="connsiteY119" fmla="*/ 1181781 h 1342734"/>
              <a:gd name="connsiteX120" fmla="*/ 2454501 w 10678681"/>
              <a:gd name="connsiteY120" fmla="*/ 1155455 h 1342734"/>
              <a:gd name="connsiteX121" fmla="*/ 2385161 w 10678681"/>
              <a:gd name="connsiteY121" fmla="*/ 1161312 h 1342734"/>
              <a:gd name="connsiteX122" fmla="*/ 2273361 w 10678681"/>
              <a:gd name="connsiteY122" fmla="*/ 1134090 h 1342734"/>
              <a:gd name="connsiteX123" fmla="*/ 2132003 w 10678681"/>
              <a:gd name="connsiteY123" fmla="*/ 1139225 h 1342734"/>
              <a:gd name="connsiteX124" fmla="*/ 2041224 w 10678681"/>
              <a:gd name="connsiteY124" fmla="*/ 1147536 h 1342734"/>
              <a:gd name="connsiteX125" fmla="*/ 2010157 w 10678681"/>
              <a:gd name="connsiteY125" fmla="*/ 1152767 h 1342734"/>
              <a:gd name="connsiteX126" fmla="*/ 1859213 w 10678681"/>
              <a:gd name="connsiteY126" fmla="*/ 1199540 h 1342734"/>
              <a:gd name="connsiteX127" fmla="*/ 1735877 w 10678681"/>
              <a:gd name="connsiteY127" fmla="*/ 1246527 h 1342734"/>
              <a:gd name="connsiteX128" fmla="*/ 1705069 w 10678681"/>
              <a:gd name="connsiteY128" fmla="*/ 1251989 h 1342734"/>
              <a:gd name="connsiteX129" fmla="*/ 1307888 w 10678681"/>
              <a:gd name="connsiteY129" fmla="*/ 1283156 h 1342734"/>
              <a:gd name="connsiteX130" fmla="*/ 1220734 w 10678681"/>
              <a:gd name="connsiteY130" fmla="*/ 1257811 h 1342734"/>
              <a:gd name="connsiteX131" fmla="*/ 1021737 w 10678681"/>
              <a:gd name="connsiteY131" fmla="*/ 1238739 h 1342734"/>
              <a:gd name="connsiteX132" fmla="*/ 959820 w 10678681"/>
              <a:gd name="connsiteY132" fmla="*/ 1275863 h 1342734"/>
              <a:gd name="connsiteX133" fmla="*/ 929137 w 10678681"/>
              <a:gd name="connsiteY133" fmla="*/ 1273957 h 1342734"/>
              <a:gd name="connsiteX134" fmla="*/ 878849 w 10678681"/>
              <a:gd name="connsiteY134" fmla="*/ 1266740 h 1342734"/>
              <a:gd name="connsiteX135" fmla="*/ 800667 w 10678681"/>
              <a:gd name="connsiteY135" fmla="*/ 1282041 h 1342734"/>
              <a:gd name="connsiteX136" fmla="*/ 644906 w 10678681"/>
              <a:gd name="connsiteY136" fmla="*/ 1273685 h 1342734"/>
              <a:gd name="connsiteX137" fmla="*/ 379869 w 10678681"/>
              <a:gd name="connsiteY137" fmla="*/ 1339165 h 1342734"/>
              <a:gd name="connsiteX138" fmla="*/ 137696 w 10678681"/>
              <a:gd name="connsiteY138" fmla="*/ 1319217 h 1342734"/>
              <a:gd name="connsiteX139" fmla="*/ 54250 w 10678681"/>
              <a:gd name="connsiteY139" fmla="*/ 1315838 h 1342734"/>
              <a:gd name="connsiteX140" fmla="*/ 28042 w 10678681"/>
              <a:gd name="connsiteY140" fmla="*/ 1297822 h 1342734"/>
              <a:gd name="connsiteX141" fmla="*/ 0 w 10678681"/>
              <a:gd name="connsiteY141" fmla="*/ 1294612 h 1342734"/>
              <a:gd name="connsiteX142" fmla="*/ 0 w 10678681"/>
              <a:gd name="connsiteY142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6219 w 10678681"/>
              <a:gd name="connsiteY4" fmla="*/ 45588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41159 w 10678681"/>
              <a:gd name="connsiteY8" fmla="*/ 103824 h 1342734"/>
              <a:gd name="connsiteX9" fmla="*/ 10244930 w 10678681"/>
              <a:gd name="connsiteY9" fmla="*/ 9459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9929077 w 10678681"/>
              <a:gd name="connsiteY13" fmla="*/ 254478 h 1342734"/>
              <a:gd name="connsiteX14" fmla="*/ 9840045 w 10678681"/>
              <a:gd name="connsiteY14" fmla="*/ 223033 h 1342734"/>
              <a:gd name="connsiteX15" fmla="*/ 9679638 w 10678681"/>
              <a:gd name="connsiteY15" fmla="*/ 277462 h 1342734"/>
              <a:gd name="connsiteX16" fmla="*/ 9498347 w 10678681"/>
              <a:gd name="connsiteY16" fmla="*/ 244723 h 1342734"/>
              <a:gd name="connsiteX17" fmla="*/ 9399702 w 10678681"/>
              <a:gd name="connsiteY17" fmla="*/ 276316 h 1342734"/>
              <a:gd name="connsiteX18" fmla="*/ 9316702 w 10678681"/>
              <a:gd name="connsiteY18" fmla="*/ 356523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344233 w 10678681"/>
              <a:gd name="connsiteY30" fmla="*/ 610922 h 1342734"/>
              <a:gd name="connsiteX31" fmla="*/ 8290622 w 10678681"/>
              <a:gd name="connsiteY31" fmla="*/ 622687 h 1342734"/>
              <a:gd name="connsiteX32" fmla="*/ 8086698 w 10678681"/>
              <a:gd name="connsiteY32" fmla="*/ 605185 h 1342734"/>
              <a:gd name="connsiteX33" fmla="*/ 7982378 w 10678681"/>
              <a:gd name="connsiteY33" fmla="*/ 629799 h 1342734"/>
              <a:gd name="connsiteX34" fmla="*/ 7947952 w 10678681"/>
              <a:gd name="connsiteY34" fmla="*/ 648003 h 1342734"/>
              <a:gd name="connsiteX35" fmla="*/ 7890112 w 10678681"/>
              <a:gd name="connsiteY35" fmla="*/ 677915 h 1342734"/>
              <a:gd name="connsiteX36" fmla="*/ 7853284 w 10678681"/>
              <a:gd name="connsiteY36" fmla="*/ 723588 h 1342734"/>
              <a:gd name="connsiteX37" fmla="*/ 7802383 w 10678681"/>
              <a:gd name="connsiteY37" fmla="*/ 739359 h 1342734"/>
              <a:gd name="connsiteX38" fmla="*/ 7730518 w 10678681"/>
              <a:gd name="connsiteY38" fmla="*/ 739526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69396 w 10678681"/>
              <a:gd name="connsiteY45" fmla="*/ 989282 h 1342734"/>
              <a:gd name="connsiteX46" fmla="*/ 7258094 w 10678681"/>
              <a:gd name="connsiteY46" fmla="*/ 990679 h 1342734"/>
              <a:gd name="connsiteX47" fmla="*/ 7257893 w 10678681"/>
              <a:gd name="connsiteY47" fmla="*/ 991204 h 1342734"/>
              <a:gd name="connsiteX48" fmla="*/ 7247153 w 10678681"/>
              <a:gd name="connsiteY48" fmla="*/ 991550 h 1342734"/>
              <a:gd name="connsiteX49" fmla="*/ 7193612 w 10678681"/>
              <a:gd name="connsiteY49" fmla="*/ 987042 h 1342734"/>
              <a:gd name="connsiteX50" fmla="*/ 7132632 w 10678681"/>
              <a:gd name="connsiteY50" fmla="*/ 1042036 h 1342734"/>
              <a:gd name="connsiteX51" fmla="*/ 7105610 w 10678681"/>
              <a:gd name="connsiteY51" fmla="*/ 1053537 h 1342734"/>
              <a:gd name="connsiteX52" fmla="*/ 7069148 w 10678681"/>
              <a:gd name="connsiteY52" fmla="*/ 1047163 h 1342734"/>
              <a:gd name="connsiteX53" fmla="*/ 7039634 w 10678681"/>
              <a:gd name="connsiteY53" fmla="*/ 1059971 h 1342734"/>
              <a:gd name="connsiteX54" fmla="*/ 7033445 w 10678681"/>
              <a:gd name="connsiteY54" fmla="*/ 1063314 h 1342734"/>
              <a:gd name="connsiteX55" fmla="*/ 6999157 w 10678681"/>
              <a:gd name="connsiteY55" fmla="*/ 1055282 h 1342734"/>
              <a:gd name="connsiteX56" fmla="*/ 6981874 w 10678681"/>
              <a:gd name="connsiteY56" fmla="*/ 1053827 h 1342734"/>
              <a:gd name="connsiteX57" fmla="*/ 6976102 w 10678681"/>
              <a:gd name="connsiteY57" fmla="*/ 1047854 h 1342734"/>
              <a:gd name="connsiteX58" fmla="*/ 6951040 w 10678681"/>
              <a:gd name="connsiteY58" fmla="*/ 1048531 h 1342734"/>
              <a:gd name="connsiteX59" fmla="*/ 6948497 w 10678681"/>
              <a:gd name="connsiteY59" fmla="*/ 1050706 h 1342734"/>
              <a:gd name="connsiteX60" fmla="*/ 6926582 w 10678681"/>
              <a:gd name="connsiteY60" fmla="*/ 1043462 h 1342734"/>
              <a:gd name="connsiteX61" fmla="*/ 6833743 w 10678681"/>
              <a:gd name="connsiteY61" fmla="*/ 1027960 h 1342734"/>
              <a:gd name="connsiteX62" fmla="*/ 6687090 w 10678681"/>
              <a:gd name="connsiteY62" fmla="*/ 1063250 h 1342734"/>
              <a:gd name="connsiteX63" fmla="*/ 6437450 w 10678681"/>
              <a:gd name="connsiteY63" fmla="*/ 1101075 h 1342734"/>
              <a:gd name="connsiteX64" fmla="*/ 6327795 w 10678681"/>
              <a:gd name="connsiteY64" fmla="*/ 1088142 h 1342734"/>
              <a:gd name="connsiteX65" fmla="*/ 6136549 w 10678681"/>
              <a:gd name="connsiteY65" fmla="*/ 1100268 h 1342734"/>
              <a:gd name="connsiteX66" fmla="*/ 6004655 w 10678681"/>
              <a:gd name="connsiteY66" fmla="*/ 1114946 h 1342734"/>
              <a:gd name="connsiteX67" fmla="*/ 5936643 w 10678681"/>
              <a:gd name="connsiteY67" fmla="*/ 1095428 h 1342734"/>
              <a:gd name="connsiteX68" fmla="*/ 5912484 w 10678681"/>
              <a:gd name="connsiteY68" fmla="*/ 1112624 h 1342734"/>
              <a:gd name="connsiteX69" fmla="*/ 5908387 w 10678681"/>
              <a:gd name="connsiteY69" fmla="*/ 1116018 h 1342734"/>
              <a:gd name="connsiteX70" fmla="*/ 5890495 w 10678681"/>
              <a:gd name="connsiteY70" fmla="*/ 1120268 h 1342734"/>
              <a:gd name="connsiteX71" fmla="*/ 5887318 w 10678681"/>
              <a:gd name="connsiteY71" fmla="*/ 1133134 h 1342734"/>
              <a:gd name="connsiteX72" fmla="*/ 5861726 w 10678681"/>
              <a:gd name="connsiteY72" fmla="*/ 1147891 h 1342734"/>
              <a:gd name="connsiteX73" fmla="*/ 5805823 w 10678681"/>
              <a:gd name="connsiteY73" fmla="*/ 1152457 h 1342734"/>
              <a:gd name="connsiteX74" fmla="*/ 5689841 w 10678681"/>
              <a:gd name="connsiteY74" fmla="*/ 1176232 h 1342734"/>
              <a:gd name="connsiteX75" fmla="*/ 5605119 w 10678681"/>
              <a:gd name="connsiteY75" fmla="*/ 1190202 h 1342734"/>
              <a:gd name="connsiteX76" fmla="*/ 5488513 w 10678681"/>
              <a:gd name="connsiteY76" fmla="*/ 1205367 h 1342734"/>
              <a:gd name="connsiteX77" fmla="*/ 5402905 w 10678681"/>
              <a:gd name="connsiteY77" fmla="*/ 1241191 h 1342734"/>
              <a:gd name="connsiteX78" fmla="*/ 5285593 w 10678681"/>
              <a:gd name="connsiteY78" fmla="*/ 1273569 h 1342734"/>
              <a:gd name="connsiteX79" fmla="*/ 5192893 w 10678681"/>
              <a:gd name="connsiteY79" fmla="*/ 1247188 h 1342734"/>
              <a:gd name="connsiteX80" fmla="*/ 5186475 w 10678681"/>
              <a:gd name="connsiteY80" fmla="*/ 1257028 h 1342734"/>
              <a:gd name="connsiteX81" fmla="*/ 5126038 w 10678681"/>
              <a:gd name="connsiteY81" fmla="*/ 1263189 h 1342734"/>
              <a:gd name="connsiteX82" fmla="*/ 4894688 w 10678681"/>
              <a:gd name="connsiteY82" fmla="*/ 1247184 h 1342734"/>
              <a:gd name="connsiteX83" fmla="*/ 4788036 w 10678681"/>
              <a:gd name="connsiteY83" fmla="*/ 1238182 h 1342734"/>
              <a:gd name="connsiteX84" fmla="*/ 4747555 w 10678681"/>
              <a:gd name="connsiteY84" fmla="*/ 1252768 h 1342734"/>
              <a:gd name="connsiteX85" fmla="*/ 4679644 w 10678681"/>
              <a:gd name="connsiteY85" fmla="*/ 1276603 h 1342734"/>
              <a:gd name="connsiteX86" fmla="*/ 4632222 w 10678681"/>
              <a:gd name="connsiteY86" fmla="*/ 1318360 h 1342734"/>
              <a:gd name="connsiteX87" fmla="*/ 4617358 w 10678681"/>
              <a:gd name="connsiteY87" fmla="*/ 1327690 h 1342734"/>
              <a:gd name="connsiteX88" fmla="*/ 4589102 w 10678681"/>
              <a:gd name="connsiteY88" fmla="*/ 1321223 h 1342734"/>
              <a:gd name="connsiteX89" fmla="*/ 4578184 w 10678681"/>
              <a:gd name="connsiteY89" fmla="*/ 1326745 h 1342734"/>
              <a:gd name="connsiteX90" fmla="*/ 4574270 w 10678681"/>
              <a:gd name="connsiteY90" fmla="*/ 1325878 h 1342734"/>
              <a:gd name="connsiteX91" fmla="*/ 4564919 w 10678681"/>
              <a:gd name="connsiteY91" fmla="*/ 1325507 h 1342734"/>
              <a:gd name="connsiteX92" fmla="*/ 4566586 w 10678681"/>
              <a:gd name="connsiteY92" fmla="*/ 1316963 h 1342734"/>
              <a:gd name="connsiteX93" fmla="*/ 4556303 w 10678681"/>
              <a:gd name="connsiteY93" fmla="*/ 1300262 h 1342734"/>
              <a:gd name="connsiteX94" fmla="*/ 4502358 w 10678681"/>
              <a:gd name="connsiteY94" fmla="*/ 1302558 h 1342734"/>
              <a:gd name="connsiteX95" fmla="*/ 4498919 w 10678681"/>
              <a:gd name="connsiteY95" fmla="*/ 1312115 h 1342734"/>
              <a:gd name="connsiteX96" fmla="*/ 4492075 w 10678681"/>
              <a:gd name="connsiteY96" fmla="*/ 1313357 h 1342734"/>
              <a:gd name="connsiteX97" fmla="*/ 4487466 w 10678681"/>
              <a:gd name="connsiteY97" fmla="*/ 1304102 h 1342734"/>
              <a:gd name="connsiteX98" fmla="*/ 4398292 w 10678681"/>
              <a:gd name="connsiteY98" fmla="*/ 1278410 h 1342734"/>
              <a:gd name="connsiteX99" fmla="*/ 4306088 w 10678681"/>
              <a:gd name="connsiteY99" fmla="*/ 1282512 h 1342734"/>
              <a:gd name="connsiteX100" fmla="*/ 4188995 w 10678681"/>
              <a:gd name="connsiteY100" fmla="*/ 1296718 h 1342734"/>
              <a:gd name="connsiteX101" fmla="*/ 4136582 w 10678681"/>
              <a:gd name="connsiteY101" fmla="*/ 1287687 h 1342734"/>
              <a:gd name="connsiteX102" fmla="*/ 4064614 w 10678681"/>
              <a:gd name="connsiteY102" fmla="*/ 1296118 h 1342734"/>
              <a:gd name="connsiteX103" fmla="*/ 3900948 w 10678681"/>
              <a:gd name="connsiteY103" fmla="*/ 1322156 h 1342734"/>
              <a:gd name="connsiteX104" fmla="*/ 3787890 w 10678681"/>
              <a:gd name="connsiteY104" fmla="*/ 1322164 h 1342734"/>
              <a:gd name="connsiteX105" fmla="*/ 3745993 w 10678681"/>
              <a:gd name="connsiteY105" fmla="*/ 1342630 h 1342734"/>
              <a:gd name="connsiteX106" fmla="*/ 3675785 w 10678681"/>
              <a:gd name="connsiteY106" fmla="*/ 1326802 h 1342734"/>
              <a:gd name="connsiteX107" fmla="*/ 3623856 w 10678681"/>
              <a:gd name="connsiteY107" fmla="*/ 1290804 h 1342734"/>
              <a:gd name="connsiteX108" fmla="*/ 3564933 w 10678681"/>
              <a:gd name="connsiteY108" fmla="*/ 1287147 h 1342734"/>
              <a:gd name="connsiteX109" fmla="*/ 3550537 w 10678681"/>
              <a:gd name="connsiteY109" fmla="*/ 1317552 h 1342734"/>
              <a:gd name="connsiteX110" fmla="*/ 3487736 w 10678681"/>
              <a:gd name="connsiteY110" fmla="*/ 1303493 h 1342734"/>
              <a:gd name="connsiteX111" fmla="*/ 3392548 w 10678681"/>
              <a:gd name="connsiteY111" fmla="*/ 1278741 h 1342734"/>
              <a:gd name="connsiteX112" fmla="*/ 3337466 w 10678681"/>
              <a:gd name="connsiteY112" fmla="*/ 1272537 h 1342734"/>
              <a:gd name="connsiteX113" fmla="*/ 3175981 w 10678681"/>
              <a:gd name="connsiteY113" fmla="*/ 1208973 h 1342734"/>
              <a:gd name="connsiteX114" fmla="*/ 3036856 w 10678681"/>
              <a:gd name="connsiteY114" fmla="*/ 1214383 h 1342734"/>
              <a:gd name="connsiteX115" fmla="*/ 2824973 w 10678681"/>
              <a:gd name="connsiteY115" fmla="*/ 1134864 h 1342734"/>
              <a:gd name="connsiteX116" fmla="*/ 2804398 w 10678681"/>
              <a:gd name="connsiteY116" fmla="*/ 1125556 h 1342734"/>
              <a:gd name="connsiteX117" fmla="*/ 2736109 w 10678681"/>
              <a:gd name="connsiteY117" fmla="*/ 1137717 h 1342734"/>
              <a:gd name="connsiteX118" fmla="*/ 2659096 w 10678681"/>
              <a:gd name="connsiteY118" fmla="*/ 1150294 h 1342734"/>
              <a:gd name="connsiteX119" fmla="*/ 2567088 w 10678681"/>
              <a:gd name="connsiteY119" fmla="*/ 1181781 h 1342734"/>
              <a:gd name="connsiteX120" fmla="*/ 2454501 w 10678681"/>
              <a:gd name="connsiteY120" fmla="*/ 1155455 h 1342734"/>
              <a:gd name="connsiteX121" fmla="*/ 2385161 w 10678681"/>
              <a:gd name="connsiteY121" fmla="*/ 1161312 h 1342734"/>
              <a:gd name="connsiteX122" fmla="*/ 2273361 w 10678681"/>
              <a:gd name="connsiteY122" fmla="*/ 1134090 h 1342734"/>
              <a:gd name="connsiteX123" fmla="*/ 2132003 w 10678681"/>
              <a:gd name="connsiteY123" fmla="*/ 1139225 h 1342734"/>
              <a:gd name="connsiteX124" fmla="*/ 2041224 w 10678681"/>
              <a:gd name="connsiteY124" fmla="*/ 1147536 h 1342734"/>
              <a:gd name="connsiteX125" fmla="*/ 2010157 w 10678681"/>
              <a:gd name="connsiteY125" fmla="*/ 1152767 h 1342734"/>
              <a:gd name="connsiteX126" fmla="*/ 1859213 w 10678681"/>
              <a:gd name="connsiteY126" fmla="*/ 1199540 h 1342734"/>
              <a:gd name="connsiteX127" fmla="*/ 1735877 w 10678681"/>
              <a:gd name="connsiteY127" fmla="*/ 1246527 h 1342734"/>
              <a:gd name="connsiteX128" fmla="*/ 1705069 w 10678681"/>
              <a:gd name="connsiteY128" fmla="*/ 1251989 h 1342734"/>
              <a:gd name="connsiteX129" fmla="*/ 1307888 w 10678681"/>
              <a:gd name="connsiteY129" fmla="*/ 1283156 h 1342734"/>
              <a:gd name="connsiteX130" fmla="*/ 1220734 w 10678681"/>
              <a:gd name="connsiteY130" fmla="*/ 1257811 h 1342734"/>
              <a:gd name="connsiteX131" fmla="*/ 1021737 w 10678681"/>
              <a:gd name="connsiteY131" fmla="*/ 1238739 h 1342734"/>
              <a:gd name="connsiteX132" fmla="*/ 959820 w 10678681"/>
              <a:gd name="connsiteY132" fmla="*/ 1275863 h 1342734"/>
              <a:gd name="connsiteX133" fmla="*/ 929137 w 10678681"/>
              <a:gd name="connsiteY133" fmla="*/ 1273957 h 1342734"/>
              <a:gd name="connsiteX134" fmla="*/ 878849 w 10678681"/>
              <a:gd name="connsiteY134" fmla="*/ 1266740 h 1342734"/>
              <a:gd name="connsiteX135" fmla="*/ 800667 w 10678681"/>
              <a:gd name="connsiteY135" fmla="*/ 1282041 h 1342734"/>
              <a:gd name="connsiteX136" fmla="*/ 644906 w 10678681"/>
              <a:gd name="connsiteY136" fmla="*/ 1273685 h 1342734"/>
              <a:gd name="connsiteX137" fmla="*/ 379869 w 10678681"/>
              <a:gd name="connsiteY137" fmla="*/ 1339165 h 1342734"/>
              <a:gd name="connsiteX138" fmla="*/ 137696 w 10678681"/>
              <a:gd name="connsiteY138" fmla="*/ 1319217 h 1342734"/>
              <a:gd name="connsiteX139" fmla="*/ 54250 w 10678681"/>
              <a:gd name="connsiteY139" fmla="*/ 1315838 h 1342734"/>
              <a:gd name="connsiteX140" fmla="*/ 28042 w 10678681"/>
              <a:gd name="connsiteY140" fmla="*/ 1297822 h 1342734"/>
              <a:gd name="connsiteX141" fmla="*/ 0 w 10678681"/>
              <a:gd name="connsiteY141" fmla="*/ 1294612 h 1342734"/>
              <a:gd name="connsiteX142" fmla="*/ 0 w 10678681"/>
              <a:gd name="connsiteY142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6219 w 10678681"/>
              <a:gd name="connsiteY4" fmla="*/ 45588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41159 w 10678681"/>
              <a:gd name="connsiteY8" fmla="*/ 103824 h 1342734"/>
              <a:gd name="connsiteX9" fmla="*/ 10244930 w 10678681"/>
              <a:gd name="connsiteY9" fmla="*/ 9459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9929077 w 10678681"/>
              <a:gd name="connsiteY13" fmla="*/ 254478 h 1342734"/>
              <a:gd name="connsiteX14" fmla="*/ 9840045 w 10678681"/>
              <a:gd name="connsiteY14" fmla="*/ 223033 h 1342734"/>
              <a:gd name="connsiteX15" fmla="*/ 9679638 w 10678681"/>
              <a:gd name="connsiteY15" fmla="*/ 277462 h 1342734"/>
              <a:gd name="connsiteX16" fmla="*/ 9498347 w 10678681"/>
              <a:gd name="connsiteY16" fmla="*/ 244723 h 1342734"/>
              <a:gd name="connsiteX17" fmla="*/ 9399702 w 10678681"/>
              <a:gd name="connsiteY17" fmla="*/ 276316 h 1342734"/>
              <a:gd name="connsiteX18" fmla="*/ 9316702 w 10678681"/>
              <a:gd name="connsiteY18" fmla="*/ 356523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344233 w 10678681"/>
              <a:gd name="connsiteY30" fmla="*/ 610922 h 1342734"/>
              <a:gd name="connsiteX31" fmla="*/ 8290622 w 10678681"/>
              <a:gd name="connsiteY31" fmla="*/ 622687 h 1342734"/>
              <a:gd name="connsiteX32" fmla="*/ 8086698 w 10678681"/>
              <a:gd name="connsiteY32" fmla="*/ 605185 h 1342734"/>
              <a:gd name="connsiteX33" fmla="*/ 7982378 w 10678681"/>
              <a:gd name="connsiteY33" fmla="*/ 629799 h 1342734"/>
              <a:gd name="connsiteX34" fmla="*/ 7947952 w 10678681"/>
              <a:gd name="connsiteY34" fmla="*/ 648003 h 1342734"/>
              <a:gd name="connsiteX35" fmla="*/ 7890112 w 10678681"/>
              <a:gd name="connsiteY35" fmla="*/ 677915 h 1342734"/>
              <a:gd name="connsiteX36" fmla="*/ 7853284 w 10678681"/>
              <a:gd name="connsiteY36" fmla="*/ 723588 h 1342734"/>
              <a:gd name="connsiteX37" fmla="*/ 7802383 w 10678681"/>
              <a:gd name="connsiteY37" fmla="*/ 739359 h 1342734"/>
              <a:gd name="connsiteX38" fmla="*/ 7730518 w 10678681"/>
              <a:gd name="connsiteY38" fmla="*/ 739526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69396 w 10678681"/>
              <a:gd name="connsiteY45" fmla="*/ 989282 h 1342734"/>
              <a:gd name="connsiteX46" fmla="*/ 7258094 w 10678681"/>
              <a:gd name="connsiteY46" fmla="*/ 990679 h 1342734"/>
              <a:gd name="connsiteX47" fmla="*/ 7257893 w 10678681"/>
              <a:gd name="connsiteY47" fmla="*/ 991204 h 1342734"/>
              <a:gd name="connsiteX48" fmla="*/ 7247153 w 10678681"/>
              <a:gd name="connsiteY48" fmla="*/ 991550 h 1342734"/>
              <a:gd name="connsiteX49" fmla="*/ 7193612 w 10678681"/>
              <a:gd name="connsiteY49" fmla="*/ 987042 h 1342734"/>
              <a:gd name="connsiteX50" fmla="*/ 7132632 w 10678681"/>
              <a:gd name="connsiteY50" fmla="*/ 1042036 h 1342734"/>
              <a:gd name="connsiteX51" fmla="*/ 7105610 w 10678681"/>
              <a:gd name="connsiteY51" fmla="*/ 1053537 h 1342734"/>
              <a:gd name="connsiteX52" fmla="*/ 7069148 w 10678681"/>
              <a:gd name="connsiteY52" fmla="*/ 1047163 h 1342734"/>
              <a:gd name="connsiteX53" fmla="*/ 7039634 w 10678681"/>
              <a:gd name="connsiteY53" fmla="*/ 1059971 h 1342734"/>
              <a:gd name="connsiteX54" fmla="*/ 7033445 w 10678681"/>
              <a:gd name="connsiteY54" fmla="*/ 1063314 h 1342734"/>
              <a:gd name="connsiteX55" fmla="*/ 6999157 w 10678681"/>
              <a:gd name="connsiteY55" fmla="*/ 1055282 h 1342734"/>
              <a:gd name="connsiteX56" fmla="*/ 6981874 w 10678681"/>
              <a:gd name="connsiteY56" fmla="*/ 1053827 h 1342734"/>
              <a:gd name="connsiteX57" fmla="*/ 6976102 w 10678681"/>
              <a:gd name="connsiteY57" fmla="*/ 1047854 h 1342734"/>
              <a:gd name="connsiteX58" fmla="*/ 6951040 w 10678681"/>
              <a:gd name="connsiteY58" fmla="*/ 1048531 h 1342734"/>
              <a:gd name="connsiteX59" fmla="*/ 6948497 w 10678681"/>
              <a:gd name="connsiteY59" fmla="*/ 1050706 h 1342734"/>
              <a:gd name="connsiteX60" fmla="*/ 6926582 w 10678681"/>
              <a:gd name="connsiteY60" fmla="*/ 1043462 h 1342734"/>
              <a:gd name="connsiteX61" fmla="*/ 6833743 w 10678681"/>
              <a:gd name="connsiteY61" fmla="*/ 1027960 h 1342734"/>
              <a:gd name="connsiteX62" fmla="*/ 6687090 w 10678681"/>
              <a:gd name="connsiteY62" fmla="*/ 1063250 h 1342734"/>
              <a:gd name="connsiteX63" fmla="*/ 6437450 w 10678681"/>
              <a:gd name="connsiteY63" fmla="*/ 1101075 h 1342734"/>
              <a:gd name="connsiteX64" fmla="*/ 6327795 w 10678681"/>
              <a:gd name="connsiteY64" fmla="*/ 1088142 h 1342734"/>
              <a:gd name="connsiteX65" fmla="*/ 6136549 w 10678681"/>
              <a:gd name="connsiteY65" fmla="*/ 1100268 h 1342734"/>
              <a:gd name="connsiteX66" fmla="*/ 6004655 w 10678681"/>
              <a:gd name="connsiteY66" fmla="*/ 1114946 h 1342734"/>
              <a:gd name="connsiteX67" fmla="*/ 5936643 w 10678681"/>
              <a:gd name="connsiteY67" fmla="*/ 1095428 h 1342734"/>
              <a:gd name="connsiteX68" fmla="*/ 5912484 w 10678681"/>
              <a:gd name="connsiteY68" fmla="*/ 1112624 h 1342734"/>
              <a:gd name="connsiteX69" fmla="*/ 5908387 w 10678681"/>
              <a:gd name="connsiteY69" fmla="*/ 1116018 h 1342734"/>
              <a:gd name="connsiteX70" fmla="*/ 5890495 w 10678681"/>
              <a:gd name="connsiteY70" fmla="*/ 1120268 h 1342734"/>
              <a:gd name="connsiteX71" fmla="*/ 5887318 w 10678681"/>
              <a:gd name="connsiteY71" fmla="*/ 1133134 h 1342734"/>
              <a:gd name="connsiteX72" fmla="*/ 5861726 w 10678681"/>
              <a:gd name="connsiteY72" fmla="*/ 1147891 h 1342734"/>
              <a:gd name="connsiteX73" fmla="*/ 5805823 w 10678681"/>
              <a:gd name="connsiteY73" fmla="*/ 1152457 h 1342734"/>
              <a:gd name="connsiteX74" fmla="*/ 5689841 w 10678681"/>
              <a:gd name="connsiteY74" fmla="*/ 1176232 h 1342734"/>
              <a:gd name="connsiteX75" fmla="*/ 5605119 w 10678681"/>
              <a:gd name="connsiteY75" fmla="*/ 1190202 h 1342734"/>
              <a:gd name="connsiteX76" fmla="*/ 5488513 w 10678681"/>
              <a:gd name="connsiteY76" fmla="*/ 1205367 h 1342734"/>
              <a:gd name="connsiteX77" fmla="*/ 5402905 w 10678681"/>
              <a:gd name="connsiteY77" fmla="*/ 1241191 h 1342734"/>
              <a:gd name="connsiteX78" fmla="*/ 5285593 w 10678681"/>
              <a:gd name="connsiteY78" fmla="*/ 1273569 h 1342734"/>
              <a:gd name="connsiteX79" fmla="*/ 5192893 w 10678681"/>
              <a:gd name="connsiteY79" fmla="*/ 1247188 h 1342734"/>
              <a:gd name="connsiteX80" fmla="*/ 5186475 w 10678681"/>
              <a:gd name="connsiteY80" fmla="*/ 1257028 h 1342734"/>
              <a:gd name="connsiteX81" fmla="*/ 5126038 w 10678681"/>
              <a:gd name="connsiteY81" fmla="*/ 1263189 h 1342734"/>
              <a:gd name="connsiteX82" fmla="*/ 4894688 w 10678681"/>
              <a:gd name="connsiteY82" fmla="*/ 1247184 h 1342734"/>
              <a:gd name="connsiteX83" fmla="*/ 4788036 w 10678681"/>
              <a:gd name="connsiteY83" fmla="*/ 1238182 h 1342734"/>
              <a:gd name="connsiteX84" fmla="*/ 4747555 w 10678681"/>
              <a:gd name="connsiteY84" fmla="*/ 1252768 h 1342734"/>
              <a:gd name="connsiteX85" fmla="*/ 4679644 w 10678681"/>
              <a:gd name="connsiteY85" fmla="*/ 1276603 h 1342734"/>
              <a:gd name="connsiteX86" fmla="*/ 4632222 w 10678681"/>
              <a:gd name="connsiteY86" fmla="*/ 1318360 h 1342734"/>
              <a:gd name="connsiteX87" fmla="*/ 4617358 w 10678681"/>
              <a:gd name="connsiteY87" fmla="*/ 1327690 h 1342734"/>
              <a:gd name="connsiteX88" fmla="*/ 4589102 w 10678681"/>
              <a:gd name="connsiteY88" fmla="*/ 1321223 h 1342734"/>
              <a:gd name="connsiteX89" fmla="*/ 4578184 w 10678681"/>
              <a:gd name="connsiteY89" fmla="*/ 1326745 h 1342734"/>
              <a:gd name="connsiteX90" fmla="*/ 4574270 w 10678681"/>
              <a:gd name="connsiteY90" fmla="*/ 1325878 h 1342734"/>
              <a:gd name="connsiteX91" fmla="*/ 4564919 w 10678681"/>
              <a:gd name="connsiteY91" fmla="*/ 1325507 h 1342734"/>
              <a:gd name="connsiteX92" fmla="*/ 4566586 w 10678681"/>
              <a:gd name="connsiteY92" fmla="*/ 1316963 h 1342734"/>
              <a:gd name="connsiteX93" fmla="*/ 4556303 w 10678681"/>
              <a:gd name="connsiteY93" fmla="*/ 1300262 h 1342734"/>
              <a:gd name="connsiteX94" fmla="*/ 4502358 w 10678681"/>
              <a:gd name="connsiteY94" fmla="*/ 1302558 h 1342734"/>
              <a:gd name="connsiteX95" fmla="*/ 4498919 w 10678681"/>
              <a:gd name="connsiteY95" fmla="*/ 1312115 h 1342734"/>
              <a:gd name="connsiteX96" fmla="*/ 4492075 w 10678681"/>
              <a:gd name="connsiteY96" fmla="*/ 1313357 h 1342734"/>
              <a:gd name="connsiteX97" fmla="*/ 4487466 w 10678681"/>
              <a:gd name="connsiteY97" fmla="*/ 1304102 h 1342734"/>
              <a:gd name="connsiteX98" fmla="*/ 4398292 w 10678681"/>
              <a:gd name="connsiteY98" fmla="*/ 1278410 h 1342734"/>
              <a:gd name="connsiteX99" fmla="*/ 4306088 w 10678681"/>
              <a:gd name="connsiteY99" fmla="*/ 1282512 h 1342734"/>
              <a:gd name="connsiteX100" fmla="*/ 4188995 w 10678681"/>
              <a:gd name="connsiteY100" fmla="*/ 1296718 h 1342734"/>
              <a:gd name="connsiteX101" fmla="*/ 4136582 w 10678681"/>
              <a:gd name="connsiteY101" fmla="*/ 1287687 h 1342734"/>
              <a:gd name="connsiteX102" fmla="*/ 4064614 w 10678681"/>
              <a:gd name="connsiteY102" fmla="*/ 1296118 h 1342734"/>
              <a:gd name="connsiteX103" fmla="*/ 3900948 w 10678681"/>
              <a:gd name="connsiteY103" fmla="*/ 1322156 h 1342734"/>
              <a:gd name="connsiteX104" fmla="*/ 3787890 w 10678681"/>
              <a:gd name="connsiteY104" fmla="*/ 1322164 h 1342734"/>
              <a:gd name="connsiteX105" fmla="*/ 3745993 w 10678681"/>
              <a:gd name="connsiteY105" fmla="*/ 1342630 h 1342734"/>
              <a:gd name="connsiteX106" fmla="*/ 3675785 w 10678681"/>
              <a:gd name="connsiteY106" fmla="*/ 1326802 h 1342734"/>
              <a:gd name="connsiteX107" fmla="*/ 3623856 w 10678681"/>
              <a:gd name="connsiteY107" fmla="*/ 1290804 h 1342734"/>
              <a:gd name="connsiteX108" fmla="*/ 3564933 w 10678681"/>
              <a:gd name="connsiteY108" fmla="*/ 1287147 h 1342734"/>
              <a:gd name="connsiteX109" fmla="*/ 3550537 w 10678681"/>
              <a:gd name="connsiteY109" fmla="*/ 1317552 h 1342734"/>
              <a:gd name="connsiteX110" fmla="*/ 3487736 w 10678681"/>
              <a:gd name="connsiteY110" fmla="*/ 1303493 h 1342734"/>
              <a:gd name="connsiteX111" fmla="*/ 3392548 w 10678681"/>
              <a:gd name="connsiteY111" fmla="*/ 1278741 h 1342734"/>
              <a:gd name="connsiteX112" fmla="*/ 3337466 w 10678681"/>
              <a:gd name="connsiteY112" fmla="*/ 1272537 h 1342734"/>
              <a:gd name="connsiteX113" fmla="*/ 3175981 w 10678681"/>
              <a:gd name="connsiteY113" fmla="*/ 1208973 h 1342734"/>
              <a:gd name="connsiteX114" fmla="*/ 3036856 w 10678681"/>
              <a:gd name="connsiteY114" fmla="*/ 1214383 h 1342734"/>
              <a:gd name="connsiteX115" fmla="*/ 2824973 w 10678681"/>
              <a:gd name="connsiteY115" fmla="*/ 1134864 h 1342734"/>
              <a:gd name="connsiteX116" fmla="*/ 2804398 w 10678681"/>
              <a:gd name="connsiteY116" fmla="*/ 1125556 h 1342734"/>
              <a:gd name="connsiteX117" fmla="*/ 2736109 w 10678681"/>
              <a:gd name="connsiteY117" fmla="*/ 1137717 h 1342734"/>
              <a:gd name="connsiteX118" fmla="*/ 2659096 w 10678681"/>
              <a:gd name="connsiteY118" fmla="*/ 1150294 h 1342734"/>
              <a:gd name="connsiteX119" fmla="*/ 2567088 w 10678681"/>
              <a:gd name="connsiteY119" fmla="*/ 1181781 h 1342734"/>
              <a:gd name="connsiteX120" fmla="*/ 2454501 w 10678681"/>
              <a:gd name="connsiteY120" fmla="*/ 1155455 h 1342734"/>
              <a:gd name="connsiteX121" fmla="*/ 2385161 w 10678681"/>
              <a:gd name="connsiteY121" fmla="*/ 1161312 h 1342734"/>
              <a:gd name="connsiteX122" fmla="*/ 2273361 w 10678681"/>
              <a:gd name="connsiteY122" fmla="*/ 1134090 h 1342734"/>
              <a:gd name="connsiteX123" fmla="*/ 2132003 w 10678681"/>
              <a:gd name="connsiteY123" fmla="*/ 1139225 h 1342734"/>
              <a:gd name="connsiteX124" fmla="*/ 2041224 w 10678681"/>
              <a:gd name="connsiteY124" fmla="*/ 1147536 h 1342734"/>
              <a:gd name="connsiteX125" fmla="*/ 2010157 w 10678681"/>
              <a:gd name="connsiteY125" fmla="*/ 1152767 h 1342734"/>
              <a:gd name="connsiteX126" fmla="*/ 1859213 w 10678681"/>
              <a:gd name="connsiteY126" fmla="*/ 1199540 h 1342734"/>
              <a:gd name="connsiteX127" fmla="*/ 1735877 w 10678681"/>
              <a:gd name="connsiteY127" fmla="*/ 1246527 h 1342734"/>
              <a:gd name="connsiteX128" fmla="*/ 1705069 w 10678681"/>
              <a:gd name="connsiteY128" fmla="*/ 1251989 h 1342734"/>
              <a:gd name="connsiteX129" fmla="*/ 1307888 w 10678681"/>
              <a:gd name="connsiteY129" fmla="*/ 1283156 h 1342734"/>
              <a:gd name="connsiteX130" fmla="*/ 1220734 w 10678681"/>
              <a:gd name="connsiteY130" fmla="*/ 1257811 h 1342734"/>
              <a:gd name="connsiteX131" fmla="*/ 1021737 w 10678681"/>
              <a:gd name="connsiteY131" fmla="*/ 1238739 h 1342734"/>
              <a:gd name="connsiteX132" fmla="*/ 959820 w 10678681"/>
              <a:gd name="connsiteY132" fmla="*/ 1275863 h 1342734"/>
              <a:gd name="connsiteX133" fmla="*/ 929137 w 10678681"/>
              <a:gd name="connsiteY133" fmla="*/ 1273957 h 1342734"/>
              <a:gd name="connsiteX134" fmla="*/ 878849 w 10678681"/>
              <a:gd name="connsiteY134" fmla="*/ 1266740 h 1342734"/>
              <a:gd name="connsiteX135" fmla="*/ 800667 w 10678681"/>
              <a:gd name="connsiteY135" fmla="*/ 1282041 h 1342734"/>
              <a:gd name="connsiteX136" fmla="*/ 644906 w 10678681"/>
              <a:gd name="connsiteY136" fmla="*/ 1273685 h 1342734"/>
              <a:gd name="connsiteX137" fmla="*/ 379869 w 10678681"/>
              <a:gd name="connsiteY137" fmla="*/ 1339165 h 1342734"/>
              <a:gd name="connsiteX138" fmla="*/ 137696 w 10678681"/>
              <a:gd name="connsiteY138" fmla="*/ 1319217 h 1342734"/>
              <a:gd name="connsiteX139" fmla="*/ 54250 w 10678681"/>
              <a:gd name="connsiteY139" fmla="*/ 1315838 h 1342734"/>
              <a:gd name="connsiteX140" fmla="*/ 28042 w 10678681"/>
              <a:gd name="connsiteY140" fmla="*/ 1297822 h 1342734"/>
              <a:gd name="connsiteX141" fmla="*/ 0 w 10678681"/>
              <a:gd name="connsiteY141" fmla="*/ 1294612 h 1342734"/>
              <a:gd name="connsiteX142" fmla="*/ 0 w 10678681"/>
              <a:gd name="connsiteY142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6219 w 10678681"/>
              <a:gd name="connsiteY4" fmla="*/ 45588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41159 w 10678681"/>
              <a:gd name="connsiteY8" fmla="*/ 103824 h 1342734"/>
              <a:gd name="connsiteX9" fmla="*/ 10244930 w 10678681"/>
              <a:gd name="connsiteY9" fmla="*/ 9459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9929077 w 10678681"/>
              <a:gd name="connsiteY13" fmla="*/ 254478 h 1342734"/>
              <a:gd name="connsiteX14" fmla="*/ 9840045 w 10678681"/>
              <a:gd name="connsiteY14" fmla="*/ 223033 h 1342734"/>
              <a:gd name="connsiteX15" fmla="*/ 9679638 w 10678681"/>
              <a:gd name="connsiteY15" fmla="*/ 277462 h 1342734"/>
              <a:gd name="connsiteX16" fmla="*/ 9498347 w 10678681"/>
              <a:gd name="connsiteY16" fmla="*/ 244723 h 1342734"/>
              <a:gd name="connsiteX17" fmla="*/ 9366026 w 10678681"/>
              <a:gd name="connsiteY17" fmla="*/ 299024 h 1342734"/>
              <a:gd name="connsiteX18" fmla="*/ 9316702 w 10678681"/>
              <a:gd name="connsiteY18" fmla="*/ 356523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344233 w 10678681"/>
              <a:gd name="connsiteY30" fmla="*/ 610922 h 1342734"/>
              <a:gd name="connsiteX31" fmla="*/ 8290622 w 10678681"/>
              <a:gd name="connsiteY31" fmla="*/ 622687 h 1342734"/>
              <a:gd name="connsiteX32" fmla="*/ 8086698 w 10678681"/>
              <a:gd name="connsiteY32" fmla="*/ 605185 h 1342734"/>
              <a:gd name="connsiteX33" fmla="*/ 7982378 w 10678681"/>
              <a:gd name="connsiteY33" fmla="*/ 629799 h 1342734"/>
              <a:gd name="connsiteX34" fmla="*/ 7947952 w 10678681"/>
              <a:gd name="connsiteY34" fmla="*/ 648003 h 1342734"/>
              <a:gd name="connsiteX35" fmla="*/ 7890112 w 10678681"/>
              <a:gd name="connsiteY35" fmla="*/ 677915 h 1342734"/>
              <a:gd name="connsiteX36" fmla="*/ 7853284 w 10678681"/>
              <a:gd name="connsiteY36" fmla="*/ 723588 h 1342734"/>
              <a:gd name="connsiteX37" fmla="*/ 7802383 w 10678681"/>
              <a:gd name="connsiteY37" fmla="*/ 739359 h 1342734"/>
              <a:gd name="connsiteX38" fmla="*/ 7730518 w 10678681"/>
              <a:gd name="connsiteY38" fmla="*/ 739526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69396 w 10678681"/>
              <a:gd name="connsiteY45" fmla="*/ 989282 h 1342734"/>
              <a:gd name="connsiteX46" fmla="*/ 7258094 w 10678681"/>
              <a:gd name="connsiteY46" fmla="*/ 990679 h 1342734"/>
              <a:gd name="connsiteX47" fmla="*/ 7257893 w 10678681"/>
              <a:gd name="connsiteY47" fmla="*/ 991204 h 1342734"/>
              <a:gd name="connsiteX48" fmla="*/ 7247153 w 10678681"/>
              <a:gd name="connsiteY48" fmla="*/ 991550 h 1342734"/>
              <a:gd name="connsiteX49" fmla="*/ 7193612 w 10678681"/>
              <a:gd name="connsiteY49" fmla="*/ 987042 h 1342734"/>
              <a:gd name="connsiteX50" fmla="*/ 7132632 w 10678681"/>
              <a:gd name="connsiteY50" fmla="*/ 1042036 h 1342734"/>
              <a:gd name="connsiteX51" fmla="*/ 7105610 w 10678681"/>
              <a:gd name="connsiteY51" fmla="*/ 1053537 h 1342734"/>
              <a:gd name="connsiteX52" fmla="*/ 7069148 w 10678681"/>
              <a:gd name="connsiteY52" fmla="*/ 1047163 h 1342734"/>
              <a:gd name="connsiteX53" fmla="*/ 7039634 w 10678681"/>
              <a:gd name="connsiteY53" fmla="*/ 1059971 h 1342734"/>
              <a:gd name="connsiteX54" fmla="*/ 7033445 w 10678681"/>
              <a:gd name="connsiteY54" fmla="*/ 1063314 h 1342734"/>
              <a:gd name="connsiteX55" fmla="*/ 6999157 w 10678681"/>
              <a:gd name="connsiteY55" fmla="*/ 1055282 h 1342734"/>
              <a:gd name="connsiteX56" fmla="*/ 6981874 w 10678681"/>
              <a:gd name="connsiteY56" fmla="*/ 1053827 h 1342734"/>
              <a:gd name="connsiteX57" fmla="*/ 6976102 w 10678681"/>
              <a:gd name="connsiteY57" fmla="*/ 1047854 h 1342734"/>
              <a:gd name="connsiteX58" fmla="*/ 6951040 w 10678681"/>
              <a:gd name="connsiteY58" fmla="*/ 1048531 h 1342734"/>
              <a:gd name="connsiteX59" fmla="*/ 6948497 w 10678681"/>
              <a:gd name="connsiteY59" fmla="*/ 1050706 h 1342734"/>
              <a:gd name="connsiteX60" fmla="*/ 6926582 w 10678681"/>
              <a:gd name="connsiteY60" fmla="*/ 1043462 h 1342734"/>
              <a:gd name="connsiteX61" fmla="*/ 6833743 w 10678681"/>
              <a:gd name="connsiteY61" fmla="*/ 1027960 h 1342734"/>
              <a:gd name="connsiteX62" fmla="*/ 6687090 w 10678681"/>
              <a:gd name="connsiteY62" fmla="*/ 1063250 h 1342734"/>
              <a:gd name="connsiteX63" fmla="*/ 6437450 w 10678681"/>
              <a:gd name="connsiteY63" fmla="*/ 1101075 h 1342734"/>
              <a:gd name="connsiteX64" fmla="*/ 6327795 w 10678681"/>
              <a:gd name="connsiteY64" fmla="*/ 1088142 h 1342734"/>
              <a:gd name="connsiteX65" fmla="*/ 6136549 w 10678681"/>
              <a:gd name="connsiteY65" fmla="*/ 1100268 h 1342734"/>
              <a:gd name="connsiteX66" fmla="*/ 6004655 w 10678681"/>
              <a:gd name="connsiteY66" fmla="*/ 1114946 h 1342734"/>
              <a:gd name="connsiteX67" fmla="*/ 5936643 w 10678681"/>
              <a:gd name="connsiteY67" fmla="*/ 1095428 h 1342734"/>
              <a:gd name="connsiteX68" fmla="*/ 5912484 w 10678681"/>
              <a:gd name="connsiteY68" fmla="*/ 1112624 h 1342734"/>
              <a:gd name="connsiteX69" fmla="*/ 5908387 w 10678681"/>
              <a:gd name="connsiteY69" fmla="*/ 1116018 h 1342734"/>
              <a:gd name="connsiteX70" fmla="*/ 5890495 w 10678681"/>
              <a:gd name="connsiteY70" fmla="*/ 1120268 h 1342734"/>
              <a:gd name="connsiteX71" fmla="*/ 5887318 w 10678681"/>
              <a:gd name="connsiteY71" fmla="*/ 1133134 h 1342734"/>
              <a:gd name="connsiteX72" fmla="*/ 5861726 w 10678681"/>
              <a:gd name="connsiteY72" fmla="*/ 1147891 h 1342734"/>
              <a:gd name="connsiteX73" fmla="*/ 5805823 w 10678681"/>
              <a:gd name="connsiteY73" fmla="*/ 1152457 h 1342734"/>
              <a:gd name="connsiteX74" fmla="*/ 5689841 w 10678681"/>
              <a:gd name="connsiteY74" fmla="*/ 1176232 h 1342734"/>
              <a:gd name="connsiteX75" fmla="*/ 5605119 w 10678681"/>
              <a:gd name="connsiteY75" fmla="*/ 1190202 h 1342734"/>
              <a:gd name="connsiteX76" fmla="*/ 5488513 w 10678681"/>
              <a:gd name="connsiteY76" fmla="*/ 1205367 h 1342734"/>
              <a:gd name="connsiteX77" fmla="*/ 5402905 w 10678681"/>
              <a:gd name="connsiteY77" fmla="*/ 1241191 h 1342734"/>
              <a:gd name="connsiteX78" fmla="*/ 5285593 w 10678681"/>
              <a:gd name="connsiteY78" fmla="*/ 1273569 h 1342734"/>
              <a:gd name="connsiteX79" fmla="*/ 5192893 w 10678681"/>
              <a:gd name="connsiteY79" fmla="*/ 1247188 h 1342734"/>
              <a:gd name="connsiteX80" fmla="*/ 5186475 w 10678681"/>
              <a:gd name="connsiteY80" fmla="*/ 1257028 h 1342734"/>
              <a:gd name="connsiteX81" fmla="*/ 5126038 w 10678681"/>
              <a:gd name="connsiteY81" fmla="*/ 1263189 h 1342734"/>
              <a:gd name="connsiteX82" fmla="*/ 4894688 w 10678681"/>
              <a:gd name="connsiteY82" fmla="*/ 1247184 h 1342734"/>
              <a:gd name="connsiteX83" fmla="*/ 4788036 w 10678681"/>
              <a:gd name="connsiteY83" fmla="*/ 1238182 h 1342734"/>
              <a:gd name="connsiteX84" fmla="*/ 4747555 w 10678681"/>
              <a:gd name="connsiteY84" fmla="*/ 1252768 h 1342734"/>
              <a:gd name="connsiteX85" fmla="*/ 4679644 w 10678681"/>
              <a:gd name="connsiteY85" fmla="*/ 1276603 h 1342734"/>
              <a:gd name="connsiteX86" fmla="*/ 4632222 w 10678681"/>
              <a:gd name="connsiteY86" fmla="*/ 1318360 h 1342734"/>
              <a:gd name="connsiteX87" fmla="*/ 4617358 w 10678681"/>
              <a:gd name="connsiteY87" fmla="*/ 1327690 h 1342734"/>
              <a:gd name="connsiteX88" fmla="*/ 4589102 w 10678681"/>
              <a:gd name="connsiteY88" fmla="*/ 1321223 h 1342734"/>
              <a:gd name="connsiteX89" fmla="*/ 4578184 w 10678681"/>
              <a:gd name="connsiteY89" fmla="*/ 1326745 h 1342734"/>
              <a:gd name="connsiteX90" fmla="*/ 4574270 w 10678681"/>
              <a:gd name="connsiteY90" fmla="*/ 1325878 h 1342734"/>
              <a:gd name="connsiteX91" fmla="*/ 4564919 w 10678681"/>
              <a:gd name="connsiteY91" fmla="*/ 1325507 h 1342734"/>
              <a:gd name="connsiteX92" fmla="*/ 4566586 w 10678681"/>
              <a:gd name="connsiteY92" fmla="*/ 1316963 h 1342734"/>
              <a:gd name="connsiteX93" fmla="*/ 4556303 w 10678681"/>
              <a:gd name="connsiteY93" fmla="*/ 1300262 h 1342734"/>
              <a:gd name="connsiteX94" fmla="*/ 4502358 w 10678681"/>
              <a:gd name="connsiteY94" fmla="*/ 1302558 h 1342734"/>
              <a:gd name="connsiteX95" fmla="*/ 4498919 w 10678681"/>
              <a:gd name="connsiteY95" fmla="*/ 1312115 h 1342734"/>
              <a:gd name="connsiteX96" fmla="*/ 4492075 w 10678681"/>
              <a:gd name="connsiteY96" fmla="*/ 1313357 h 1342734"/>
              <a:gd name="connsiteX97" fmla="*/ 4487466 w 10678681"/>
              <a:gd name="connsiteY97" fmla="*/ 1304102 h 1342734"/>
              <a:gd name="connsiteX98" fmla="*/ 4398292 w 10678681"/>
              <a:gd name="connsiteY98" fmla="*/ 1278410 h 1342734"/>
              <a:gd name="connsiteX99" fmla="*/ 4306088 w 10678681"/>
              <a:gd name="connsiteY99" fmla="*/ 1282512 h 1342734"/>
              <a:gd name="connsiteX100" fmla="*/ 4188995 w 10678681"/>
              <a:gd name="connsiteY100" fmla="*/ 1296718 h 1342734"/>
              <a:gd name="connsiteX101" fmla="*/ 4136582 w 10678681"/>
              <a:gd name="connsiteY101" fmla="*/ 1287687 h 1342734"/>
              <a:gd name="connsiteX102" fmla="*/ 4064614 w 10678681"/>
              <a:gd name="connsiteY102" fmla="*/ 1296118 h 1342734"/>
              <a:gd name="connsiteX103" fmla="*/ 3900948 w 10678681"/>
              <a:gd name="connsiteY103" fmla="*/ 1322156 h 1342734"/>
              <a:gd name="connsiteX104" fmla="*/ 3787890 w 10678681"/>
              <a:gd name="connsiteY104" fmla="*/ 1322164 h 1342734"/>
              <a:gd name="connsiteX105" fmla="*/ 3745993 w 10678681"/>
              <a:gd name="connsiteY105" fmla="*/ 1342630 h 1342734"/>
              <a:gd name="connsiteX106" fmla="*/ 3675785 w 10678681"/>
              <a:gd name="connsiteY106" fmla="*/ 1326802 h 1342734"/>
              <a:gd name="connsiteX107" fmla="*/ 3623856 w 10678681"/>
              <a:gd name="connsiteY107" fmla="*/ 1290804 h 1342734"/>
              <a:gd name="connsiteX108" fmla="*/ 3564933 w 10678681"/>
              <a:gd name="connsiteY108" fmla="*/ 1287147 h 1342734"/>
              <a:gd name="connsiteX109" fmla="*/ 3550537 w 10678681"/>
              <a:gd name="connsiteY109" fmla="*/ 1317552 h 1342734"/>
              <a:gd name="connsiteX110" fmla="*/ 3487736 w 10678681"/>
              <a:gd name="connsiteY110" fmla="*/ 1303493 h 1342734"/>
              <a:gd name="connsiteX111" fmla="*/ 3392548 w 10678681"/>
              <a:gd name="connsiteY111" fmla="*/ 1278741 h 1342734"/>
              <a:gd name="connsiteX112" fmla="*/ 3337466 w 10678681"/>
              <a:gd name="connsiteY112" fmla="*/ 1272537 h 1342734"/>
              <a:gd name="connsiteX113" fmla="*/ 3175981 w 10678681"/>
              <a:gd name="connsiteY113" fmla="*/ 1208973 h 1342734"/>
              <a:gd name="connsiteX114" fmla="*/ 3036856 w 10678681"/>
              <a:gd name="connsiteY114" fmla="*/ 1214383 h 1342734"/>
              <a:gd name="connsiteX115" fmla="*/ 2824973 w 10678681"/>
              <a:gd name="connsiteY115" fmla="*/ 1134864 h 1342734"/>
              <a:gd name="connsiteX116" fmla="*/ 2804398 w 10678681"/>
              <a:gd name="connsiteY116" fmla="*/ 1125556 h 1342734"/>
              <a:gd name="connsiteX117" fmla="*/ 2736109 w 10678681"/>
              <a:gd name="connsiteY117" fmla="*/ 1137717 h 1342734"/>
              <a:gd name="connsiteX118" fmla="*/ 2659096 w 10678681"/>
              <a:gd name="connsiteY118" fmla="*/ 1150294 h 1342734"/>
              <a:gd name="connsiteX119" fmla="*/ 2567088 w 10678681"/>
              <a:gd name="connsiteY119" fmla="*/ 1181781 h 1342734"/>
              <a:gd name="connsiteX120" fmla="*/ 2454501 w 10678681"/>
              <a:gd name="connsiteY120" fmla="*/ 1155455 h 1342734"/>
              <a:gd name="connsiteX121" fmla="*/ 2385161 w 10678681"/>
              <a:gd name="connsiteY121" fmla="*/ 1161312 h 1342734"/>
              <a:gd name="connsiteX122" fmla="*/ 2273361 w 10678681"/>
              <a:gd name="connsiteY122" fmla="*/ 1134090 h 1342734"/>
              <a:gd name="connsiteX123" fmla="*/ 2132003 w 10678681"/>
              <a:gd name="connsiteY123" fmla="*/ 1139225 h 1342734"/>
              <a:gd name="connsiteX124" fmla="*/ 2041224 w 10678681"/>
              <a:gd name="connsiteY124" fmla="*/ 1147536 h 1342734"/>
              <a:gd name="connsiteX125" fmla="*/ 2010157 w 10678681"/>
              <a:gd name="connsiteY125" fmla="*/ 1152767 h 1342734"/>
              <a:gd name="connsiteX126" fmla="*/ 1859213 w 10678681"/>
              <a:gd name="connsiteY126" fmla="*/ 1199540 h 1342734"/>
              <a:gd name="connsiteX127" fmla="*/ 1735877 w 10678681"/>
              <a:gd name="connsiteY127" fmla="*/ 1246527 h 1342734"/>
              <a:gd name="connsiteX128" fmla="*/ 1705069 w 10678681"/>
              <a:gd name="connsiteY128" fmla="*/ 1251989 h 1342734"/>
              <a:gd name="connsiteX129" fmla="*/ 1307888 w 10678681"/>
              <a:gd name="connsiteY129" fmla="*/ 1283156 h 1342734"/>
              <a:gd name="connsiteX130" fmla="*/ 1220734 w 10678681"/>
              <a:gd name="connsiteY130" fmla="*/ 1257811 h 1342734"/>
              <a:gd name="connsiteX131" fmla="*/ 1021737 w 10678681"/>
              <a:gd name="connsiteY131" fmla="*/ 1238739 h 1342734"/>
              <a:gd name="connsiteX132" fmla="*/ 959820 w 10678681"/>
              <a:gd name="connsiteY132" fmla="*/ 1275863 h 1342734"/>
              <a:gd name="connsiteX133" fmla="*/ 929137 w 10678681"/>
              <a:gd name="connsiteY133" fmla="*/ 1273957 h 1342734"/>
              <a:gd name="connsiteX134" fmla="*/ 878849 w 10678681"/>
              <a:gd name="connsiteY134" fmla="*/ 1266740 h 1342734"/>
              <a:gd name="connsiteX135" fmla="*/ 800667 w 10678681"/>
              <a:gd name="connsiteY135" fmla="*/ 1282041 h 1342734"/>
              <a:gd name="connsiteX136" fmla="*/ 644906 w 10678681"/>
              <a:gd name="connsiteY136" fmla="*/ 1273685 h 1342734"/>
              <a:gd name="connsiteX137" fmla="*/ 379869 w 10678681"/>
              <a:gd name="connsiteY137" fmla="*/ 1339165 h 1342734"/>
              <a:gd name="connsiteX138" fmla="*/ 137696 w 10678681"/>
              <a:gd name="connsiteY138" fmla="*/ 1319217 h 1342734"/>
              <a:gd name="connsiteX139" fmla="*/ 54250 w 10678681"/>
              <a:gd name="connsiteY139" fmla="*/ 1315838 h 1342734"/>
              <a:gd name="connsiteX140" fmla="*/ 28042 w 10678681"/>
              <a:gd name="connsiteY140" fmla="*/ 1297822 h 1342734"/>
              <a:gd name="connsiteX141" fmla="*/ 0 w 10678681"/>
              <a:gd name="connsiteY141" fmla="*/ 1294612 h 1342734"/>
              <a:gd name="connsiteX142" fmla="*/ 0 w 10678681"/>
              <a:gd name="connsiteY142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6219 w 10678681"/>
              <a:gd name="connsiteY4" fmla="*/ 45588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41159 w 10678681"/>
              <a:gd name="connsiteY8" fmla="*/ 103824 h 1342734"/>
              <a:gd name="connsiteX9" fmla="*/ 10244930 w 10678681"/>
              <a:gd name="connsiteY9" fmla="*/ 9459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9929077 w 10678681"/>
              <a:gd name="connsiteY13" fmla="*/ 254478 h 1342734"/>
              <a:gd name="connsiteX14" fmla="*/ 9840045 w 10678681"/>
              <a:gd name="connsiteY14" fmla="*/ 223033 h 1342734"/>
              <a:gd name="connsiteX15" fmla="*/ 9679638 w 10678681"/>
              <a:gd name="connsiteY15" fmla="*/ 277462 h 1342734"/>
              <a:gd name="connsiteX16" fmla="*/ 9498347 w 10678681"/>
              <a:gd name="connsiteY16" fmla="*/ 244723 h 1342734"/>
              <a:gd name="connsiteX17" fmla="*/ 9366026 w 10678681"/>
              <a:gd name="connsiteY17" fmla="*/ 299024 h 1342734"/>
              <a:gd name="connsiteX18" fmla="*/ 9316702 w 10678681"/>
              <a:gd name="connsiteY18" fmla="*/ 356523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344233 w 10678681"/>
              <a:gd name="connsiteY30" fmla="*/ 610922 h 1342734"/>
              <a:gd name="connsiteX31" fmla="*/ 8290622 w 10678681"/>
              <a:gd name="connsiteY31" fmla="*/ 622687 h 1342734"/>
              <a:gd name="connsiteX32" fmla="*/ 8086698 w 10678681"/>
              <a:gd name="connsiteY32" fmla="*/ 605185 h 1342734"/>
              <a:gd name="connsiteX33" fmla="*/ 7982378 w 10678681"/>
              <a:gd name="connsiteY33" fmla="*/ 629799 h 1342734"/>
              <a:gd name="connsiteX34" fmla="*/ 7947952 w 10678681"/>
              <a:gd name="connsiteY34" fmla="*/ 648003 h 1342734"/>
              <a:gd name="connsiteX35" fmla="*/ 7890112 w 10678681"/>
              <a:gd name="connsiteY35" fmla="*/ 677915 h 1342734"/>
              <a:gd name="connsiteX36" fmla="*/ 7853284 w 10678681"/>
              <a:gd name="connsiteY36" fmla="*/ 723588 h 1342734"/>
              <a:gd name="connsiteX37" fmla="*/ 7802383 w 10678681"/>
              <a:gd name="connsiteY37" fmla="*/ 739359 h 1342734"/>
              <a:gd name="connsiteX38" fmla="*/ 7730518 w 10678681"/>
              <a:gd name="connsiteY38" fmla="*/ 739526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69396 w 10678681"/>
              <a:gd name="connsiteY45" fmla="*/ 989282 h 1342734"/>
              <a:gd name="connsiteX46" fmla="*/ 7258094 w 10678681"/>
              <a:gd name="connsiteY46" fmla="*/ 990679 h 1342734"/>
              <a:gd name="connsiteX47" fmla="*/ 7257893 w 10678681"/>
              <a:gd name="connsiteY47" fmla="*/ 991204 h 1342734"/>
              <a:gd name="connsiteX48" fmla="*/ 7247153 w 10678681"/>
              <a:gd name="connsiteY48" fmla="*/ 991550 h 1342734"/>
              <a:gd name="connsiteX49" fmla="*/ 7193612 w 10678681"/>
              <a:gd name="connsiteY49" fmla="*/ 987042 h 1342734"/>
              <a:gd name="connsiteX50" fmla="*/ 7132632 w 10678681"/>
              <a:gd name="connsiteY50" fmla="*/ 1042036 h 1342734"/>
              <a:gd name="connsiteX51" fmla="*/ 7105610 w 10678681"/>
              <a:gd name="connsiteY51" fmla="*/ 1053537 h 1342734"/>
              <a:gd name="connsiteX52" fmla="*/ 7069148 w 10678681"/>
              <a:gd name="connsiteY52" fmla="*/ 1047163 h 1342734"/>
              <a:gd name="connsiteX53" fmla="*/ 7039634 w 10678681"/>
              <a:gd name="connsiteY53" fmla="*/ 1059971 h 1342734"/>
              <a:gd name="connsiteX54" fmla="*/ 7033445 w 10678681"/>
              <a:gd name="connsiteY54" fmla="*/ 1063314 h 1342734"/>
              <a:gd name="connsiteX55" fmla="*/ 6999157 w 10678681"/>
              <a:gd name="connsiteY55" fmla="*/ 1055282 h 1342734"/>
              <a:gd name="connsiteX56" fmla="*/ 6981874 w 10678681"/>
              <a:gd name="connsiteY56" fmla="*/ 1053827 h 1342734"/>
              <a:gd name="connsiteX57" fmla="*/ 6976102 w 10678681"/>
              <a:gd name="connsiteY57" fmla="*/ 1047854 h 1342734"/>
              <a:gd name="connsiteX58" fmla="*/ 6951040 w 10678681"/>
              <a:gd name="connsiteY58" fmla="*/ 1048531 h 1342734"/>
              <a:gd name="connsiteX59" fmla="*/ 6948497 w 10678681"/>
              <a:gd name="connsiteY59" fmla="*/ 1050706 h 1342734"/>
              <a:gd name="connsiteX60" fmla="*/ 6926582 w 10678681"/>
              <a:gd name="connsiteY60" fmla="*/ 1043462 h 1342734"/>
              <a:gd name="connsiteX61" fmla="*/ 6833743 w 10678681"/>
              <a:gd name="connsiteY61" fmla="*/ 1027960 h 1342734"/>
              <a:gd name="connsiteX62" fmla="*/ 6687090 w 10678681"/>
              <a:gd name="connsiteY62" fmla="*/ 1063250 h 1342734"/>
              <a:gd name="connsiteX63" fmla="*/ 6437450 w 10678681"/>
              <a:gd name="connsiteY63" fmla="*/ 1101075 h 1342734"/>
              <a:gd name="connsiteX64" fmla="*/ 6327795 w 10678681"/>
              <a:gd name="connsiteY64" fmla="*/ 1088142 h 1342734"/>
              <a:gd name="connsiteX65" fmla="*/ 6136549 w 10678681"/>
              <a:gd name="connsiteY65" fmla="*/ 1100268 h 1342734"/>
              <a:gd name="connsiteX66" fmla="*/ 6004655 w 10678681"/>
              <a:gd name="connsiteY66" fmla="*/ 1114946 h 1342734"/>
              <a:gd name="connsiteX67" fmla="*/ 5936643 w 10678681"/>
              <a:gd name="connsiteY67" fmla="*/ 1095428 h 1342734"/>
              <a:gd name="connsiteX68" fmla="*/ 5912484 w 10678681"/>
              <a:gd name="connsiteY68" fmla="*/ 1112624 h 1342734"/>
              <a:gd name="connsiteX69" fmla="*/ 5908387 w 10678681"/>
              <a:gd name="connsiteY69" fmla="*/ 1116018 h 1342734"/>
              <a:gd name="connsiteX70" fmla="*/ 5890495 w 10678681"/>
              <a:gd name="connsiteY70" fmla="*/ 1120268 h 1342734"/>
              <a:gd name="connsiteX71" fmla="*/ 5887318 w 10678681"/>
              <a:gd name="connsiteY71" fmla="*/ 1133134 h 1342734"/>
              <a:gd name="connsiteX72" fmla="*/ 5861726 w 10678681"/>
              <a:gd name="connsiteY72" fmla="*/ 1147891 h 1342734"/>
              <a:gd name="connsiteX73" fmla="*/ 5805823 w 10678681"/>
              <a:gd name="connsiteY73" fmla="*/ 1152457 h 1342734"/>
              <a:gd name="connsiteX74" fmla="*/ 5689841 w 10678681"/>
              <a:gd name="connsiteY74" fmla="*/ 1176232 h 1342734"/>
              <a:gd name="connsiteX75" fmla="*/ 5605119 w 10678681"/>
              <a:gd name="connsiteY75" fmla="*/ 1190202 h 1342734"/>
              <a:gd name="connsiteX76" fmla="*/ 5488513 w 10678681"/>
              <a:gd name="connsiteY76" fmla="*/ 1205367 h 1342734"/>
              <a:gd name="connsiteX77" fmla="*/ 5402905 w 10678681"/>
              <a:gd name="connsiteY77" fmla="*/ 1241191 h 1342734"/>
              <a:gd name="connsiteX78" fmla="*/ 5285593 w 10678681"/>
              <a:gd name="connsiteY78" fmla="*/ 1273569 h 1342734"/>
              <a:gd name="connsiteX79" fmla="*/ 5192893 w 10678681"/>
              <a:gd name="connsiteY79" fmla="*/ 1247188 h 1342734"/>
              <a:gd name="connsiteX80" fmla="*/ 5186475 w 10678681"/>
              <a:gd name="connsiteY80" fmla="*/ 1257028 h 1342734"/>
              <a:gd name="connsiteX81" fmla="*/ 5126038 w 10678681"/>
              <a:gd name="connsiteY81" fmla="*/ 1263189 h 1342734"/>
              <a:gd name="connsiteX82" fmla="*/ 4894688 w 10678681"/>
              <a:gd name="connsiteY82" fmla="*/ 1247184 h 1342734"/>
              <a:gd name="connsiteX83" fmla="*/ 4788036 w 10678681"/>
              <a:gd name="connsiteY83" fmla="*/ 1238182 h 1342734"/>
              <a:gd name="connsiteX84" fmla="*/ 4747555 w 10678681"/>
              <a:gd name="connsiteY84" fmla="*/ 1252768 h 1342734"/>
              <a:gd name="connsiteX85" fmla="*/ 4679644 w 10678681"/>
              <a:gd name="connsiteY85" fmla="*/ 1276603 h 1342734"/>
              <a:gd name="connsiteX86" fmla="*/ 4632222 w 10678681"/>
              <a:gd name="connsiteY86" fmla="*/ 1318360 h 1342734"/>
              <a:gd name="connsiteX87" fmla="*/ 4617358 w 10678681"/>
              <a:gd name="connsiteY87" fmla="*/ 1327690 h 1342734"/>
              <a:gd name="connsiteX88" fmla="*/ 4589102 w 10678681"/>
              <a:gd name="connsiteY88" fmla="*/ 1321223 h 1342734"/>
              <a:gd name="connsiteX89" fmla="*/ 4578184 w 10678681"/>
              <a:gd name="connsiteY89" fmla="*/ 1326745 h 1342734"/>
              <a:gd name="connsiteX90" fmla="*/ 4574270 w 10678681"/>
              <a:gd name="connsiteY90" fmla="*/ 1325878 h 1342734"/>
              <a:gd name="connsiteX91" fmla="*/ 4564919 w 10678681"/>
              <a:gd name="connsiteY91" fmla="*/ 1325507 h 1342734"/>
              <a:gd name="connsiteX92" fmla="*/ 4566586 w 10678681"/>
              <a:gd name="connsiteY92" fmla="*/ 1316963 h 1342734"/>
              <a:gd name="connsiteX93" fmla="*/ 4556303 w 10678681"/>
              <a:gd name="connsiteY93" fmla="*/ 1300262 h 1342734"/>
              <a:gd name="connsiteX94" fmla="*/ 4502358 w 10678681"/>
              <a:gd name="connsiteY94" fmla="*/ 1302558 h 1342734"/>
              <a:gd name="connsiteX95" fmla="*/ 4498919 w 10678681"/>
              <a:gd name="connsiteY95" fmla="*/ 1312115 h 1342734"/>
              <a:gd name="connsiteX96" fmla="*/ 4492075 w 10678681"/>
              <a:gd name="connsiteY96" fmla="*/ 1313357 h 1342734"/>
              <a:gd name="connsiteX97" fmla="*/ 4487466 w 10678681"/>
              <a:gd name="connsiteY97" fmla="*/ 1304102 h 1342734"/>
              <a:gd name="connsiteX98" fmla="*/ 4398292 w 10678681"/>
              <a:gd name="connsiteY98" fmla="*/ 1278410 h 1342734"/>
              <a:gd name="connsiteX99" fmla="*/ 4306088 w 10678681"/>
              <a:gd name="connsiteY99" fmla="*/ 1282512 h 1342734"/>
              <a:gd name="connsiteX100" fmla="*/ 4188995 w 10678681"/>
              <a:gd name="connsiteY100" fmla="*/ 1296718 h 1342734"/>
              <a:gd name="connsiteX101" fmla="*/ 4136582 w 10678681"/>
              <a:gd name="connsiteY101" fmla="*/ 1287687 h 1342734"/>
              <a:gd name="connsiteX102" fmla="*/ 4064614 w 10678681"/>
              <a:gd name="connsiteY102" fmla="*/ 1296118 h 1342734"/>
              <a:gd name="connsiteX103" fmla="*/ 3900948 w 10678681"/>
              <a:gd name="connsiteY103" fmla="*/ 1322156 h 1342734"/>
              <a:gd name="connsiteX104" fmla="*/ 3787890 w 10678681"/>
              <a:gd name="connsiteY104" fmla="*/ 1322164 h 1342734"/>
              <a:gd name="connsiteX105" fmla="*/ 3745993 w 10678681"/>
              <a:gd name="connsiteY105" fmla="*/ 1342630 h 1342734"/>
              <a:gd name="connsiteX106" fmla="*/ 3675785 w 10678681"/>
              <a:gd name="connsiteY106" fmla="*/ 1326802 h 1342734"/>
              <a:gd name="connsiteX107" fmla="*/ 3623856 w 10678681"/>
              <a:gd name="connsiteY107" fmla="*/ 1290804 h 1342734"/>
              <a:gd name="connsiteX108" fmla="*/ 3564933 w 10678681"/>
              <a:gd name="connsiteY108" fmla="*/ 1287147 h 1342734"/>
              <a:gd name="connsiteX109" fmla="*/ 3550537 w 10678681"/>
              <a:gd name="connsiteY109" fmla="*/ 1317552 h 1342734"/>
              <a:gd name="connsiteX110" fmla="*/ 3487736 w 10678681"/>
              <a:gd name="connsiteY110" fmla="*/ 1303493 h 1342734"/>
              <a:gd name="connsiteX111" fmla="*/ 3392548 w 10678681"/>
              <a:gd name="connsiteY111" fmla="*/ 1278741 h 1342734"/>
              <a:gd name="connsiteX112" fmla="*/ 3337466 w 10678681"/>
              <a:gd name="connsiteY112" fmla="*/ 1272537 h 1342734"/>
              <a:gd name="connsiteX113" fmla="*/ 3175981 w 10678681"/>
              <a:gd name="connsiteY113" fmla="*/ 1208973 h 1342734"/>
              <a:gd name="connsiteX114" fmla="*/ 3036856 w 10678681"/>
              <a:gd name="connsiteY114" fmla="*/ 1214383 h 1342734"/>
              <a:gd name="connsiteX115" fmla="*/ 2824973 w 10678681"/>
              <a:gd name="connsiteY115" fmla="*/ 1134864 h 1342734"/>
              <a:gd name="connsiteX116" fmla="*/ 2804398 w 10678681"/>
              <a:gd name="connsiteY116" fmla="*/ 1125556 h 1342734"/>
              <a:gd name="connsiteX117" fmla="*/ 2736109 w 10678681"/>
              <a:gd name="connsiteY117" fmla="*/ 1137717 h 1342734"/>
              <a:gd name="connsiteX118" fmla="*/ 2659096 w 10678681"/>
              <a:gd name="connsiteY118" fmla="*/ 1150294 h 1342734"/>
              <a:gd name="connsiteX119" fmla="*/ 2567088 w 10678681"/>
              <a:gd name="connsiteY119" fmla="*/ 1181781 h 1342734"/>
              <a:gd name="connsiteX120" fmla="*/ 2454501 w 10678681"/>
              <a:gd name="connsiteY120" fmla="*/ 1155455 h 1342734"/>
              <a:gd name="connsiteX121" fmla="*/ 2385161 w 10678681"/>
              <a:gd name="connsiteY121" fmla="*/ 1161312 h 1342734"/>
              <a:gd name="connsiteX122" fmla="*/ 2273361 w 10678681"/>
              <a:gd name="connsiteY122" fmla="*/ 1134090 h 1342734"/>
              <a:gd name="connsiteX123" fmla="*/ 2132003 w 10678681"/>
              <a:gd name="connsiteY123" fmla="*/ 1139225 h 1342734"/>
              <a:gd name="connsiteX124" fmla="*/ 2041224 w 10678681"/>
              <a:gd name="connsiteY124" fmla="*/ 1147536 h 1342734"/>
              <a:gd name="connsiteX125" fmla="*/ 2010157 w 10678681"/>
              <a:gd name="connsiteY125" fmla="*/ 1152767 h 1342734"/>
              <a:gd name="connsiteX126" fmla="*/ 1859213 w 10678681"/>
              <a:gd name="connsiteY126" fmla="*/ 1199540 h 1342734"/>
              <a:gd name="connsiteX127" fmla="*/ 1735877 w 10678681"/>
              <a:gd name="connsiteY127" fmla="*/ 1246527 h 1342734"/>
              <a:gd name="connsiteX128" fmla="*/ 1705069 w 10678681"/>
              <a:gd name="connsiteY128" fmla="*/ 1251989 h 1342734"/>
              <a:gd name="connsiteX129" fmla="*/ 1307888 w 10678681"/>
              <a:gd name="connsiteY129" fmla="*/ 1283156 h 1342734"/>
              <a:gd name="connsiteX130" fmla="*/ 1220734 w 10678681"/>
              <a:gd name="connsiteY130" fmla="*/ 1257811 h 1342734"/>
              <a:gd name="connsiteX131" fmla="*/ 1021737 w 10678681"/>
              <a:gd name="connsiteY131" fmla="*/ 1238739 h 1342734"/>
              <a:gd name="connsiteX132" fmla="*/ 959820 w 10678681"/>
              <a:gd name="connsiteY132" fmla="*/ 1275863 h 1342734"/>
              <a:gd name="connsiteX133" fmla="*/ 929137 w 10678681"/>
              <a:gd name="connsiteY133" fmla="*/ 1273957 h 1342734"/>
              <a:gd name="connsiteX134" fmla="*/ 878849 w 10678681"/>
              <a:gd name="connsiteY134" fmla="*/ 1266740 h 1342734"/>
              <a:gd name="connsiteX135" fmla="*/ 800667 w 10678681"/>
              <a:gd name="connsiteY135" fmla="*/ 1282041 h 1342734"/>
              <a:gd name="connsiteX136" fmla="*/ 644906 w 10678681"/>
              <a:gd name="connsiteY136" fmla="*/ 1273685 h 1342734"/>
              <a:gd name="connsiteX137" fmla="*/ 379869 w 10678681"/>
              <a:gd name="connsiteY137" fmla="*/ 1339165 h 1342734"/>
              <a:gd name="connsiteX138" fmla="*/ 137696 w 10678681"/>
              <a:gd name="connsiteY138" fmla="*/ 1319217 h 1342734"/>
              <a:gd name="connsiteX139" fmla="*/ 54250 w 10678681"/>
              <a:gd name="connsiteY139" fmla="*/ 1315838 h 1342734"/>
              <a:gd name="connsiteX140" fmla="*/ 28042 w 10678681"/>
              <a:gd name="connsiteY140" fmla="*/ 1297822 h 1342734"/>
              <a:gd name="connsiteX141" fmla="*/ 0 w 10678681"/>
              <a:gd name="connsiteY141" fmla="*/ 1294612 h 1342734"/>
              <a:gd name="connsiteX142" fmla="*/ 0 w 10678681"/>
              <a:gd name="connsiteY142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6219 w 10678681"/>
              <a:gd name="connsiteY4" fmla="*/ 45588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41159 w 10678681"/>
              <a:gd name="connsiteY8" fmla="*/ 103824 h 1342734"/>
              <a:gd name="connsiteX9" fmla="*/ 10244930 w 10678681"/>
              <a:gd name="connsiteY9" fmla="*/ 9459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9929077 w 10678681"/>
              <a:gd name="connsiteY13" fmla="*/ 254478 h 1342734"/>
              <a:gd name="connsiteX14" fmla="*/ 9840045 w 10678681"/>
              <a:gd name="connsiteY14" fmla="*/ 223033 h 1342734"/>
              <a:gd name="connsiteX15" fmla="*/ 9679638 w 10678681"/>
              <a:gd name="connsiteY15" fmla="*/ 277462 h 1342734"/>
              <a:gd name="connsiteX16" fmla="*/ 9498347 w 10678681"/>
              <a:gd name="connsiteY16" fmla="*/ 244723 h 1342734"/>
              <a:gd name="connsiteX17" fmla="*/ 9366026 w 10678681"/>
              <a:gd name="connsiteY17" fmla="*/ 299024 h 1342734"/>
              <a:gd name="connsiteX18" fmla="*/ 9316702 w 10678681"/>
              <a:gd name="connsiteY18" fmla="*/ 356523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344233 w 10678681"/>
              <a:gd name="connsiteY30" fmla="*/ 610922 h 1342734"/>
              <a:gd name="connsiteX31" fmla="*/ 8290622 w 10678681"/>
              <a:gd name="connsiteY31" fmla="*/ 622687 h 1342734"/>
              <a:gd name="connsiteX32" fmla="*/ 8086698 w 10678681"/>
              <a:gd name="connsiteY32" fmla="*/ 605185 h 1342734"/>
              <a:gd name="connsiteX33" fmla="*/ 7982378 w 10678681"/>
              <a:gd name="connsiteY33" fmla="*/ 629799 h 1342734"/>
              <a:gd name="connsiteX34" fmla="*/ 7947952 w 10678681"/>
              <a:gd name="connsiteY34" fmla="*/ 648003 h 1342734"/>
              <a:gd name="connsiteX35" fmla="*/ 7890112 w 10678681"/>
              <a:gd name="connsiteY35" fmla="*/ 677915 h 1342734"/>
              <a:gd name="connsiteX36" fmla="*/ 7853284 w 10678681"/>
              <a:gd name="connsiteY36" fmla="*/ 723588 h 1342734"/>
              <a:gd name="connsiteX37" fmla="*/ 7802383 w 10678681"/>
              <a:gd name="connsiteY37" fmla="*/ 739359 h 1342734"/>
              <a:gd name="connsiteX38" fmla="*/ 7730518 w 10678681"/>
              <a:gd name="connsiteY38" fmla="*/ 739526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69396 w 10678681"/>
              <a:gd name="connsiteY45" fmla="*/ 989282 h 1342734"/>
              <a:gd name="connsiteX46" fmla="*/ 7258094 w 10678681"/>
              <a:gd name="connsiteY46" fmla="*/ 990679 h 1342734"/>
              <a:gd name="connsiteX47" fmla="*/ 7257893 w 10678681"/>
              <a:gd name="connsiteY47" fmla="*/ 991204 h 1342734"/>
              <a:gd name="connsiteX48" fmla="*/ 7247153 w 10678681"/>
              <a:gd name="connsiteY48" fmla="*/ 991550 h 1342734"/>
              <a:gd name="connsiteX49" fmla="*/ 7193612 w 10678681"/>
              <a:gd name="connsiteY49" fmla="*/ 987042 h 1342734"/>
              <a:gd name="connsiteX50" fmla="*/ 7132632 w 10678681"/>
              <a:gd name="connsiteY50" fmla="*/ 1042036 h 1342734"/>
              <a:gd name="connsiteX51" fmla="*/ 7105610 w 10678681"/>
              <a:gd name="connsiteY51" fmla="*/ 1053537 h 1342734"/>
              <a:gd name="connsiteX52" fmla="*/ 7069148 w 10678681"/>
              <a:gd name="connsiteY52" fmla="*/ 1047163 h 1342734"/>
              <a:gd name="connsiteX53" fmla="*/ 7039634 w 10678681"/>
              <a:gd name="connsiteY53" fmla="*/ 1059971 h 1342734"/>
              <a:gd name="connsiteX54" fmla="*/ 7033445 w 10678681"/>
              <a:gd name="connsiteY54" fmla="*/ 1063314 h 1342734"/>
              <a:gd name="connsiteX55" fmla="*/ 6999157 w 10678681"/>
              <a:gd name="connsiteY55" fmla="*/ 1055282 h 1342734"/>
              <a:gd name="connsiteX56" fmla="*/ 6981874 w 10678681"/>
              <a:gd name="connsiteY56" fmla="*/ 1053827 h 1342734"/>
              <a:gd name="connsiteX57" fmla="*/ 6976102 w 10678681"/>
              <a:gd name="connsiteY57" fmla="*/ 1047854 h 1342734"/>
              <a:gd name="connsiteX58" fmla="*/ 6951040 w 10678681"/>
              <a:gd name="connsiteY58" fmla="*/ 1048531 h 1342734"/>
              <a:gd name="connsiteX59" fmla="*/ 6948497 w 10678681"/>
              <a:gd name="connsiteY59" fmla="*/ 1050706 h 1342734"/>
              <a:gd name="connsiteX60" fmla="*/ 6926582 w 10678681"/>
              <a:gd name="connsiteY60" fmla="*/ 1043462 h 1342734"/>
              <a:gd name="connsiteX61" fmla="*/ 6833743 w 10678681"/>
              <a:gd name="connsiteY61" fmla="*/ 1027960 h 1342734"/>
              <a:gd name="connsiteX62" fmla="*/ 6687090 w 10678681"/>
              <a:gd name="connsiteY62" fmla="*/ 1063250 h 1342734"/>
              <a:gd name="connsiteX63" fmla="*/ 6431838 w 10678681"/>
              <a:gd name="connsiteY63" fmla="*/ 1063226 h 1342734"/>
              <a:gd name="connsiteX64" fmla="*/ 6327795 w 10678681"/>
              <a:gd name="connsiteY64" fmla="*/ 1088142 h 1342734"/>
              <a:gd name="connsiteX65" fmla="*/ 6136549 w 10678681"/>
              <a:gd name="connsiteY65" fmla="*/ 1100268 h 1342734"/>
              <a:gd name="connsiteX66" fmla="*/ 6004655 w 10678681"/>
              <a:gd name="connsiteY66" fmla="*/ 1114946 h 1342734"/>
              <a:gd name="connsiteX67" fmla="*/ 5936643 w 10678681"/>
              <a:gd name="connsiteY67" fmla="*/ 1095428 h 1342734"/>
              <a:gd name="connsiteX68" fmla="*/ 5912484 w 10678681"/>
              <a:gd name="connsiteY68" fmla="*/ 1112624 h 1342734"/>
              <a:gd name="connsiteX69" fmla="*/ 5908387 w 10678681"/>
              <a:gd name="connsiteY69" fmla="*/ 1116018 h 1342734"/>
              <a:gd name="connsiteX70" fmla="*/ 5890495 w 10678681"/>
              <a:gd name="connsiteY70" fmla="*/ 1120268 h 1342734"/>
              <a:gd name="connsiteX71" fmla="*/ 5887318 w 10678681"/>
              <a:gd name="connsiteY71" fmla="*/ 1133134 h 1342734"/>
              <a:gd name="connsiteX72" fmla="*/ 5861726 w 10678681"/>
              <a:gd name="connsiteY72" fmla="*/ 1147891 h 1342734"/>
              <a:gd name="connsiteX73" fmla="*/ 5805823 w 10678681"/>
              <a:gd name="connsiteY73" fmla="*/ 1152457 h 1342734"/>
              <a:gd name="connsiteX74" fmla="*/ 5689841 w 10678681"/>
              <a:gd name="connsiteY74" fmla="*/ 1176232 h 1342734"/>
              <a:gd name="connsiteX75" fmla="*/ 5605119 w 10678681"/>
              <a:gd name="connsiteY75" fmla="*/ 1190202 h 1342734"/>
              <a:gd name="connsiteX76" fmla="*/ 5488513 w 10678681"/>
              <a:gd name="connsiteY76" fmla="*/ 1205367 h 1342734"/>
              <a:gd name="connsiteX77" fmla="*/ 5402905 w 10678681"/>
              <a:gd name="connsiteY77" fmla="*/ 1241191 h 1342734"/>
              <a:gd name="connsiteX78" fmla="*/ 5285593 w 10678681"/>
              <a:gd name="connsiteY78" fmla="*/ 1273569 h 1342734"/>
              <a:gd name="connsiteX79" fmla="*/ 5192893 w 10678681"/>
              <a:gd name="connsiteY79" fmla="*/ 1247188 h 1342734"/>
              <a:gd name="connsiteX80" fmla="*/ 5186475 w 10678681"/>
              <a:gd name="connsiteY80" fmla="*/ 1257028 h 1342734"/>
              <a:gd name="connsiteX81" fmla="*/ 5126038 w 10678681"/>
              <a:gd name="connsiteY81" fmla="*/ 1263189 h 1342734"/>
              <a:gd name="connsiteX82" fmla="*/ 4894688 w 10678681"/>
              <a:gd name="connsiteY82" fmla="*/ 1247184 h 1342734"/>
              <a:gd name="connsiteX83" fmla="*/ 4788036 w 10678681"/>
              <a:gd name="connsiteY83" fmla="*/ 1238182 h 1342734"/>
              <a:gd name="connsiteX84" fmla="*/ 4747555 w 10678681"/>
              <a:gd name="connsiteY84" fmla="*/ 1252768 h 1342734"/>
              <a:gd name="connsiteX85" fmla="*/ 4679644 w 10678681"/>
              <a:gd name="connsiteY85" fmla="*/ 1276603 h 1342734"/>
              <a:gd name="connsiteX86" fmla="*/ 4632222 w 10678681"/>
              <a:gd name="connsiteY86" fmla="*/ 1318360 h 1342734"/>
              <a:gd name="connsiteX87" fmla="*/ 4617358 w 10678681"/>
              <a:gd name="connsiteY87" fmla="*/ 1327690 h 1342734"/>
              <a:gd name="connsiteX88" fmla="*/ 4589102 w 10678681"/>
              <a:gd name="connsiteY88" fmla="*/ 1321223 h 1342734"/>
              <a:gd name="connsiteX89" fmla="*/ 4578184 w 10678681"/>
              <a:gd name="connsiteY89" fmla="*/ 1326745 h 1342734"/>
              <a:gd name="connsiteX90" fmla="*/ 4574270 w 10678681"/>
              <a:gd name="connsiteY90" fmla="*/ 1325878 h 1342734"/>
              <a:gd name="connsiteX91" fmla="*/ 4564919 w 10678681"/>
              <a:gd name="connsiteY91" fmla="*/ 1325507 h 1342734"/>
              <a:gd name="connsiteX92" fmla="*/ 4566586 w 10678681"/>
              <a:gd name="connsiteY92" fmla="*/ 1316963 h 1342734"/>
              <a:gd name="connsiteX93" fmla="*/ 4556303 w 10678681"/>
              <a:gd name="connsiteY93" fmla="*/ 1300262 h 1342734"/>
              <a:gd name="connsiteX94" fmla="*/ 4502358 w 10678681"/>
              <a:gd name="connsiteY94" fmla="*/ 1302558 h 1342734"/>
              <a:gd name="connsiteX95" fmla="*/ 4498919 w 10678681"/>
              <a:gd name="connsiteY95" fmla="*/ 1312115 h 1342734"/>
              <a:gd name="connsiteX96" fmla="*/ 4492075 w 10678681"/>
              <a:gd name="connsiteY96" fmla="*/ 1313357 h 1342734"/>
              <a:gd name="connsiteX97" fmla="*/ 4487466 w 10678681"/>
              <a:gd name="connsiteY97" fmla="*/ 1304102 h 1342734"/>
              <a:gd name="connsiteX98" fmla="*/ 4398292 w 10678681"/>
              <a:gd name="connsiteY98" fmla="*/ 1278410 h 1342734"/>
              <a:gd name="connsiteX99" fmla="*/ 4306088 w 10678681"/>
              <a:gd name="connsiteY99" fmla="*/ 1282512 h 1342734"/>
              <a:gd name="connsiteX100" fmla="*/ 4188995 w 10678681"/>
              <a:gd name="connsiteY100" fmla="*/ 1296718 h 1342734"/>
              <a:gd name="connsiteX101" fmla="*/ 4136582 w 10678681"/>
              <a:gd name="connsiteY101" fmla="*/ 1287687 h 1342734"/>
              <a:gd name="connsiteX102" fmla="*/ 4064614 w 10678681"/>
              <a:gd name="connsiteY102" fmla="*/ 1296118 h 1342734"/>
              <a:gd name="connsiteX103" fmla="*/ 3900948 w 10678681"/>
              <a:gd name="connsiteY103" fmla="*/ 1322156 h 1342734"/>
              <a:gd name="connsiteX104" fmla="*/ 3787890 w 10678681"/>
              <a:gd name="connsiteY104" fmla="*/ 1322164 h 1342734"/>
              <a:gd name="connsiteX105" fmla="*/ 3745993 w 10678681"/>
              <a:gd name="connsiteY105" fmla="*/ 1342630 h 1342734"/>
              <a:gd name="connsiteX106" fmla="*/ 3675785 w 10678681"/>
              <a:gd name="connsiteY106" fmla="*/ 1326802 h 1342734"/>
              <a:gd name="connsiteX107" fmla="*/ 3623856 w 10678681"/>
              <a:gd name="connsiteY107" fmla="*/ 1290804 h 1342734"/>
              <a:gd name="connsiteX108" fmla="*/ 3564933 w 10678681"/>
              <a:gd name="connsiteY108" fmla="*/ 1287147 h 1342734"/>
              <a:gd name="connsiteX109" fmla="*/ 3550537 w 10678681"/>
              <a:gd name="connsiteY109" fmla="*/ 1317552 h 1342734"/>
              <a:gd name="connsiteX110" fmla="*/ 3487736 w 10678681"/>
              <a:gd name="connsiteY110" fmla="*/ 1303493 h 1342734"/>
              <a:gd name="connsiteX111" fmla="*/ 3392548 w 10678681"/>
              <a:gd name="connsiteY111" fmla="*/ 1278741 h 1342734"/>
              <a:gd name="connsiteX112" fmla="*/ 3337466 w 10678681"/>
              <a:gd name="connsiteY112" fmla="*/ 1272537 h 1342734"/>
              <a:gd name="connsiteX113" fmla="*/ 3175981 w 10678681"/>
              <a:gd name="connsiteY113" fmla="*/ 1208973 h 1342734"/>
              <a:gd name="connsiteX114" fmla="*/ 3036856 w 10678681"/>
              <a:gd name="connsiteY114" fmla="*/ 1214383 h 1342734"/>
              <a:gd name="connsiteX115" fmla="*/ 2824973 w 10678681"/>
              <a:gd name="connsiteY115" fmla="*/ 1134864 h 1342734"/>
              <a:gd name="connsiteX116" fmla="*/ 2804398 w 10678681"/>
              <a:gd name="connsiteY116" fmla="*/ 1125556 h 1342734"/>
              <a:gd name="connsiteX117" fmla="*/ 2736109 w 10678681"/>
              <a:gd name="connsiteY117" fmla="*/ 1137717 h 1342734"/>
              <a:gd name="connsiteX118" fmla="*/ 2659096 w 10678681"/>
              <a:gd name="connsiteY118" fmla="*/ 1150294 h 1342734"/>
              <a:gd name="connsiteX119" fmla="*/ 2567088 w 10678681"/>
              <a:gd name="connsiteY119" fmla="*/ 1181781 h 1342734"/>
              <a:gd name="connsiteX120" fmla="*/ 2454501 w 10678681"/>
              <a:gd name="connsiteY120" fmla="*/ 1155455 h 1342734"/>
              <a:gd name="connsiteX121" fmla="*/ 2385161 w 10678681"/>
              <a:gd name="connsiteY121" fmla="*/ 1161312 h 1342734"/>
              <a:gd name="connsiteX122" fmla="*/ 2273361 w 10678681"/>
              <a:gd name="connsiteY122" fmla="*/ 1134090 h 1342734"/>
              <a:gd name="connsiteX123" fmla="*/ 2132003 w 10678681"/>
              <a:gd name="connsiteY123" fmla="*/ 1139225 h 1342734"/>
              <a:gd name="connsiteX124" fmla="*/ 2041224 w 10678681"/>
              <a:gd name="connsiteY124" fmla="*/ 1147536 h 1342734"/>
              <a:gd name="connsiteX125" fmla="*/ 2010157 w 10678681"/>
              <a:gd name="connsiteY125" fmla="*/ 1152767 h 1342734"/>
              <a:gd name="connsiteX126" fmla="*/ 1859213 w 10678681"/>
              <a:gd name="connsiteY126" fmla="*/ 1199540 h 1342734"/>
              <a:gd name="connsiteX127" fmla="*/ 1735877 w 10678681"/>
              <a:gd name="connsiteY127" fmla="*/ 1246527 h 1342734"/>
              <a:gd name="connsiteX128" fmla="*/ 1705069 w 10678681"/>
              <a:gd name="connsiteY128" fmla="*/ 1251989 h 1342734"/>
              <a:gd name="connsiteX129" fmla="*/ 1307888 w 10678681"/>
              <a:gd name="connsiteY129" fmla="*/ 1283156 h 1342734"/>
              <a:gd name="connsiteX130" fmla="*/ 1220734 w 10678681"/>
              <a:gd name="connsiteY130" fmla="*/ 1257811 h 1342734"/>
              <a:gd name="connsiteX131" fmla="*/ 1021737 w 10678681"/>
              <a:gd name="connsiteY131" fmla="*/ 1238739 h 1342734"/>
              <a:gd name="connsiteX132" fmla="*/ 959820 w 10678681"/>
              <a:gd name="connsiteY132" fmla="*/ 1275863 h 1342734"/>
              <a:gd name="connsiteX133" fmla="*/ 929137 w 10678681"/>
              <a:gd name="connsiteY133" fmla="*/ 1273957 h 1342734"/>
              <a:gd name="connsiteX134" fmla="*/ 878849 w 10678681"/>
              <a:gd name="connsiteY134" fmla="*/ 1266740 h 1342734"/>
              <a:gd name="connsiteX135" fmla="*/ 800667 w 10678681"/>
              <a:gd name="connsiteY135" fmla="*/ 1282041 h 1342734"/>
              <a:gd name="connsiteX136" fmla="*/ 644906 w 10678681"/>
              <a:gd name="connsiteY136" fmla="*/ 1273685 h 1342734"/>
              <a:gd name="connsiteX137" fmla="*/ 379869 w 10678681"/>
              <a:gd name="connsiteY137" fmla="*/ 1339165 h 1342734"/>
              <a:gd name="connsiteX138" fmla="*/ 137696 w 10678681"/>
              <a:gd name="connsiteY138" fmla="*/ 1319217 h 1342734"/>
              <a:gd name="connsiteX139" fmla="*/ 54250 w 10678681"/>
              <a:gd name="connsiteY139" fmla="*/ 1315838 h 1342734"/>
              <a:gd name="connsiteX140" fmla="*/ 28042 w 10678681"/>
              <a:gd name="connsiteY140" fmla="*/ 1297822 h 1342734"/>
              <a:gd name="connsiteX141" fmla="*/ 0 w 10678681"/>
              <a:gd name="connsiteY141" fmla="*/ 1294612 h 1342734"/>
              <a:gd name="connsiteX142" fmla="*/ 0 w 10678681"/>
              <a:gd name="connsiteY142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6219 w 10678681"/>
              <a:gd name="connsiteY4" fmla="*/ 45588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41159 w 10678681"/>
              <a:gd name="connsiteY8" fmla="*/ 103824 h 1342734"/>
              <a:gd name="connsiteX9" fmla="*/ 10244930 w 10678681"/>
              <a:gd name="connsiteY9" fmla="*/ 9459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9929077 w 10678681"/>
              <a:gd name="connsiteY13" fmla="*/ 254478 h 1342734"/>
              <a:gd name="connsiteX14" fmla="*/ 9840045 w 10678681"/>
              <a:gd name="connsiteY14" fmla="*/ 223033 h 1342734"/>
              <a:gd name="connsiteX15" fmla="*/ 9679638 w 10678681"/>
              <a:gd name="connsiteY15" fmla="*/ 277462 h 1342734"/>
              <a:gd name="connsiteX16" fmla="*/ 9498347 w 10678681"/>
              <a:gd name="connsiteY16" fmla="*/ 244723 h 1342734"/>
              <a:gd name="connsiteX17" fmla="*/ 9366026 w 10678681"/>
              <a:gd name="connsiteY17" fmla="*/ 299024 h 1342734"/>
              <a:gd name="connsiteX18" fmla="*/ 9316702 w 10678681"/>
              <a:gd name="connsiteY18" fmla="*/ 356523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344233 w 10678681"/>
              <a:gd name="connsiteY30" fmla="*/ 610922 h 1342734"/>
              <a:gd name="connsiteX31" fmla="*/ 8290622 w 10678681"/>
              <a:gd name="connsiteY31" fmla="*/ 622687 h 1342734"/>
              <a:gd name="connsiteX32" fmla="*/ 8086698 w 10678681"/>
              <a:gd name="connsiteY32" fmla="*/ 605185 h 1342734"/>
              <a:gd name="connsiteX33" fmla="*/ 7982378 w 10678681"/>
              <a:gd name="connsiteY33" fmla="*/ 629799 h 1342734"/>
              <a:gd name="connsiteX34" fmla="*/ 7947952 w 10678681"/>
              <a:gd name="connsiteY34" fmla="*/ 648003 h 1342734"/>
              <a:gd name="connsiteX35" fmla="*/ 7890112 w 10678681"/>
              <a:gd name="connsiteY35" fmla="*/ 677915 h 1342734"/>
              <a:gd name="connsiteX36" fmla="*/ 7853284 w 10678681"/>
              <a:gd name="connsiteY36" fmla="*/ 723588 h 1342734"/>
              <a:gd name="connsiteX37" fmla="*/ 7802383 w 10678681"/>
              <a:gd name="connsiteY37" fmla="*/ 739359 h 1342734"/>
              <a:gd name="connsiteX38" fmla="*/ 7730518 w 10678681"/>
              <a:gd name="connsiteY38" fmla="*/ 739526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69396 w 10678681"/>
              <a:gd name="connsiteY45" fmla="*/ 989282 h 1342734"/>
              <a:gd name="connsiteX46" fmla="*/ 7258094 w 10678681"/>
              <a:gd name="connsiteY46" fmla="*/ 990679 h 1342734"/>
              <a:gd name="connsiteX47" fmla="*/ 7257893 w 10678681"/>
              <a:gd name="connsiteY47" fmla="*/ 991204 h 1342734"/>
              <a:gd name="connsiteX48" fmla="*/ 7247153 w 10678681"/>
              <a:gd name="connsiteY48" fmla="*/ 991550 h 1342734"/>
              <a:gd name="connsiteX49" fmla="*/ 7193612 w 10678681"/>
              <a:gd name="connsiteY49" fmla="*/ 987042 h 1342734"/>
              <a:gd name="connsiteX50" fmla="*/ 7132632 w 10678681"/>
              <a:gd name="connsiteY50" fmla="*/ 1042036 h 1342734"/>
              <a:gd name="connsiteX51" fmla="*/ 7105610 w 10678681"/>
              <a:gd name="connsiteY51" fmla="*/ 1053537 h 1342734"/>
              <a:gd name="connsiteX52" fmla="*/ 7069148 w 10678681"/>
              <a:gd name="connsiteY52" fmla="*/ 1047163 h 1342734"/>
              <a:gd name="connsiteX53" fmla="*/ 7039634 w 10678681"/>
              <a:gd name="connsiteY53" fmla="*/ 1059971 h 1342734"/>
              <a:gd name="connsiteX54" fmla="*/ 7033445 w 10678681"/>
              <a:gd name="connsiteY54" fmla="*/ 1063314 h 1342734"/>
              <a:gd name="connsiteX55" fmla="*/ 6999157 w 10678681"/>
              <a:gd name="connsiteY55" fmla="*/ 1055282 h 1342734"/>
              <a:gd name="connsiteX56" fmla="*/ 6981874 w 10678681"/>
              <a:gd name="connsiteY56" fmla="*/ 1053827 h 1342734"/>
              <a:gd name="connsiteX57" fmla="*/ 6976102 w 10678681"/>
              <a:gd name="connsiteY57" fmla="*/ 1047854 h 1342734"/>
              <a:gd name="connsiteX58" fmla="*/ 6951040 w 10678681"/>
              <a:gd name="connsiteY58" fmla="*/ 1048531 h 1342734"/>
              <a:gd name="connsiteX59" fmla="*/ 6948497 w 10678681"/>
              <a:gd name="connsiteY59" fmla="*/ 1050706 h 1342734"/>
              <a:gd name="connsiteX60" fmla="*/ 6926582 w 10678681"/>
              <a:gd name="connsiteY60" fmla="*/ 1043462 h 1342734"/>
              <a:gd name="connsiteX61" fmla="*/ 6833743 w 10678681"/>
              <a:gd name="connsiteY61" fmla="*/ 1027960 h 1342734"/>
              <a:gd name="connsiteX62" fmla="*/ 6687090 w 10678681"/>
              <a:gd name="connsiteY62" fmla="*/ 1063250 h 1342734"/>
              <a:gd name="connsiteX63" fmla="*/ 6431838 w 10678681"/>
              <a:gd name="connsiteY63" fmla="*/ 1063226 h 1342734"/>
              <a:gd name="connsiteX64" fmla="*/ 6327795 w 10678681"/>
              <a:gd name="connsiteY64" fmla="*/ 1088142 h 1342734"/>
              <a:gd name="connsiteX65" fmla="*/ 6136549 w 10678681"/>
              <a:gd name="connsiteY65" fmla="*/ 1100268 h 1342734"/>
              <a:gd name="connsiteX66" fmla="*/ 6004655 w 10678681"/>
              <a:gd name="connsiteY66" fmla="*/ 1114946 h 1342734"/>
              <a:gd name="connsiteX67" fmla="*/ 5936643 w 10678681"/>
              <a:gd name="connsiteY67" fmla="*/ 1095428 h 1342734"/>
              <a:gd name="connsiteX68" fmla="*/ 5912484 w 10678681"/>
              <a:gd name="connsiteY68" fmla="*/ 1112624 h 1342734"/>
              <a:gd name="connsiteX69" fmla="*/ 5908387 w 10678681"/>
              <a:gd name="connsiteY69" fmla="*/ 1116018 h 1342734"/>
              <a:gd name="connsiteX70" fmla="*/ 5890495 w 10678681"/>
              <a:gd name="connsiteY70" fmla="*/ 1120268 h 1342734"/>
              <a:gd name="connsiteX71" fmla="*/ 5887318 w 10678681"/>
              <a:gd name="connsiteY71" fmla="*/ 1133134 h 1342734"/>
              <a:gd name="connsiteX72" fmla="*/ 5861726 w 10678681"/>
              <a:gd name="connsiteY72" fmla="*/ 1147891 h 1342734"/>
              <a:gd name="connsiteX73" fmla="*/ 5805823 w 10678681"/>
              <a:gd name="connsiteY73" fmla="*/ 1152457 h 1342734"/>
              <a:gd name="connsiteX74" fmla="*/ 5689841 w 10678681"/>
              <a:gd name="connsiteY74" fmla="*/ 1176232 h 1342734"/>
              <a:gd name="connsiteX75" fmla="*/ 5605119 w 10678681"/>
              <a:gd name="connsiteY75" fmla="*/ 1190202 h 1342734"/>
              <a:gd name="connsiteX76" fmla="*/ 5488513 w 10678681"/>
              <a:gd name="connsiteY76" fmla="*/ 1205367 h 1342734"/>
              <a:gd name="connsiteX77" fmla="*/ 5402905 w 10678681"/>
              <a:gd name="connsiteY77" fmla="*/ 1241191 h 1342734"/>
              <a:gd name="connsiteX78" fmla="*/ 5285593 w 10678681"/>
              <a:gd name="connsiteY78" fmla="*/ 1273569 h 1342734"/>
              <a:gd name="connsiteX79" fmla="*/ 5192893 w 10678681"/>
              <a:gd name="connsiteY79" fmla="*/ 1247188 h 1342734"/>
              <a:gd name="connsiteX80" fmla="*/ 5186475 w 10678681"/>
              <a:gd name="connsiteY80" fmla="*/ 1257028 h 1342734"/>
              <a:gd name="connsiteX81" fmla="*/ 5126038 w 10678681"/>
              <a:gd name="connsiteY81" fmla="*/ 1263189 h 1342734"/>
              <a:gd name="connsiteX82" fmla="*/ 4894688 w 10678681"/>
              <a:gd name="connsiteY82" fmla="*/ 1247184 h 1342734"/>
              <a:gd name="connsiteX83" fmla="*/ 4788036 w 10678681"/>
              <a:gd name="connsiteY83" fmla="*/ 1238182 h 1342734"/>
              <a:gd name="connsiteX84" fmla="*/ 4747555 w 10678681"/>
              <a:gd name="connsiteY84" fmla="*/ 1252768 h 1342734"/>
              <a:gd name="connsiteX85" fmla="*/ 4679644 w 10678681"/>
              <a:gd name="connsiteY85" fmla="*/ 1276603 h 1342734"/>
              <a:gd name="connsiteX86" fmla="*/ 4632222 w 10678681"/>
              <a:gd name="connsiteY86" fmla="*/ 1318360 h 1342734"/>
              <a:gd name="connsiteX87" fmla="*/ 4617358 w 10678681"/>
              <a:gd name="connsiteY87" fmla="*/ 1327690 h 1342734"/>
              <a:gd name="connsiteX88" fmla="*/ 4589102 w 10678681"/>
              <a:gd name="connsiteY88" fmla="*/ 1321223 h 1342734"/>
              <a:gd name="connsiteX89" fmla="*/ 4578184 w 10678681"/>
              <a:gd name="connsiteY89" fmla="*/ 1326745 h 1342734"/>
              <a:gd name="connsiteX90" fmla="*/ 4574270 w 10678681"/>
              <a:gd name="connsiteY90" fmla="*/ 1325878 h 1342734"/>
              <a:gd name="connsiteX91" fmla="*/ 4564919 w 10678681"/>
              <a:gd name="connsiteY91" fmla="*/ 1325507 h 1342734"/>
              <a:gd name="connsiteX92" fmla="*/ 4566586 w 10678681"/>
              <a:gd name="connsiteY92" fmla="*/ 1316963 h 1342734"/>
              <a:gd name="connsiteX93" fmla="*/ 4556303 w 10678681"/>
              <a:gd name="connsiteY93" fmla="*/ 1300262 h 1342734"/>
              <a:gd name="connsiteX94" fmla="*/ 4502358 w 10678681"/>
              <a:gd name="connsiteY94" fmla="*/ 1302558 h 1342734"/>
              <a:gd name="connsiteX95" fmla="*/ 4498919 w 10678681"/>
              <a:gd name="connsiteY95" fmla="*/ 1312115 h 1342734"/>
              <a:gd name="connsiteX96" fmla="*/ 4492075 w 10678681"/>
              <a:gd name="connsiteY96" fmla="*/ 1313357 h 1342734"/>
              <a:gd name="connsiteX97" fmla="*/ 4487466 w 10678681"/>
              <a:gd name="connsiteY97" fmla="*/ 1304102 h 1342734"/>
              <a:gd name="connsiteX98" fmla="*/ 4398292 w 10678681"/>
              <a:gd name="connsiteY98" fmla="*/ 1278410 h 1342734"/>
              <a:gd name="connsiteX99" fmla="*/ 4306088 w 10678681"/>
              <a:gd name="connsiteY99" fmla="*/ 1282512 h 1342734"/>
              <a:gd name="connsiteX100" fmla="*/ 4188995 w 10678681"/>
              <a:gd name="connsiteY100" fmla="*/ 1296718 h 1342734"/>
              <a:gd name="connsiteX101" fmla="*/ 4136582 w 10678681"/>
              <a:gd name="connsiteY101" fmla="*/ 1287687 h 1342734"/>
              <a:gd name="connsiteX102" fmla="*/ 4064614 w 10678681"/>
              <a:gd name="connsiteY102" fmla="*/ 1296118 h 1342734"/>
              <a:gd name="connsiteX103" fmla="*/ 3900948 w 10678681"/>
              <a:gd name="connsiteY103" fmla="*/ 1322156 h 1342734"/>
              <a:gd name="connsiteX104" fmla="*/ 3787890 w 10678681"/>
              <a:gd name="connsiteY104" fmla="*/ 1322164 h 1342734"/>
              <a:gd name="connsiteX105" fmla="*/ 3745993 w 10678681"/>
              <a:gd name="connsiteY105" fmla="*/ 1342630 h 1342734"/>
              <a:gd name="connsiteX106" fmla="*/ 3675785 w 10678681"/>
              <a:gd name="connsiteY106" fmla="*/ 1326802 h 1342734"/>
              <a:gd name="connsiteX107" fmla="*/ 3623856 w 10678681"/>
              <a:gd name="connsiteY107" fmla="*/ 1290804 h 1342734"/>
              <a:gd name="connsiteX108" fmla="*/ 3564933 w 10678681"/>
              <a:gd name="connsiteY108" fmla="*/ 1287147 h 1342734"/>
              <a:gd name="connsiteX109" fmla="*/ 3550537 w 10678681"/>
              <a:gd name="connsiteY109" fmla="*/ 1317552 h 1342734"/>
              <a:gd name="connsiteX110" fmla="*/ 3487736 w 10678681"/>
              <a:gd name="connsiteY110" fmla="*/ 1303493 h 1342734"/>
              <a:gd name="connsiteX111" fmla="*/ 3392548 w 10678681"/>
              <a:gd name="connsiteY111" fmla="*/ 1278741 h 1342734"/>
              <a:gd name="connsiteX112" fmla="*/ 3337466 w 10678681"/>
              <a:gd name="connsiteY112" fmla="*/ 1272537 h 1342734"/>
              <a:gd name="connsiteX113" fmla="*/ 3175981 w 10678681"/>
              <a:gd name="connsiteY113" fmla="*/ 1208973 h 1342734"/>
              <a:gd name="connsiteX114" fmla="*/ 3036856 w 10678681"/>
              <a:gd name="connsiteY114" fmla="*/ 1214383 h 1342734"/>
              <a:gd name="connsiteX115" fmla="*/ 2824973 w 10678681"/>
              <a:gd name="connsiteY115" fmla="*/ 1134864 h 1342734"/>
              <a:gd name="connsiteX116" fmla="*/ 2804398 w 10678681"/>
              <a:gd name="connsiteY116" fmla="*/ 1125556 h 1342734"/>
              <a:gd name="connsiteX117" fmla="*/ 2736109 w 10678681"/>
              <a:gd name="connsiteY117" fmla="*/ 1137717 h 1342734"/>
              <a:gd name="connsiteX118" fmla="*/ 2659096 w 10678681"/>
              <a:gd name="connsiteY118" fmla="*/ 1150294 h 1342734"/>
              <a:gd name="connsiteX119" fmla="*/ 2567088 w 10678681"/>
              <a:gd name="connsiteY119" fmla="*/ 1181781 h 1342734"/>
              <a:gd name="connsiteX120" fmla="*/ 2454501 w 10678681"/>
              <a:gd name="connsiteY120" fmla="*/ 1155455 h 1342734"/>
              <a:gd name="connsiteX121" fmla="*/ 2385161 w 10678681"/>
              <a:gd name="connsiteY121" fmla="*/ 1161312 h 1342734"/>
              <a:gd name="connsiteX122" fmla="*/ 2273361 w 10678681"/>
              <a:gd name="connsiteY122" fmla="*/ 1134090 h 1342734"/>
              <a:gd name="connsiteX123" fmla="*/ 2132003 w 10678681"/>
              <a:gd name="connsiteY123" fmla="*/ 1139225 h 1342734"/>
              <a:gd name="connsiteX124" fmla="*/ 2041224 w 10678681"/>
              <a:gd name="connsiteY124" fmla="*/ 1147536 h 1342734"/>
              <a:gd name="connsiteX125" fmla="*/ 2010157 w 10678681"/>
              <a:gd name="connsiteY125" fmla="*/ 1152767 h 1342734"/>
              <a:gd name="connsiteX126" fmla="*/ 1859213 w 10678681"/>
              <a:gd name="connsiteY126" fmla="*/ 1199540 h 1342734"/>
              <a:gd name="connsiteX127" fmla="*/ 1735877 w 10678681"/>
              <a:gd name="connsiteY127" fmla="*/ 1246527 h 1342734"/>
              <a:gd name="connsiteX128" fmla="*/ 1705069 w 10678681"/>
              <a:gd name="connsiteY128" fmla="*/ 1251989 h 1342734"/>
              <a:gd name="connsiteX129" fmla="*/ 1307888 w 10678681"/>
              <a:gd name="connsiteY129" fmla="*/ 1283156 h 1342734"/>
              <a:gd name="connsiteX130" fmla="*/ 1220734 w 10678681"/>
              <a:gd name="connsiteY130" fmla="*/ 1257811 h 1342734"/>
              <a:gd name="connsiteX131" fmla="*/ 1021737 w 10678681"/>
              <a:gd name="connsiteY131" fmla="*/ 1238739 h 1342734"/>
              <a:gd name="connsiteX132" fmla="*/ 959820 w 10678681"/>
              <a:gd name="connsiteY132" fmla="*/ 1275863 h 1342734"/>
              <a:gd name="connsiteX133" fmla="*/ 929137 w 10678681"/>
              <a:gd name="connsiteY133" fmla="*/ 1273957 h 1342734"/>
              <a:gd name="connsiteX134" fmla="*/ 878849 w 10678681"/>
              <a:gd name="connsiteY134" fmla="*/ 1266740 h 1342734"/>
              <a:gd name="connsiteX135" fmla="*/ 800667 w 10678681"/>
              <a:gd name="connsiteY135" fmla="*/ 1282041 h 1342734"/>
              <a:gd name="connsiteX136" fmla="*/ 644906 w 10678681"/>
              <a:gd name="connsiteY136" fmla="*/ 1273685 h 1342734"/>
              <a:gd name="connsiteX137" fmla="*/ 379869 w 10678681"/>
              <a:gd name="connsiteY137" fmla="*/ 1339165 h 1342734"/>
              <a:gd name="connsiteX138" fmla="*/ 137696 w 10678681"/>
              <a:gd name="connsiteY138" fmla="*/ 1319217 h 1342734"/>
              <a:gd name="connsiteX139" fmla="*/ 54250 w 10678681"/>
              <a:gd name="connsiteY139" fmla="*/ 1315838 h 1342734"/>
              <a:gd name="connsiteX140" fmla="*/ 28042 w 10678681"/>
              <a:gd name="connsiteY140" fmla="*/ 1297822 h 1342734"/>
              <a:gd name="connsiteX141" fmla="*/ 0 w 10678681"/>
              <a:gd name="connsiteY141" fmla="*/ 1294612 h 1342734"/>
              <a:gd name="connsiteX142" fmla="*/ 0 w 10678681"/>
              <a:gd name="connsiteY142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6219 w 10678681"/>
              <a:gd name="connsiteY4" fmla="*/ 45588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41159 w 10678681"/>
              <a:gd name="connsiteY8" fmla="*/ 103824 h 1342734"/>
              <a:gd name="connsiteX9" fmla="*/ 10244930 w 10678681"/>
              <a:gd name="connsiteY9" fmla="*/ 9459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9929077 w 10678681"/>
              <a:gd name="connsiteY13" fmla="*/ 254478 h 1342734"/>
              <a:gd name="connsiteX14" fmla="*/ 9840045 w 10678681"/>
              <a:gd name="connsiteY14" fmla="*/ 223033 h 1342734"/>
              <a:gd name="connsiteX15" fmla="*/ 9679638 w 10678681"/>
              <a:gd name="connsiteY15" fmla="*/ 277462 h 1342734"/>
              <a:gd name="connsiteX16" fmla="*/ 9498347 w 10678681"/>
              <a:gd name="connsiteY16" fmla="*/ 244723 h 1342734"/>
              <a:gd name="connsiteX17" fmla="*/ 9366026 w 10678681"/>
              <a:gd name="connsiteY17" fmla="*/ 299024 h 1342734"/>
              <a:gd name="connsiteX18" fmla="*/ 9316702 w 10678681"/>
              <a:gd name="connsiteY18" fmla="*/ 356523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344233 w 10678681"/>
              <a:gd name="connsiteY30" fmla="*/ 610922 h 1342734"/>
              <a:gd name="connsiteX31" fmla="*/ 8290622 w 10678681"/>
              <a:gd name="connsiteY31" fmla="*/ 622687 h 1342734"/>
              <a:gd name="connsiteX32" fmla="*/ 8086698 w 10678681"/>
              <a:gd name="connsiteY32" fmla="*/ 605185 h 1342734"/>
              <a:gd name="connsiteX33" fmla="*/ 7982378 w 10678681"/>
              <a:gd name="connsiteY33" fmla="*/ 629799 h 1342734"/>
              <a:gd name="connsiteX34" fmla="*/ 7947952 w 10678681"/>
              <a:gd name="connsiteY34" fmla="*/ 648003 h 1342734"/>
              <a:gd name="connsiteX35" fmla="*/ 7890112 w 10678681"/>
              <a:gd name="connsiteY35" fmla="*/ 677915 h 1342734"/>
              <a:gd name="connsiteX36" fmla="*/ 7853284 w 10678681"/>
              <a:gd name="connsiteY36" fmla="*/ 723588 h 1342734"/>
              <a:gd name="connsiteX37" fmla="*/ 7802383 w 10678681"/>
              <a:gd name="connsiteY37" fmla="*/ 739359 h 1342734"/>
              <a:gd name="connsiteX38" fmla="*/ 7730518 w 10678681"/>
              <a:gd name="connsiteY38" fmla="*/ 739526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69396 w 10678681"/>
              <a:gd name="connsiteY45" fmla="*/ 989282 h 1342734"/>
              <a:gd name="connsiteX46" fmla="*/ 7258094 w 10678681"/>
              <a:gd name="connsiteY46" fmla="*/ 990679 h 1342734"/>
              <a:gd name="connsiteX47" fmla="*/ 7257893 w 10678681"/>
              <a:gd name="connsiteY47" fmla="*/ 991204 h 1342734"/>
              <a:gd name="connsiteX48" fmla="*/ 7247153 w 10678681"/>
              <a:gd name="connsiteY48" fmla="*/ 991550 h 1342734"/>
              <a:gd name="connsiteX49" fmla="*/ 7193612 w 10678681"/>
              <a:gd name="connsiteY49" fmla="*/ 987042 h 1342734"/>
              <a:gd name="connsiteX50" fmla="*/ 7132632 w 10678681"/>
              <a:gd name="connsiteY50" fmla="*/ 1042036 h 1342734"/>
              <a:gd name="connsiteX51" fmla="*/ 7105610 w 10678681"/>
              <a:gd name="connsiteY51" fmla="*/ 1053537 h 1342734"/>
              <a:gd name="connsiteX52" fmla="*/ 7069148 w 10678681"/>
              <a:gd name="connsiteY52" fmla="*/ 1047163 h 1342734"/>
              <a:gd name="connsiteX53" fmla="*/ 7039634 w 10678681"/>
              <a:gd name="connsiteY53" fmla="*/ 1059971 h 1342734"/>
              <a:gd name="connsiteX54" fmla="*/ 7033445 w 10678681"/>
              <a:gd name="connsiteY54" fmla="*/ 1063314 h 1342734"/>
              <a:gd name="connsiteX55" fmla="*/ 6999157 w 10678681"/>
              <a:gd name="connsiteY55" fmla="*/ 1055282 h 1342734"/>
              <a:gd name="connsiteX56" fmla="*/ 6981874 w 10678681"/>
              <a:gd name="connsiteY56" fmla="*/ 1053827 h 1342734"/>
              <a:gd name="connsiteX57" fmla="*/ 6976102 w 10678681"/>
              <a:gd name="connsiteY57" fmla="*/ 1047854 h 1342734"/>
              <a:gd name="connsiteX58" fmla="*/ 6951040 w 10678681"/>
              <a:gd name="connsiteY58" fmla="*/ 1048531 h 1342734"/>
              <a:gd name="connsiteX59" fmla="*/ 6948497 w 10678681"/>
              <a:gd name="connsiteY59" fmla="*/ 1050706 h 1342734"/>
              <a:gd name="connsiteX60" fmla="*/ 6926582 w 10678681"/>
              <a:gd name="connsiteY60" fmla="*/ 1043462 h 1342734"/>
              <a:gd name="connsiteX61" fmla="*/ 6833743 w 10678681"/>
              <a:gd name="connsiteY61" fmla="*/ 1027960 h 1342734"/>
              <a:gd name="connsiteX62" fmla="*/ 6687090 w 10678681"/>
              <a:gd name="connsiteY62" fmla="*/ 1063250 h 1342734"/>
              <a:gd name="connsiteX63" fmla="*/ 6431838 w 10678681"/>
              <a:gd name="connsiteY63" fmla="*/ 1063226 h 1342734"/>
              <a:gd name="connsiteX64" fmla="*/ 6327795 w 10678681"/>
              <a:gd name="connsiteY64" fmla="*/ 1088142 h 1342734"/>
              <a:gd name="connsiteX65" fmla="*/ 6136549 w 10678681"/>
              <a:gd name="connsiteY65" fmla="*/ 1100268 h 1342734"/>
              <a:gd name="connsiteX66" fmla="*/ 6004655 w 10678681"/>
              <a:gd name="connsiteY66" fmla="*/ 1114946 h 1342734"/>
              <a:gd name="connsiteX67" fmla="*/ 5936643 w 10678681"/>
              <a:gd name="connsiteY67" fmla="*/ 1095428 h 1342734"/>
              <a:gd name="connsiteX68" fmla="*/ 5912484 w 10678681"/>
              <a:gd name="connsiteY68" fmla="*/ 1112624 h 1342734"/>
              <a:gd name="connsiteX69" fmla="*/ 5908387 w 10678681"/>
              <a:gd name="connsiteY69" fmla="*/ 1116018 h 1342734"/>
              <a:gd name="connsiteX70" fmla="*/ 5890495 w 10678681"/>
              <a:gd name="connsiteY70" fmla="*/ 1120268 h 1342734"/>
              <a:gd name="connsiteX71" fmla="*/ 5887318 w 10678681"/>
              <a:gd name="connsiteY71" fmla="*/ 1133134 h 1342734"/>
              <a:gd name="connsiteX72" fmla="*/ 5861726 w 10678681"/>
              <a:gd name="connsiteY72" fmla="*/ 1147891 h 1342734"/>
              <a:gd name="connsiteX73" fmla="*/ 5805823 w 10678681"/>
              <a:gd name="connsiteY73" fmla="*/ 1152457 h 1342734"/>
              <a:gd name="connsiteX74" fmla="*/ 5689841 w 10678681"/>
              <a:gd name="connsiteY74" fmla="*/ 1176232 h 1342734"/>
              <a:gd name="connsiteX75" fmla="*/ 5605119 w 10678681"/>
              <a:gd name="connsiteY75" fmla="*/ 1190202 h 1342734"/>
              <a:gd name="connsiteX76" fmla="*/ 5488513 w 10678681"/>
              <a:gd name="connsiteY76" fmla="*/ 1205367 h 1342734"/>
              <a:gd name="connsiteX77" fmla="*/ 5402905 w 10678681"/>
              <a:gd name="connsiteY77" fmla="*/ 1241191 h 1342734"/>
              <a:gd name="connsiteX78" fmla="*/ 5285593 w 10678681"/>
              <a:gd name="connsiteY78" fmla="*/ 1273569 h 1342734"/>
              <a:gd name="connsiteX79" fmla="*/ 5192893 w 10678681"/>
              <a:gd name="connsiteY79" fmla="*/ 1247188 h 1342734"/>
              <a:gd name="connsiteX80" fmla="*/ 5186475 w 10678681"/>
              <a:gd name="connsiteY80" fmla="*/ 1257028 h 1342734"/>
              <a:gd name="connsiteX81" fmla="*/ 5126038 w 10678681"/>
              <a:gd name="connsiteY81" fmla="*/ 1263189 h 1342734"/>
              <a:gd name="connsiteX82" fmla="*/ 4894688 w 10678681"/>
              <a:gd name="connsiteY82" fmla="*/ 1247184 h 1342734"/>
              <a:gd name="connsiteX83" fmla="*/ 4788036 w 10678681"/>
              <a:gd name="connsiteY83" fmla="*/ 1238182 h 1342734"/>
              <a:gd name="connsiteX84" fmla="*/ 4747555 w 10678681"/>
              <a:gd name="connsiteY84" fmla="*/ 1252768 h 1342734"/>
              <a:gd name="connsiteX85" fmla="*/ 4679644 w 10678681"/>
              <a:gd name="connsiteY85" fmla="*/ 1276603 h 1342734"/>
              <a:gd name="connsiteX86" fmla="*/ 4632222 w 10678681"/>
              <a:gd name="connsiteY86" fmla="*/ 1318360 h 1342734"/>
              <a:gd name="connsiteX87" fmla="*/ 4617358 w 10678681"/>
              <a:gd name="connsiteY87" fmla="*/ 1327690 h 1342734"/>
              <a:gd name="connsiteX88" fmla="*/ 4589102 w 10678681"/>
              <a:gd name="connsiteY88" fmla="*/ 1321223 h 1342734"/>
              <a:gd name="connsiteX89" fmla="*/ 4578184 w 10678681"/>
              <a:gd name="connsiteY89" fmla="*/ 1326745 h 1342734"/>
              <a:gd name="connsiteX90" fmla="*/ 4574270 w 10678681"/>
              <a:gd name="connsiteY90" fmla="*/ 1325878 h 1342734"/>
              <a:gd name="connsiteX91" fmla="*/ 4564919 w 10678681"/>
              <a:gd name="connsiteY91" fmla="*/ 1325507 h 1342734"/>
              <a:gd name="connsiteX92" fmla="*/ 4566586 w 10678681"/>
              <a:gd name="connsiteY92" fmla="*/ 1316963 h 1342734"/>
              <a:gd name="connsiteX93" fmla="*/ 4556303 w 10678681"/>
              <a:gd name="connsiteY93" fmla="*/ 1300262 h 1342734"/>
              <a:gd name="connsiteX94" fmla="*/ 4502358 w 10678681"/>
              <a:gd name="connsiteY94" fmla="*/ 1302558 h 1342734"/>
              <a:gd name="connsiteX95" fmla="*/ 4498919 w 10678681"/>
              <a:gd name="connsiteY95" fmla="*/ 1312115 h 1342734"/>
              <a:gd name="connsiteX96" fmla="*/ 4492075 w 10678681"/>
              <a:gd name="connsiteY96" fmla="*/ 1313357 h 1342734"/>
              <a:gd name="connsiteX97" fmla="*/ 4487466 w 10678681"/>
              <a:gd name="connsiteY97" fmla="*/ 1304102 h 1342734"/>
              <a:gd name="connsiteX98" fmla="*/ 4398292 w 10678681"/>
              <a:gd name="connsiteY98" fmla="*/ 1278410 h 1342734"/>
              <a:gd name="connsiteX99" fmla="*/ 4306088 w 10678681"/>
              <a:gd name="connsiteY99" fmla="*/ 1282512 h 1342734"/>
              <a:gd name="connsiteX100" fmla="*/ 4188995 w 10678681"/>
              <a:gd name="connsiteY100" fmla="*/ 1296718 h 1342734"/>
              <a:gd name="connsiteX101" fmla="*/ 4136582 w 10678681"/>
              <a:gd name="connsiteY101" fmla="*/ 1287687 h 1342734"/>
              <a:gd name="connsiteX102" fmla="*/ 4064614 w 10678681"/>
              <a:gd name="connsiteY102" fmla="*/ 1296118 h 1342734"/>
              <a:gd name="connsiteX103" fmla="*/ 3900948 w 10678681"/>
              <a:gd name="connsiteY103" fmla="*/ 1322156 h 1342734"/>
              <a:gd name="connsiteX104" fmla="*/ 3787890 w 10678681"/>
              <a:gd name="connsiteY104" fmla="*/ 1322164 h 1342734"/>
              <a:gd name="connsiteX105" fmla="*/ 3745993 w 10678681"/>
              <a:gd name="connsiteY105" fmla="*/ 1342630 h 1342734"/>
              <a:gd name="connsiteX106" fmla="*/ 3675785 w 10678681"/>
              <a:gd name="connsiteY106" fmla="*/ 1326802 h 1342734"/>
              <a:gd name="connsiteX107" fmla="*/ 3623856 w 10678681"/>
              <a:gd name="connsiteY107" fmla="*/ 1290804 h 1342734"/>
              <a:gd name="connsiteX108" fmla="*/ 3564933 w 10678681"/>
              <a:gd name="connsiteY108" fmla="*/ 1287147 h 1342734"/>
              <a:gd name="connsiteX109" fmla="*/ 3550537 w 10678681"/>
              <a:gd name="connsiteY109" fmla="*/ 1317552 h 1342734"/>
              <a:gd name="connsiteX110" fmla="*/ 3487736 w 10678681"/>
              <a:gd name="connsiteY110" fmla="*/ 1303493 h 1342734"/>
              <a:gd name="connsiteX111" fmla="*/ 3392548 w 10678681"/>
              <a:gd name="connsiteY111" fmla="*/ 1278741 h 1342734"/>
              <a:gd name="connsiteX112" fmla="*/ 3337466 w 10678681"/>
              <a:gd name="connsiteY112" fmla="*/ 1272537 h 1342734"/>
              <a:gd name="connsiteX113" fmla="*/ 3175981 w 10678681"/>
              <a:gd name="connsiteY113" fmla="*/ 1208973 h 1342734"/>
              <a:gd name="connsiteX114" fmla="*/ 3036856 w 10678681"/>
              <a:gd name="connsiteY114" fmla="*/ 1214383 h 1342734"/>
              <a:gd name="connsiteX115" fmla="*/ 2824973 w 10678681"/>
              <a:gd name="connsiteY115" fmla="*/ 1134864 h 1342734"/>
              <a:gd name="connsiteX116" fmla="*/ 2804398 w 10678681"/>
              <a:gd name="connsiteY116" fmla="*/ 1125556 h 1342734"/>
              <a:gd name="connsiteX117" fmla="*/ 2736109 w 10678681"/>
              <a:gd name="connsiteY117" fmla="*/ 1137717 h 1342734"/>
              <a:gd name="connsiteX118" fmla="*/ 2659096 w 10678681"/>
              <a:gd name="connsiteY118" fmla="*/ 1150294 h 1342734"/>
              <a:gd name="connsiteX119" fmla="*/ 2567088 w 10678681"/>
              <a:gd name="connsiteY119" fmla="*/ 1181781 h 1342734"/>
              <a:gd name="connsiteX120" fmla="*/ 2454501 w 10678681"/>
              <a:gd name="connsiteY120" fmla="*/ 1155455 h 1342734"/>
              <a:gd name="connsiteX121" fmla="*/ 2385161 w 10678681"/>
              <a:gd name="connsiteY121" fmla="*/ 1161312 h 1342734"/>
              <a:gd name="connsiteX122" fmla="*/ 2273361 w 10678681"/>
              <a:gd name="connsiteY122" fmla="*/ 1134090 h 1342734"/>
              <a:gd name="connsiteX123" fmla="*/ 2132003 w 10678681"/>
              <a:gd name="connsiteY123" fmla="*/ 1139225 h 1342734"/>
              <a:gd name="connsiteX124" fmla="*/ 2041224 w 10678681"/>
              <a:gd name="connsiteY124" fmla="*/ 1147536 h 1342734"/>
              <a:gd name="connsiteX125" fmla="*/ 2010157 w 10678681"/>
              <a:gd name="connsiteY125" fmla="*/ 1152767 h 1342734"/>
              <a:gd name="connsiteX126" fmla="*/ 1859213 w 10678681"/>
              <a:gd name="connsiteY126" fmla="*/ 1199540 h 1342734"/>
              <a:gd name="connsiteX127" fmla="*/ 1735877 w 10678681"/>
              <a:gd name="connsiteY127" fmla="*/ 1246527 h 1342734"/>
              <a:gd name="connsiteX128" fmla="*/ 1705069 w 10678681"/>
              <a:gd name="connsiteY128" fmla="*/ 1251989 h 1342734"/>
              <a:gd name="connsiteX129" fmla="*/ 1307888 w 10678681"/>
              <a:gd name="connsiteY129" fmla="*/ 1283156 h 1342734"/>
              <a:gd name="connsiteX130" fmla="*/ 1220734 w 10678681"/>
              <a:gd name="connsiteY130" fmla="*/ 1257811 h 1342734"/>
              <a:gd name="connsiteX131" fmla="*/ 1021737 w 10678681"/>
              <a:gd name="connsiteY131" fmla="*/ 1238739 h 1342734"/>
              <a:gd name="connsiteX132" fmla="*/ 959820 w 10678681"/>
              <a:gd name="connsiteY132" fmla="*/ 1275863 h 1342734"/>
              <a:gd name="connsiteX133" fmla="*/ 929137 w 10678681"/>
              <a:gd name="connsiteY133" fmla="*/ 1273957 h 1342734"/>
              <a:gd name="connsiteX134" fmla="*/ 878849 w 10678681"/>
              <a:gd name="connsiteY134" fmla="*/ 1266740 h 1342734"/>
              <a:gd name="connsiteX135" fmla="*/ 800667 w 10678681"/>
              <a:gd name="connsiteY135" fmla="*/ 1282041 h 1342734"/>
              <a:gd name="connsiteX136" fmla="*/ 644906 w 10678681"/>
              <a:gd name="connsiteY136" fmla="*/ 1273685 h 1342734"/>
              <a:gd name="connsiteX137" fmla="*/ 379869 w 10678681"/>
              <a:gd name="connsiteY137" fmla="*/ 1339165 h 1342734"/>
              <a:gd name="connsiteX138" fmla="*/ 137696 w 10678681"/>
              <a:gd name="connsiteY138" fmla="*/ 1319217 h 1342734"/>
              <a:gd name="connsiteX139" fmla="*/ 54250 w 10678681"/>
              <a:gd name="connsiteY139" fmla="*/ 1315838 h 1342734"/>
              <a:gd name="connsiteX140" fmla="*/ 28042 w 10678681"/>
              <a:gd name="connsiteY140" fmla="*/ 1297822 h 1342734"/>
              <a:gd name="connsiteX141" fmla="*/ 0 w 10678681"/>
              <a:gd name="connsiteY141" fmla="*/ 1294612 h 1342734"/>
              <a:gd name="connsiteX142" fmla="*/ 0 w 10678681"/>
              <a:gd name="connsiteY142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6219 w 10678681"/>
              <a:gd name="connsiteY4" fmla="*/ 45588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41159 w 10678681"/>
              <a:gd name="connsiteY8" fmla="*/ 103824 h 1342734"/>
              <a:gd name="connsiteX9" fmla="*/ 10244930 w 10678681"/>
              <a:gd name="connsiteY9" fmla="*/ 9459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9929077 w 10678681"/>
              <a:gd name="connsiteY13" fmla="*/ 254478 h 1342734"/>
              <a:gd name="connsiteX14" fmla="*/ 9840045 w 10678681"/>
              <a:gd name="connsiteY14" fmla="*/ 223033 h 1342734"/>
              <a:gd name="connsiteX15" fmla="*/ 9679638 w 10678681"/>
              <a:gd name="connsiteY15" fmla="*/ 277462 h 1342734"/>
              <a:gd name="connsiteX16" fmla="*/ 9498347 w 10678681"/>
              <a:gd name="connsiteY16" fmla="*/ 244723 h 1342734"/>
              <a:gd name="connsiteX17" fmla="*/ 9366026 w 10678681"/>
              <a:gd name="connsiteY17" fmla="*/ 299024 h 1342734"/>
              <a:gd name="connsiteX18" fmla="*/ 9316702 w 10678681"/>
              <a:gd name="connsiteY18" fmla="*/ 356523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344233 w 10678681"/>
              <a:gd name="connsiteY30" fmla="*/ 610922 h 1342734"/>
              <a:gd name="connsiteX31" fmla="*/ 8290622 w 10678681"/>
              <a:gd name="connsiteY31" fmla="*/ 622687 h 1342734"/>
              <a:gd name="connsiteX32" fmla="*/ 8086698 w 10678681"/>
              <a:gd name="connsiteY32" fmla="*/ 605185 h 1342734"/>
              <a:gd name="connsiteX33" fmla="*/ 7982378 w 10678681"/>
              <a:gd name="connsiteY33" fmla="*/ 629799 h 1342734"/>
              <a:gd name="connsiteX34" fmla="*/ 7947952 w 10678681"/>
              <a:gd name="connsiteY34" fmla="*/ 648003 h 1342734"/>
              <a:gd name="connsiteX35" fmla="*/ 7890112 w 10678681"/>
              <a:gd name="connsiteY35" fmla="*/ 677915 h 1342734"/>
              <a:gd name="connsiteX36" fmla="*/ 7853284 w 10678681"/>
              <a:gd name="connsiteY36" fmla="*/ 723588 h 1342734"/>
              <a:gd name="connsiteX37" fmla="*/ 7802383 w 10678681"/>
              <a:gd name="connsiteY37" fmla="*/ 739359 h 1342734"/>
              <a:gd name="connsiteX38" fmla="*/ 7730518 w 10678681"/>
              <a:gd name="connsiteY38" fmla="*/ 739526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58094 w 10678681"/>
              <a:gd name="connsiteY45" fmla="*/ 990679 h 1342734"/>
              <a:gd name="connsiteX46" fmla="*/ 7257893 w 10678681"/>
              <a:gd name="connsiteY46" fmla="*/ 991204 h 1342734"/>
              <a:gd name="connsiteX47" fmla="*/ 7247153 w 10678681"/>
              <a:gd name="connsiteY47" fmla="*/ 991550 h 1342734"/>
              <a:gd name="connsiteX48" fmla="*/ 7193612 w 10678681"/>
              <a:gd name="connsiteY48" fmla="*/ 987042 h 1342734"/>
              <a:gd name="connsiteX49" fmla="*/ 7132632 w 10678681"/>
              <a:gd name="connsiteY49" fmla="*/ 1042036 h 1342734"/>
              <a:gd name="connsiteX50" fmla="*/ 7105610 w 10678681"/>
              <a:gd name="connsiteY50" fmla="*/ 1053537 h 1342734"/>
              <a:gd name="connsiteX51" fmla="*/ 7069148 w 10678681"/>
              <a:gd name="connsiteY51" fmla="*/ 1047163 h 1342734"/>
              <a:gd name="connsiteX52" fmla="*/ 7039634 w 10678681"/>
              <a:gd name="connsiteY52" fmla="*/ 1059971 h 1342734"/>
              <a:gd name="connsiteX53" fmla="*/ 7033445 w 10678681"/>
              <a:gd name="connsiteY53" fmla="*/ 1063314 h 1342734"/>
              <a:gd name="connsiteX54" fmla="*/ 6999157 w 10678681"/>
              <a:gd name="connsiteY54" fmla="*/ 1055282 h 1342734"/>
              <a:gd name="connsiteX55" fmla="*/ 6981874 w 10678681"/>
              <a:gd name="connsiteY55" fmla="*/ 1053827 h 1342734"/>
              <a:gd name="connsiteX56" fmla="*/ 6976102 w 10678681"/>
              <a:gd name="connsiteY56" fmla="*/ 1047854 h 1342734"/>
              <a:gd name="connsiteX57" fmla="*/ 6951040 w 10678681"/>
              <a:gd name="connsiteY57" fmla="*/ 1048531 h 1342734"/>
              <a:gd name="connsiteX58" fmla="*/ 6948497 w 10678681"/>
              <a:gd name="connsiteY58" fmla="*/ 1050706 h 1342734"/>
              <a:gd name="connsiteX59" fmla="*/ 6926582 w 10678681"/>
              <a:gd name="connsiteY59" fmla="*/ 1043462 h 1342734"/>
              <a:gd name="connsiteX60" fmla="*/ 6833743 w 10678681"/>
              <a:gd name="connsiteY60" fmla="*/ 1027960 h 1342734"/>
              <a:gd name="connsiteX61" fmla="*/ 6687090 w 10678681"/>
              <a:gd name="connsiteY61" fmla="*/ 1063250 h 1342734"/>
              <a:gd name="connsiteX62" fmla="*/ 6431838 w 10678681"/>
              <a:gd name="connsiteY62" fmla="*/ 1063226 h 1342734"/>
              <a:gd name="connsiteX63" fmla="*/ 6327795 w 10678681"/>
              <a:gd name="connsiteY63" fmla="*/ 1088142 h 1342734"/>
              <a:gd name="connsiteX64" fmla="*/ 6136549 w 10678681"/>
              <a:gd name="connsiteY64" fmla="*/ 1100268 h 1342734"/>
              <a:gd name="connsiteX65" fmla="*/ 6004655 w 10678681"/>
              <a:gd name="connsiteY65" fmla="*/ 1114946 h 1342734"/>
              <a:gd name="connsiteX66" fmla="*/ 5936643 w 10678681"/>
              <a:gd name="connsiteY66" fmla="*/ 1095428 h 1342734"/>
              <a:gd name="connsiteX67" fmla="*/ 5912484 w 10678681"/>
              <a:gd name="connsiteY67" fmla="*/ 1112624 h 1342734"/>
              <a:gd name="connsiteX68" fmla="*/ 5908387 w 10678681"/>
              <a:gd name="connsiteY68" fmla="*/ 1116018 h 1342734"/>
              <a:gd name="connsiteX69" fmla="*/ 5890495 w 10678681"/>
              <a:gd name="connsiteY69" fmla="*/ 1120268 h 1342734"/>
              <a:gd name="connsiteX70" fmla="*/ 5887318 w 10678681"/>
              <a:gd name="connsiteY70" fmla="*/ 1133134 h 1342734"/>
              <a:gd name="connsiteX71" fmla="*/ 5861726 w 10678681"/>
              <a:gd name="connsiteY71" fmla="*/ 1147891 h 1342734"/>
              <a:gd name="connsiteX72" fmla="*/ 5805823 w 10678681"/>
              <a:gd name="connsiteY72" fmla="*/ 1152457 h 1342734"/>
              <a:gd name="connsiteX73" fmla="*/ 5689841 w 10678681"/>
              <a:gd name="connsiteY73" fmla="*/ 1176232 h 1342734"/>
              <a:gd name="connsiteX74" fmla="*/ 5605119 w 10678681"/>
              <a:gd name="connsiteY74" fmla="*/ 1190202 h 1342734"/>
              <a:gd name="connsiteX75" fmla="*/ 5488513 w 10678681"/>
              <a:gd name="connsiteY75" fmla="*/ 1205367 h 1342734"/>
              <a:gd name="connsiteX76" fmla="*/ 5402905 w 10678681"/>
              <a:gd name="connsiteY76" fmla="*/ 1241191 h 1342734"/>
              <a:gd name="connsiteX77" fmla="*/ 5285593 w 10678681"/>
              <a:gd name="connsiteY77" fmla="*/ 1273569 h 1342734"/>
              <a:gd name="connsiteX78" fmla="*/ 5192893 w 10678681"/>
              <a:gd name="connsiteY78" fmla="*/ 1247188 h 1342734"/>
              <a:gd name="connsiteX79" fmla="*/ 5186475 w 10678681"/>
              <a:gd name="connsiteY79" fmla="*/ 1257028 h 1342734"/>
              <a:gd name="connsiteX80" fmla="*/ 5126038 w 10678681"/>
              <a:gd name="connsiteY80" fmla="*/ 1263189 h 1342734"/>
              <a:gd name="connsiteX81" fmla="*/ 4894688 w 10678681"/>
              <a:gd name="connsiteY81" fmla="*/ 1247184 h 1342734"/>
              <a:gd name="connsiteX82" fmla="*/ 4788036 w 10678681"/>
              <a:gd name="connsiteY82" fmla="*/ 1238182 h 1342734"/>
              <a:gd name="connsiteX83" fmla="*/ 4747555 w 10678681"/>
              <a:gd name="connsiteY83" fmla="*/ 1252768 h 1342734"/>
              <a:gd name="connsiteX84" fmla="*/ 4679644 w 10678681"/>
              <a:gd name="connsiteY84" fmla="*/ 1276603 h 1342734"/>
              <a:gd name="connsiteX85" fmla="*/ 4632222 w 10678681"/>
              <a:gd name="connsiteY85" fmla="*/ 1318360 h 1342734"/>
              <a:gd name="connsiteX86" fmla="*/ 4617358 w 10678681"/>
              <a:gd name="connsiteY86" fmla="*/ 1327690 h 1342734"/>
              <a:gd name="connsiteX87" fmla="*/ 4589102 w 10678681"/>
              <a:gd name="connsiteY87" fmla="*/ 1321223 h 1342734"/>
              <a:gd name="connsiteX88" fmla="*/ 4578184 w 10678681"/>
              <a:gd name="connsiteY88" fmla="*/ 1326745 h 1342734"/>
              <a:gd name="connsiteX89" fmla="*/ 4574270 w 10678681"/>
              <a:gd name="connsiteY89" fmla="*/ 1325878 h 1342734"/>
              <a:gd name="connsiteX90" fmla="*/ 4564919 w 10678681"/>
              <a:gd name="connsiteY90" fmla="*/ 1325507 h 1342734"/>
              <a:gd name="connsiteX91" fmla="*/ 4566586 w 10678681"/>
              <a:gd name="connsiteY91" fmla="*/ 1316963 h 1342734"/>
              <a:gd name="connsiteX92" fmla="*/ 4556303 w 10678681"/>
              <a:gd name="connsiteY92" fmla="*/ 1300262 h 1342734"/>
              <a:gd name="connsiteX93" fmla="*/ 4502358 w 10678681"/>
              <a:gd name="connsiteY93" fmla="*/ 1302558 h 1342734"/>
              <a:gd name="connsiteX94" fmla="*/ 4498919 w 10678681"/>
              <a:gd name="connsiteY94" fmla="*/ 1312115 h 1342734"/>
              <a:gd name="connsiteX95" fmla="*/ 4492075 w 10678681"/>
              <a:gd name="connsiteY95" fmla="*/ 1313357 h 1342734"/>
              <a:gd name="connsiteX96" fmla="*/ 4487466 w 10678681"/>
              <a:gd name="connsiteY96" fmla="*/ 1304102 h 1342734"/>
              <a:gd name="connsiteX97" fmla="*/ 4398292 w 10678681"/>
              <a:gd name="connsiteY97" fmla="*/ 1278410 h 1342734"/>
              <a:gd name="connsiteX98" fmla="*/ 4306088 w 10678681"/>
              <a:gd name="connsiteY98" fmla="*/ 1282512 h 1342734"/>
              <a:gd name="connsiteX99" fmla="*/ 4188995 w 10678681"/>
              <a:gd name="connsiteY99" fmla="*/ 1296718 h 1342734"/>
              <a:gd name="connsiteX100" fmla="*/ 4136582 w 10678681"/>
              <a:gd name="connsiteY100" fmla="*/ 1287687 h 1342734"/>
              <a:gd name="connsiteX101" fmla="*/ 4064614 w 10678681"/>
              <a:gd name="connsiteY101" fmla="*/ 1296118 h 1342734"/>
              <a:gd name="connsiteX102" fmla="*/ 3900948 w 10678681"/>
              <a:gd name="connsiteY102" fmla="*/ 1322156 h 1342734"/>
              <a:gd name="connsiteX103" fmla="*/ 3787890 w 10678681"/>
              <a:gd name="connsiteY103" fmla="*/ 1322164 h 1342734"/>
              <a:gd name="connsiteX104" fmla="*/ 3745993 w 10678681"/>
              <a:gd name="connsiteY104" fmla="*/ 1342630 h 1342734"/>
              <a:gd name="connsiteX105" fmla="*/ 3675785 w 10678681"/>
              <a:gd name="connsiteY105" fmla="*/ 1326802 h 1342734"/>
              <a:gd name="connsiteX106" fmla="*/ 3623856 w 10678681"/>
              <a:gd name="connsiteY106" fmla="*/ 1290804 h 1342734"/>
              <a:gd name="connsiteX107" fmla="*/ 3564933 w 10678681"/>
              <a:gd name="connsiteY107" fmla="*/ 1287147 h 1342734"/>
              <a:gd name="connsiteX108" fmla="*/ 3550537 w 10678681"/>
              <a:gd name="connsiteY108" fmla="*/ 1317552 h 1342734"/>
              <a:gd name="connsiteX109" fmla="*/ 3487736 w 10678681"/>
              <a:gd name="connsiteY109" fmla="*/ 1303493 h 1342734"/>
              <a:gd name="connsiteX110" fmla="*/ 3392548 w 10678681"/>
              <a:gd name="connsiteY110" fmla="*/ 1278741 h 1342734"/>
              <a:gd name="connsiteX111" fmla="*/ 3337466 w 10678681"/>
              <a:gd name="connsiteY111" fmla="*/ 1272537 h 1342734"/>
              <a:gd name="connsiteX112" fmla="*/ 3175981 w 10678681"/>
              <a:gd name="connsiteY112" fmla="*/ 1208973 h 1342734"/>
              <a:gd name="connsiteX113" fmla="*/ 3036856 w 10678681"/>
              <a:gd name="connsiteY113" fmla="*/ 1214383 h 1342734"/>
              <a:gd name="connsiteX114" fmla="*/ 2824973 w 10678681"/>
              <a:gd name="connsiteY114" fmla="*/ 1134864 h 1342734"/>
              <a:gd name="connsiteX115" fmla="*/ 2804398 w 10678681"/>
              <a:gd name="connsiteY115" fmla="*/ 1125556 h 1342734"/>
              <a:gd name="connsiteX116" fmla="*/ 2736109 w 10678681"/>
              <a:gd name="connsiteY116" fmla="*/ 1137717 h 1342734"/>
              <a:gd name="connsiteX117" fmla="*/ 2659096 w 10678681"/>
              <a:gd name="connsiteY117" fmla="*/ 1150294 h 1342734"/>
              <a:gd name="connsiteX118" fmla="*/ 2567088 w 10678681"/>
              <a:gd name="connsiteY118" fmla="*/ 1181781 h 1342734"/>
              <a:gd name="connsiteX119" fmla="*/ 2454501 w 10678681"/>
              <a:gd name="connsiteY119" fmla="*/ 1155455 h 1342734"/>
              <a:gd name="connsiteX120" fmla="*/ 2385161 w 10678681"/>
              <a:gd name="connsiteY120" fmla="*/ 1161312 h 1342734"/>
              <a:gd name="connsiteX121" fmla="*/ 2273361 w 10678681"/>
              <a:gd name="connsiteY121" fmla="*/ 1134090 h 1342734"/>
              <a:gd name="connsiteX122" fmla="*/ 2132003 w 10678681"/>
              <a:gd name="connsiteY122" fmla="*/ 1139225 h 1342734"/>
              <a:gd name="connsiteX123" fmla="*/ 2041224 w 10678681"/>
              <a:gd name="connsiteY123" fmla="*/ 1147536 h 1342734"/>
              <a:gd name="connsiteX124" fmla="*/ 2010157 w 10678681"/>
              <a:gd name="connsiteY124" fmla="*/ 1152767 h 1342734"/>
              <a:gd name="connsiteX125" fmla="*/ 1859213 w 10678681"/>
              <a:gd name="connsiteY125" fmla="*/ 1199540 h 1342734"/>
              <a:gd name="connsiteX126" fmla="*/ 1735877 w 10678681"/>
              <a:gd name="connsiteY126" fmla="*/ 1246527 h 1342734"/>
              <a:gd name="connsiteX127" fmla="*/ 1705069 w 10678681"/>
              <a:gd name="connsiteY127" fmla="*/ 1251989 h 1342734"/>
              <a:gd name="connsiteX128" fmla="*/ 1307888 w 10678681"/>
              <a:gd name="connsiteY128" fmla="*/ 1283156 h 1342734"/>
              <a:gd name="connsiteX129" fmla="*/ 1220734 w 10678681"/>
              <a:gd name="connsiteY129" fmla="*/ 1257811 h 1342734"/>
              <a:gd name="connsiteX130" fmla="*/ 1021737 w 10678681"/>
              <a:gd name="connsiteY130" fmla="*/ 1238739 h 1342734"/>
              <a:gd name="connsiteX131" fmla="*/ 959820 w 10678681"/>
              <a:gd name="connsiteY131" fmla="*/ 1275863 h 1342734"/>
              <a:gd name="connsiteX132" fmla="*/ 929137 w 10678681"/>
              <a:gd name="connsiteY132" fmla="*/ 1273957 h 1342734"/>
              <a:gd name="connsiteX133" fmla="*/ 878849 w 10678681"/>
              <a:gd name="connsiteY133" fmla="*/ 1266740 h 1342734"/>
              <a:gd name="connsiteX134" fmla="*/ 800667 w 10678681"/>
              <a:gd name="connsiteY134" fmla="*/ 1282041 h 1342734"/>
              <a:gd name="connsiteX135" fmla="*/ 644906 w 10678681"/>
              <a:gd name="connsiteY135" fmla="*/ 1273685 h 1342734"/>
              <a:gd name="connsiteX136" fmla="*/ 379869 w 10678681"/>
              <a:gd name="connsiteY136" fmla="*/ 1339165 h 1342734"/>
              <a:gd name="connsiteX137" fmla="*/ 137696 w 10678681"/>
              <a:gd name="connsiteY137" fmla="*/ 1319217 h 1342734"/>
              <a:gd name="connsiteX138" fmla="*/ 54250 w 10678681"/>
              <a:gd name="connsiteY138" fmla="*/ 1315838 h 1342734"/>
              <a:gd name="connsiteX139" fmla="*/ 28042 w 10678681"/>
              <a:gd name="connsiteY139" fmla="*/ 1297822 h 1342734"/>
              <a:gd name="connsiteX140" fmla="*/ 0 w 10678681"/>
              <a:gd name="connsiteY140" fmla="*/ 1294612 h 1342734"/>
              <a:gd name="connsiteX141" fmla="*/ 0 w 10678681"/>
              <a:gd name="connsiteY141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6219 w 10678681"/>
              <a:gd name="connsiteY4" fmla="*/ 45588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41159 w 10678681"/>
              <a:gd name="connsiteY8" fmla="*/ 103824 h 1342734"/>
              <a:gd name="connsiteX9" fmla="*/ 10244930 w 10678681"/>
              <a:gd name="connsiteY9" fmla="*/ 9459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9929077 w 10678681"/>
              <a:gd name="connsiteY13" fmla="*/ 254478 h 1342734"/>
              <a:gd name="connsiteX14" fmla="*/ 9840045 w 10678681"/>
              <a:gd name="connsiteY14" fmla="*/ 223033 h 1342734"/>
              <a:gd name="connsiteX15" fmla="*/ 9679638 w 10678681"/>
              <a:gd name="connsiteY15" fmla="*/ 277462 h 1342734"/>
              <a:gd name="connsiteX16" fmla="*/ 9498347 w 10678681"/>
              <a:gd name="connsiteY16" fmla="*/ 244723 h 1342734"/>
              <a:gd name="connsiteX17" fmla="*/ 9366026 w 10678681"/>
              <a:gd name="connsiteY17" fmla="*/ 299024 h 1342734"/>
              <a:gd name="connsiteX18" fmla="*/ 9316702 w 10678681"/>
              <a:gd name="connsiteY18" fmla="*/ 356523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344233 w 10678681"/>
              <a:gd name="connsiteY30" fmla="*/ 610922 h 1342734"/>
              <a:gd name="connsiteX31" fmla="*/ 8290622 w 10678681"/>
              <a:gd name="connsiteY31" fmla="*/ 622687 h 1342734"/>
              <a:gd name="connsiteX32" fmla="*/ 8086698 w 10678681"/>
              <a:gd name="connsiteY32" fmla="*/ 605185 h 1342734"/>
              <a:gd name="connsiteX33" fmla="*/ 7982378 w 10678681"/>
              <a:gd name="connsiteY33" fmla="*/ 629799 h 1342734"/>
              <a:gd name="connsiteX34" fmla="*/ 7947952 w 10678681"/>
              <a:gd name="connsiteY34" fmla="*/ 648003 h 1342734"/>
              <a:gd name="connsiteX35" fmla="*/ 7890112 w 10678681"/>
              <a:gd name="connsiteY35" fmla="*/ 677915 h 1342734"/>
              <a:gd name="connsiteX36" fmla="*/ 7853284 w 10678681"/>
              <a:gd name="connsiteY36" fmla="*/ 723588 h 1342734"/>
              <a:gd name="connsiteX37" fmla="*/ 7802383 w 10678681"/>
              <a:gd name="connsiteY37" fmla="*/ 739359 h 1342734"/>
              <a:gd name="connsiteX38" fmla="*/ 7730518 w 10678681"/>
              <a:gd name="connsiteY38" fmla="*/ 739526 h 1342734"/>
              <a:gd name="connsiteX39" fmla="*/ 7720084 w 10678681"/>
              <a:gd name="connsiteY39" fmla="*/ 760750 h 1342734"/>
              <a:gd name="connsiteX40" fmla="*/ 7652907 w 10678681"/>
              <a:gd name="connsiteY40" fmla="*/ 783273 h 1342734"/>
              <a:gd name="connsiteX41" fmla="*/ 7606008 w 10678681"/>
              <a:gd name="connsiteY41" fmla="*/ 800717 h 1342734"/>
              <a:gd name="connsiteX42" fmla="*/ 7480223 w 10678681"/>
              <a:gd name="connsiteY42" fmla="*/ 856821 h 1342734"/>
              <a:gd name="connsiteX43" fmla="*/ 7356005 w 10678681"/>
              <a:gd name="connsiteY43" fmla="*/ 919462 h 1342734"/>
              <a:gd name="connsiteX44" fmla="*/ 7305396 w 10678681"/>
              <a:gd name="connsiteY44" fmla="*/ 986228 h 1342734"/>
              <a:gd name="connsiteX45" fmla="*/ 7266251 w 10678681"/>
              <a:gd name="connsiteY45" fmla="*/ 967864 h 1342734"/>
              <a:gd name="connsiteX46" fmla="*/ 7258094 w 10678681"/>
              <a:gd name="connsiteY46" fmla="*/ 990679 h 1342734"/>
              <a:gd name="connsiteX47" fmla="*/ 7257893 w 10678681"/>
              <a:gd name="connsiteY47" fmla="*/ 991204 h 1342734"/>
              <a:gd name="connsiteX48" fmla="*/ 7247153 w 10678681"/>
              <a:gd name="connsiteY48" fmla="*/ 991550 h 1342734"/>
              <a:gd name="connsiteX49" fmla="*/ 7193612 w 10678681"/>
              <a:gd name="connsiteY49" fmla="*/ 987042 h 1342734"/>
              <a:gd name="connsiteX50" fmla="*/ 7132632 w 10678681"/>
              <a:gd name="connsiteY50" fmla="*/ 1042036 h 1342734"/>
              <a:gd name="connsiteX51" fmla="*/ 7105610 w 10678681"/>
              <a:gd name="connsiteY51" fmla="*/ 1053537 h 1342734"/>
              <a:gd name="connsiteX52" fmla="*/ 7069148 w 10678681"/>
              <a:gd name="connsiteY52" fmla="*/ 1047163 h 1342734"/>
              <a:gd name="connsiteX53" fmla="*/ 7039634 w 10678681"/>
              <a:gd name="connsiteY53" fmla="*/ 1059971 h 1342734"/>
              <a:gd name="connsiteX54" fmla="*/ 7033445 w 10678681"/>
              <a:gd name="connsiteY54" fmla="*/ 1063314 h 1342734"/>
              <a:gd name="connsiteX55" fmla="*/ 6999157 w 10678681"/>
              <a:gd name="connsiteY55" fmla="*/ 1055282 h 1342734"/>
              <a:gd name="connsiteX56" fmla="*/ 6981874 w 10678681"/>
              <a:gd name="connsiteY56" fmla="*/ 1053827 h 1342734"/>
              <a:gd name="connsiteX57" fmla="*/ 6976102 w 10678681"/>
              <a:gd name="connsiteY57" fmla="*/ 1047854 h 1342734"/>
              <a:gd name="connsiteX58" fmla="*/ 6951040 w 10678681"/>
              <a:gd name="connsiteY58" fmla="*/ 1048531 h 1342734"/>
              <a:gd name="connsiteX59" fmla="*/ 6948497 w 10678681"/>
              <a:gd name="connsiteY59" fmla="*/ 1050706 h 1342734"/>
              <a:gd name="connsiteX60" fmla="*/ 6926582 w 10678681"/>
              <a:gd name="connsiteY60" fmla="*/ 1043462 h 1342734"/>
              <a:gd name="connsiteX61" fmla="*/ 6833743 w 10678681"/>
              <a:gd name="connsiteY61" fmla="*/ 1027960 h 1342734"/>
              <a:gd name="connsiteX62" fmla="*/ 6687090 w 10678681"/>
              <a:gd name="connsiteY62" fmla="*/ 1063250 h 1342734"/>
              <a:gd name="connsiteX63" fmla="*/ 6431838 w 10678681"/>
              <a:gd name="connsiteY63" fmla="*/ 1063226 h 1342734"/>
              <a:gd name="connsiteX64" fmla="*/ 6327795 w 10678681"/>
              <a:gd name="connsiteY64" fmla="*/ 1088142 h 1342734"/>
              <a:gd name="connsiteX65" fmla="*/ 6136549 w 10678681"/>
              <a:gd name="connsiteY65" fmla="*/ 1100268 h 1342734"/>
              <a:gd name="connsiteX66" fmla="*/ 6004655 w 10678681"/>
              <a:gd name="connsiteY66" fmla="*/ 1114946 h 1342734"/>
              <a:gd name="connsiteX67" fmla="*/ 5936643 w 10678681"/>
              <a:gd name="connsiteY67" fmla="*/ 1095428 h 1342734"/>
              <a:gd name="connsiteX68" fmla="*/ 5912484 w 10678681"/>
              <a:gd name="connsiteY68" fmla="*/ 1112624 h 1342734"/>
              <a:gd name="connsiteX69" fmla="*/ 5908387 w 10678681"/>
              <a:gd name="connsiteY69" fmla="*/ 1116018 h 1342734"/>
              <a:gd name="connsiteX70" fmla="*/ 5890495 w 10678681"/>
              <a:gd name="connsiteY70" fmla="*/ 1120268 h 1342734"/>
              <a:gd name="connsiteX71" fmla="*/ 5887318 w 10678681"/>
              <a:gd name="connsiteY71" fmla="*/ 1133134 h 1342734"/>
              <a:gd name="connsiteX72" fmla="*/ 5861726 w 10678681"/>
              <a:gd name="connsiteY72" fmla="*/ 1147891 h 1342734"/>
              <a:gd name="connsiteX73" fmla="*/ 5805823 w 10678681"/>
              <a:gd name="connsiteY73" fmla="*/ 1152457 h 1342734"/>
              <a:gd name="connsiteX74" fmla="*/ 5689841 w 10678681"/>
              <a:gd name="connsiteY74" fmla="*/ 1176232 h 1342734"/>
              <a:gd name="connsiteX75" fmla="*/ 5605119 w 10678681"/>
              <a:gd name="connsiteY75" fmla="*/ 1190202 h 1342734"/>
              <a:gd name="connsiteX76" fmla="*/ 5488513 w 10678681"/>
              <a:gd name="connsiteY76" fmla="*/ 1205367 h 1342734"/>
              <a:gd name="connsiteX77" fmla="*/ 5402905 w 10678681"/>
              <a:gd name="connsiteY77" fmla="*/ 1241191 h 1342734"/>
              <a:gd name="connsiteX78" fmla="*/ 5285593 w 10678681"/>
              <a:gd name="connsiteY78" fmla="*/ 1273569 h 1342734"/>
              <a:gd name="connsiteX79" fmla="*/ 5192893 w 10678681"/>
              <a:gd name="connsiteY79" fmla="*/ 1247188 h 1342734"/>
              <a:gd name="connsiteX80" fmla="*/ 5186475 w 10678681"/>
              <a:gd name="connsiteY80" fmla="*/ 1257028 h 1342734"/>
              <a:gd name="connsiteX81" fmla="*/ 5126038 w 10678681"/>
              <a:gd name="connsiteY81" fmla="*/ 1263189 h 1342734"/>
              <a:gd name="connsiteX82" fmla="*/ 4894688 w 10678681"/>
              <a:gd name="connsiteY82" fmla="*/ 1247184 h 1342734"/>
              <a:gd name="connsiteX83" fmla="*/ 4788036 w 10678681"/>
              <a:gd name="connsiteY83" fmla="*/ 1238182 h 1342734"/>
              <a:gd name="connsiteX84" fmla="*/ 4747555 w 10678681"/>
              <a:gd name="connsiteY84" fmla="*/ 1252768 h 1342734"/>
              <a:gd name="connsiteX85" fmla="*/ 4679644 w 10678681"/>
              <a:gd name="connsiteY85" fmla="*/ 1276603 h 1342734"/>
              <a:gd name="connsiteX86" fmla="*/ 4632222 w 10678681"/>
              <a:gd name="connsiteY86" fmla="*/ 1318360 h 1342734"/>
              <a:gd name="connsiteX87" fmla="*/ 4617358 w 10678681"/>
              <a:gd name="connsiteY87" fmla="*/ 1327690 h 1342734"/>
              <a:gd name="connsiteX88" fmla="*/ 4589102 w 10678681"/>
              <a:gd name="connsiteY88" fmla="*/ 1321223 h 1342734"/>
              <a:gd name="connsiteX89" fmla="*/ 4578184 w 10678681"/>
              <a:gd name="connsiteY89" fmla="*/ 1326745 h 1342734"/>
              <a:gd name="connsiteX90" fmla="*/ 4574270 w 10678681"/>
              <a:gd name="connsiteY90" fmla="*/ 1325878 h 1342734"/>
              <a:gd name="connsiteX91" fmla="*/ 4564919 w 10678681"/>
              <a:gd name="connsiteY91" fmla="*/ 1325507 h 1342734"/>
              <a:gd name="connsiteX92" fmla="*/ 4566586 w 10678681"/>
              <a:gd name="connsiteY92" fmla="*/ 1316963 h 1342734"/>
              <a:gd name="connsiteX93" fmla="*/ 4556303 w 10678681"/>
              <a:gd name="connsiteY93" fmla="*/ 1300262 h 1342734"/>
              <a:gd name="connsiteX94" fmla="*/ 4502358 w 10678681"/>
              <a:gd name="connsiteY94" fmla="*/ 1302558 h 1342734"/>
              <a:gd name="connsiteX95" fmla="*/ 4498919 w 10678681"/>
              <a:gd name="connsiteY95" fmla="*/ 1312115 h 1342734"/>
              <a:gd name="connsiteX96" fmla="*/ 4492075 w 10678681"/>
              <a:gd name="connsiteY96" fmla="*/ 1313357 h 1342734"/>
              <a:gd name="connsiteX97" fmla="*/ 4487466 w 10678681"/>
              <a:gd name="connsiteY97" fmla="*/ 1304102 h 1342734"/>
              <a:gd name="connsiteX98" fmla="*/ 4398292 w 10678681"/>
              <a:gd name="connsiteY98" fmla="*/ 1278410 h 1342734"/>
              <a:gd name="connsiteX99" fmla="*/ 4306088 w 10678681"/>
              <a:gd name="connsiteY99" fmla="*/ 1282512 h 1342734"/>
              <a:gd name="connsiteX100" fmla="*/ 4188995 w 10678681"/>
              <a:gd name="connsiteY100" fmla="*/ 1296718 h 1342734"/>
              <a:gd name="connsiteX101" fmla="*/ 4136582 w 10678681"/>
              <a:gd name="connsiteY101" fmla="*/ 1287687 h 1342734"/>
              <a:gd name="connsiteX102" fmla="*/ 4064614 w 10678681"/>
              <a:gd name="connsiteY102" fmla="*/ 1296118 h 1342734"/>
              <a:gd name="connsiteX103" fmla="*/ 3900948 w 10678681"/>
              <a:gd name="connsiteY103" fmla="*/ 1322156 h 1342734"/>
              <a:gd name="connsiteX104" fmla="*/ 3787890 w 10678681"/>
              <a:gd name="connsiteY104" fmla="*/ 1322164 h 1342734"/>
              <a:gd name="connsiteX105" fmla="*/ 3745993 w 10678681"/>
              <a:gd name="connsiteY105" fmla="*/ 1342630 h 1342734"/>
              <a:gd name="connsiteX106" fmla="*/ 3675785 w 10678681"/>
              <a:gd name="connsiteY106" fmla="*/ 1326802 h 1342734"/>
              <a:gd name="connsiteX107" fmla="*/ 3623856 w 10678681"/>
              <a:gd name="connsiteY107" fmla="*/ 1290804 h 1342734"/>
              <a:gd name="connsiteX108" fmla="*/ 3564933 w 10678681"/>
              <a:gd name="connsiteY108" fmla="*/ 1287147 h 1342734"/>
              <a:gd name="connsiteX109" fmla="*/ 3550537 w 10678681"/>
              <a:gd name="connsiteY109" fmla="*/ 1317552 h 1342734"/>
              <a:gd name="connsiteX110" fmla="*/ 3487736 w 10678681"/>
              <a:gd name="connsiteY110" fmla="*/ 1303493 h 1342734"/>
              <a:gd name="connsiteX111" fmla="*/ 3392548 w 10678681"/>
              <a:gd name="connsiteY111" fmla="*/ 1278741 h 1342734"/>
              <a:gd name="connsiteX112" fmla="*/ 3337466 w 10678681"/>
              <a:gd name="connsiteY112" fmla="*/ 1272537 h 1342734"/>
              <a:gd name="connsiteX113" fmla="*/ 3175981 w 10678681"/>
              <a:gd name="connsiteY113" fmla="*/ 1208973 h 1342734"/>
              <a:gd name="connsiteX114" fmla="*/ 3036856 w 10678681"/>
              <a:gd name="connsiteY114" fmla="*/ 1214383 h 1342734"/>
              <a:gd name="connsiteX115" fmla="*/ 2824973 w 10678681"/>
              <a:gd name="connsiteY115" fmla="*/ 1134864 h 1342734"/>
              <a:gd name="connsiteX116" fmla="*/ 2804398 w 10678681"/>
              <a:gd name="connsiteY116" fmla="*/ 1125556 h 1342734"/>
              <a:gd name="connsiteX117" fmla="*/ 2736109 w 10678681"/>
              <a:gd name="connsiteY117" fmla="*/ 1137717 h 1342734"/>
              <a:gd name="connsiteX118" fmla="*/ 2659096 w 10678681"/>
              <a:gd name="connsiteY118" fmla="*/ 1150294 h 1342734"/>
              <a:gd name="connsiteX119" fmla="*/ 2567088 w 10678681"/>
              <a:gd name="connsiteY119" fmla="*/ 1181781 h 1342734"/>
              <a:gd name="connsiteX120" fmla="*/ 2454501 w 10678681"/>
              <a:gd name="connsiteY120" fmla="*/ 1155455 h 1342734"/>
              <a:gd name="connsiteX121" fmla="*/ 2385161 w 10678681"/>
              <a:gd name="connsiteY121" fmla="*/ 1161312 h 1342734"/>
              <a:gd name="connsiteX122" fmla="*/ 2273361 w 10678681"/>
              <a:gd name="connsiteY122" fmla="*/ 1134090 h 1342734"/>
              <a:gd name="connsiteX123" fmla="*/ 2132003 w 10678681"/>
              <a:gd name="connsiteY123" fmla="*/ 1139225 h 1342734"/>
              <a:gd name="connsiteX124" fmla="*/ 2041224 w 10678681"/>
              <a:gd name="connsiteY124" fmla="*/ 1147536 h 1342734"/>
              <a:gd name="connsiteX125" fmla="*/ 2010157 w 10678681"/>
              <a:gd name="connsiteY125" fmla="*/ 1152767 h 1342734"/>
              <a:gd name="connsiteX126" fmla="*/ 1859213 w 10678681"/>
              <a:gd name="connsiteY126" fmla="*/ 1199540 h 1342734"/>
              <a:gd name="connsiteX127" fmla="*/ 1735877 w 10678681"/>
              <a:gd name="connsiteY127" fmla="*/ 1246527 h 1342734"/>
              <a:gd name="connsiteX128" fmla="*/ 1705069 w 10678681"/>
              <a:gd name="connsiteY128" fmla="*/ 1251989 h 1342734"/>
              <a:gd name="connsiteX129" fmla="*/ 1307888 w 10678681"/>
              <a:gd name="connsiteY129" fmla="*/ 1283156 h 1342734"/>
              <a:gd name="connsiteX130" fmla="*/ 1220734 w 10678681"/>
              <a:gd name="connsiteY130" fmla="*/ 1257811 h 1342734"/>
              <a:gd name="connsiteX131" fmla="*/ 1021737 w 10678681"/>
              <a:gd name="connsiteY131" fmla="*/ 1238739 h 1342734"/>
              <a:gd name="connsiteX132" fmla="*/ 959820 w 10678681"/>
              <a:gd name="connsiteY132" fmla="*/ 1275863 h 1342734"/>
              <a:gd name="connsiteX133" fmla="*/ 929137 w 10678681"/>
              <a:gd name="connsiteY133" fmla="*/ 1273957 h 1342734"/>
              <a:gd name="connsiteX134" fmla="*/ 878849 w 10678681"/>
              <a:gd name="connsiteY134" fmla="*/ 1266740 h 1342734"/>
              <a:gd name="connsiteX135" fmla="*/ 800667 w 10678681"/>
              <a:gd name="connsiteY135" fmla="*/ 1282041 h 1342734"/>
              <a:gd name="connsiteX136" fmla="*/ 644906 w 10678681"/>
              <a:gd name="connsiteY136" fmla="*/ 1273685 h 1342734"/>
              <a:gd name="connsiteX137" fmla="*/ 379869 w 10678681"/>
              <a:gd name="connsiteY137" fmla="*/ 1339165 h 1342734"/>
              <a:gd name="connsiteX138" fmla="*/ 137696 w 10678681"/>
              <a:gd name="connsiteY138" fmla="*/ 1319217 h 1342734"/>
              <a:gd name="connsiteX139" fmla="*/ 54250 w 10678681"/>
              <a:gd name="connsiteY139" fmla="*/ 1315838 h 1342734"/>
              <a:gd name="connsiteX140" fmla="*/ 28042 w 10678681"/>
              <a:gd name="connsiteY140" fmla="*/ 1297822 h 1342734"/>
              <a:gd name="connsiteX141" fmla="*/ 0 w 10678681"/>
              <a:gd name="connsiteY141" fmla="*/ 1294612 h 1342734"/>
              <a:gd name="connsiteX142" fmla="*/ 0 w 10678681"/>
              <a:gd name="connsiteY142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6219 w 10678681"/>
              <a:gd name="connsiteY4" fmla="*/ 45588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41159 w 10678681"/>
              <a:gd name="connsiteY8" fmla="*/ 103824 h 1342734"/>
              <a:gd name="connsiteX9" fmla="*/ 10244930 w 10678681"/>
              <a:gd name="connsiteY9" fmla="*/ 9459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9929077 w 10678681"/>
              <a:gd name="connsiteY13" fmla="*/ 254478 h 1342734"/>
              <a:gd name="connsiteX14" fmla="*/ 9840045 w 10678681"/>
              <a:gd name="connsiteY14" fmla="*/ 223033 h 1342734"/>
              <a:gd name="connsiteX15" fmla="*/ 9679638 w 10678681"/>
              <a:gd name="connsiteY15" fmla="*/ 277462 h 1342734"/>
              <a:gd name="connsiteX16" fmla="*/ 9498347 w 10678681"/>
              <a:gd name="connsiteY16" fmla="*/ 244723 h 1342734"/>
              <a:gd name="connsiteX17" fmla="*/ 9366026 w 10678681"/>
              <a:gd name="connsiteY17" fmla="*/ 299024 h 1342734"/>
              <a:gd name="connsiteX18" fmla="*/ 9316702 w 10678681"/>
              <a:gd name="connsiteY18" fmla="*/ 356523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344233 w 10678681"/>
              <a:gd name="connsiteY30" fmla="*/ 610922 h 1342734"/>
              <a:gd name="connsiteX31" fmla="*/ 8086698 w 10678681"/>
              <a:gd name="connsiteY31" fmla="*/ 605185 h 1342734"/>
              <a:gd name="connsiteX32" fmla="*/ 7982378 w 10678681"/>
              <a:gd name="connsiteY32" fmla="*/ 629799 h 1342734"/>
              <a:gd name="connsiteX33" fmla="*/ 7947952 w 10678681"/>
              <a:gd name="connsiteY33" fmla="*/ 648003 h 1342734"/>
              <a:gd name="connsiteX34" fmla="*/ 7890112 w 10678681"/>
              <a:gd name="connsiteY34" fmla="*/ 677915 h 1342734"/>
              <a:gd name="connsiteX35" fmla="*/ 7853284 w 10678681"/>
              <a:gd name="connsiteY35" fmla="*/ 723588 h 1342734"/>
              <a:gd name="connsiteX36" fmla="*/ 7802383 w 10678681"/>
              <a:gd name="connsiteY36" fmla="*/ 739359 h 1342734"/>
              <a:gd name="connsiteX37" fmla="*/ 7730518 w 10678681"/>
              <a:gd name="connsiteY37" fmla="*/ 739526 h 1342734"/>
              <a:gd name="connsiteX38" fmla="*/ 7720084 w 10678681"/>
              <a:gd name="connsiteY38" fmla="*/ 760750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58094 w 10678681"/>
              <a:gd name="connsiteY45" fmla="*/ 990679 h 1342734"/>
              <a:gd name="connsiteX46" fmla="*/ 7257893 w 10678681"/>
              <a:gd name="connsiteY46" fmla="*/ 991204 h 1342734"/>
              <a:gd name="connsiteX47" fmla="*/ 7247153 w 10678681"/>
              <a:gd name="connsiteY47" fmla="*/ 991550 h 1342734"/>
              <a:gd name="connsiteX48" fmla="*/ 7193612 w 10678681"/>
              <a:gd name="connsiteY48" fmla="*/ 987042 h 1342734"/>
              <a:gd name="connsiteX49" fmla="*/ 7132632 w 10678681"/>
              <a:gd name="connsiteY49" fmla="*/ 1042036 h 1342734"/>
              <a:gd name="connsiteX50" fmla="*/ 7105610 w 10678681"/>
              <a:gd name="connsiteY50" fmla="*/ 1053537 h 1342734"/>
              <a:gd name="connsiteX51" fmla="*/ 7069148 w 10678681"/>
              <a:gd name="connsiteY51" fmla="*/ 1047163 h 1342734"/>
              <a:gd name="connsiteX52" fmla="*/ 7039634 w 10678681"/>
              <a:gd name="connsiteY52" fmla="*/ 1059971 h 1342734"/>
              <a:gd name="connsiteX53" fmla="*/ 7033445 w 10678681"/>
              <a:gd name="connsiteY53" fmla="*/ 1063314 h 1342734"/>
              <a:gd name="connsiteX54" fmla="*/ 6999157 w 10678681"/>
              <a:gd name="connsiteY54" fmla="*/ 1055282 h 1342734"/>
              <a:gd name="connsiteX55" fmla="*/ 6981874 w 10678681"/>
              <a:gd name="connsiteY55" fmla="*/ 1053827 h 1342734"/>
              <a:gd name="connsiteX56" fmla="*/ 6976102 w 10678681"/>
              <a:gd name="connsiteY56" fmla="*/ 1047854 h 1342734"/>
              <a:gd name="connsiteX57" fmla="*/ 6951040 w 10678681"/>
              <a:gd name="connsiteY57" fmla="*/ 1048531 h 1342734"/>
              <a:gd name="connsiteX58" fmla="*/ 6948497 w 10678681"/>
              <a:gd name="connsiteY58" fmla="*/ 1050706 h 1342734"/>
              <a:gd name="connsiteX59" fmla="*/ 6926582 w 10678681"/>
              <a:gd name="connsiteY59" fmla="*/ 1043462 h 1342734"/>
              <a:gd name="connsiteX60" fmla="*/ 6833743 w 10678681"/>
              <a:gd name="connsiteY60" fmla="*/ 1027960 h 1342734"/>
              <a:gd name="connsiteX61" fmla="*/ 6687090 w 10678681"/>
              <a:gd name="connsiteY61" fmla="*/ 1063250 h 1342734"/>
              <a:gd name="connsiteX62" fmla="*/ 6431838 w 10678681"/>
              <a:gd name="connsiteY62" fmla="*/ 1063226 h 1342734"/>
              <a:gd name="connsiteX63" fmla="*/ 6327795 w 10678681"/>
              <a:gd name="connsiteY63" fmla="*/ 1088142 h 1342734"/>
              <a:gd name="connsiteX64" fmla="*/ 6136549 w 10678681"/>
              <a:gd name="connsiteY64" fmla="*/ 1100268 h 1342734"/>
              <a:gd name="connsiteX65" fmla="*/ 6004655 w 10678681"/>
              <a:gd name="connsiteY65" fmla="*/ 1114946 h 1342734"/>
              <a:gd name="connsiteX66" fmla="*/ 5936643 w 10678681"/>
              <a:gd name="connsiteY66" fmla="*/ 1095428 h 1342734"/>
              <a:gd name="connsiteX67" fmla="*/ 5912484 w 10678681"/>
              <a:gd name="connsiteY67" fmla="*/ 1112624 h 1342734"/>
              <a:gd name="connsiteX68" fmla="*/ 5908387 w 10678681"/>
              <a:gd name="connsiteY68" fmla="*/ 1116018 h 1342734"/>
              <a:gd name="connsiteX69" fmla="*/ 5890495 w 10678681"/>
              <a:gd name="connsiteY69" fmla="*/ 1120268 h 1342734"/>
              <a:gd name="connsiteX70" fmla="*/ 5887318 w 10678681"/>
              <a:gd name="connsiteY70" fmla="*/ 1133134 h 1342734"/>
              <a:gd name="connsiteX71" fmla="*/ 5861726 w 10678681"/>
              <a:gd name="connsiteY71" fmla="*/ 1147891 h 1342734"/>
              <a:gd name="connsiteX72" fmla="*/ 5805823 w 10678681"/>
              <a:gd name="connsiteY72" fmla="*/ 1152457 h 1342734"/>
              <a:gd name="connsiteX73" fmla="*/ 5689841 w 10678681"/>
              <a:gd name="connsiteY73" fmla="*/ 1176232 h 1342734"/>
              <a:gd name="connsiteX74" fmla="*/ 5605119 w 10678681"/>
              <a:gd name="connsiteY74" fmla="*/ 1190202 h 1342734"/>
              <a:gd name="connsiteX75" fmla="*/ 5488513 w 10678681"/>
              <a:gd name="connsiteY75" fmla="*/ 1205367 h 1342734"/>
              <a:gd name="connsiteX76" fmla="*/ 5402905 w 10678681"/>
              <a:gd name="connsiteY76" fmla="*/ 1241191 h 1342734"/>
              <a:gd name="connsiteX77" fmla="*/ 5285593 w 10678681"/>
              <a:gd name="connsiteY77" fmla="*/ 1273569 h 1342734"/>
              <a:gd name="connsiteX78" fmla="*/ 5192893 w 10678681"/>
              <a:gd name="connsiteY78" fmla="*/ 1247188 h 1342734"/>
              <a:gd name="connsiteX79" fmla="*/ 5186475 w 10678681"/>
              <a:gd name="connsiteY79" fmla="*/ 1257028 h 1342734"/>
              <a:gd name="connsiteX80" fmla="*/ 5126038 w 10678681"/>
              <a:gd name="connsiteY80" fmla="*/ 1263189 h 1342734"/>
              <a:gd name="connsiteX81" fmla="*/ 4894688 w 10678681"/>
              <a:gd name="connsiteY81" fmla="*/ 1247184 h 1342734"/>
              <a:gd name="connsiteX82" fmla="*/ 4788036 w 10678681"/>
              <a:gd name="connsiteY82" fmla="*/ 1238182 h 1342734"/>
              <a:gd name="connsiteX83" fmla="*/ 4747555 w 10678681"/>
              <a:gd name="connsiteY83" fmla="*/ 1252768 h 1342734"/>
              <a:gd name="connsiteX84" fmla="*/ 4679644 w 10678681"/>
              <a:gd name="connsiteY84" fmla="*/ 1276603 h 1342734"/>
              <a:gd name="connsiteX85" fmla="*/ 4632222 w 10678681"/>
              <a:gd name="connsiteY85" fmla="*/ 1318360 h 1342734"/>
              <a:gd name="connsiteX86" fmla="*/ 4617358 w 10678681"/>
              <a:gd name="connsiteY86" fmla="*/ 1327690 h 1342734"/>
              <a:gd name="connsiteX87" fmla="*/ 4589102 w 10678681"/>
              <a:gd name="connsiteY87" fmla="*/ 1321223 h 1342734"/>
              <a:gd name="connsiteX88" fmla="*/ 4578184 w 10678681"/>
              <a:gd name="connsiteY88" fmla="*/ 1326745 h 1342734"/>
              <a:gd name="connsiteX89" fmla="*/ 4574270 w 10678681"/>
              <a:gd name="connsiteY89" fmla="*/ 1325878 h 1342734"/>
              <a:gd name="connsiteX90" fmla="*/ 4564919 w 10678681"/>
              <a:gd name="connsiteY90" fmla="*/ 1325507 h 1342734"/>
              <a:gd name="connsiteX91" fmla="*/ 4566586 w 10678681"/>
              <a:gd name="connsiteY91" fmla="*/ 1316963 h 1342734"/>
              <a:gd name="connsiteX92" fmla="*/ 4556303 w 10678681"/>
              <a:gd name="connsiteY92" fmla="*/ 1300262 h 1342734"/>
              <a:gd name="connsiteX93" fmla="*/ 4502358 w 10678681"/>
              <a:gd name="connsiteY93" fmla="*/ 1302558 h 1342734"/>
              <a:gd name="connsiteX94" fmla="*/ 4498919 w 10678681"/>
              <a:gd name="connsiteY94" fmla="*/ 1312115 h 1342734"/>
              <a:gd name="connsiteX95" fmla="*/ 4492075 w 10678681"/>
              <a:gd name="connsiteY95" fmla="*/ 1313357 h 1342734"/>
              <a:gd name="connsiteX96" fmla="*/ 4487466 w 10678681"/>
              <a:gd name="connsiteY96" fmla="*/ 1304102 h 1342734"/>
              <a:gd name="connsiteX97" fmla="*/ 4398292 w 10678681"/>
              <a:gd name="connsiteY97" fmla="*/ 1278410 h 1342734"/>
              <a:gd name="connsiteX98" fmla="*/ 4306088 w 10678681"/>
              <a:gd name="connsiteY98" fmla="*/ 1282512 h 1342734"/>
              <a:gd name="connsiteX99" fmla="*/ 4188995 w 10678681"/>
              <a:gd name="connsiteY99" fmla="*/ 1296718 h 1342734"/>
              <a:gd name="connsiteX100" fmla="*/ 4136582 w 10678681"/>
              <a:gd name="connsiteY100" fmla="*/ 1287687 h 1342734"/>
              <a:gd name="connsiteX101" fmla="*/ 4064614 w 10678681"/>
              <a:gd name="connsiteY101" fmla="*/ 1296118 h 1342734"/>
              <a:gd name="connsiteX102" fmla="*/ 3900948 w 10678681"/>
              <a:gd name="connsiteY102" fmla="*/ 1322156 h 1342734"/>
              <a:gd name="connsiteX103" fmla="*/ 3787890 w 10678681"/>
              <a:gd name="connsiteY103" fmla="*/ 1322164 h 1342734"/>
              <a:gd name="connsiteX104" fmla="*/ 3745993 w 10678681"/>
              <a:gd name="connsiteY104" fmla="*/ 1342630 h 1342734"/>
              <a:gd name="connsiteX105" fmla="*/ 3675785 w 10678681"/>
              <a:gd name="connsiteY105" fmla="*/ 1326802 h 1342734"/>
              <a:gd name="connsiteX106" fmla="*/ 3623856 w 10678681"/>
              <a:gd name="connsiteY106" fmla="*/ 1290804 h 1342734"/>
              <a:gd name="connsiteX107" fmla="*/ 3564933 w 10678681"/>
              <a:gd name="connsiteY107" fmla="*/ 1287147 h 1342734"/>
              <a:gd name="connsiteX108" fmla="*/ 3550537 w 10678681"/>
              <a:gd name="connsiteY108" fmla="*/ 1317552 h 1342734"/>
              <a:gd name="connsiteX109" fmla="*/ 3487736 w 10678681"/>
              <a:gd name="connsiteY109" fmla="*/ 1303493 h 1342734"/>
              <a:gd name="connsiteX110" fmla="*/ 3392548 w 10678681"/>
              <a:gd name="connsiteY110" fmla="*/ 1278741 h 1342734"/>
              <a:gd name="connsiteX111" fmla="*/ 3337466 w 10678681"/>
              <a:gd name="connsiteY111" fmla="*/ 1272537 h 1342734"/>
              <a:gd name="connsiteX112" fmla="*/ 3175981 w 10678681"/>
              <a:gd name="connsiteY112" fmla="*/ 1208973 h 1342734"/>
              <a:gd name="connsiteX113" fmla="*/ 3036856 w 10678681"/>
              <a:gd name="connsiteY113" fmla="*/ 1214383 h 1342734"/>
              <a:gd name="connsiteX114" fmla="*/ 2824973 w 10678681"/>
              <a:gd name="connsiteY114" fmla="*/ 1134864 h 1342734"/>
              <a:gd name="connsiteX115" fmla="*/ 2804398 w 10678681"/>
              <a:gd name="connsiteY115" fmla="*/ 1125556 h 1342734"/>
              <a:gd name="connsiteX116" fmla="*/ 2736109 w 10678681"/>
              <a:gd name="connsiteY116" fmla="*/ 1137717 h 1342734"/>
              <a:gd name="connsiteX117" fmla="*/ 2659096 w 10678681"/>
              <a:gd name="connsiteY117" fmla="*/ 1150294 h 1342734"/>
              <a:gd name="connsiteX118" fmla="*/ 2567088 w 10678681"/>
              <a:gd name="connsiteY118" fmla="*/ 1181781 h 1342734"/>
              <a:gd name="connsiteX119" fmla="*/ 2454501 w 10678681"/>
              <a:gd name="connsiteY119" fmla="*/ 1155455 h 1342734"/>
              <a:gd name="connsiteX120" fmla="*/ 2385161 w 10678681"/>
              <a:gd name="connsiteY120" fmla="*/ 1161312 h 1342734"/>
              <a:gd name="connsiteX121" fmla="*/ 2273361 w 10678681"/>
              <a:gd name="connsiteY121" fmla="*/ 1134090 h 1342734"/>
              <a:gd name="connsiteX122" fmla="*/ 2132003 w 10678681"/>
              <a:gd name="connsiteY122" fmla="*/ 1139225 h 1342734"/>
              <a:gd name="connsiteX123" fmla="*/ 2041224 w 10678681"/>
              <a:gd name="connsiteY123" fmla="*/ 1147536 h 1342734"/>
              <a:gd name="connsiteX124" fmla="*/ 2010157 w 10678681"/>
              <a:gd name="connsiteY124" fmla="*/ 1152767 h 1342734"/>
              <a:gd name="connsiteX125" fmla="*/ 1859213 w 10678681"/>
              <a:gd name="connsiteY125" fmla="*/ 1199540 h 1342734"/>
              <a:gd name="connsiteX126" fmla="*/ 1735877 w 10678681"/>
              <a:gd name="connsiteY126" fmla="*/ 1246527 h 1342734"/>
              <a:gd name="connsiteX127" fmla="*/ 1705069 w 10678681"/>
              <a:gd name="connsiteY127" fmla="*/ 1251989 h 1342734"/>
              <a:gd name="connsiteX128" fmla="*/ 1307888 w 10678681"/>
              <a:gd name="connsiteY128" fmla="*/ 1283156 h 1342734"/>
              <a:gd name="connsiteX129" fmla="*/ 1220734 w 10678681"/>
              <a:gd name="connsiteY129" fmla="*/ 1257811 h 1342734"/>
              <a:gd name="connsiteX130" fmla="*/ 1021737 w 10678681"/>
              <a:gd name="connsiteY130" fmla="*/ 1238739 h 1342734"/>
              <a:gd name="connsiteX131" fmla="*/ 959820 w 10678681"/>
              <a:gd name="connsiteY131" fmla="*/ 1275863 h 1342734"/>
              <a:gd name="connsiteX132" fmla="*/ 929137 w 10678681"/>
              <a:gd name="connsiteY132" fmla="*/ 1273957 h 1342734"/>
              <a:gd name="connsiteX133" fmla="*/ 878849 w 10678681"/>
              <a:gd name="connsiteY133" fmla="*/ 1266740 h 1342734"/>
              <a:gd name="connsiteX134" fmla="*/ 800667 w 10678681"/>
              <a:gd name="connsiteY134" fmla="*/ 1282041 h 1342734"/>
              <a:gd name="connsiteX135" fmla="*/ 644906 w 10678681"/>
              <a:gd name="connsiteY135" fmla="*/ 1273685 h 1342734"/>
              <a:gd name="connsiteX136" fmla="*/ 379869 w 10678681"/>
              <a:gd name="connsiteY136" fmla="*/ 1339165 h 1342734"/>
              <a:gd name="connsiteX137" fmla="*/ 137696 w 10678681"/>
              <a:gd name="connsiteY137" fmla="*/ 1319217 h 1342734"/>
              <a:gd name="connsiteX138" fmla="*/ 54250 w 10678681"/>
              <a:gd name="connsiteY138" fmla="*/ 1315838 h 1342734"/>
              <a:gd name="connsiteX139" fmla="*/ 28042 w 10678681"/>
              <a:gd name="connsiteY139" fmla="*/ 1297822 h 1342734"/>
              <a:gd name="connsiteX140" fmla="*/ 0 w 10678681"/>
              <a:gd name="connsiteY140" fmla="*/ 1294612 h 1342734"/>
              <a:gd name="connsiteX141" fmla="*/ 0 w 10678681"/>
              <a:gd name="connsiteY141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6219 w 10678681"/>
              <a:gd name="connsiteY4" fmla="*/ 45588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41159 w 10678681"/>
              <a:gd name="connsiteY8" fmla="*/ 103824 h 1342734"/>
              <a:gd name="connsiteX9" fmla="*/ 10244930 w 10678681"/>
              <a:gd name="connsiteY9" fmla="*/ 9459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9929077 w 10678681"/>
              <a:gd name="connsiteY13" fmla="*/ 254478 h 1342734"/>
              <a:gd name="connsiteX14" fmla="*/ 9840045 w 10678681"/>
              <a:gd name="connsiteY14" fmla="*/ 223033 h 1342734"/>
              <a:gd name="connsiteX15" fmla="*/ 9679638 w 10678681"/>
              <a:gd name="connsiteY15" fmla="*/ 277462 h 1342734"/>
              <a:gd name="connsiteX16" fmla="*/ 9498347 w 10678681"/>
              <a:gd name="connsiteY16" fmla="*/ 244723 h 1342734"/>
              <a:gd name="connsiteX17" fmla="*/ 9366026 w 10678681"/>
              <a:gd name="connsiteY17" fmla="*/ 299024 h 1342734"/>
              <a:gd name="connsiteX18" fmla="*/ 9316702 w 10678681"/>
              <a:gd name="connsiteY18" fmla="*/ 356523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276883 w 10678681"/>
              <a:gd name="connsiteY30" fmla="*/ 588214 h 1342734"/>
              <a:gd name="connsiteX31" fmla="*/ 8086698 w 10678681"/>
              <a:gd name="connsiteY31" fmla="*/ 605185 h 1342734"/>
              <a:gd name="connsiteX32" fmla="*/ 7982378 w 10678681"/>
              <a:gd name="connsiteY32" fmla="*/ 629799 h 1342734"/>
              <a:gd name="connsiteX33" fmla="*/ 7947952 w 10678681"/>
              <a:gd name="connsiteY33" fmla="*/ 648003 h 1342734"/>
              <a:gd name="connsiteX34" fmla="*/ 7890112 w 10678681"/>
              <a:gd name="connsiteY34" fmla="*/ 677915 h 1342734"/>
              <a:gd name="connsiteX35" fmla="*/ 7853284 w 10678681"/>
              <a:gd name="connsiteY35" fmla="*/ 723588 h 1342734"/>
              <a:gd name="connsiteX36" fmla="*/ 7802383 w 10678681"/>
              <a:gd name="connsiteY36" fmla="*/ 739359 h 1342734"/>
              <a:gd name="connsiteX37" fmla="*/ 7730518 w 10678681"/>
              <a:gd name="connsiteY37" fmla="*/ 739526 h 1342734"/>
              <a:gd name="connsiteX38" fmla="*/ 7720084 w 10678681"/>
              <a:gd name="connsiteY38" fmla="*/ 760750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58094 w 10678681"/>
              <a:gd name="connsiteY45" fmla="*/ 990679 h 1342734"/>
              <a:gd name="connsiteX46" fmla="*/ 7257893 w 10678681"/>
              <a:gd name="connsiteY46" fmla="*/ 991204 h 1342734"/>
              <a:gd name="connsiteX47" fmla="*/ 7247153 w 10678681"/>
              <a:gd name="connsiteY47" fmla="*/ 991550 h 1342734"/>
              <a:gd name="connsiteX48" fmla="*/ 7193612 w 10678681"/>
              <a:gd name="connsiteY48" fmla="*/ 987042 h 1342734"/>
              <a:gd name="connsiteX49" fmla="*/ 7132632 w 10678681"/>
              <a:gd name="connsiteY49" fmla="*/ 1042036 h 1342734"/>
              <a:gd name="connsiteX50" fmla="*/ 7105610 w 10678681"/>
              <a:gd name="connsiteY50" fmla="*/ 1053537 h 1342734"/>
              <a:gd name="connsiteX51" fmla="*/ 7069148 w 10678681"/>
              <a:gd name="connsiteY51" fmla="*/ 1047163 h 1342734"/>
              <a:gd name="connsiteX52" fmla="*/ 7039634 w 10678681"/>
              <a:gd name="connsiteY52" fmla="*/ 1059971 h 1342734"/>
              <a:gd name="connsiteX53" fmla="*/ 7033445 w 10678681"/>
              <a:gd name="connsiteY53" fmla="*/ 1063314 h 1342734"/>
              <a:gd name="connsiteX54" fmla="*/ 6999157 w 10678681"/>
              <a:gd name="connsiteY54" fmla="*/ 1055282 h 1342734"/>
              <a:gd name="connsiteX55" fmla="*/ 6981874 w 10678681"/>
              <a:gd name="connsiteY55" fmla="*/ 1053827 h 1342734"/>
              <a:gd name="connsiteX56" fmla="*/ 6976102 w 10678681"/>
              <a:gd name="connsiteY56" fmla="*/ 1047854 h 1342734"/>
              <a:gd name="connsiteX57" fmla="*/ 6951040 w 10678681"/>
              <a:gd name="connsiteY57" fmla="*/ 1048531 h 1342734"/>
              <a:gd name="connsiteX58" fmla="*/ 6948497 w 10678681"/>
              <a:gd name="connsiteY58" fmla="*/ 1050706 h 1342734"/>
              <a:gd name="connsiteX59" fmla="*/ 6926582 w 10678681"/>
              <a:gd name="connsiteY59" fmla="*/ 1043462 h 1342734"/>
              <a:gd name="connsiteX60" fmla="*/ 6833743 w 10678681"/>
              <a:gd name="connsiteY60" fmla="*/ 1027960 h 1342734"/>
              <a:gd name="connsiteX61" fmla="*/ 6687090 w 10678681"/>
              <a:gd name="connsiteY61" fmla="*/ 1063250 h 1342734"/>
              <a:gd name="connsiteX62" fmla="*/ 6431838 w 10678681"/>
              <a:gd name="connsiteY62" fmla="*/ 1063226 h 1342734"/>
              <a:gd name="connsiteX63" fmla="*/ 6327795 w 10678681"/>
              <a:gd name="connsiteY63" fmla="*/ 1088142 h 1342734"/>
              <a:gd name="connsiteX64" fmla="*/ 6136549 w 10678681"/>
              <a:gd name="connsiteY64" fmla="*/ 1100268 h 1342734"/>
              <a:gd name="connsiteX65" fmla="*/ 6004655 w 10678681"/>
              <a:gd name="connsiteY65" fmla="*/ 1114946 h 1342734"/>
              <a:gd name="connsiteX66" fmla="*/ 5936643 w 10678681"/>
              <a:gd name="connsiteY66" fmla="*/ 1095428 h 1342734"/>
              <a:gd name="connsiteX67" fmla="*/ 5912484 w 10678681"/>
              <a:gd name="connsiteY67" fmla="*/ 1112624 h 1342734"/>
              <a:gd name="connsiteX68" fmla="*/ 5908387 w 10678681"/>
              <a:gd name="connsiteY68" fmla="*/ 1116018 h 1342734"/>
              <a:gd name="connsiteX69" fmla="*/ 5890495 w 10678681"/>
              <a:gd name="connsiteY69" fmla="*/ 1120268 h 1342734"/>
              <a:gd name="connsiteX70" fmla="*/ 5887318 w 10678681"/>
              <a:gd name="connsiteY70" fmla="*/ 1133134 h 1342734"/>
              <a:gd name="connsiteX71" fmla="*/ 5861726 w 10678681"/>
              <a:gd name="connsiteY71" fmla="*/ 1147891 h 1342734"/>
              <a:gd name="connsiteX72" fmla="*/ 5805823 w 10678681"/>
              <a:gd name="connsiteY72" fmla="*/ 1152457 h 1342734"/>
              <a:gd name="connsiteX73" fmla="*/ 5689841 w 10678681"/>
              <a:gd name="connsiteY73" fmla="*/ 1176232 h 1342734"/>
              <a:gd name="connsiteX74" fmla="*/ 5605119 w 10678681"/>
              <a:gd name="connsiteY74" fmla="*/ 1190202 h 1342734"/>
              <a:gd name="connsiteX75" fmla="*/ 5488513 w 10678681"/>
              <a:gd name="connsiteY75" fmla="*/ 1205367 h 1342734"/>
              <a:gd name="connsiteX76" fmla="*/ 5402905 w 10678681"/>
              <a:gd name="connsiteY76" fmla="*/ 1241191 h 1342734"/>
              <a:gd name="connsiteX77" fmla="*/ 5285593 w 10678681"/>
              <a:gd name="connsiteY77" fmla="*/ 1273569 h 1342734"/>
              <a:gd name="connsiteX78" fmla="*/ 5192893 w 10678681"/>
              <a:gd name="connsiteY78" fmla="*/ 1247188 h 1342734"/>
              <a:gd name="connsiteX79" fmla="*/ 5186475 w 10678681"/>
              <a:gd name="connsiteY79" fmla="*/ 1257028 h 1342734"/>
              <a:gd name="connsiteX80" fmla="*/ 5126038 w 10678681"/>
              <a:gd name="connsiteY80" fmla="*/ 1263189 h 1342734"/>
              <a:gd name="connsiteX81" fmla="*/ 4894688 w 10678681"/>
              <a:gd name="connsiteY81" fmla="*/ 1247184 h 1342734"/>
              <a:gd name="connsiteX82" fmla="*/ 4788036 w 10678681"/>
              <a:gd name="connsiteY82" fmla="*/ 1238182 h 1342734"/>
              <a:gd name="connsiteX83" fmla="*/ 4747555 w 10678681"/>
              <a:gd name="connsiteY83" fmla="*/ 1252768 h 1342734"/>
              <a:gd name="connsiteX84" fmla="*/ 4679644 w 10678681"/>
              <a:gd name="connsiteY84" fmla="*/ 1276603 h 1342734"/>
              <a:gd name="connsiteX85" fmla="*/ 4632222 w 10678681"/>
              <a:gd name="connsiteY85" fmla="*/ 1318360 h 1342734"/>
              <a:gd name="connsiteX86" fmla="*/ 4617358 w 10678681"/>
              <a:gd name="connsiteY86" fmla="*/ 1327690 h 1342734"/>
              <a:gd name="connsiteX87" fmla="*/ 4589102 w 10678681"/>
              <a:gd name="connsiteY87" fmla="*/ 1321223 h 1342734"/>
              <a:gd name="connsiteX88" fmla="*/ 4578184 w 10678681"/>
              <a:gd name="connsiteY88" fmla="*/ 1326745 h 1342734"/>
              <a:gd name="connsiteX89" fmla="*/ 4574270 w 10678681"/>
              <a:gd name="connsiteY89" fmla="*/ 1325878 h 1342734"/>
              <a:gd name="connsiteX90" fmla="*/ 4564919 w 10678681"/>
              <a:gd name="connsiteY90" fmla="*/ 1325507 h 1342734"/>
              <a:gd name="connsiteX91" fmla="*/ 4566586 w 10678681"/>
              <a:gd name="connsiteY91" fmla="*/ 1316963 h 1342734"/>
              <a:gd name="connsiteX92" fmla="*/ 4556303 w 10678681"/>
              <a:gd name="connsiteY92" fmla="*/ 1300262 h 1342734"/>
              <a:gd name="connsiteX93" fmla="*/ 4502358 w 10678681"/>
              <a:gd name="connsiteY93" fmla="*/ 1302558 h 1342734"/>
              <a:gd name="connsiteX94" fmla="*/ 4498919 w 10678681"/>
              <a:gd name="connsiteY94" fmla="*/ 1312115 h 1342734"/>
              <a:gd name="connsiteX95" fmla="*/ 4492075 w 10678681"/>
              <a:gd name="connsiteY95" fmla="*/ 1313357 h 1342734"/>
              <a:gd name="connsiteX96" fmla="*/ 4487466 w 10678681"/>
              <a:gd name="connsiteY96" fmla="*/ 1304102 h 1342734"/>
              <a:gd name="connsiteX97" fmla="*/ 4398292 w 10678681"/>
              <a:gd name="connsiteY97" fmla="*/ 1278410 h 1342734"/>
              <a:gd name="connsiteX98" fmla="*/ 4306088 w 10678681"/>
              <a:gd name="connsiteY98" fmla="*/ 1282512 h 1342734"/>
              <a:gd name="connsiteX99" fmla="*/ 4188995 w 10678681"/>
              <a:gd name="connsiteY99" fmla="*/ 1296718 h 1342734"/>
              <a:gd name="connsiteX100" fmla="*/ 4136582 w 10678681"/>
              <a:gd name="connsiteY100" fmla="*/ 1287687 h 1342734"/>
              <a:gd name="connsiteX101" fmla="*/ 4064614 w 10678681"/>
              <a:gd name="connsiteY101" fmla="*/ 1296118 h 1342734"/>
              <a:gd name="connsiteX102" fmla="*/ 3900948 w 10678681"/>
              <a:gd name="connsiteY102" fmla="*/ 1322156 h 1342734"/>
              <a:gd name="connsiteX103" fmla="*/ 3787890 w 10678681"/>
              <a:gd name="connsiteY103" fmla="*/ 1322164 h 1342734"/>
              <a:gd name="connsiteX104" fmla="*/ 3745993 w 10678681"/>
              <a:gd name="connsiteY104" fmla="*/ 1342630 h 1342734"/>
              <a:gd name="connsiteX105" fmla="*/ 3675785 w 10678681"/>
              <a:gd name="connsiteY105" fmla="*/ 1326802 h 1342734"/>
              <a:gd name="connsiteX106" fmla="*/ 3623856 w 10678681"/>
              <a:gd name="connsiteY106" fmla="*/ 1290804 h 1342734"/>
              <a:gd name="connsiteX107" fmla="*/ 3564933 w 10678681"/>
              <a:gd name="connsiteY107" fmla="*/ 1287147 h 1342734"/>
              <a:gd name="connsiteX108" fmla="*/ 3550537 w 10678681"/>
              <a:gd name="connsiteY108" fmla="*/ 1317552 h 1342734"/>
              <a:gd name="connsiteX109" fmla="*/ 3487736 w 10678681"/>
              <a:gd name="connsiteY109" fmla="*/ 1303493 h 1342734"/>
              <a:gd name="connsiteX110" fmla="*/ 3392548 w 10678681"/>
              <a:gd name="connsiteY110" fmla="*/ 1278741 h 1342734"/>
              <a:gd name="connsiteX111" fmla="*/ 3337466 w 10678681"/>
              <a:gd name="connsiteY111" fmla="*/ 1272537 h 1342734"/>
              <a:gd name="connsiteX112" fmla="*/ 3175981 w 10678681"/>
              <a:gd name="connsiteY112" fmla="*/ 1208973 h 1342734"/>
              <a:gd name="connsiteX113" fmla="*/ 3036856 w 10678681"/>
              <a:gd name="connsiteY113" fmla="*/ 1214383 h 1342734"/>
              <a:gd name="connsiteX114" fmla="*/ 2824973 w 10678681"/>
              <a:gd name="connsiteY114" fmla="*/ 1134864 h 1342734"/>
              <a:gd name="connsiteX115" fmla="*/ 2804398 w 10678681"/>
              <a:gd name="connsiteY115" fmla="*/ 1125556 h 1342734"/>
              <a:gd name="connsiteX116" fmla="*/ 2736109 w 10678681"/>
              <a:gd name="connsiteY116" fmla="*/ 1137717 h 1342734"/>
              <a:gd name="connsiteX117" fmla="*/ 2659096 w 10678681"/>
              <a:gd name="connsiteY117" fmla="*/ 1150294 h 1342734"/>
              <a:gd name="connsiteX118" fmla="*/ 2567088 w 10678681"/>
              <a:gd name="connsiteY118" fmla="*/ 1181781 h 1342734"/>
              <a:gd name="connsiteX119" fmla="*/ 2454501 w 10678681"/>
              <a:gd name="connsiteY119" fmla="*/ 1155455 h 1342734"/>
              <a:gd name="connsiteX120" fmla="*/ 2385161 w 10678681"/>
              <a:gd name="connsiteY120" fmla="*/ 1161312 h 1342734"/>
              <a:gd name="connsiteX121" fmla="*/ 2273361 w 10678681"/>
              <a:gd name="connsiteY121" fmla="*/ 1134090 h 1342734"/>
              <a:gd name="connsiteX122" fmla="*/ 2132003 w 10678681"/>
              <a:gd name="connsiteY122" fmla="*/ 1139225 h 1342734"/>
              <a:gd name="connsiteX123" fmla="*/ 2041224 w 10678681"/>
              <a:gd name="connsiteY123" fmla="*/ 1147536 h 1342734"/>
              <a:gd name="connsiteX124" fmla="*/ 2010157 w 10678681"/>
              <a:gd name="connsiteY124" fmla="*/ 1152767 h 1342734"/>
              <a:gd name="connsiteX125" fmla="*/ 1859213 w 10678681"/>
              <a:gd name="connsiteY125" fmla="*/ 1199540 h 1342734"/>
              <a:gd name="connsiteX126" fmla="*/ 1735877 w 10678681"/>
              <a:gd name="connsiteY126" fmla="*/ 1246527 h 1342734"/>
              <a:gd name="connsiteX127" fmla="*/ 1705069 w 10678681"/>
              <a:gd name="connsiteY127" fmla="*/ 1251989 h 1342734"/>
              <a:gd name="connsiteX128" fmla="*/ 1307888 w 10678681"/>
              <a:gd name="connsiteY128" fmla="*/ 1283156 h 1342734"/>
              <a:gd name="connsiteX129" fmla="*/ 1220734 w 10678681"/>
              <a:gd name="connsiteY129" fmla="*/ 1257811 h 1342734"/>
              <a:gd name="connsiteX130" fmla="*/ 1021737 w 10678681"/>
              <a:gd name="connsiteY130" fmla="*/ 1238739 h 1342734"/>
              <a:gd name="connsiteX131" fmla="*/ 959820 w 10678681"/>
              <a:gd name="connsiteY131" fmla="*/ 1275863 h 1342734"/>
              <a:gd name="connsiteX132" fmla="*/ 929137 w 10678681"/>
              <a:gd name="connsiteY132" fmla="*/ 1273957 h 1342734"/>
              <a:gd name="connsiteX133" fmla="*/ 878849 w 10678681"/>
              <a:gd name="connsiteY133" fmla="*/ 1266740 h 1342734"/>
              <a:gd name="connsiteX134" fmla="*/ 800667 w 10678681"/>
              <a:gd name="connsiteY134" fmla="*/ 1282041 h 1342734"/>
              <a:gd name="connsiteX135" fmla="*/ 644906 w 10678681"/>
              <a:gd name="connsiteY135" fmla="*/ 1273685 h 1342734"/>
              <a:gd name="connsiteX136" fmla="*/ 379869 w 10678681"/>
              <a:gd name="connsiteY136" fmla="*/ 1339165 h 1342734"/>
              <a:gd name="connsiteX137" fmla="*/ 137696 w 10678681"/>
              <a:gd name="connsiteY137" fmla="*/ 1319217 h 1342734"/>
              <a:gd name="connsiteX138" fmla="*/ 54250 w 10678681"/>
              <a:gd name="connsiteY138" fmla="*/ 1315838 h 1342734"/>
              <a:gd name="connsiteX139" fmla="*/ 28042 w 10678681"/>
              <a:gd name="connsiteY139" fmla="*/ 1297822 h 1342734"/>
              <a:gd name="connsiteX140" fmla="*/ 0 w 10678681"/>
              <a:gd name="connsiteY140" fmla="*/ 1294612 h 1342734"/>
              <a:gd name="connsiteX141" fmla="*/ 0 w 10678681"/>
              <a:gd name="connsiteY141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6219 w 10678681"/>
              <a:gd name="connsiteY4" fmla="*/ 45588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41159 w 10678681"/>
              <a:gd name="connsiteY8" fmla="*/ 103824 h 1342734"/>
              <a:gd name="connsiteX9" fmla="*/ 10244930 w 10678681"/>
              <a:gd name="connsiteY9" fmla="*/ 9459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9929077 w 10678681"/>
              <a:gd name="connsiteY13" fmla="*/ 209062 h 1342734"/>
              <a:gd name="connsiteX14" fmla="*/ 9840045 w 10678681"/>
              <a:gd name="connsiteY14" fmla="*/ 223033 h 1342734"/>
              <a:gd name="connsiteX15" fmla="*/ 9679638 w 10678681"/>
              <a:gd name="connsiteY15" fmla="*/ 277462 h 1342734"/>
              <a:gd name="connsiteX16" fmla="*/ 9498347 w 10678681"/>
              <a:gd name="connsiteY16" fmla="*/ 244723 h 1342734"/>
              <a:gd name="connsiteX17" fmla="*/ 9366026 w 10678681"/>
              <a:gd name="connsiteY17" fmla="*/ 299024 h 1342734"/>
              <a:gd name="connsiteX18" fmla="*/ 9316702 w 10678681"/>
              <a:gd name="connsiteY18" fmla="*/ 356523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276883 w 10678681"/>
              <a:gd name="connsiteY30" fmla="*/ 588214 h 1342734"/>
              <a:gd name="connsiteX31" fmla="*/ 8086698 w 10678681"/>
              <a:gd name="connsiteY31" fmla="*/ 605185 h 1342734"/>
              <a:gd name="connsiteX32" fmla="*/ 7982378 w 10678681"/>
              <a:gd name="connsiteY32" fmla="*/ 629799 h 1342734"/>
              <a:gd name="connsiteX33" fmla="*/ 7947952 w 10678681"/>
              <a:gd name="connsiteY33" fmla="*/ 648003 h 1342734"/>
              <a:gd name="connsiteX34" fmla="*/ 7890112 w 10678681"/>
              <a:gd name="connsiteY34" fmla="*/ 677915 h 1342734"/>
              <a:gd name="connsiteX35" fmla="*/ 7853284 w 10678681"/>
              <a:gd name="connsiteY35" fmla="*/ 723588 h 1342734"/>
              <a:gd name="connsiteX36" fmla="*/ 7802383 w 10678681"/>
              <a:gd name="connsiteY36" fmla="*/ 739359 h 1342734"/>
              <a:gd name="connsiteX37" fmla="*/ 7730518 w 10678681"/>
              <a:gd name="connsiteY37" fmla="*/ 739526 h 1342734"/>
              <a:gd name="connsiteX38" fmla="*/ 7720084 w 10678681"/>
              <a:gd name="connsiteY38" fmla="*/ 760750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58094 w 10678681"/>
              <a:gd name="connsiteY45" fmla="*/ 990679 h 1342734"/>
              <a:gd name="connsiteX46" fmla="*/ 7257893 w 10678681"/>
              <a:gd name="connsiteY46" fmla="*/ 991204 h 1342734"/>
              <a:gd name="connsiteX47" fmla="*/ 7247153 w 10678681"/>
              <a:gd name="connsiteY47" fmla="*/ 991550 h 1342734"/>
              <a:gd name="connsiteX48" fmla="*/ 7193612 w 10678681"/>
              <a:gd name="connsiteY48" fmla="*/ 987042 h 1342734"/>
              <a:gd name="connsiteX49" fmla="*/ 7132632 w 10678681"/>
              <a:gd name="connsiteY49" fmla="*/ 1042036 h 1342734"/>
              <a:gd name="connsiteX50" fmla="*/ 7105610 w 10678681"/>
              <a:gd name="connsiteY50" fmla="*/ 1053537 h 1342734"/>
              <a:gd name="connsiteX51" fmla="*/ 7069148 w 10678681"/>
              <a:gd name="connsiteY51" fmla="*/ 1047163 h 1342734"/>
              <a:gd name="connsiteX52" fmla="*/ 7039634 w 10678681"/>
              <a:gd name="connsiteY52" fmla="*/ 1059971 h 1342734"/>
              <a:gd name="connsiteX53" fmla="*/ 7033445 w 10678681"/>
              <a:gd name="connsiteY53" fmla="*/ 1063314 h 1342734"/>
              <a:gd name="connsiteX54" fmla="*/ 6999157 w 10678681"/>
              <a:gd name="connsiteY54" fmla="*/ 1055282 h 1342734"/>
              <a:gd name="connsiteX55" fmla="*/ 6981874 w 10678681"/>
              <a:gd name="connsiteY55" fmla="*/ 1053827 h 1342734"/>
              <a:gd name="connsiteX56" fmla="*/ 6976102 w 10678681"/>
              <a:gd name="connsiteY56" fmla="*/ 1047854 h 1342734"/>
              <a:gd name="connsiteX57" fmla="*/ 6951040 w 10678681"/>
              <a:gd name="connsiteY57" fmla="*/ 1048531 h 1342734"/>
              <a:gd name="connsiteX58" fmla="*/ 6948497 w 10678681"/>
              <a:gd name="connsiteY58" fmla="*/ 1050706 h 1342734"/>
              <a:gd name="connsiteX59" fmla="*/ 6926582 w 10678681"/>
              <a:gd name="connsiteY59" fmla="*/ 1043462 h 1342734"/>
              <a:gd name="connsiteX60" fmla="*/ 6833743 w 10678681"/>
              <a:gd name="connsiteY60" fmla="*/ 1027960 h 1342734"/>
              <a:gd name="connsiteX61" fmla="*/ 6687090 w 10678681"/>
              <a:gd name="connsiteY61" fmla="*/ 1063250 h 1342734"/>
              <a:gd name="connsiteX62" fmla="*/ 6431838 w 10678681"/>
              <a:gd name="connsiteY62" fmla="*/ 1063226 h 1342734"/>
              <a:gd name="connsiteX63" fmla="*/ 6327795 w 10678681"/>
              <a:gd name="connsiteY63" fmla="*/ 1088142 h 1342734"/>
              <a:gd name="connsiteX64" fmla="*/ 6136549 w 10678681"/>
              <a:gd name="connsiteY64" fmla="*/ 1100268 h 1342734"/>
              <a:gd name="connsiteX65" fmla="*/ 6004655 w 10678681"/>
              <a:gd name="connsiteY65" fmla="*/ 1114946 h 1342734"/>
              <a:gd name="connsiteX66" fmla="*/ 5936643 w 10678681"/>
              <a:gd name="connsiteY66" fmla="*/ 1095428 h 1342734"/>
              <a:gd name="connsiteX67" fmla="*/ 5912484 w 10678681"/>
              <a:gd name="connsiteY67" fmla="*/ 1112624 h 1342734"/>
              <a:gd name="connsiteX68" fmla="*/ 5908387 w 10678681"/>
              <a:gd name="connsiteY68" fmla="*/ 1116018 h 1342734"/>
              <a:gd name="connsiteX69" fmla="*/ 5890495 w 10678681"/>
              <a:gd name="connsiteY69" fmla="*/ 1120268 h 1342734"/>
              <a:gd name="connsiteX70" fmla="*/ 5887318 w 10678681"/>
              <a:gd name="connsiteY70" fmla="*/ 1133134 h 1342734"/>
              <a:gd name="connsiteX71" fmla="*/ 5861726 w 10678681"/>
              <a:gd name="connsiteY71" fmla="*/ 1147891 h 1342734"/>
              <a:gd name="connsiteX72" fmla="*/ 5805823 w 10678681"/>
              <a:gd name="connsiteY72" fmla="*/ 1152457 h 1342734"/>
              <a:gd name="connsiteX73" fmla="*/ 5689841 w 10678681"/>
              <a:gd name="connsiteY73" fmla="*/ 1176232 h 1342734"/>
              <a:gd name="connsiteX74" fmla="*/ 5605119 w 10678681"/>
              <a:gd name="connsiteY74" fmla="*/ 1190202 h 1342734"/>
              <a:gd name="connsiteX75" fmla="*/ 5488513 w 10678681"/>
              <a:gd name="connsiteY75" fmla="*/ 1205367 h 1342734"/>
              <a:gd name="connsiteX76" fmla="*/ 5402905 w 10678681"/>
              <a:gd name="connsiteY76" fmla="*/ 1241191 h 1342734"/>
              <a:gd name="connsiteX77" fmla="*/ 5285593 w 10678681"/>
              <a:gd name="connsiteY77" fmla="*/ 1273569 h 1342734"/>
              <a:gd name="connsiteX78" fmla="*/ 5192893 w 10678681"/>
              <a:gd name="connsiteY78" fmla="*/ 1247188 h 1342734"/>
              <a:gd name="connsiteX79" fmla="*/ 5186475 w 10678681"/>
              <a:gd name="connsiteY79" fmla="*/ 1257028 h 1342734"/>
              <a:gd name="connsiteX80" fmla="*/ 5126038 w 10678681"/>
              <a:gd name="connsiteY80" fmla="*/ 1263189 h 1342734"/>
              <a:gd name="connsiteX81" fmla="*/ 4894688 w 10678681"/>
              <a:gd name="connsiteY81" fmla="*/ 1247184 h 1342734"/>
              <a:gd name="connsiteX82" fmla="*/ 4788036 w 10678681"/>
              <a:gd name="connsiteY82" fmla="*/ 1238182 h 1342734"/>
              <a:gd name="connsiteX83" fmla="*/ 4747555 w 10678681"/>
              <a:gd name="connsiteY83" fmla="*/ 1252768 h 1342734"/>
              <a:gd name="connsiteX84" fmla="*/ 4679644 w 10678681"/>
              <a:gd name="connsiteY84" fmla="*/ 1276603 h 1342734"/>
              <a:gd name="connsiteX85" fmla="*/ 4632222 w 10678681"/>
              <a:gd name="connsiteY85" fmla="*/ 1318360 h 1342734"/>
              <a:gd name="connsiteX86" fmla="*/ 4617358 w 10678681"/>
              <a:gd name="connsiteY86" fmla="*/ 1327690 h 1342734"/>
              <a:gd name="connsiteX87" fmla="*/ 4589102 w 10678681"/>
              <a:gd name="connsiteY87" fmla="*/ 1321223 h 1342734"/>
              <a:gd name="connsiteX88" fmla="*/ 4578184 w 10678681"/>
              <a:gd name="connsiteY88" fmla="*/ 1326745 h 1342734"/>
              <a:gd name="connsiteX89" fmla="*/ 4574270 w 10678681"/>
              <a:gd name="connsiteY89" fmla="*/ 1325878 h 1342734"/>
              <a:gd name="connsiteX90" fmla="*/ 4564919 w 10678681"/>
              <a:gd name="connsiteY90" fmla="*/ 1325507 h 1342734"/>
              <a:gd name="connsiteX91" fmla="*/ 4566586 w 10678681"/>
              <a:gd name="connsiteY91" fmla="*/ 1316963 h 1342734"/>
              <a:gd name="connsiteX92" fmla="*/ 4556303 w 10678681"/>
              <a:gd name="connsiteY92" fmla="*/ 1300262 h 1342734"/>
              <a:gd name="connsiteX93" fmla="*/ 4502358 w 10678681"/>
              <a:gd name="connsiteY93" fmla="*/ 1302558 h 1342734"/>
              <a:gd name="connsiteX94" fmla="*/ 4498919 w 10678681"/>
              <a:gd name="connsiteY94" fmla="*/ 1312115 h 1342734"/>
              <a:gd name="connsiteX95" fmla="*/ 4492075 w 10678681"/>
              <a:gd name="connsiteY95" fmla="*/ 1313357 h 1342734"/>
              <a:gd name="connsiteX96" fmla="*/ 4487466 w 10678681"/>
              <a:gd name="connsiteY96" fmla="*/ 1304102 h 1342734"/>
              <a:gd name="connsiteX97" fmla="*/ 4398292 w 10678681"/>
              <a:gd name="connsiteY97" fmla="*/ 1278410 h 1342734"/>
              <a:gd name="connsiteX98" fmla="*/ 4306088 w 10678681"/>
              <a:gd name="connsiteY98" fmla="*/ 1282512 h 1342734"/>
              <a:gd name="connsiteX99" fmla="*/ 4188995 w 10678681"/>
              <a:gd name="connsiteY99" fmla="*/ 1296718 h 1342734"/>
              <a:gd name="connsiteX100" fmla="*/ 4136582 w 10678681"/>
              <a:gd name="connsiteY100" fmla="*/ 1287687 h 1342734"/>
              <a:gd name="connsiteX101" fmla="*/ 4064614 w 10678681"/>
              <a:gd name="connsiteY101" fmla="*/ 1296118 h 1342734"/>
              <a:gd name="connsiteX102" fmla="*/ 3900948 w 10678681"/>
              <a:gd name="connsiteY102" fmla="*/ 1322156 h 1342734"/>
              <a:gd name="connsiteX103" fmla="*/ 3787890 w 10678681"/>
              <a:gd name="connsiteY103" fmla="*/ 1322164 h 1342734"/>
              <a:gd name="connsiteX104" fmla="*/ 3745993 w 10678681"/>
              <a:gd name="connsiteY104" fmla="*/ 1342630 h 1342734"/>
              <a:gd name="connsiteX105" fmla="*/ 3675785 w 10678681"/>
              <a:gd name="connsiteY105" fmla="*/ 1326802 h 1342734"/>
              <a:gd name="connsiteX106" fmla="*/ 3623856 w 10678681"/>
              <a:gd name="connsiteY106" fmla="*/ 1290804 h 1342734"/>
              <a:gd name="connsiteX107" fmla="*/ 3564933 w 10678681"/>
              <a:gd name="connsiteY107" fmla="*/ 1287147 h 1342734"/>
              <a:gd name="connsiteX108" fmla="*/ 3550537 w 10678681"/>
              <a:gd name="connsiteY108" fmla="*/ 1317552 h 1342734"/>
              <a:gd name="connsiteX109" fmla="*/ 3487736 w 10678681"/>
              <a:gd name="connsiteY109" fmla="*/ 1303493 h 1342734"/>
              <a:gd name="connsiteX110" fmla="*/ 3392548 w 10678681"/>
              <a:gd name="connsiteY110" fmla="*/ 1278741 h 1342734"/>
              <a:gd name="connsiteX111" fmla="*/ 3337466 w 10678681"/>
              <a:gd name="connsiteY111" fmla="*/ 1272537 h 1342734"/>
              <a:gd name="connsiteX112" fmla="*/ 3175981 w 10678681"/>
              <a:gd name="connsiteY112" fmla="*/ 1208973 h 1342734"/>
              <a:gd name="connsiteX113" fmla="*/ 3036856 w 10678681"/>
              <a:gd name="connsiteY113" fmla="*/ 1214383 h 1342734"/>
              <a:gd name="connsiteX114" fmla="*/ 2824973 w 10678681"/>
              <a:gd name="connsiteY114" fmla="*/ 1134864 h 1342734"/>
              <a:gd name="connsiteX115" fmla="*/ 2804398 w 10678681"/>
              <a:gd name="connsiteY115" fmla="*/ 1125556 h 1342734"/>
              <a:gd name="connsiteX116" fmla="*/ 2736109 w 10678681"/>
              <a:gd name="connsiteY116" fmla="*/ 1137717 h 1342734"/>
              <a:gd name="connsiteX117" fmla="*/ 2659096 w 10678681"/>
              <a:gd name="connsiteY117" fmla="*/ 1150294 h 1342734"/>
              <a:gd name="connsiteX118" fmla="*/ 2567088 w 10678681"/>
              <a:gd name="connsiteY118" fmla="*/ 1181781 h 1342734"/>
              <a:gd name="connsiteX119" fmla="*/ 2454501 w 10678681"/>
              <a:gd name="connsiteY119" fmla="*/ 1155455 h 1342734"/>
              <a:gd name="connsiteX120" fmla="*/ 2385161 w 10678681"/>
              <a:gd name="connsiteY120" fmla="*/ 1161312 h 1342734"/>
              <a:gd name="connsiteX121" fmla="*/ 2273361 w 10678681"/>
              <a:gd name="connsiteY121" fmla="*/ 1134090 h 1342734"/>
              <a:gd name="connsiteX122" fmla="*/ 2132003 w 10678681"/>
              <a:gd name="connsiteY122" fmla="*/ 1139225 h 1342734"/>
              <a:gd name="connsiteX123" fmla="*/ 2041224 w 10678681"/>
              <a:gd name="connsiteY123" fmla="*/ 1147536 h 1342734"/>
              <a:gd name="connsiteX124" fmla="*/ 2010157 w 10678681"/>
              <a:gd name="connsiteY124" fmla="*/ 1152767 h 1342734"/>
              <a:gd name="connsiteX125" fmla="*/ 1859213 w 10678681"/>
              <a:gd name="connsiteY125" fmla="*/ 1199540 h 1342734"/>
              <a:gd name="connsiteX126" fmla="*/ 1735877 w 10678681"/>
              <a:gd name="connsiteY126" fmla="*/ 1246527 h 1342734"/>
              <a:gd name="connsiteX127" fmla="*/ 1705069 w 10678681"/>
              <a:gd name="connsiteY127" fmla="*/ 1251989 h 1342734"/>
              <a:gd name="connsiteX128" fmla="*/ 1307888 w 10678681"/>
              <a:gd name="connsiteY128" fmla="*/ 1283156 h 1342734"/>
              <a:gd name="connsiteX129" fmla="*/ 1220734 w 10678681"/>
              <a:gd name="connsiteY129" fmla="*/ 1257811 h 1342734"/>
              <a:gd name="connsiteX130" fmla="*/ 1021737 w 10678681"/>
              <a:gd name="connsiteY130" fmla="*/ 1238739 h 1342734"/>
              <a:gd name="connsiteX131" fmla="*/ 959820 w 10678681"/>
              <a:gd name="connsiteY131" fmla="*/ 1275863 h 1342734"/>
              <a:gd name="connsiteX132" fmla="*/ 929137 w 10678681"/>
              <a:gd name="connsiteY132" fmla="*/ 1273957 h 1342734"/>
              <a:gd name="connsiteX133" fmla="*/ 878849 w 10678681"/>
              <a:gd name="connsiteY133" fmla="*/ 1266740 h 1342734"/>
              <a:gd name="connsiteX134" fmla="*/ 800667 w 10678681"/>
              <a:gd name="connsiteY134" fmla="*/ 1282041 h 1342734"/>
              <a:gd name="connsiteX135" fmla="*/ 644906 w 10678681"/>
              <a:gd name="connsiteY135" fmla="*/ 1273685 h 1342734"/>
              <a:gd name="connsiteX136" fmla="*/ 379869 w 10678681"/>
              <a:gd name="connsiteY136" fmla="*/ 1339165 h 1342734"/>
              <a:gd name="connsiteX137" fmla="*/ 137696 w 10678681"/>
              <a:gd name="connsiteY137" fmla="*/ 1319217 h 1342734"/>
              <a:gd name="connsiteX138" fmla="*/ 54250 w 10678681"/>
              <a:gd name="connsiteY138" fmla="*/ 1315838 h 1342734"/>
              <a:gd name="connsiteX139" fmla="*/ 28042 w 10678681"/>
              <a:gd name="connsiteY139" fmla="*/ 1297822 h 1342734"/>
              <a:gd name="connsiteX140" fmla="*/ 0 w 10678681"/>
              <a:gd name="connsiteY140" fmla="*/ 1294612 h 1342734"/>
              <a:gd name="connsiteX141" fmla="*/ 0 w 10678681"/>
              <a:gd name="connsiteY141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6219 w 10678681"/>
              <a:gd name="connsiteY4" fmla="*/ 45588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41159 w 10678681"/>
              <a:gd name="connsiteY8" fmla="*/ 103824 h 1342734"/>
              <a:gd name="connsiteX9" fmla="*/ 10244930 w 10678681"/>
              <a:gd name="connsiteY9" fmla="*/ 9459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9929077 w 10678681"/>
              <a:gd name="connsiteY13" fmla="*/ 209062 h 1342734"/>
              <a:gd name="connsiteX14" fmla="*/ 9840045 w 10678681"/>
              <a:gd name="connsiteY14" fmla="*/ 223033 h 1342734"/>
              <a:gd name="connsiteX15" fmla="*/ 9679638 w 10678681"/>
              <a:gd name="connsiteY15" fmla="*/ 277462 h 1342734"/>
              <a:gd name="connsiteX16" fmla="*/ 9498347 w 10678681"/>
              <a:gd name="connsiteY16" fmla="*/ 244723 h 1342734"/>
              <a:gd name="connsiteX17" fmla="*/ 9366026 w 10678681"/>
              <a:gd name="connsiteY17" fmla="*/ 299024 h 1342734"/>
              <a:gd name="connsiteX18" fmla="*/ 9316702 w 10678681"/>
              <a:gd name="connsiteY18" fmla="*/ 356523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276883 w 10678681"/>
              <a:gd name="connsiteY30" fmla="*/ 588214 h 1342734"/>
              <a:gd name="connsiteX31" fmla="*/ 8086698 w 10678681"/>
              <a:gd name="connsiteY31" fmla="*/ 605185 h 1342734"/>
              <a:gd name="connsiteX32" fmla="*/ 7982378 w 10678681"/>
              <a:gd name="connsiteY32" fmla="*/ 629799 h 1342734"/>
              <a:gd name="connsiteX33" fmla="*/ 7947952 w 10678681"/>
              <a:gd name="connsiteY33" fmla="*/ 648003 h 1342734"/>
              <a:gd name="connsiteX34" fmla="*/ 7890112 w 10678681"/>
              <a:gd name="connsiteY34" fmla="*/ 677915 h 1342734"/>
              <a:gd name="connsiteX35" fmla="*/ 7853284 w 10678681"/>
              <a:gd name="connsiteY35" fmla="*/ 723588 h 1342734"/>
              <a:gd name="connsiteX36" fmla="*/ 7802383 w 10678681"/>
              <a:gd name="connsiteY36" fmla="*/ 739359 h 1342734"/>
              <a:gd name="connsiteX37" fmla="*/ 7730518 w 10678681"/>
              <a:gd name="connsiteY37" fmla="*/ 739526 h 1342734"/>
              <a:gd name="connsiteX38" fmla="*/ 7720084 w 10678681"/>
              <a:gd name="connsiteY38" fmla="*/ 760750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58094 w 10678681"/>
              <a:gd name="connsiteY45" fmla="*/ 990679 h 1342734"/>
              <a:gd name="connsiteX46" fmla="*/ 7257893 w 10678681"/>
              <a:gd name="connsiteY46" fmla="*/ 991204 h 1342734"/>
              <a:gd name="connsiteX47" fmla="*/ 7247153 w 10678681"/>
              <a:gd name="connsiteY47" fmla="*/ 991550 h 1342734"/>
              <a:gd name="connsiteX48" fmla="*/ 7193612 w 10678681"/>
              <a:gd name="connsiteY48" fmla="*/ 987042 h 1342734"/>
              <a:gd name="connsiteX49" fmla="*/ 7132632 w 10678681"/>
              <a:gd name="connsiteY49" fmla="*/ 1042036 h 1342734"/>
              <a:gd name="connsiteX50" fmla="*/ 7105610 w 10678681"/>
              <a:gd name="connsiteY50" fmla="*/ 1053537 h 1342734"/>
              <a:gd name="connsiteX51" fmla="*/ 7069148 w 10678681"/>
              <a:gd name="connsiteY51" fmla="*/ 1047163 h 1342734"/>
              <a:gd name="connsiteX52" fmla="*/ 7039634 w 10678681"/>
              <a:gd name="connsiteY52" fmla="*/ 1059971 h 1342734"/>
              <a:gd name="connsiteX53" fmla="*/ 7033445 w 10678681"/>
              <a:gd name="connsiteY53" fmla="*/ 1063314 h 1342734"/>
              <a:gd name="connsiteX54" fmla="*/ 6999157 w 10678681"/>
              <a:gd name="connsiteY54" fmla="*/ 1055282 h 1342734"/>
              <a:gd name="connsiteX55" fmla="*/ 6981874 w 10678681"/>
              <a:gd name="connsiteY55" fmla="*/ 1053827 h 1342734"/>
              <a:gd name="connsiteX56" fmla="*/ 6976102 w 10678681"/>
              <a:gd name="connsiteY56" fmla="*/ 1047854 h 1342734"/>
              <a:gd name="connsiteX57" fmla="*/ 6951040 w 10678681"/>
              <a:gd name="connsiteY57" fmla="*/ 1048531 h 1342734"/>
              <a:gd name="connsiteX58" fmla="*/ 6948497 w 10678681"/>
              <a:gd name="connsiteY58" fmla="*/ 1050706 h 1342734"/>
              <a:gd name="connsiteX59" fmla="*/ 6926582 w 10678681"/>
              <a:gd name="connsiteY59" fmla="*/ 1043462 h 1342734"/>
              <a:gd name="connsiteX60" fmla="*/ 6833743 w 10678681"/>
              <a:gd name="connsiteY60" fmla="*/ 1027960 h 1342734"/>
              <a:gd name="connsiteX61" fmla="*/ 6687090 w 10678681"/>
              <a:gd name="connsiteY61" fmla="*/ 1063250 h 1342734"/>
              <a:gd name="connsiteX62" fmla="*/ 6431838 w 10678681"/>
              <a:gd name="connsiteY62" fmla="*/ 1063226 h 1342734"/>
              <a:gd name="connsiteX63" fmla="*/ 6327795 w 10678681"/>
              <a:gd name="connsiteY63" fmla="*/ 1088142 h 1342734"/>
              <a:gd name="connsiteX64" fmla="*/ 6136549 w 10678681"/>
              <a:gd name="connsiteY64" fmla="*/ 1100268 h 1342734"/>
              <a:gd name="connsiteX65" fmla="*/ 6004655 w 10678681"/>
              <a:gd name="connsiteY65" fmla="*/ 1114946 h 1342734"/>
              <a:gd name="connsiteX66" fmla="*/ 5936643 w 10678681"/>
              <a:gd name="connsiteY66" fmla="*/ 1095428 h 1342734"/>
              <a:gd name="connsiteX67" fmla="*/ 5912484 w 10678681"/>
              <a:gd name="connsiteY67" fmla="*/ 1112624 h 1342734"/>
              <a:gd name="connsiteX68" fmla="*/ 5908387 w 10678681"/>
              <a:gd name="connsiteY68" fmla="*/ 1116018 h 1342734"/>
              <a:gd name="connsiteX69" fmla="*/ 5890495 w 10678681"/>
              <a:gd name="connsiteY69" fmla="*/ 1120268 h 1342734"/>
              <a:gd name="connsiteX70" fmla="*/ 5887318 w 10678681"/>
              <a:gd name="connsiteY70" fmla="*/ 1133134 h 1342734"/>
              <a:gd name="connsiteX71" fmla="*/ 5861726 w 10678681"/>
              <a:gd name="connsiteY71" fmla="*/ 1147891 h 1342734"/>
              <a:gd name="connsiteX72" fmla="*/ 5805823 w 10678681"/>
              <a:gd name="connsiteY72" fmla="*/ 1152457 h 1342734"/>
              <a:gd name="connsiteX73" fmla="*/ 5689841 w 10678681"/>
              <a:gd name="connsiteY73" fmla="*/ 1176232 h 1342734"/>
              <a:gd name="connsiteX74" fmla="*/ 5605119 w 10678681"/>
              <a:gd name="connsiteY74" fmla="*/ 1190202 h 1342734"/>
              <a:gd name="connsiteX75" fmla="*/ 5488513 w 10678681"/>
              <a:gd name="connsiteY75" fmla="*/ 1205367 h 1342734"/>
              <a:gd name="connsiteX76" fmla="*/ 5402905 w 10678681"/>
              <a:gd name="connsiteY76" fmla="*/ 1241191 h 1342734"/>
              <a:gd name="connsiteX77" fmla="*/ 5285593 w 10678681"/>
              <a:gd name="connsiteY77" fmla="*/ 1273569 h 1342734"/>
              <a:gd name="connsiteX78" fmla="*/ 5192893 w 10678681"/>
              <a:gd name="connsiteY78" fmla="*/ 1247188 h 1342734"/>
              <a:gd name="connsiteX79" fmla="*/ 5186475 w 10678681"/>
              <a:gd name="connsiteY79" fmla="*/ 1257028 h 1342734"/>
              <a:gd name="connsiteX80" fmla="*/ 5126038 w 10678681"/>
              <a:gd name="connsiteY80" fmla="*/ 1263189 h 1342734"/>
              <a:gd name="connsiteX81" fmla="*/ 4894688 w 10678681"/>
              <a:gd name="connsiteY81" fmla="*/ 1247184 h 1342734"/>
              <a:gd name="connsiteX82" fmla="*/ 4788036 w 10678681"/>
              <a:gd name="connsiteY82" fmla="*/ 1238182 h 1342734"/>
              <a:gd name="connsiteX83" fmla="*/ 4747555 w 10678681"/>
              <a:gd name="connsiteY83" fmla="*/ 1252768 h 1342734"/>
              <a:gd name="connsiteX84" fmla="*/ 4679644 w 10678681"/>
              <a:gd name="connsiteY84" fmla="*/ 1276603 h 1342734"/>
              <a:gd name="connsiteX85" fmla="*/ 4632222 w 10678681"/>
              <a:gd name="connsiteY85" fmla="*/ 1318360 h 1342734"/>
              <a:gd name="connsiteX86" fmla="*/ 4617358 w 10678681"/>
              <a:gd name="connsiteY86" fmla="*/ 1327690 h 1342734"/>
              <a:gd name="connsiteX87" fmla="*/ 4589102 w 10678681"/>
              <a:gd name="connsiteY87" fmla="*/ 1321223 h 1342734"/>
              <a:gd name="connsiteX88" fmla="*/ 4578184 w 10678681"/>
              <a:gd name="connsiteY88" fmla="*/ 1326745 h 1342734"/>
              <a:gd name="connsiteX89" fmla="*/ 4574270 w 10678681"/>
              <a:gd name="connsiteY89" fmla="*/ 1325878 h 1342734"/>
              <a:gd name="connsiteX90" fmla="*/ 4564919 w 10678681"/>
              <a:gd name="connsiteY90" fmla="*/ 1325507 h 1342734"/>
              <a:gd name="connsiteX91" fmla="*/ 4566586 w 10678681"/>
              <a:gd name="connsiteY91" fmla="*/ 1316963 h 1342734"/>
              <a:gd name="connsiteX92" fmla="*/ 4556303 w 10678681"/>
              <a:gd name="connsiteY92" fmla="*/ 1300262 h 1342734"/>
              <a:gd name="connsiteX93" fmla="*/ 4502358 w 10678681"/>
              <a:gd name="connsiteY93" fmla="*/ 1302558 h 1342734"/>
              <a:gd name="connsiteX94" fmla="*/ 4498919 w 10678681"/>
              <a:gd name="connsiteY94" fmla="*/ 1312115 h 1342734"/>
              <a:gd name="connsiteX95" fmla="*/ 4492075 w 10678681"/>
              <a:gd name="connsiteY95" fmla="*/ 1313357 h 1342734"/>
              <a:gd name="connsiteX96" fmla="*/ 4487466 w 10678681"/>
              <a:gd name="connsiteY96" fmla="*/ 1304102 h 1342734"/>
              <a:gd name="connsiteX97" fmla="*/ 4398292 w 10678681"/>
              <a:gd name="connsiteY97" fmla="*/ 1278410 h 1342734"/>
              <a:gd name="connsiteX98" fmla="*/ 4306088 w 10678681"/>
              <a:gd name="connsiteY98" fmla="*/ 1282512 h 1342734"/>
              <a:gd name="connsiteX99" fmla="*/ 4188995 w 10678681"/>
              <a:gd name="connsiteY99" fmla="*/ 1296718 h 1342734"/>
              <a:gd name="connsiteX100" fmla="*/ 4136582 w 10678681"/>
              <a:gd name="connsiteY100" fmla="*/ 1287687 h 1342734"/>
              <a:gd name="connsiteX101" fmla="*/ 4064614 w 10678681"/>
              <a:gd name="connsiteY101" fmla="*/ 1296118 h 1342734"/>
              <a:gd name="connsiteX102" fmla="*/ 3900948 w 10678681"/>
              <a:gd name="connsiteY102" fmla="*/ 1322156 h 1342734"/>
              <a:gd name="connsiteX103" fmla="*/ 3787890 w 10678681"/>
              <a:gd name="connsiteY103" fmla="*/ 1322164 h 1342734"/>
              <a:gd name="connsiteX104" fmla="*/ 3745993 w 10678681"/>
              <a:gd name="connsiteY104" fmla="*/ 1342630 h 1342734"/>
              <a:gd name="connsiteX105" fmla="*/ 3675785 w 10678681"/>
              <a:gd name="connsiteY105" fmla="*/ 1326802 h 1342734"/>
              <a:gd name="connsiteX106" fmla="*/ 3623856 w 10678681"/>
              <a:gd name="connsiteY106" fmla="*/ 1290804 h 1342734"/>
              <a:gd name="connsiteX107" fmla="*/ 3564933 w 10678681"/>
              <a:gd name="connsiteY107" fmla="*/ 1287147 h 1342734"/>
              <a:gd name="connsiteX108" fmla="*/ 3550537 w 10678681"/>
              <a:gd name="connsiteY108" fmla="*/ 1317552 h 1342734"/>
              <a:gd name="connsiteX109" fmla="*/ 3487736 w 10678681"/>
              <a:gd name="connsiteY109" fmla="*/ 1303493 h 1342734"/>
              <a:gd name="connsiteX110" fmla="*/ 3392548 w 10678681"/>
              <a:gd name="connsiteY110" fmla="*/ 1278741 h 1342734"/>
              <a:gd name="connsiteX111" fmla="*/ 3337466 w 10678681"/>
              <a:gd name="connsiteY111" fmla="*/ 1272537 h 1342734"/>
              <a:gd name="connsiteX112" fmla="*/ 3175981 w 10678681"/>
              <a:gd name="connsiteY112" fmla="*/ 1208973 h 1342734"/>
              <a:gd name="connsiteX113" fmla="*/ 3036856 w 10678681"/>
              <a:gd name="connsiteY113" fmla="*/ 1214383 h 1342734"/>
              <a:gd name="connsiteX114" fmla="*/ 2824973 w 10678681"/>
              <a:gd name="connsiteY114" fmla="*/ 1134864 h 1342734"/>
              <a:gd name="connsiteX115" fmla="*/ 2804398 w 10678681"/>
              <a:gd name="connsiteY115" fmla="*/ 1125556 h 1342734"/>
              <a:gd name="connsiteX116" fmla="*/ 2736109 w 10678681"/>
              <a:gd name="connsiteY116" fmla="*/ 1137717 h 1342734"/>
              <a:gd name="connsiteX117" fmla="*/ 2659096 w 10678681"/>
              <a:gd name="connsiteY117" fmla="*/ 1150294 h 1342734"/>
              <a:gd name="connsiteX118" fmla="*/ 2567088 w 10678681"/>
              <a:gd name="connsiteY118" fmla="*/ 1181781 h 1342734"/>
              <a:gd name="connsiteX119" fmla="*/ 2454501 w 10678681"/>
              <a:gd name="connsiteY119" fmla="*/ 1155455 h 1342734"/>
              <a:gd name="connsiteX120" fmla="*/ 2385161 w 10678681"/>
              <a:gd name="connsiteY120" fmla="*/ 1161312 h 1342734"/>
              <a:gd name="connsiteX121" fmla="*/ 2273361 w 10678681"/>
              <a:gd name="connsiteY121" fmla="*/ 1134090 h 1342734"/>
              <a:gd name="connsiteX122" fmla="*/ 2132003 w 10678681"/>
              <a:gd name="connsiteY122" fmla="*/ 1139225 h 1342734"/>
              <a:gd name="connsiteX123" fmla="*/ 2041224 w 10678681"/>
              <a:gd name="connsiteY123" fmla="*/ 1147536 h 1342734"/>
              <a:gd name="connsiteX124" fmla="*/ 2010157 w 10678681"/>
              <a:gd name="connsiteY124" fmla="*/ 1152767 h 1342734"/>
              <a:gd name="connsiteX125" fmla="*/ 1859213 w 10678681"/>
              <a:gd name="connsiteY125" fmla="*/ 1199540 h 1342734"/>
              <a:gd name="connsiteX126" fmla="*/ 1735877 w 10678681"/>
              <a:gd name="connsiteY126" fmla="*/ 1246527 h 1342734"/>
              <a:gd name="connsiteX127" fmla="*/ 1705069 w 10678681"/>
              <a:gd name="connsiteY127" fmla="*/ 1251989 h 1342734"/>
              <a:gd name="connsiteX128" fmla="*/ 1307888 w 10678681"/>
              <a:gd name="connsiteY128" fmla="*/ 1283156 h 1342734"/>
              <a:gd name="connsiteX129" fmla="*/ 1220734 w 10678681"/>
              <a:gd name="connsiteY129" fmla="*/ 1257811 h 1342734"/>
              <a:gd name="connsiteX130" fmla="*/ 1021737 w 10678681"/>
              <a:gd name="connsiteY130" fmla="*/ 1238739 h 1342734"/>
              <a:gd name="connsiteX131" fmla="*/ 959820 w 10678681"/>
              <a:gd name="connsiteY131" fmla="*/ 1275863 h 1342734"/>
              <a:gd name="connsiteX132" fmla="*/ 929137 w 10678681"/>
              <a:gd name="connsiteY132" fmla="*/ 1273957 h 1342734"/>
              <a:gd name="connsiteX133" fmla="*/ 878849 w 10678681"/>
              <a:gd name="connsiteY133" fmla="*/ 1266740 h 1342734"/>
              <a:gd name="connsiteX134" fmla="*/ 800667 w 10678681"/>
              <a:gd name="connsiteY134" fmla="*/ 1282041 h 1342734"/>
              <a:gd name="connsiteX135" fmla="*/ 644906 w 10678681"/>
              <a:gd name="connsiteY135" fmla="*/ 1273685 h 1342734"/>
              <a:gd name="connsiteX136" fmla="*/ 379869 w 10678681"/>
              <a:gd name="connsiteY136" fmla="*/ 1339165 h 1342734"/>
              <a:gd name="connsiteX137" fmla="*/ 137696 w 10678681"/>
              <a:gd name="connsiteY137" fmla="*/ 1319217 h 1342734"/>
              <a:gd name="connsiteX138" fmla="*/ 54250 w 10678681"/>
              <a:gd name="connsiteY138" fmla="*/ 1315838 h 1342734"/>
              <a:gd name="connsiteX139" fmla="*/ 28042 w 10678681"/>
              <a:gd name="connsiteY139" fmla="*/ 1297822 h 1342734"/>
              <a:gd name="connsiteX140" fmla="*/ 0 w 10678681"/>
              <a:gd name="connsiteY140" fmla="*/ 1294612 h 1342734"/>
              <a:gd name="connsiteX141" fmla="*/ 0 w 10678681"/>
              <a:gd name="connsiteY141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6219 w 10678681"/>
              <a:gd name="connsiteY4" fmla="*/ 45588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41159 w 10678681"/>
              <a:gd name="connsiteY8" fmla="*/ 103824 h 1342734"/>
              <a:gd name="connsiteX9" fmla="*/ 10244930 w 10678681"/>
              <a:gd name="connsiteY9" fmla="*/ 9459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9929077 w 10678681"/>
              <a:gd name="connsiteY13" fmla="*/ 209062 h 1342734"/>
              <a:gd name="connsiteX14" fmla="*/ 9840045 w 10678681"/>
              <a:gd name="connsiteY14" fmla="*/ 223033 h 1342734"/>
              <a:gd name="connsiteX15" fmla="*/ 9679639 w 10678681"/>
              <a:gd name="connsiteY15" fmla="*/ 247182 h 1342734"/>
              <a:gd name="connsiteX16" fmla="*/ 9498347 w 10678681"/>
              <a:gd name="connsiteY16" fmla="*/ 244723 h 1342734"/>
              <a:gd name="connsiteX17" fmla="*/ 9366026 w 10678681"/>
              <a:gd name="connsiteY17" fmla="*/ 299024 h 1342734"/>
              <a:gd name="connsiteX18" fmla="*/ 9316702 w 10678681"/>
              <a:gd name="connsiteY18" fmla="*/ 356523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276883 w 10678681"/>
              <a:gd name="connsiteY30" fmla="*/ 588214 h 1342734"/>
              <a:gd name="connsiteX31" fmla="*/ 8086698 w 10678681"/>
              <a:gd name="connsiteY31" fmla="*/ 605185 h 1342734"/>
              <a:gd name="connsiteX32" fmla="*/ 7982378 w 10678681"/>
              <a:gd name="connsiteY32" fmla="*/ 629799 h 1342734"/>
              <a:gd name="connsiteX33" fmla="*/ 7947952 w 10678681"/>
              <a:gd name="connsiteY33" fmla="*/ 648003 h 1342734"/>
              <a:gd name="connsiteX34" fmla="*/ 7890112 w 10678681"/>
              <a:gd name="connsiteY34" fmla="*/ 677915 h 1342734"/>
              <a:gd name="connsiteX35" fmla="*/ 7853284 w 10678681"/>
              <a:gd name="connsiteY35" fmla="*/ 723588 h 1342734"/>
              <a:gd name="connsiteX36" fmla="*/ 7802383 w 10678681"/>
              <a:gd name="connsiteY36" fmla="*/ 739359 h 1342734"/>
              <a:gd name="connsiteX37" fmla="*/ 7730518 w 10678681"/>
              <a:gd name="connsiteY37" fmla="*/ 739526 h 1342734"/>
              <a:gd name="connsiteX38" fmla="*/ 7720084 w 10678681"/>
              <a:gd name="connsiteY38" fmla="*/ 760750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58094 w 10678681"/>
              <a:gd name="connsiteY45" fmla="*/ 990679 h 1342734"/>
              <a:gd name="connsiteX46" fmla="*/ 7257893 w 10678681"/>
              <a:gd name="connsiteY46" fmla="*/ 991204 h 1342734"/>
              <a:gd name="connsiteX47" fmla="*/ 7247153 w 10678681"/>
              <a:gd name="connsiteY47" fmla="*/ 991550 h 1342734"/>
              <a:gd name="connsiteX48" fmla="*/ 7193612 w 10678681"/>
              <a:gd name="connsiteY48" fmla="*/ 987042 h 1342734"/>
              <a:gd name="connsiteX49" fmla="*/ 7132632 w 10678681"/>
              <a:gd name="connsiteY49" fmla="*/ 1042036 h 1342734"/>
              <a:gd name="connsiteX50" fmla="*/ 7105610 w 10678681"/>
              <a:gd name="connsiteY50" fmla="*/ 1053537 h 1342734"/>
              <a:gd name="connsiteX51" fmla="*/ 7069148 w 10678681"/>
              <a:gd name="connsiteY51" fmla="*/ 1047163 h 1342734"/>
              <a:gd name="connsiteX52" fmla="*/ 7039634 w 10678681"/>
              <a:gd name="connsiteY52" fmla="*/ 1059971 h 1342734"/>
              <a:gd name="connsiteX53" fmla="*/ 7033445 w 10678681"/>
              <a:gd name="connsiteY53" fmla="*/ 1063314 h 1342734"/>
              <a:gd name="connsiteX54" fmla="*/ 6999157 w 10678681"/>
              <a:gd name="connsiteY54" fmla="*/ 1055282 h 1342734"/>
              <a:gd name="connsiteX55" fmla="*/ 6981874 w 10678681"/>
              <a:gd name="connsiteY55" fmla="*/ 1053827 h 1342734"/>
              <a:gd name="connsiteX56" fmla="*/ 6976102 w 10678681"/>
              <a:gd name="connsiteY56" fmla="*/ 1047854 h 1342734"/>
              <a:gd name="connsiteX57" fmla="*/ 6951040 w 10678681"/>
              <a:gd name="connsiteY57" fmla="*/ 1048531 h 1342734"/>
              <a:gd name="connsiteX58" fmla="*/ 6948497 w 10678681"/>
              <a:gd name="connsiteY58" fmla="*/ 1050706 h 1342734"/>
              <a:gd name="connsiteX59" fmla="*/ 6926582 w 10678681"/>
              <a:gd name="connsiteY59" fmla="*/ 1043462 h 1342734"/>
              <a:gd name="connsiteX60" fmla="*/ 6833743 w 10678681"/>
              <a:gd name="connsiteY60" fmla="*/ 1027960 h 1342734"/>
              <a:gd name="connsiteX61" fmla="*/ 6687090 w 10678681"/>
              <a:gd name="connsiteY61" fmla="*/ 1063250 h 1342734"/>
              <a:gd name="connsiteX62" fmla="*/ 6431838 w 10678681"/>
              <a:gd name="connsiteY62" fmla="*/ 1063226 h 1342734"/>
              <a:gd name="connsiteX63" fmla="*/ 6327795 w 10678681"/>
              <a:gd name="connsiteY63" fmla="*/ 1088142 h 1342734"/>
              <a:gd name="connsiteX64" fmla="*/ 6136549 w 10678681"/>
              <a:gd name="connsiteY64" fmla="*/ 1100268 h 1342734"/>
              <a:gd name="connsiteX65" fmla="*/ 6004655 w 10678681"/>
              <a:gd name="connsiteY65" fmla="*/ 1114946 h 1342734"/>
              <a:gd name="connsiteX66" fmla="*/ 5936643 w 10678681"/>
              <a:gd name="connsiteY66" fmla="*/ 1095428 h 1342734"/>
              <a:gd name="connsiteX67" fmla="*/ 5912484 w 10678681"/>
              <a:gd name="connsiteY67" fmla="*/ 1112624 h 1342734"/>
              <a:gd name="connsiteX68" fmla="*/ 5908387 w 10678681"/>
              <a:gd name="connsiteY68" fmla="*/ 1116018 h 1342734"/>
              <a:gd name="connsiteX69" fmla="*/ 5890495 w 10678681"/>
              <a:gd name="connsiteY69" fmla="*/ 1120268 h 1342734"/>
              <a:gd name="connsiteX70" fmla="*/ 5887318 w 10678681"/>
              <a:gd name="connsiteY70" fmla="*/ 1133134 h 1342734"/>
              <a:gd name="connsiteX71" fmla="*/ 5861726 w 10678681"/>
              <a:gd name="connsiteY71" fmla="*/ 1147891 h 1342734"/>
              <a:gd name="connsiteX72" fmla="*/ 5805823 w 10678681"/>
              <a:gd name="connsiteY72" fmla="*/ 1152457 h 1342734"/>
              <a:gd name="connsiteX73" fmla="*/ 5689841 w 10678681"/>
              <a:gd name="connsiteY73" fmla="*/ 1176232 h 1342734"/>
              <a:gd name="connsiteX74" fmla="*/ 5605119 w 10678681"/>
              <a:gd name="connsiteY74" fmla="*/ 1190202 h 1342734"/>
              <a:gd name="connsiteX75" fmla="*/ 5488513 w 10678681"/>
              <a:gd name="connsiteY75" fmla="*/ 1205367 h 1342734"/>
              <a:gd name="connsiteX76" fmla="*/ 5402905 w 10678681"/>
              <a:gd name="connsiteY76" fmla="*/ 1241191 h 1342734"/>
              <a:gd name="connsiteX77" fmla="*/ 5285593 w 10678681"/>
              <a:gd name="connsiteY77" fmla="*/ 1273569 h 1342734"/>
              <a:gd name="connsiteX78" fmla="*/ 5192893 w 10678681"/>
              <a:gd name="connsiteY78" fmla="*/ 1247188 h 1342734"/>
              <a:gd name="connsiteX79" fmla="*/ 5186475 w 10678681"/>
              <a:gd name="connsiteY79" fmla="*/ 1257028 h 1342734"/>
              <a:gd name="connsiteX80" fmla="*/ 5126038 w 10678681"/>
              <a:gd name="connsiteY80" fmla="*/ 1263189 h 1342734"/>
              <a:gd name="connsiteX81" fmla="*/ 4894688 w 10678681"/>
              <a:gd name="connsiteY81" fmla="*/ 1247184 h 1342734"/>
              <a:gd name="connsiteX82" fmla="*/ 4788036 w 10678681"/>
              <a:gd name="connsiteY82" fmla="*/ 1238182 h 1342734"/>
              <a:gd name="connsiteX83" fmla="*/ 4747555 w 10678681"/>
              <a:gd name="connsiteY83" fmla="*/ 1252768 h 1342734"/>
              <a:gd name="connsiteX84" fmla="*/ 4679644 w 10678681"/>
              <a:gd name="connsiteY84" fmla="*/ 1276603 h 1342734"/>
              <a:gd name="connsiteX85" fmla="*/ 4632222 w 10678681"/>
              <a:gd name="connsiteY85" fmla="*/ 1318360 h 1342734"/>
              <a:gd name="connsiteX86" fmla="*/ 4617358 w 10678681"/>
              <a:gd name="connsiteY86" fmla="*/ 1327690 h 1342734"/>
              <a:gd name="connsiteX87" fmla="*/ 4589102 w 10678681"/>
              <a:gd name="connsiteY87" fmla="*/ 1321223 h 1342734"/>
              <a:gd name="connsiteX88" fmla="*/ 4578184 w 10678681"/>
              <a:gd name="connsiteY88" fmla="*/ 1326745 h 1342734"/>
              <a:gd name="connsiteX89" fmla="*/ 4574270 w 10678681"/>
              <a:gd name="connsiteY89" fmla="*/ 1325878 h 1342734"/>
              <a:gd name="connsiteX90" fmla="*/ 4564919 w 10678681"/>
              <a:gd name="connsiteY90" fmla="*/ 1325507 h 1342734"/>
              <a:gd name="connsiteX91" fmla="*/ 4566586 w 10678681"/>
              <a:gd name="connsiteY91" fmla="*/ 1316963 h 1342734"/>
              <a:gd name="connsiteX92" fmla="*/ 4556303 w 10678681"/>
              <a:gd name="connsiteY92" fmla="*/ 1300262 h 1342734"/>
              <a:gd name="connsiteX93" fmla="*/ 4502358 w 10678681"/>
              <a:gd name="connsiteY93" fmla="*/ 1302558 h 1342734"/>
              <a:gd name="connsiteX94" fmla="*/ 4498919 w 10678681"/>
              <a:gd name="connsiteY94" fmla="*/ 1312115 h 1342734"/>
              <a:gd name="connsiteX95" fmla="*/ 4492075 w 10678681"/>
              <a:gd name="connsiteY95" fmla="*/ 1313357 h 1342734"/>
              <a:gd name="connsiteX96" fmla="*/ 4487466 w 10678681"/>
              <a:gd name="connsiteY96" fmla="*/ 1304102 h 1342734"/>
              <a:gd name="connsiteX97" fmla="*/ 4398292 w 10678681"/>
              <a:gd name="connsiteY97" fmla="*/ 1278410 h 1342734"/>
              <a:gd name="connsiteX98" fmla="*/ 4306088 w 10678681"/>
              <a:gd name="connsiteY98" fmla="*/ 1282512 h 1342734"/>
              <a:gd name="connsiteX99" fmla="*/ 4188995 w 10678681"/>
              <a:gd name="connsiteY99" fmla="*/ 1296718 h 1342734"/>
              <a:gd name="connsiteX100" fmla="*/ 4136582 w 10678681"/>
              <a:gd name="connsiteY100" fmla="*/ 1287687 h 1342734"/>
              <a:gd name="connsiteX101" fmla="*/ 4064614 w 10678681"/>
              <a:gd name="connsiteY101" fmla="*/ 1296118 h 1342734"/>
              <a:gd name="connsiteX102" fmla="*/ 3900948 w 10678681"/>
              <a:gd name="connsiteY102" fmla="*/ 1322156 h 1342734"/>
              <a:gd name="connsiteX103" fmla="*/ 3787890 w 10678681"/>
              <a:gd name="connsiteY103" fmla="*/ 1322164 h 1342734"/>
              <a:gd name="connsiteX104" fmla="*/ 3745993 w 10678681"/>
              <a:gd name="connsiteY104" fmla="*/ 1342630 h 1342734"/>
              <a:gd name="connsiteX105" fmla="*/ 3675785 w 10678681"/>
              <a:gd name="connsiteY105" fmla="*/ 1326802 h 1342734"/>
              <a:gd name="connsiteX106" fmla="*/ 3623856 w 10678681"/>
              <a:gd name="connsiteY106" fmla="*/ 1290804 h 1342734"/>
              <a:gd name="connsiteX107" fmla="*/ 3564933 w 10678681"/>
              <a:gd name="connsiteY107" fmla="*/ 1287147 h 1342734"/>
              <a:gd name="connsiteX108" fmla="*/ 3550537 w 10678681"/>
              <a:gd name="connsiteY108" fmla="*/ 1317552 h 1342734"/>
              <a:gd name="connsiteX109" fmla="*/ 3487736 w 10678681"/>
              <a:gd name="connsiteY109" fmla="*/ 1303493 h 1342734"/>
              <a:gd name="connsiteX110" fmla="*/ 3392548 w 10678681"/>
              <a:gd name="connsiteY110" fmla="*/ 1278741 h 1342734"/>
              <a:gd name="connsiteX111" fmla="*/ 3337466 w 10678681"/>
              <a:gd name="connsiteY111" fmla="*/ 1272537 h 1342734"/>
              <a:gd name="connsiteX112" fmla="*/ 3175981 w 10678681"/>
              <a:gd name="connsiteY112" fmla="*/ 1208973 h 1342734"/>
              <a:gd name="connsiteX113" fmla="*/ 3036856 w 10678681"/>
              <a:gd name="connsiteY113" fmla="*/ 1214383 h 1342734"/>
              <a:gd name="connsiteX114" fmla="*/ 2824973 w 10678681"/>
              <a:gd name="connsiteY114" fmla="*/ 1134864 h 1342734"/>
              <a:gd name="connsiteX115" fmla="*/ 2804398 w 10678681"/>
              <a:gd name="connsiteY115" fmla="*/ 1125556 h 1342734"/>
              <a:gd name="connsiteX116" fmla="*/ 2736109 w 10678681"/>
              <a:gd name="connsiteY116" fmla="*/ 1137717 h 1342734"/>
              <a:gd name="connsiteX117" fmla="*/ 2659096 w 10678681"/>
              <a:gd name="connsiteY117" fmla="*/ 1150294 h 1342734"/>
              <a:gd name="connsiteX118" fmla="*/ 2567088 w 10678681"/>
              <a:gd name="connsiteY118" fmla="*/ 1181781 h 1342734"/>
              <a:gd name="connsiteX119" fmla="*/ 2454501 w 10678681"/>
              <a:gd name="connsiteY119" fmla="*/ 1155455 h 1342734"/>
              <a:gd name="connsiteX120" fmla="*/ 2385161 w 10678681"/>
              <a:gd name="connsiteY120" fmla="*/ 1161312 h 1342734"/>
              <a:gd name="connsiteX121" fmla="*/ 2273361 w 10678681"/>
              <a:gd name="connsiteY121" fmla="*/ 1134090 h 1342734"/>
              <a:gd name="connsiteX122" fmla="*/ 2132003 w 10678681"/>
              <a:gd name="connsiteY122" fmla="*/ 1139225 h 1342734"/>
              <a:gd name="connsiteX123" fmla="*/ 2041224 w 10678681"/>
              <a:gd name="connsiteY123" fmla="*/ 1147536 h 1342734"/>
              <a:gd name="connsiteX124" fmla="*/ 2010157 w 10678681"/>
              <a:gd name="connsiteY124" fmla="*/ 1152767 h 1342734"/>
              <a:gd name="connsiteX125" fmla="*/ 1859213 w 10678681"/>
              <a:gd name="connsiteY125" fmla="*/ 1199540 h 1342734"/>
              <a:gd name="connsiteX126" fmla="*/ 1735877 w 10678681"/>
              <a:gd name="connsiteY126" fmla="*/ 1246527 h 1342734"/>
              <a:gd name="connsiteX127" fmla="*/ 1705069 w 10678681"/>
              <a:gd name="connsiteY127" fmla="*/ 1251989 h 1342734"/>
              <a:gd name="connsiteX128" fmla="*/ 1307888 w 10678681"/>
              <a:gd name="connsiteY128" fmla="*/ 1283156 h 1342734"/>
              <a:gd name="connsiteX129" fmla="*/ 1220734 w 10678681"/>
              <a:gd name="connsiteY129" fmla="*/ 1257811 h 1342734"/>
              <a:gd name="connsiteX130" fmla="*/ 1021737 w 10678681"/>
              <a:gd name="connsiteY130" fmla="*/ 1238739 h 1342734"/>
              <a:gd name="connsiteX131" fmla="*/ 959820 w 10678681"/>
              <a:gd name="connsiteY131" fmla="*/ 1275863 h 1342734"/>
              <a:gd name="connsiteX132" fmla="*/ 929137 w 10678681"/>
              <a:gd name="connsiteY132" fmla="*/ 1273957 h 1342734"/>
              <a:gd name="connsiteX133" fmla="*/ 878849 w 10678681"/>
              <a:gd name="connsiteY133" fmla="*/ 1266740 h 1342734"/>
              <a:gd name="connsiteX134" fmla="*/ 800667 w 10678681"/>
              <a:gd name="connsiteY134" fmla="*/ 1282041 h 1342734"/>
              <a:gd name="connsiteX135" fmla="*/ 644906 w 10678681"/>
              <a:gd name="connsiteY135" fmla="*/ 1273685 h 1342734"/>
              <a:gd name="connsiteX136" fmla="*/ 379869 w 10678681"/>
              <a:gd name="connsiteY136" fmla="*/ 1339165 h 1342734"/>
              <a:gd name="connsiteX137" fmla="*/ 137696 w 10678681"/>
              <a:gd name="connsiteY137" fmla="*/ 1319217 h 1342734"/>
              <a:gd name="connsiteX138" fmla="*/ 54250 w 10678681"/>
              <a:gd name="connsiteY138" fmla="*/ 1315838 h 1342734"/>
              <a:gd name="connsiteX139" fmla="*/ 28042 w 10678681"/>
              <a:gd name="connsiteY139" fmla="*/ 1297822 h 1342734"/>
              <a:gd name="connsiteX140" fmla="*/ 0 w 10678681"/>
              <a:gd name="connsiteY140" fmla="*/ 1294612 h 1342734"/>
              <a:gd name="connsiteX141" fmla="*/ 0 w 10678681"/>
              <a:gd name="connsiteY141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6219 w 10678681"/>
              <a:gd name="connsiteY4" fmla="*/ 45588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41159 w 10678681"/>
              <a:gd name="connsiteY8" fmla="*/ 103824 h 1342734"/>
              <a:gd name="connsiteX9" fmla="*/ 10244930 w 10678681"/>
              <a:gd name="connsiteY9" fmla="*/ 9459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9929077 w 10678681"/>
              <a:gd name="connsiteY13" fmla="*/ 209062 h 1342734"/>
              <a:gd name="connsiteX14" fmla="*/ 9840045 w 10678681"/>
              <a:gd name="connsiteY14" fmla="*/ 223033 h 1342734"/>
              <a:gd name="connsiteX15" fmla="*/ 9679639 w 10678681"/>
              <a:gd name="connsiteY15" fmla="*/ 247182 h 1342734"/>
              <a:gd name="connsiteX16" fmla="*/ 9498347 w 10678681"/>
              <a:gd name="connsiteY16" fmla="*/ 244723 h 1342734"/>
              <a:gd name="connsiteX17" fmla="*/ 9366026 w 10678681"/>
              <a:gd name="connsiteY17" fmla="*/ 299024 h 1342734"/>
              <a:gd name="connsiteX18" fmla="*/ 9316702 w 10678681"/>
              <a:gd name="connsiteY18" fmla="*/ 356523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276883 w 10678681"/>
              <a:gd name="connsiteY30" fmla="*/ 588214 h 1342734"/>
              <a:gd name="connsiteX31" fmla="*/ 8086698 w 10678681"/>
              <a:gd name="connsiteY31" fmla="*/ 605185 h 1342734"/>
              <a:gd name="connsiteX32" fmla="*/ 7982378 w 10678681"/>
              <a:gd name="connsiteY32" fmla="*/ 629799 h 1342734"/>
              <a:gd name="connsiteX33" fmla="*/ 7947952 w 10678681"/>
              <a:gd name="connsiteY33" fmla="*/ 648003 h 1342734"/>
              <a:gd name="connsiteX34" fmla="*/ 7890112 w 10678681"/>
              <a:gd name="connsiteY34" fmla="*/ 677915 h 1342734"/>
              <a:gd name="connsiteX35" fmla="*/ 7853284 w 10678681"/>
              <a:gd name="connsiteY35" fmla="*/ 723588 h 1342734"/>
              <a:gd name="connsiteX36" fmla="*/ 7802383 w 10678681"/>
              <a:gd name="connsiteY36" fmla="*/ 739359 h 1342734"/>
              <a:gd name="connsiteX37" fmla="*/ 7730518 w 10678681"/>
              <a:gd name="connsiteY37" fmla="*/ 739526 h 1342734"/>
              <a:gd name="connsiteX38" fmla="*/ 7720084 w 10678681"/>
              <a:gd name="connsiteY38" fmla="*/ 760750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58094 w 10678681"/>
              <a:gd name="connsiteY45" fmla="*/ 990679 h 1342734"/>
              <a:gd name="connsiteX46" fmla="*/ 7257893 w 10678681"/>
              <a:gd name="connsiteY46" fmla="*/ 991204 h 1342734"/>
              <a:gd name="connsiteX47" fmla="*/ 7247153 w 10678681"/>
              <a:gd name="connsiteY47" fmla="*/ 991550 h 1342734"/>
              <a:gd name="connsiteX48" fmla="*/ 7193612 w 10678681"/>
              <a:gd name="connsiteY48" fmla="*/ 987042 h 1342734"/>
              <a:gd name="connsiteX49" fmla="*/ 7132632 w 10678681"/>
              <a:gd name="connsiteY49" fmla="*/ 1042036 h 1342734"/>
              <a:gd name="connsiteX50" fmla="*/ 7105610 w 10678681"/>
              <a:gd name="connsiteY50" fmla="*/ 1053537 h 1342734"/>
              <a:gd name="connsiteX51" fmla="*/ 7069148 w 10678681"/>
              <a:gd name="connsiteY51" fmla="*/ 1047163 h 1342734"/>
              <a:gd name="connsiteX52" fmla="*/ 7039634 w 10678681"/>
              <a:gd name="connsiteY52" fmla="*/ 1059971 h 1342734"/>
              <a:gd name="connsiteX53" fmla="*/ 7033445 w 10678681"/>
              <a:gd name="connsiteY53" fmla="*/ 1063314 h 1342734"/>
              <a:gd name="connsiteX54" fmla="*/ 6999157 w 10678681"/>
              <a:gd name="connsiteY54" fmla="*/ 1055282 h 1342734"/>
              <a:gd name="connsiteX55" fmla="*/ 6981874 w 10678681"/>
              <a:gd name="connsiteY55" fmla="*/ 1053827 h 1342734"/>
              <a:gd name="connsiteX56" fmla="*/ 6976102 w 10678681"/>
              <a:gd name="connsiteY56" fmla="*/ 1047854 h 1342734"/>
              <a:gd name="connsiteX57" fmla="*/ 6951040 w 10678681"/>
              <a:gd name="connsiteY57" fmla="*/ 1048531 h 1342734"/>
              <a:gd name="connsiteX58" fmla="*/ 6948497 w 10678681"/>
              <a:gd name="connsiteY58" fmla="*/ 1050706 h 1342734"/>
              <a:gd name="connsiteX59" fmla="*/ 6926582 w 10678681"/>
              <a:gd name="connsiteY59" fmla="*/ 1043462 h 1342734"/>
              <a:gd name="connsiteX60" fmla="*/ 6833743 w 10678681"/>
              <a:gd name="connsiteY60" fmla="*/ 1027960 h 1342734"/>
              <a:gd name="connsiteX61" fmla="*/ 6687090 w 10678681"/>
              <a:gd name="connsiteY61" fmla="*/ 1063250 h 1342734"/>
              <a:gd name="connsiteX62" fmla="*/ 6431838 w 10678681"/>
              <a:gd name="connsiteY62" fmla="*/ 1063226 h 1342734"/>
              <a:gd name="connsiteX63" fmla="*/ 6327795 w 10678681"/>
              <a:gd name="connsiteY63" fmla="*/ 1088142 h 1342734"/>
              <a:gd name="connsiteX64" fmla="*/ 6136549 w 10678681"/>
              <a:gd name="connsiteY64" fmla="*/ 1100268 h 1342734"/>
              <a:gd name="connsiteX65" fmla="*/ 6004655 w 10678681"/>
              <a:gd name="connsiteY65" fmla="*/ 1114946 h 1342734"/>
              <a:gd name="connsiteX66" fmla="*/ 5936643 w 10678681"/>
              <a:gd name="connsiteY66" fmla="*/ 1095428 h 1342734"/>
              <a:gd name="connsiteX67" fmla="*/ 5912484 w 10678681"/>
              <a:gd name="connsiteY67" fmla="*/ 1112624 h 1342734"/>
              <a:gd name="connsiteX68" fmla="*/ 5908387 w 10678681"/>
              <a:gd name="connsiteY68" fmla="*/ 1116018 h 1342734"/>
              <a:gd name="connsiteX69" fmla="*/ 5890495 w 10678681"/>
              <a:gd name="connsiteY69" fmla="*/ 1120268 h 1342734"/>
              <a:gd name="connsiteX70" fmla="*/ 5887318 w 10678681"/>
              <a:gd name="connsiteY70" fmla="*/ 1133134 h 1342734"/>
              <a:gd name="connsiteX71" fmla="*/ 5861726 w 10678681"/>
              <a:gd name="connsiteY71" fmla="*/ 1147891 h 1342734"/>
              <a:gd name="connsiteX72" fmla="*/ 5805823 w 10678681"/>
              <a:gd name="connsiteY72" fmla="*/ 1152457 h 1342734"/>
              <a:gd name="connsiteX73" fmla="*/ 5689841 w 10678681"/>
              <a:gd name="connsiteY73" fmla="*/ 1176232 h 1342734"/>
              <a:gd name="connsiteX74" fmla="*/ 5605119 w 10678681"/>
              <a:gd name="connsiteY74" fmla="*/ 1190202 h 1342734"/>
              <a:gd name="connsiteX75" fmla="*/ 5488513 w 10678681"/>
              <a:gd name="connsiteY75" fmla="*/ 1205367 h 1342734"/>
              <a:gd name="connsiteX76" fmla="*/ 5402905 w 10678681"/>
              <a:gd name="connsiteY76" fmla="*/ 1241191 h 1342734"/>
              <a:gd name="connsiteX77" fmla="*/ 5285593 w 10678681"/>
              <a:gd name="connsiteY77" fmla="*/ 1273569 h 1342734"/>
              <a:gd name="connsiteX78" fmla="*/ 5192893 w 10678681"/>
              <a:gd name="connsiteY78" fmla="*/ 1247188 h 1342734"/>
              <a:gd name="connsiteX79" fmla="*/ 5186475 w 10678681"/>
              <a:gd name="connsiteY79" fmla="*/ 1257028 h 1342734"/>
              <a:gd name="connsiteX80" fmla="*/ 5126038 w 10678681"/>
              <a:gd name="connsiteY80" fmla="*/ 1263189 h 1342734"/>
              <a:gd name="connsiteX81" fmla="*/ 4894688 w 10678681"/>
              <a:gd name="connsiteY81" fmla="*/ 1247184 h 1342734"/>
              <a:gd name="connsiteX82" fmla="*/ 4788036 w 10678681"/>
              <a:gd name="connsiteY82" fmla="*/ 1238182 h 1342734"/>
              <a:gd name="connsiteX83" fmla="*/ 4747555 w 10678681"/>
              <a:gd name="connsiteY83" fmla="*/ 1252768 h 1342734"/>
              <a:gd name="connsiteX84" fmla="*/ 4679644 w 10678681"/>
              <a:gd name="connsiteY84" fmla="*/ 1276603 h 1342734"/>
              <a:gd name="connsiteX85" fmla="*/ 4632222 w 10678681"/>
              <a:gd name="connsiteY85" fmla="*/ 1318360 h 1342734"/>
              <a:gd name="connsiteX86" fmla="*/ 4617358 w 10678681"/>
              <a:gd name="connsiteY86" fmla="*/ 1327690 h 1342734"/>
              <a:gd name="connsiteX87" fmla="*/ 4589102 w 10678681"/>
              <a:gd name="connsiteY87" fmla="*/ 1321223 h 1342734"/>
              <a:gd name="connsiteX88" fmla="*/ 4578184 w 10678681"/>
              <a:gd name="connsiteY88" fmla="*/ 1326745 h 1342734"/>
              <a:gd name="connsiteX89" fmla="*/ 4564919 w 10678681"/>
              <a:gd name="connsiteY89" fmla="*/ 1325507 h 1342734"/>
              <a:gd name="connsiteX90" fmla="*/ 4566586 w 10678681"/>
              <a:gd name="connsiteY90" fmla="*/ 1316963 h 1342734"/>
              <a:gd name="connsiteX91" fmla="*/ 4556303 w 10678681"/>
              <a:gd name="connsiteY91" fmla="*/ 1300262 h 1342734"/>
              <a:gd name="connsiteX92" fmla="*/ 4502358 w 10678681"/>
              <a:gd name="connsiteY92" fmla="*/ 1302558 h 1342734"/>
              <a:gd name="connsiteX93" fmla="*/ 4498919 w 10678681"/>
              <a:gd name="connsiteY93" fmla="*/ 1312115 h 1342734"/>
              <a:gd name="connsiteX94" fmla="*/ 4492075 w 10678681"/>
              <a:gd name="connsiteY94" fmla="*/ 1313357 h 1342734"/>
              <a:gd name="connsiteX95" fmla="*/ 4487466 w 10678681"/>
              <a:gd name="connsiteY95" fmla="*/ 1304102 h 1342734"/>
              <a:gd name="connsiteX96" fmla="*/ 4398292 w 10678681"/>
              <a:gd name="connsiteY96" fmla="*/ 1278410 h 1342734"/>
              <a:gd name="connsiteX97" fmla="*/ 4306088 w 10678681"/>
              <a:gd name="connsiteY97" fmla="*/ 1282512 h 1342734"/>
              <a:gd name="connsiteX98" fmla="*/ 4188995 w 10678681"/>
              <a:gd name="connsiteY98" fmla="*/ 1296718 h 1342734"/>
              <a:gd name="connsiteX99" fmla="*/ 4136582 w 10678681"/>
              <a:gd name="connsiteY99" fmla="*/ 1287687 h 1342734"/>
              <a:gd name="connsiteX100" fmla="*/ 4064614 w 10678681"/>
              <a:gd name="connsiteY100" fmla="*/ 1296118 h 1342734"/>
              <a:gd name="connsiteX101" fmla="*/ 3900948 w 10678681"/>
              <a:gd name="connsiteY101" fmla="*/ 1322156 h 1342734"/>
              <a:gd name="connsiteX102" fmla="*/ 3787890 w 10678681"/>
              <a:gd name="connsiteY102" fmla="*/ 1322164 h 1342734"/>
              <a:gd name="connsiteX103" fmla="*/ 3745993 w 10678681"/>
              <a:gd name="connsiteY103" fmla="*/ 1342630 h 1342734"/>
              <a:gd name="connsiteX104" fmla="*/ 3675785 w 10678681"/>
              <a:gd name="connsiteY104" fmla="*/ 1326802 h 1342734"/>
              <a:gd name="connsiteX105" fmla="*/ 3623856 w 10678681"/>
              <a:gd name="connsiteY105" fmla="*/ 1290804 h 1342734"/>
              <a:gd name="connsiteX106" fmla="*/ 3564933 w 10678681"/>
              <a:gd name="connsiteY106" fmla="*/ 1287147 h 1342734"/>
              <a:gd name="connsiteX107" fmla="*/ 3550537 w 10678681"/>
              <a:gd name="connsiteY107" fmla="*/ 1317552 h 1342734"/>
              <a:gd name="connsiteX108" fmla="*/ 3487736 w 10678681"/>
              <a:gd name="connsiteY108" fmla="*/ 1303493 h 1342734"/>
              <a:gd name="connsiteX109" fmla="*/ 3392548 w 10678681"/>
              <a:gd name="connsiteY109" fmla="*/ 1278741 h 1342734"/>
              <a:gd name="connsiteX110" fmla="*/ 3337466 w 10678681"/>
              <a:gd name="connsiteY110" fmla="*/ 1272537 h 1342734"/>
              <a:gd name="connsiteX111" fmla="*/ 3175981 w 10678681"/>
              <a:gd name="connsiteY111" fmla="*/ 1208973 h 1342734"/>
              <a:gd name="connsiteX112" fmla="*/ 3036856 w 10678681"/>
              <a:gd name="connsiteY112" fmla="*/ 1214383 h 1342734"/>
              <a:gd name="connsiteX113" fmla="*/ 2824973 w 10678681"/>
              <a:gd name="connsiteY113" fmla="*/ 1134864 h 1342734"/>
              <a:gd name="connsiteX114" fmla="*/ 2804398 w 10678681"/>
              <a:gd name="connsiteY114" fmla="*/ 1125556 h 1342734"/>
              <a:gd name="connsiteX115" fmla="*/ 2736109 w 10678681"/>
              <a:gd name="connsiteY115" fmla="*/ 1137717 h 1342734"/>
              <a:gd name="connsiteX116" fmla="*/ 2659096 w 10678681"/>
              <a:gd name="connsiteY116" fmla="*/ 1150294 h 1342734"/>
              <a:gd name="connsiteX117" fmla="*/ 2567088 w 10678681"/>
              <a:gd name="connsiteY117" fmla="*/ 1181781 h 1342734"/>
              <a:gd name="connsiteX118" fmla="*/ 2454501 w 10678681"/>
              <a:gd name="connsiteY118" fmla="*/ 1155455 h 1342734"/>
              <a:gd name="connsiteX119" fmla="*/ 2385161 w 10678681"/>
              <a:gd name="connsiteY119" fmla="*/ 1161312 h 1342734"/>
              <a:gd name="connsiteX120" fmla="*/ 2273361 w 10678681"/>
              <a:gd name="connsiteY120" fmla="*/ 1134090 h 1342734"/>
              <a:gd name="connsiteX121" fmla="*/ 2132003 w 10678681"/>
              <a:gd name="connsiteY121" fmla="*/ 1139225 h 1342734"/>
              <a:gd name="connsiteX122" fmla="*/ 2041224 w 10678681"/>
              <a:gd name="connsiteY122" fmla="*/ 1147536 h 1342734"/>
              <a:gd name="connsiteX123" fmla="*/ 2010157 w 10678681"/>
              <a:gd name="connsiteY123" fmla="*/ 1152767 h 1342734"/>
              <a:gd name="connsiteX124" fmla="*/ 1859213 w 10678681"/>
              <a:gd name="connsiteY124" fmla="*/ 1199540 h 1342734"/>
              <a:gd name="connsiteX125" fmla="*/ 1735877 w 10678681"/>
              <a:gd name="connsiteY125" fmla="*/ 1246527 h 1342734"/>
              <a:gd name="connsiteX126" fmla="*/ 1705069 w 10678681"/>
              <a:gd name="connsiteY126" fmla="*/ 1251989 h 1342734"/>
              <a:gd name="connsiteX127" fmla="*/ 1307888 w 10678681"/>
              <a:gd name="connsiteY127" fmla="*/ 1283156 h 1342734"/>
              <a:gd name="connsiteX128" fmla="*/ 1220734 w 10678681"/>
              <a:gd name="connsiteY128" fmla="*/ 1257811 h 1342734"/>
              <a:gd name="connsiteX129" fmla="*/ 1021737 w 10678681"/>
              <a:gd name="connsiteY129" fmla="*/ 1238739 h 1342734"/>
              <a:gd name="connsiteX130" fmla="*/ 959820 w 10678681"/>
              <a:gd name="connsiteY130" fmla="*/ 1275863 h 1342734"/>
              <a:gd name="connsiteX131" fmla="*/ 929137 w 10678681"/>
              <a:gd name="connsiteY131" fmla="*/ 1273957 h 1342734"/>
              <a:gd name="connsiteX132" fmla="*/ 878849 w 10678681"/>
              <a:gd name="connsiteY132" fmla="*/ 1266740 h 1342734"/>
              <a:gd name="connsiteX133" fmla="*/ 800667 w 10678681"/>
              <a:gd name="connsiteY133" fmla="*/ 1282041 h 1342734"/>
              <a:gd name="connsiteX134" fmla="*/ 644906 w 10678681"/>
              <a:gd name="connsiteY134" fmla="*/ 1273685 h 1342734"/>
              <a:gd name="connsiteX135" fmla="*/ 379869 w 10678681"/>
              <a:gd name="connsiteY135" fmla="*/ 1339165 h 1342734"/>
              <a:gd name="connsiteX136" fmla="*/ 137696 w 10678681"/>
              <a:gd name="connsiteY136" fmla="*/ 1319217 h 1342734"/>
              <a:gd name="connsiteX137" fmla="*/ 54250 w 10678681"/>
              <a:gd name="connsiteY137" fmla="*/ 1315838 h 1342734"/>
              <a:gd name="connsiteX138" fmla="*/ 28042 w 10678681"/>
              <a:gd name="connsiteY138" fmla="*/ 1297822 h 1342734"/>
              <a:gd name="connsiteX139" fmla="*/ 0 w 10678681"/>
              <a:gd name="connsiteY139" fmla="*/ 1294612 h 1342734"/>
              <a:gd name="connsiteX140" fmla="*/ 0 w 10678681"/>
              <a:gd name="connsiteY140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6219 w 10678681"/>
              <a:gd name="connsiteY4" fmla="*/ 45588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41159 w 10678681"/>
              <a:gd name="connsiteY8" fmla="*/ 103824 h 1342734"/>
              <a:gd name="connsiteX9" fmla="*/ 10244930 w 10678681"/>
              <a:gd name="connsiteY9" fmla="*/ 9459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9929077 w 10678681"/>
              <a:gd name="connsiteY13" fmla="*/ 209062 h 1342734"/>
              <a:gd name="connsiteX14" fmla="*/ 9840045 w 10678681"/>
              <a:gd name="connsiteY14" fmla="*/ 223033 h 1342734"/>
              <a:gd name="connsiteX15" fmla="*/ 9679639 w 10678681"/>
              <a:gd name="connsiteY15" fmla="*/ 247182 h 1342734"/>
              <a:gd name="connsiteX16" fmla="*/ 9498347 w 10678681"/>
              <a:gd name="connsiteY16" fmla="*/ 244723 h 1342734"/>
              <a:gd name="connsiteX17" fmla="*/ 9366026 w 10678681"/>
              <a:gd name="connsiteY17" fmla="*/ 299024 h 1342734"/>
              <a:gd name="connsiteX18" fmla="*/ 9316702 w 10678681"/>
              <a:gd name="connsiteY18" fmla="*/ 356523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276883 w 10678681"/>
              <a:gd name="connsiteY30" fmla="*/ 588214 h 1342734"/>
              <a:gd name="connsiteX31" fmla="*/ 8086698 w 10678681"/>
              <a:gd name="connsiteY31" fmla="*/ 605185 h 1342734"/>
              <a:gd name="connsiteX32" fmla="*/ 7982378 w 10678681"/>
              <a:gd name="connsiteY32" fmla="*/ 629799 h 1342734"/>
              <a:gd name="connsiteX33" fmla="*/ 7947952 w 10678681"/>
              <a:gd name="connsiteY33" fmla="*/ 648003 h 1342734"/>
              <a:gd name="connsiteX34" fmla="*/ 7890112 w 10678681"/>
              <a:gd name="connsiteY34" fmla="*/ 677915 h 1342734"/>
              <a:gd name="connsiteX35" fmla="*/ 7853284 w 10678681"/>
              <a:gd name="connsiteY35" fmla="*/ 723588 h 1342734"/>
              <a:gd name="connsiteX36" fmla="*/ 7802383 w 10678681"/>
              <a:gd name="connsiteY36" fmla="*/ 739359 h 1342734"/>
              <a:gd name="connsiteX37" fmla="*/ 7730518 w 10678681"/>
              <a:gd name="connsiteY37" fmla="*/ 739526 h 1342734"/>
              <a:gd name="connsiteX38" fmla="*/ 7720084 w 10678681"/>
              <a:gd name="connsiteY38" fmla="*/ 760750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58094 w 10678681"/>
              <a:gd name="connsiteY45" fmla="*/ 990679 h 1342734"/>
              <a:gd name="connsiteX46" fmla="*/ 7257893 w 10678681"/>
              <a:gd name="connsiteY46" fmla="*/ 991204 h 1342734"/>
              <a:gd name="connsiteX47" fmla="*/ 7247153 w 10678681"/>
              <a:gd name="connsiteY47" fmla="*/ 991550 h 1342734"/>
              <a:gd name="connsiteX48" fmla="*/ 7193612 w 10678681"/>
              <a:gd name="connsiteY48" fmla="*/ 987042 h 1342734"/>
              <a:gd name="connsiteX49" fmla="*/ 7132632 w 10678681"/>
              <a:gd name="connsiteY49" fmla="*/ 1042036 h 1342734"/>
              <a:gd name="connsiteX50" fmla="*/ 7105610 w 10678681"/>
              <a:gd name="connsiteY50" fmla="*/ 1053537 h 1342734"/>
              <a:gd name="connsiteX51" fmla="*/ 7069148 w 10678681"/>
              <a:gd name="connsiteY51" fmla="*/ 1047163 h 1342734"/>
              <a:gd name="connsiteX52" fmla="*/ 7039634 w 10678681"/>
              <a:gd name="connsiteY52" fmla="*/ 1059971 h 1342734"/>
              <a:gd name="connsiteX53" fmla="*/ 7033445 w 10678681"/>
              <a:gd name="connsiteY53" fmla="*/ 1063314 h 1342734"/>
              <a:gd name="connsiteX54" fmla="*/ 6999157 w 10678681"/>
              <a:gd name="connsiteY54" fmla="*/ 1055282 h 1342734"/>
              <a:gd name="connsiteX55" fmla="*/ 6981874 w 10678681"/>
              <a:gd name="connsiteY55" fmla="*/ 1053827 h 1342734"/>
              <a:gd name="connsiteX56" fmla="*/ 6976102 w 10678681"/>
              <a:gd name="connsiteY56" fmla="*/ 1047854 h 1342734"/>
              <a:gd name="connsiteX57" fmla="*/ 6951040 w 10678681"/>
              <a:gd name="connsiteY57" fmla="*/ 1048531 h 1342734"/>
              <a:gd name="connsiteX58" fmla="*/ 6948497 w 10678681"/>
              <a:gd name="connsiteY58" fmla="*/ 1050706 h 1342734"/>
              <a:gd name="connsiteX59" fmla="*/ 6926582 w 10678681"/>
              <a:gd name="connsiteY59" fmla="*/ 1043462 h 1342734"/>
              <a:gd name="connsiteX60" fmla="*/ 6833743 w 10678681"/>
              <a:gd name="connsiteY60" fmla="*/ 1027960 h 1342734"/>
              <a:gd name="connsiteX61" fmla="*/ 6687090 w 10678681"/>
              <a:gd name="connsiteY61" fmla="*/ 1063250 h 1342734"/>
              <a:gd name="connsiteX62" fmla="*/ 6431838 w 10678681"/>
              <a:gd name="connsiteY62" fmla="*/ 1063226 h 1342734"/>
              <a:gd name="connsiteX63" fmla="*/ 6327795 w 10678681"/>
              <a:gd name="connsiteY63" fmla="*/ 1088142 h 1342734"/>
              <a:gd name="connsiteX64" fmla="*/ 6136549 w 10678681"/>
              <a:gd name="connsiteY64" fmla="*/ 1100268 h 1342734"/>
              <a:gd name="connsiteX65" fmla="*/ 6004655 w 10678681"/>
              <a:gd name="connsiteY65" fmla="*/ 1114946 h 1342734"/>
              <a:gd name="connsiteX66" fmla="*/ 5936643 w 10678681"/>
              <a:gd name="connsiteY66" fmla="*/ 1095428 h 1342734"/>
              <a:gd name="connsiteX67" fmla="*/ 5912484 w 10678681"/>
              <a:gd name="connsiteY67" fmla="*/ 1112624 h 1342734"/>
              <a:gd name="connsiteX68" fmla="*/ 5908387 w 10678681"/>
              <a:gd name="connsiteY68" fmla="*/ 1116018 h 1342734"/>
              <a:gd name="connsiteX69" fmla="*/ 5890495 w 10678681"/>
              <a:gd name="connsiteY69" fmla="*/ 1120268 h 1342734"/>
              <a:gd name="connsiteX70" fmla="*/ 5887318 w 10678681"/>
              <a:gd name="connsiteY70" fmla="*/ 1133134 h 1342734"/>
              <a:gd name="connsiteX71" fmla="*/ 5861726 w 10678681"/>
              <a:gd name="connsiteY71" fmla="*/ 1147891 h 1342734"/>
              <a:gd name="connsiteX72" fmla="*/ 5805823 w 10678681"/>
              <a:gd name="connsiteY72" fmla="*/ 1152457 h 1342734"/>
              <a:gd name="connsiteX73" fmla="*/ 5689841 w 10678681"/>
              <a:gd name="connsiteY73" fmla="*/ 1176232 h 1342734"/>
              <a:gd name="connsiteX74" fmla="*/ 5605119 w 10678681"/>
              <a:gd name="connsiteY74" fmla="*/ 1190202 h 1342734"/>
              <a:gd name="connsiteX75" fmla="*/ 5488513 w 10678681"/>
              <a:gd name="connsiteY75" fmla="*/ 1205367 h 1342734"/>
              <a:gd name="connsiteX76" fmla="*/ 5402905 w 10678681"/>
              <a:gd name="connsiteY76" fmla="*/ 1241191 h 1342734"/>
              <a:gd name="connsiteX77" fmla="*/ 5285593 w 10678681"/>
              <a:gd name="connsiteY77" fmla="*/ 1273569 h 1342734"/>
              <a:gd name="connsiteX78" fmla="*/ 5192893 w 10678681"/>
              <a:gd name="connsiteY78" fmla="*/ 1247188 h 1342734"/>
              <a:gd name="connsiteX79" fmla="*/ 5186475 w 10678681"/>
              <a:gd name="connsiteY79" fmla="*/ 1257028 h 1342734"/>
              <a:gd name="connsiteX80" fmla="*/ 5126038 w 10678681"/>
              <a:gd name="connsiteY80" fmla="*/ 1263189 h 1342734"/>
              <a:gd name="connsiteX81" fmla="*/ 4894688 w 10678681"/>
              <a:gd name="connsiteY81" fmla="*/ 1247184 h 1342734"/>
              <a:gd name="connsiteX82" fmla="*/ 4788036 w 10678681"/>
              <a:gd name="connsiteY82" fmla="*/ 1238182 h 1342734"/>
              <a:gd name="connsiteX83" fmla="*/ 4747555 w 10678681"/>
              <a:gd name="connsiteY83" fmla="*/ 1252768 h 1342734"/>
              <a:gd name="connsiteX84" fmla="*/ 4679644 w 10678681"/>
              <a:gd name="connsiteY84" fmla="*/ 1276603 h 1342734"/>
              <a:gd name="connsiteX85" fmla="*/ 4632222 w 10678681"/>
              <a:gd name="connsiteY85" fmla="*/ 1318360 h 1342734"/>
              <a:gd name="connsiteX86" fmla="*/ 4617358 w 10678681"/>
              <a:gd name="connsiteY86" fmla="*/ 1327690 h 1342734"/>
              <a:gd name="connsiteX87" fmla="*/ 4578184 w 10678681"/>
              <a:gd name="connsiteY87" fmla="*/ 1326745 h 1342734"/>
              <a:gd name="connsiteX88" fmla="*/ 4564919 w 10678681"/>
              <a:gd name="connsiteY88" fmla="*/ 1325507 h 1342734"/>
              <a:gd name="connsiteX89" fmla="*/ 4566586 w 10678681"/>
              <a:gd name="connsiteY89" fmla="*/ 1316963 h 1342734"/>
              <a:gd name="connsiteX90" fmla="*/ 4556303 w 10678681"/>
              <a:gd name="connsiteY90" fmla="*/ 1300262 h 1342734"/>
              <a:gd name="connsiteX91" fmla="*/ 4502358 w 10678681"/>
              <a:gd name="connsiteY91" fmla="*/ 1302558 h 1342734"/>
              <a:gd name="connsiteX92" fmla="*/ 4498919 w 10678681"/>
              <a:gd name="connsiteY92" fmla="*/ 1312115 h 1342734"/>
              <a:gd name="connsiteX93" fmla="*/ 4492075 w 10678681"/>
              <a:gd name="connsiteY93" fmla="*/ 1313357 h 1342734"/>
              <a:gd name="connsiteX94" fmla="*/ 4487466 w 10678681"/>
              <a:gd name="connsiteY94" fmla="*/ 1304102 h 1342734"/>
              <a:gd name="connsiteX95" fmla="*/ 4398292 w 10678681"/>
              <a:gd name="connsiteY95" fmla="*/ 1278410 h 1342734"/>
              <a:gd name="connsiteX96" fmla="*/ 4306088 w 10678681"/>
              <a:gd name="connsiteY96" fmla="*/ 1282512 h 1342734"/>
              <a:gd name="connsiteX97" fmla="*/ 4188995 w 10678681"/>
              <a:gd name="connsiteY97" fmla="*/ 1296718 h 1342734"/>
              <a:gd name="connsiteX98" fmla="*/ 4136582 w 10678681"/>
              <a:gd name="connsiteY98" fmla="*/ 1287687 h 1342734"/>
              <a:gd name="connsiteX99" fmla="*/ 4064614 w 10678681"/>
              <a:gd name="connsiteY99" fmla="*/ 1296118 h 1342734"/>
              <a:gd name="connsiteX100" fmla="*/ 3900948 w 10678681"/>
              <a:gd name="connsiteY100" fmla="*/ 1322156 h 1342734"/>
              <a:gd name="connsiteX101" fmla="*/ 3787890 w 10678681"/>
              <a:gd name="connsiteY101" fmla="*/ 1322164 h 1342734"/>
              <a:gd name="connsiteX102" fmla="*/ 3745993 w 10678681"/>
              <a:gd name="connsiteY102" fmla="*/ 1342630 h 1342734"/>
              <a:gd name="connsiteX103" fmla="*/ 3675785 w 10678681"/>
              <a:gd name="connsiteY103" fmla="*/ 1326802 h 1342734"/>
              <a:gd name="connsiteX104" fmla="*/ 3623856 w 10678681"/>
              <a:gd name="connsiteY104" fmla="*/ 1290804 h 1342734"/>
              <a:gd name="connsiteX105" fmla="*/ 3564933 w 10678681"/>
              <a:gd name="connsiteY105" fmla="*/ 1287147 h 1342734"/>
              <a:gd name="connsiteX106" fmla="*/ 3550537 w 10678681"/>
              <a:gd name="connsiteY106" fmla="*/ 1317552 h 1342734"/>
              <a:gd name="connsiteX107" fmla="*/ 3487736 w 10678681"/>
              <a:gd name="connsiteY107" fmla="*/ 1303493 h 1342734"/>
              <a:gd name="connsiteX108" fmla="*/ 3392548 w 10678681"/>
              <a:gd name="connsiteY108" fmla="*/ 1278741 h 1342734"/>
              <a:gd name="connsiteX109" fmla="*/ 3337466 w 10678681"/>
              <a:gd name="connsiteY109" fmla="*/ 1272537 h 1342734"/>
              <a:gd name="connsiteX110" fmla="*/ 3175981 w 10678681"/>
              <a:gd name="connsiteY110" fmla="*/ 1208973 h 1342734"/>
              <a:gd name="connsiteX111" fmla="*/ 3036856 w 10678681"/>
              <a:gd name="connsiteY111" fmla="*/ 1214383 h 1342734"/>
              <a:gd name="connsiteX112" fmla="*/ 2824973 w 10678681"/>
              <a:gd name="connsiteY112" fmla="*/ 1134864 h 1342734"/>
              <a:gd name="connsiteX113" fmla="*/ 2804398 w 10678681"/>
              <a:gd name="connsiteY113" fmla="*/ 1125556 h 1342734"/>
              <a:gd name="connsiteX114" fmla="*/ 2736109 w 10678681"/>
              <a:gd name="connsiteY114" fmla="*/ 1137717 h 1342734"/>
              <a:gd name="connsiteX115" fmla="*/ 2659096 w 10678681"/>
              <a:gd name="connsiteY115" fmla="*/ 1150294 h 1342734"/>
              <a:gd name="connsiteX116" fmla="*/ 2567088 w 10678681"/>
              <a:gd name="connsiteY116" fmla="*/ 1181781 h 1342734"/>
              <a:gd name="connsiteX117" fmla="*/ 2454501 w 10678681"/>
              <a:gd name="connsiteY117" fmla="*/ 1155455 h 1342734"/>
              <a:gd name="connsiteX118" fmla="*/ 2385161 w 10678681"/>
              <a:gd name="connsiteY118" fmla="*/ 1161312 h 1342734"/>
              <a:gd name="connsiteX119" fmla="*/ 2273361 w 10678681"/>
              <a:gd name="connsiteY119" fmla="*/ 1134090 h 1342734"/>
              <a:gd name="connsiteX120" fmla="*/ 2132003 w 10678681"/>
              <a:gd name="connsiteY120" fmla="*/ 1139225 h 1342734"/>
              <a:gd name="connsiteX121" fmla="*/ 2041224 w 10678681"/>
              <a:gd name="connsiteY121" fmla="*/ 1147536 h 1342734"/>
              <a:gd name="connsiteX122" fmla="*/ 2010157 w 10678681"/>
              <a:gd name="connsiteY122" fmla="*/ 1152767 h 1342734"/>
              <a:gd name="connsiteX123" fmla="*/ 1859213 w 10678681"/>
              <a:gd name="connsiteY123" fmla="*/ 1199540 h 1342734"/>
              <a:gd name="connsiteX124" fmla="*/ 1735877 w 10678681"/>
              <a:gd name="connsiteY124" fmla="*/ 1246527 h 1342734"/>
              <a:gd name="connsiteX125" fmla="*/ 1705069 w 10678681"/>
              <a:gd name="connsiteY125" fmla="*/ 1251989 h 1342734"/>
              <a:gd name="connsiteX126" fmla="*/ 1307888 w 10678681"/>
              <a:gd name="connsiteY126" fmla="*/ 1283156 h 1342734"/>
              <a:gd name="connsiteX127" fmla="*/ 1220734 w 10678681"/>
              <a:gd name="connsiteY127" fmla="*/ 1257811 h 1342734"/>
              <a:gd name="connsiteX128" fmla="*/ 1021737 w 10678681"/>
              <a:gd name="connsiteY128" fmla="*/ 1238739 h 1342734"/>
              <a:gd name="connsiteX129" fmla="*/ 959820 w 10678681"/>
              <a:gd name="connsiteY129" fmla="*/ 1275863 h 1342734"/>
              <a:gd name="connsiteX130" fmla="*/ 929137 w 10678681"/>
              <a:gd name="connsiteY130" fmla="*/ 1273957 h 1342734"/>
              <a:gd name="connsiteX131" fmla="*/ 878849 w 10678681"/>
              <a:gd name="connsiteY131" fmla="*/ 1266740 h 1342734"/>
              <a:gd name="connsiteX132" fmla="*/ 800667 w 10678681"/>
              <a:gd name="connsiteY132" fmla="*/ 1282041 h 1342734"/>
              <a:gd name="connsiteX133" fmla="*/ 644906 w 10678681"/>
              <a:gd name="connsiteY133" fmla="*/ 1273685 h 1342734"/>
              <a:gd name="connsiteX134" fmla="*/ 379869 w 10678681"/>
              <a:gd name="connsiteY134" fmla="*/ 1339165 h 1342734"/>
              <a:gd name="connsiteX135" fmla="*/ 137696 w 10678681"/>
              <a:gd name="connsiteY135" fmla="*/ 1319217 h 1342734"/>
              <a:gd name="connsiteX136" fmla="*/ 54250 w 10678681"/>
              <a:gd name="connsiteY136" fmla="*/ 1315838 h 1342734"/>
              <a:gd name="connsiteX137" fmla="*/ 28042 w 10678681"/>
              <a:gd name="connsiteY137" fmla="*/ 1297822 h 1342734"/>
              <a:gd name="connsiteX138" fmla="*/ 0 w 10678681"/>
              <a:gd name="connsiteY138" fmla="*/ 1294612 h 1342734"/>
              <a:gd name="connsiteX139" fmla="*/ 0 w 10678681"/>
              <a:gd name="connsiteY139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6219 w 10678681"/>
              <a:gd name="connsiteY4" fmla="*/ 45588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41159 w 10678681"/>
              <a:gd name="connsiteY8" fmla="*/ 103824 h 1342734"/>
              <a:gd name="connsiteX9" fmla="*/ 10244930 w 10678681"/>
              <a:gd name="connsiteY9" fmla="*/ 9459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9929077 w 10678681"/>
              <a:gd name="connsiteY13" fmla="*/ 209062 h 1342734"/>
              <a:gd name="connsiteX14" fmla="*/ 9840045 w 10678681"/>
              <a:gd name="connsiteY14" fmla="*/ 223033 h 1342734"/>
              <a:gd name="connsiteX15" fmla="*/ 9679639 w 10678681"/>
              <a:gd name="connsiteY15" fmla="*/ 247182 h 1342734"/>
              <a:gd name="connsiteX16" fmla="*/ 9498347 w 10678681"/>
              <a:gd name="connsiteY16" fmla="*/ 244723 h 1342734"/>
              <a:gd name="connsiteX17" fmla="*/ 9366026 w 10678681"/>
              <a:gd name="connsiteY17" fmla="*/ 299024 h 1342734"/>
              <a:gd name="connsiteX18" fmla="*/ 9316702 w 10678681"/>
              <a:gd name="connsiteY18" fmla="*/ 356523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276883 w 10678681"/>
              <a:gd name="connsiteY30" fmla="*/ 588214 h 1342734"/>
              <a:gd name="connsiteX31" fmla="*/ 8086698 w 10678681"/>
              <a:gd name="connsiteY31" fmla="*/ 605185 h 1342734"/>
              <a:gd name="connsiteX32" fmla="*/ 7982378 w 10678681"/>
              <a:gd name="connsiteY32" fmla="*/ 629799 h 1342734"/>
              <a:gd name="connsiteX33" fmla="*/ 7947952 w 10678681"/>
              <a:gd name="connsiteY33" fmla="*/ 648003 h 1342734"/>
              <a:gd name="connsiteX34" fmla="*/ 7890112 w 10678681"/>
              <a:gd name="connsiteY34" fmla="*/ 677915 h 1342734"/>
              <a:gd name="connsiteX35" fmla="*/ 7853284 w 10678681"/>
              <a:gd name="connsiteY35" fmla="*/ 723588 h 1342734"/>
              <a:gd name="connsiteX36" fmla="*/ 7802383 w 10678681"/>
              <a:gd name="connsiteY36" fmla="*/ 739359 h 1342734"/>
              <a:gd name="connsiteX37" fmla="*/ 7730518 w 10678681"/>
              <a:gd name="connsiteY37" fmla="*/ 739526 h 1342734"/>
              <a:gd name="connsiteX38" fmla="*/ 7720084 w 10678681"/>
              <a:gd name="connsiteY38" fmla="*/ 760750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58094 w 10678681"/>
              <a:gd name="connsiteY45" fmla="*/ 990679 h 1342734"/>
              <a:gd name="connsiteX46" fmla="*/ 7257893 w 10678681"/>
              <a:gd name="connsiteY46" fmla="*/ 991204 h 1342734"/>
              <a:gd name="connsiteX47" fmla="*/ 7247153 w 10678681"/>
              <a:gd name="connsiteY47" fmla="*/ 991550 h 1342734"/>
              <a:gd name="connsiteX48" fmla="*/ 7193612 w 10678681"/>
              <a:gd name="connsiteY48" fmla="*/ 987042 h 1342734"/>
              <a:gd name="connsiteX49" fmla="*/ 7132632 w 10678681"/>
              <a:gd name="connsiteY49" fmla="*/ 1042036 h 1342734"/>
              <a:gd name="connsiteX50" fmla="*/ 7105610 w 10678681"/>
              <a:gd name="connsiteY50" fmla="*/ 1053537 h 1342734"/>
              <a:gd name="connsiteX51" fmla="*/ 7069148 w 10678681"/>
              <a:gd name="connsiteY51" fmla="*/ 1047163 h 1342734"/>
              <a:gd name="connsiteX52" fmla="*/ 7039634 w 10678681"/>
              <a:gd name="connsiteY52" fmla="*/ 1059971 h 1342734"/>
              <a:gd name="connsiteX53" fmla="*/ 7033445 w 10678681"/>
              <a:gd name="connsiteY53" fmla="*/ 1063314 h 1342734"/>
              <a:gd name="connsiteX54" fmla="*/ 6999157 w 10678681"/>
              <a:gd name="connsiteY54" fmla="*/ 1055282 h 1342734"/>
              <a:gd name="connsiteX55" fmla="*/ 6981874 w 10678681"/>
              <a:gd name="connsiteY55" fmla="*/ 1053827 h 1342734"/>
              <a:gd name="connsiteX56" fmla="*/ 6976102 w 10678681"/>
              <a:gd name="connsiteY56" fmla="*/ 1047854 h 1342734"/>
              <a:gd name="connsiteX57" fmla="*/ 6951040 w 10678681"/>
              <a:gd name="connsiteY57" fmla="*/ 1048531 h 1342734"/>
              <a:gd name="connsiteX58" fmla="*/ 6948497 w 10678681"/>
              <a:gd name="connsiteY58" fmla="*/ 1050706 h 1342734"/>
              <a:gd name="connsiteX59" fmla="*/ 6926582 w 10678681"/>
              <a:gd name="connsiteY59" fmla="*/ 1043462 h 1342734"/>
              <a:gd name="connsiteX60" fmla="*/ 6833743 w 10678681"/>
              <a:gd name="connsiteY60" fmla="*/ 1027960 h 1342734"/>
              <a:gd name="connsiteX61" fmla="*/ 6687090 w 10678681"/>
              <a:gd name="connsiteY61" fmla="*/ 1063250 h 1342734"/>
              <a:gd name="connsiteX62" fmla="*/ 6431838 w 10678681"/>
              <a:gd name="connsiteY62" fmla="*/ 1063226 h 1342734"/>
              <a:gd name="connsiteX63" fmla="*/ 6327795 w 10678681"/>
              <a:gd name="connsiteY63" fmla="*/ 1088142 h 1342734"/>
              <a:gd name="connsiteX64" fmla="*/ 6136549 w 10678681"/>
              <a:gd name="connsiteY64" fmla="*/ 1100268 h 1342734"/>
              <a:gd name="connsiteX65" fmla="*/ 6004655 w 10678681"/>
              <a:gd name="connsiteY65" fmla="*/ 1114946 h 1342734"/>
              <a:gd name="connsiteX66" fmla="*/ 5936643 w 10678681"/>
              <a:gd name="connsiteY66" fmla="*/ 1095428 h 1342734"/>
              <a:gd name="connsiteX67" fmla="*/ 5912484 w 10678681"/>
              <a:gd name="connsiteY67" fmla="*/ 1112624 h 1342734"/>
              <a:gd name="connsiteX68" fmla="*/ 5908387 w 10678681"/>
              <a:gd name="connsiteY68" fmla="*/ 1116018 h 1342734"/>
              <a:gd name="connsiteX69" fmla="*/ 5890495 w 10678681"/>
              <a:gd name="connsiteY69" fmla="*/ 1120268 h 1342734"/>
              <a:gd name="connsiteX70" fmla="*/ 5887318 w 10678681"/>
              <a:gd name="connsiteY70" fmla="*/ 1133134 h 1342734"/>
              <a:gd name="connsiteX71" fmla="*/ 5861726 w 10678681"/>
              <a:gd name="connsiteY71" fmla="*/ 1147891 h 1342734"/>
              <a:gd name="connsiteX72" fmla="*/ 5805823 w 10678681"/>
              <a:gd name="connsiteY72" fmla="*/ 1152457 h 1342734"/>
              <a:gd name="connsiteX73" fmla="*/ 5689841 w 10678681"/>
              <a:gd name="connsiteY73" fmla="*/ 1176232 h 1342734"/>
              <a:gd name="connsiteX74" fmla="*/ 5605119 w 10678681"/>
              <a:gd name="connsiteY74" fmla="*/ 1190202 h 1342734"/>
              <a:gd name="connsiteX75" fmla="*/ 5488513 w 10678681"/>
              <a:gd name="connsiteY75" fmla="*/ 1205367 h 1342734"/>
              <a:gd name="connsiteX76" fmla="*/ 5402905 w 10678681"/>
              <a:gd name="connsiteY76" fmla="*/ 1241191 h 1342734"/>
              <a:gd name="connsiteX77" fmla="*/ 5285593 w 10678681"/>
              <a:gd name="connsiteY77" fmla="*/ 1273569 h 1342734"/>
              <a:gd name="connsiteX78" fmla="*/ 5192893 w 10678681"/>
              <a:gd name="connsiteY78" fmla="*/ 1247188 h 1342734"/>
              <a:gd name="connsiteX79" fmla="*/ 5186475 w 10678681"/>
              <a:gd name="connsiteY79" fmla="*/ 1257028 h 1342734"/>
              <a:gd name="connsiteX80" fmla="*/ 5126038 w 10678681"/>
              <a:gd name="connsiteY80" fmla="*/ 1263189 h 1342734"/>
              <a:gd name="connsiteX81" fmla="*/ 4894688 w 10678681"/>
              <a:gd name="connsiteY81" fmla="*/ 1247184 h 1342734"/>
              <a:gd name="connsiteX82" fmla="*/ 4788036 w 10678681"/>
              <a:gd name="connsiteY82" fmla="*/ 1238182 h 1342734"/>
              <a:gd name="connsiteX83" fmla="*/ 4747555 w 10678681"/>
              <a:gd name="connsiteY83" fmla="*/ 1252768 h 1342734"/>
              <a:gd name="connsiteX84" fmla="*/ 4679644 w 10678681"/>
              <a:gd name="connsiteY84" fmla="*/ 1276603 h 1342734"/>
              <a:gd name="connsiteX85" fmla="*/ 4632222 w 10678681"/>
              <a:gd name="connsiteY85" fmla="*/ 1318360 h 1342734"/>
              <a:gd name="connsiteX86" fmla="*/ 4578184 w 10678681"/>
              <a:gd name="connsiteY86" fmla="*/ 1326745 h 1342734"/>
              <a:gd name="connsiteX87" fmla="*/ 4564919 w 10678681"/>
              <a:gd name="connsiteY87" fmla="*/ 1325507 h 1342734"/>
              <a:gd name="connsiteX88" fmla="*/ 4566586 w 10678681"/>
              <a:gd name="connsiteY88" fmla="*/ 1316963 h 1342734"/>
              <a:gd name="connsiteX89" fmla="*/ 4556303 w 10678681"/>
              <a:gd name="connsiteY89" fmla="*/ 1300262 h 1342734"/>
              <a:gd name="connsiteX90" fmla="*/ 4502358 w 10678681"/>
              <a:gd name="connsiteY90" fmla="*/ 1302558 h 1342734"/>
              <a:gd name="connsiteX91" fmla="*/ 4498919 w 10678681"/>
              <a:gd name="connsiteY91" fmla="*/ 1312115 h 1342734"/>
              <a:gd name="connsiteX92" fmla="*/ 4492075 w 10678681"/>
              <a:gd name="connsiteY92" fmla="*/ 1313357 h 1342734"/>
              <a:gd name="connsiteX93" fmla="*/ 4487466 w 10678681"/>
              <a:gd name="connsiteY93" fmla="*/ 1304102 h 1342734"/>
              <a:gd name="connsiteX94" fmla="*/ 4398292 w 10678681"/>
              <a:gd name="connsiteY94" fmla="*/ 1278410 h 1342734"/>
              <a:gd name="connsiteX95" fmla="*/ 4306088 w 10678681"/>
              <a:gd name="connsiteY95" fmla="*/ 1282512 h 1342734"/>
              <a:gd name="connsiteX96" fmla="*/ 4188995 w 10678681"/>
              <a:gd name="connsiteY96" fmla="*/ 1296718 h 1342734"/>
              <a:gd name="connsiteX97" fmla="*/ 4136582 w 10678681"/>
              <a:gd name="connsiteY97" fmla="*/ 1287687 h 1342734"/>
              <a:gd name="connsiteX98" fmla="*/ 4064614 w 10678681"/>
              <a:gd name="connsiteY98" fmla="*/ 1296118 h 1342734"/>
              <a:gd name="connsiteX99" fmla="*/ 3900948 w 10678681"/>
              <a:gd name="connsiteY99" fmla="*/ 1322156 h 1342734"/>
              <a:gd name="connsiteX100" fmla="*/ 3787890 w 10678681"/>
              <a:gd name="connsiteY100" fmla="*/ 1322164 h 1342734"/>
              <a:gd name="connsiteX101" fmla="*/ 3745993 w 10678681"/>
              <a:gd name="connsiteY101" fmla="*/ 1342630 h 1342734"/>
              <a:gd name="connsiteX102" fmla="*/ 3675785 w 10678681"/>
              <a:gd name="connsiteY102" fmla="*/ 1326802 h 1342734"/>
              <a:gd name="connsiteX103" fmla="*/ 3623856 w 10678681"/>
              <a:gd name="connsiteY103" fmla="*/ 1290804 h 1342734"/>
              <a:gd name="connsiteX104" fmla="*/ 3564933 w 10678681"/>
              <a:gd name="connsiteY104" fmla="*/ 1287147 h 1342734"/>
              <a:gd name="connsiteX105" fmla="*/ 3550537 w 10678681"/>
              <a:gd name="connsiteY105" fmla="*/ 1317552 h 1342734"/>
              <a:gd name="connsiteX106" fmla="*/ 3487736 w 10678681"/>
              <a:gd name="connsiteY106" fmla="*/ 1303493 h 1342734"/>
              <a:gd name="connsiteX107" fmla="*/ 3392548 w 10678681"/>
              <a:gd name="connsiteY107" fmla="*/ 1278741 h 1342734"/>
              <a:gd name="connsiteX108" fmla="*/ 3337466 w 10678681"/>
              <a:gd name="connsiteY108" fmla="*/ 1272537 h 1342734"/>
              <a:gd name="connsiteX109" fmla="*/ 3175981 w 10678681"/>
              <a:gd name="connsiteY109" fmla="*/ 1208973 h 1342734"/>
              <a:gd name="connsiteX110" fmla="*/ 3036856 w 10678681"/>
              <a:gd name="connsiteY110" fmla="*/ 1214383 h 1342734"/>
              <a:gd name="connsiteX111" fmla="*/ 2824973 w 10678681"/>
              <a:gd name="connsiteY111" fmla="*/ 1134864 h 1342734"/>
              <a:gd name="connsiteX112" fmla="*/ 2804398 w 10678681"/>
              <a:gd name="connsiteY112" fmla="*/ 1125556 h 1342734"/>
              <a:gd name="connsiteX113" fmla="*/ 2736109 w 10678681"/>
              <a:gd name="connsiteY113" fmla="*/ 1137717 h 1342734"/>
              <a:gd name="connsiteX114" fmla="*/ 2659096 w 10678681"/>
              <a:gd name="connsiteY114" fmla="*/ 1150294 h 1342734"/>
              <a:gd name="connsiteX115" fmla="*/ 2567088 w 10678681"/>
              <a:gd name="connsiteY115" fmla="*/ 1181781 h 1342734"/>
              <a:gd name="connsiteX116" fmla="*/ 2454501 w 10678681"/>
              <a:gd name="connsiteY116" fmla="*/ 1155455 h 1342734"/>
              <a:gd name="connsiteX117" fmla="*/ 2385161 w 10678681"/>
              <a:gd name="connsiteY117" fmla="*/ 1161312 h 1342734"/>
              <a:gd name="connsiteX118" fmla="*/ 2273361 w 10678681"/>
              <a:gd name="connsiteY118" fmla="*/ 1134090 h 1342734"/>
              <a:gd name="connsiteX119" fmla="*/ 2132003 w 10678681"/>
              <a:gd name="connsiteY119" fmla="*/ 1139225 h 1342734"/>
              <a:gd name="connsiteX120" fmla="*/ 2041224 w 10678681"/>
              <a:gd name="connsiteY120" fmla="*/ 1147536 h 1342734"/>
              <a:gd name="connsiteX121" fmla="*/ 2010157 w 10678681"/>
              <a:gd name="connsiteY121" fmla="*/ 1152767 h 1342734"/>
              <a:gd name="connsiteX122" fmla="*/ 1859213 w 10678681"/>
              <a:gd name="connsiteY122" fmla="*/ 1199540 h 1342734"/>
              <a:gd name="connsiteX123" fmla="*/ 1735877 w 10678681"/>
              <a:gd name="connsiteY123" fmla="*/ 1246527 h 1342734"/>
              <a:gd name="connsiteX124" fmla="*/ 1705069 w 10678681"/>
              <a:gd name="connsiteY124" fmla="*/ 1251989 h 1342734"/>
              <a:gd name="connsiteX125" fmla="*/ 1307888 w 10678681"/>
              <a:gd name="connsiteY125" fmla="*/ 1283156 h 1342734"/>
              <a:gd name="connsiteX126" fmla="*/ 1220734 w 10678681"/>
              <a:gd name="connsiteY126" fmla="*/ 1257811 h 1342734"/>
              <a:gd name="connsiteX127" fmla="*/ 1021737 w 10678681"/>
              <a:gd name="connsiteY127" fmla="*/ 1238739 h 1342734"/>
              <a:gd name="connsiteX128" fmla="*/ 959820 w 10678681"/>
              <a:gd name="connsiteY128" fmla="*/ 1275863 h 1342734"/>
              <a:gd name="connsiteX129" fmla="*/ 929137 w 10678681"/>
              <a:gd name="connsiteY129" fmla="*/ 1273957 h 1342734"/>
              <a:gd name="connsiteX130" fmla="*/ 878849 w 10678681"/>
              <a:gd name="connsiteY130" fmla="*/ 1266740 h 1342734"/>
              <a:gd name="connsiteX131" fmla="*/ 800667 w 10678681"/>
              <a:gd name="connsiteY131" fmla="*/ 1282041 h 1342734"/>
              <a:gd name="connsiteX132" fmla="*/ 644906 w 10678681"/>
              <a:gd name="connsiteY132" fmla="*/ 1273685 h 1342734"/>
              <a:gd name="connsiteX133" fmla="*/ 379869 w 10678681"/>
              <a:gd name="connsiteY133" fmla="*/ 1339165 h 1342734"/>
              <a:gd name="connsiteX134" fmla="*/ 137696 w 10678681"/>
              <a:gd name="connsiteY134" fmla="*/ 1319217 h 1342734"/>
              <a:gd name="connsiteX135" fmla="*/ 54250 w 10678681"/>
              <a:gd name="connsiteY135" fmla="*/ 1315838 h 1342734"/>
              <a:gd name="connsiteX136" fmla="*/ 28042 w 10678681"/>
              <a:gd name="connsiteY136" fmla="*/ 1297822 h 1342734"/>
              <a:gd name="connsiteX137" fmla="*/ 0 w 10678681"/>
              <a:gd name="connsiteY137" fmla="*/ 1294612 h 1342734"/>
              <a:gd name="connsiteX138" fmla="*/ 0 w 10678681"/>
              <a:gd name="connsiteY138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6219 w 10678681"/>
              <a:gd name="connsiteY4" fmla="*/ 45588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41159 w 10678681"/>
              <a:gd name="connsiteY8" fmla="*/ 103824 h 1342734"/>
              <a:gd name="connsiteX9" fmla="*/ 10244930 w 10678681"/>
              <a:gd name="connsiteY9" fmla="*/ 9459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9929077 w 10678681"/>
              <a:gd name="connsiteY13" fmla="*/ 209062 h 1342734"/>
              <a:gd name="connsiteX14" fmla="*/ 9840045 w 10678681"/>
              <a:gd name="connsiteY14" fmla="*/ 223033 h 1342734"/>
              <a:gd name="connsiteX15" fmla="*/ 9679639 w 10678681"/>
              <a:gd name="connsiteY15" fmla="*/ 247182 h 1342734"/>
              <a:gd name="connsiteX16" fmla="*/ 9498347 w 10678681"/>
              <a:gd name="connsiteY16" fmla="*/ 244723 h 1342734"/>
              <a:gd name="connsiteX17" fmla="*/ 9366026 w 10678681"/>
              <a:gd name="connsiteY17" fmla="*/ 299024 h 1342734"/>
              <a:gd name="connsiteX18" fmla="*/ 9316702 w 10678681"/>
              <a:gd name="connsiteY18" fmla="*/ 356523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276883 w 10678681"/>
              <a:gd name="connsiteY30" fmla="*/ 588214 h 1342734"/>
              <a:gd name="connsiteX31" fmla="*/ 8086698 w 10678681"/>
              <a:gd name="connsiteY31" fmla="*/ 605185 h 1342734"/>
              <a:gd name="connsiteX32" fmla="*/ 7982378 w 10678681"/>
              <a:gd name="connsiteY32" fmla="*/ 629799 h 1342734"/>
              <a:gd name="connsiteX33" fmla="*/ 7947952 w 10678681"/>
              <a:gd name="connsiteY33" fmla="*/ 648003 h 1342734"/>
              <a:gd name="connsiteX34" fmla="*/ 7890112 w 10678681"/>
              <a:gd name="connsiteY34" fmla="*/ 677915 h 1342734"/>
              <a:gd name="connsiteX35" fmla="*/ 7853284 w 10678681"/>
              <a:gd name="connsiteY35" fmla="*/ 723588 h 1342734"/>
              <a:gd name="connsiteX36" fmla="*/ 7802383 w 10678681"/>
              <a:gd name="connsiteY36" fmla="*/ 739359 h 1342734"/>
              <a:gd name="connsiteX37" fmla="*/ 7730518 w 10678681"/>
              <a:gd name="connsiteY37" fmla="*/ 739526 h 1342734"/>
              <a:gd name="connsiteX38" fmla="*/ 7720084 w 10678681"/>
              <a:gd name="connsiteY38" fmla="*/ 760750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58094 w 10678681"/>
              <a:gd name="connsiteY45" fmla="*/ 990679 h 1342734"/>
              <a:gd name="connsiteX46" fmla="*/ 7257893 w 10678681"/>
              <a:gd name="connsiteY46" fmla="*/ 991204 h 1342734"/>
              <a:gd name="connsiteX47" fmla="*/ 7247153 w 10678681"/>
              <a:gd name="connsiteY47" fmla="*/ 991550 h 1342734"/>
              <a:gd name="connsiteX48" fmla="*/ 7193612 w 10678681"/>
              <a:gd name="connsiteY48" fmla="*/ 987042 h 1342734"/>
              <a:gd name="connsiteX49" fmla="*/ 7132632 w 10678681"/>
              <a:gd name="connsiteY49" fmla="*/ 1042036 h 1342734"/>
              <a:gd name="connsiteX50" fmla="*/ 7105610 w 10678681"/>
              <a:gd name="connsiteY50" fmla="*/ 1053537 h 1342734"/>
              <a:gd name="connsiteX51" fmla="*/ 7069148 w 10678681"/>
              <a:gd name="connsiteY51" fmla="*/ 1047163 h 1342734"/>
              <a:gd name="connsiteX52" fmla="*/ 7039634 w 10678681"/>
              <a:gd name="connsiteY52" fmla="*/ 1059971 h 1342734"/>
              <a:gd name="connsiteX53" fmla="*/ 7033445 w 10678681"/>
              <a:gd name="connsiteY53" fmla="*/ 1063314 h 1342734"/>
              <a:gd name="connsiteX54" fmla="*/ 6999157 w 10678681"/>
              <a:gd name="connsiteY54" fmla="*/ 1055282 h 1342734"/>
              <a:gd name="connsiteX55" fmla="*/ 6981874 w 10678681"/>
              <a:gd name="connsiteY55" fmla="*/ 1053827 h 1342734"/>
              <a:gd name="connsiteX56" fmla="*/ 6976102 w 10678681"/>
              <a:gd name="connsiteY56" fmla="*/ 1047854 h 1342734"/>
              <a:gd name="connsiteX57" fmla="*/ 6951040 w 10678681"/>
              <a:gd name="connsiteY57" fmla="*/ 1048531 h 1342734"/>
              <a:gd name="connsiteX58" fmla="*/ 6948497 w 10678681"/>
              <a:gd name="connsiteY58" fmla="*/ 1050706 h 1342734"/>
              <a:gd name="connsiteX59" fmla="*/ 6926582 w 10678681"/>
              <a:gd name="connsiteY59" fmla="*/ 1043462 h 1342734"/>
              <a:gd name="connsiteX60" fmla="*/ 6833743 w 10678681"/>
              <a:gd name="connsiteY60" fmla="*/ 1027960 h 1342734"/>
              <a:gd name="connsiteX61" fmla="*/ 6687090 w 10678681"/>
              <a:gd name="connsiteY61" fmla="*/ 1063250 h 1342734"/>
              <a:gd name="connsiteX62" fmla="*/ 6431838 w 10678681"/>
              <a:gd name="connsiteY62" fmla="*/ 1063226 h 1342734"/>
              <a:gd name="connsiteX63" fmla="*/ 6327795 w 10678681"/>
              <a:gd name="connsiteY63" fmla="*/ 1088142 h 1342734"/>
              <a:gd name="connsiteX64" fmla="*/ 6136549 w 10678681"/>
              <a:gd name="connsiteY64" fmla="*/ 1100268 h 1342734"/>
              <a:gd name="connsiteX65" fmla="*/ 6004655 w 10678681"/>
              <a:gd name="connsiteY65" fmla="*/ 1114946 h 1342734"/>
              <a:gd name="connsiteX66" fmla="*/ 5936643 w 10678681"/>
              <a:gd name="connsiteY66" fmla="*/ 1095428 h 1342734"/>
              <a:gd name="connsiteX67" fmla="*/ 5912484 w 10678681"/>
              <a:gd name="connsiteY67" fmla="*/ 1112624 h 1342734"/>
              <a:gd name="connsiteX68" fmla="*/ 5908387 w 10678681"/>
              <a:gd name="connsiteY68" fmla="*/ 1116018 h 1342734"/>
              <a:gd name="connsiteX69" fmla="*/ 5890495 w 10678681"/>
              <a:gd name="connsiteY69" fmla="*/ 1120268 h 1342734"/>
              <a:gd name="connsiteX70" fmla="*/ 5887318 w 10678681"/>
              <a:gd name="connsiteY70" fmla="*/ 1133134 h 1342734"/>
              <a:gd name="connsiteX71" fmla="*/ 5861726 w 10678681"/>
              <a:gd name="connsiteY71" fmla="*/ 1147891 h 1342734"/>
              <a:gd name="connsiteX72" fmla="*/ 5805823 w 10678681"/>
              <a:gd name="connsiteY72" fmla="*/ 1152457 h 1342734"/>
              <a:gd name="connsiteX73" fmla="*/ 5689841 w 10678681"/>
              <a:gd name="connsiteY73" fmla="*/ 1176232 h 1342734"/>
              <a:gd name="connsiteX74" fmla="*/ 5605119 w 10678681"/>
              <a:gd name="connsiteY74" fmla="*/ 1190202 h 1342734"/>
              <a:gd name="connsiteX75" fmla="*/ 5488513 w 10678681"/>
              <a:gd name="connsiteY75" fmla="*/ 1205367 h 1342734"/>
              <a:gd name="connsiteX76" fmla="*/ 5402905 w 10678681"/>
              <a:gd name="connsiteY76" fmla="*/ 1241191 h 1342734"/>
              <a:gd name="connsiteX77" fmla="*/ 5285593 w 10678681"/>
              <a:gd name="connsiteY77" fmla="*/ 1273569 h 1342734"/>
              <a:gd name="connsiteX78" fmla="*/ 5192893 w 10678681"/>
              <a:gd name="connsiteY78" fmla="*/ 1247188 h 1342734"/>
              <a:gd name="connsiteX79" fmla="*/ 5186475 w 10678681"/>
              <a:gd name="connsiteY79" fmla="*/ 1257028 h 1342734"/>
              <a:gd name="connsiteX80" fmla="*/ 5126038 w 10678681"/>
              <a:gd name="connsiteY80" fmla="*/ 1263189 h 1342734"/>
              <a:gd name="connsiteX81" fmla="*/ 4894688 w 10678681"/>
              <a:gd name="connsiteY81" fmla="*/ 1247184 h 1342734"/>
              <a:gd name="connsiteX82" fmla="*/ 4788036 w 10678681"/>
              <a:gd name="connsiteY82" fmla="*/ 1238182 h 1342734"/>
              <a:gd name="connsiteX83" fmla="*/ 4747555 w 10678681"/>
              <a:gd name="connsiteY83" fmla="*/ 1252768 h 1342734"/>
              <a:gd name="connsiteX84" fmla="*/ 4679644 w 10678681"/>
              <a:gd name="connsiteY84" fmla="*/ 1276603 h 1342734"/>
              <a:gd name="connsiteX85" fmla="*/ 4578184 w 10678681"/>
              <a:gd name="connsiteY85" fmla="*/ 1326745 h 1342734"/>
              <a:gd name="connsiteX86" fmla="*/ 4564919 w 10678681"/>
              <a:gd name="connsiteY86" fmla="*/ 1325507 h 1342734"/>
              <a:gd name="connsiteX87" fmla="*/ 4566586 w 10678681"/>
              <a:gd name="connsiteY87" fmla="*/ 1316963 h 1342734"/>
              <a:gd name="connsiteX88" fmla="*/ 4556303 w 10678681"/>
              <a:gd name="connsiteY88" fmla="*/ 1300262 h 1342734"/>
              <a:gd name="connsiteX89" fmla="*/ 4502358 w 10678681"/>
              <a:gd name="connsiteY89" fmla="*/ 1302558 h 1342734"/>
              <a:gd name="connsiteX90" fmla="*/ 4498919 w 10678681"/>
              <a:gd name="connsiteY90" fmla="*/ 1312115 h 1342734"/>
              <a:gd name="connsiteX91" fmla="*/ 4492075 w 10678681"/>
              <a:gd name="connsiteY91" fmla="*/ 1313357 h 1342734"/>
              <a:gd name="connsiteX92" fmla="*/ 4487466 w 10678681"/>
              <a:gd name="connsiteY92" fmla="*/ 1304102 h 1342734"/>
              <a:gd name="connsiteX93" fmla="*/ 4398292 w 10678681"/>
              <a:gd name="connsiteY93" fmla="*/ 1278410 h 1342734"/>
              <a:gd name="connsiteX94" fmla="*/ 4306088 w 10678681"/>
              <a:gd name="connsiteY94" fmla="*/ 1282512 h 1342734"/>
              <a:gd name="connsiteX95" fmla="*/ 4188995 w 10678681"/>
              <a:gd name="connsiteY95" fmla="*/ 1296718 h 1342734"/>
              <a:gd name="connsiteX96" fmla="*/ 4136582 w 10678681"/>
              <a:gd name="connsiteY96" fmla="*/ 1287687 h 1342734"/>
              <a:gd name="connsiteX97" fmla="*/ 4064614 w 10678681"/>
              <a:gd name="connsiteY97" fmla="*/ 1296118 h 1342734"/>
              <a:gd name="connsiteX98" fmla="*/ 3900948 w 10678681"/>
              <a:gd name="connsiteY98" fmla="*/ 1322156 h 1342734"/>
              <a:gd name="connsiteX99" fmla="*/ 3787890 w 10678681"/>
              <a:gd name="connsiteY99" fmla="*/ 1322164 h 1342734"/>
              <a:gd name="connsiteX100" fmla="*/ 3745993 w 10678681"/>
              <a:gd name="connsiteY100" fmla="*/ 1342630 h 1342734"/>
              <a:gd name="connsiteX101" fmla="*/ 3675785 w 10678681"/>
              <a:gd name="connsiteY101" fmla="*/ 1326802 h 1342734"/>
              <a:gd name="connsiteX102" fmla="*/ 3623856 w 10678681"/>
              <a:gd name="connsiteY102" fmla="*/ 1290804 h 1342734"/>
              <a:gd name="connsiteX103" fmla="*/ 3564933 w 10678681"/>
              <a:gd name="connsiteY103" fmla="*/ 1287147 h 1342734"/>
              <a:gd name="connsiteX104" fmla="*/ 3550537 w 10678681"/>
              <a:gd name="connsiteY104" fmla="*/ 1317552 h 1342734"/>
              <a:gd name="connsiteX105" fmla="*/ 3487736 w 10678681"/>
              <a:gd name="connsiteY105" fmla="*/ 1303493 h 1342734"/>
              <a:gd name="connsiteX106" fmla="*/ 3392548 w 10678681"/>
              <a:gd name="connsiteY106" fmla="*/ 1278741 h 1342734"/>
              <a:gd name="connsiteX107" fmla="*/ 3337466 w 10678681"/>
              <a:gd name="connsiteY107" fmla="*/ 1272537 h 1342734"/>
              <a:gd name="connsiteX108" fmla="*/ 3175981 w 10678681"/>
              <a:gd name="connsiteY108" fmla="*/ 1208973 h 1342734"/>
              <a:gd name="connsiteX109" fmla="*/ 3036856 w 10678681"/>
              <a:gd name="connsiteY109" fmla="*/ 1214383 h 1342734"/>
              <a:gd name="connsiteX110" fmla="*/ 2824973 w 10678681"/>
              <a:gd name="connsiteY110" fmla="*/ 1134864 h 1342734"/>
              <a:gd name="connsiteX111" fmla="*/ 2804398 w 10678681"/>
              <a:gd name="connsiteY111" fmla="*/ 1125556 h 1342734"/>
              <a:gd name="connsiteX112" fmla="*/ 2736109 w 10678681"/>
              <a:gd name="connsiteY112" fmla="*/ 1137717 h 1342734"/>
              <a:gd name="connsiteX113" fmla="*/ 2659096 w 10678681"/>
              <a:gd name="connsiteY113" fmla="*/ 1150294 h 1342734"/>
              <a:gd name="connsiteX114" fmla="*/ 2567088 w 10678681"/>
              <a:gd name="connsiteY114" fmla="*/ 1181781 h 1342734"/>
              <a:gd name="connsiteX115" fmla="*/ 2454501 w 10678681"/>
              <a:gd name="connsiteY115" fmla="*/ 1155455 h 1342734"/>
              <a:gd name="connsiteX116" fmla="*/ 2385161 w 10678681"/>
              <a:gd name="connsiteY116" fmla="*/ 1161312 h 1342734"/>
              <a:gd name="connsiteX117" fmla="*/ 2273361 w 10678681"/>
              <a:gd name="connsiteY117" fmla="*/ 1134090 h 1342734"/>
              <a:gd name="connsiteX118" fmla="*/ 2132003 w 10678681"/>
              <a:gd name="connsiteY118" fmla="*/ 1139225 h 1342734"/>
              <a:gd name="connsiteX119" fmla="*/ 2041224 w 10678681"/>
              <a:gd name="connsiteY119" fmla="*/ 1147536 h 1342734"/>
              <a:gd name="connsiteX120" fmla="*/ 2010157 w 10678681"/>
              <a:gd name="connsiteY120" fmla="*/ 1152767 h 1342734"/>
              <a:gd name="connsiteX121" fmla="*/ 1859213 w 10678681"/>
              <a:gd name="connsiteY121" fmla="*/ 1199540 h 1342734"/>
              <a:gd name="connsiteX122" fmla="*/ 1735877 w 10678681"/>
              <a:gd name="connsiteY122" fmla="*/ 1246527 h 1342734"/>
              <a:gd name="connsiteX123" fmla="*/ 1705069 w 10678681"/>
              <a:gd name="connsiteY123" fmla="*/ 1251989 h 1342734"/>
              <a:gd name="connsiteX124" fmla="*/ 1307888 w 10678681"/>
              <a:gd name="connsiteY124" fmla="*/ 1283156 h 1342734"/>
              <a:gd name="connsiteX125" fmla="*/ 1220734 w 10678681"/>
              <a:gd name="connsiteY125" fmla="*/ 1257811 h 1342734"/>
              <a:gd name="connsiteX126" fmla="*/ 1021737 w 10678681"/>
              <a:gd name="connsiteY126" fmla="*/ 1238739 h 1342734"/>
              <a:gd name="connsiteX127" fmla="*/ 959820 w 10678681"/>
              <a:gd name="connsiteY127" fmla="*/ 1275863 h 1342734"/>
              <a:gd name="connsiteX128" fmla="*/ 929137 w 10678681"/>
              <a:gd name="connsiteY128" fmla="*/ 1273957 h 1342734"/>
              <a:gd name="connsiteX129" fmla="*/ 878849 w 10678681"/>
              <a:gd name="connsiteY129" fmla="*/ 1266740 h 1342734"/>
              <a:gd name="connsiteX130" fmla="*/ 800667 w 10678681"/>
              <a:gd name="connsiteY130" fmla="*/ 1282041 h 1342734"/>
              <a:gd name="connsiteX131" fmla="*/ 644906 w 10678681"/>
              <a:gd name="connsiteY131" fmla="*/ 1273685 h 1342734"/>
              <a:gd name="connsiteX132" fmla="*/ 379869 w 10678681"/>
              <a:gd name="connsiteY132" fmla="*/ 1339165 h 1342734"/>
              <a:gd name="connsiteX133" fmla="*/ 137696 w 10678681"/>
              <a:gd name="connsiteY133" fmla="*/ 1319217 h 1342734"/>
              <a:gd name="connsiteX134" fmla="*/ 54250 w 10678681"/>
              <a:gd name="connsiteY134" fmla="*/ 1315838 h 1342734"/>
              <a:gd name="connsiteX135" fmla="*/ 28042 w 10678681"/>
              <a:gd name="connsiteY135" fmla="*/ 1297822 h 1342734"/>
              <a:gd name="connsiteX136" fmla="*/ 0 w 10678681"/>
              <a:gd name="connsiteY136" fmla="*/ 1294612 h 1342734"/>
              <a:gd name="connsiteX137" fmla="*/ 0 w 10678681"/>
              <a:gd name="connsiteY137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6219 w 10678681"/>
              <a:gd name="connsiteY4" fmla="*/ 45588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41159 w 10678681"/>
              <a:gd name="connsiteY8" fmla="*/ 103824 h 1342734"/>
              <a:gd name="connsiteX9" fmla="*/ 10244930 w 10678681"/>
              <a:gd name="connsiteY9" fmla="*/ 9459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9929077 w 10678681"/>
              <a:gd name="connsiteY13" fmla="*/ 209062 h 1342734"/>
              <a:gd name="connsiteX14" fmla="*/ 9840045 w 10678681"/>
              <a:gd name="connsiteY14" fmla="*/ 223033 h 1342734"/>
              <a:gd name="connsiteX15" fmla="*/ 9679639 w 10678681"/>
              <a:gd name="connsiteY15" fmla="*/ 247182 h 1342734"/>
              <a:gd name="connsiteX16" fmla="*/ 9498347 w 10678681"/>
              <a:gd name="connsiteY16" fmla="*/ 244723 h 1342734"/>
              <a:gd name="connsiteX17" fmla="*/ 9366026 w 10678681"/>
              <a:gd name="connsiteY17" fmla="*/ 299024 h 1342734"/>
              <a:gd name="connsiteX18" fmla="*/ 9316702 w 10678681"/>
              <a:gd name="connsiteY18" fmla="*/ 356523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276883 w 10678681"/>
              <a:gd name="connsiteY30" fmla="*/ 588214 h 1342734"/>
              <a:gd name="connsiteX31" fmla="*/ 8086698 w 10678681"/>
              <a:gd name="connsiteY31" fmla="*/ 605185 h 1342734"/>
              <a:gd name="connsiteX32" fmla="*/ 7982378 w 10678681"/>
              <a:gd name="connsiteY32" fmla="*/ 629799 h 1342734"/>
              <a:gd name="connsiteX33" fmla="*/ 7947952 w 10678681"/>
              <a:gd name="connsiteY33" fmla="*/ 648003 h 1342734"/>
              <a:gd name="connsiteX34" fmla="*/ 7890112 w 10678681"/>
              <a:gd name="connsiteY34" fmla="*/ 677915 h 1342734"/>
              <a:gd name="connsiteX35" fmla="*/ 7853284 w 10678681"/>
              <a:gd name="connsiteY35" fmla="*/ 723588 h 1342734"/>
              <a:gd name="connsiteX36" fmla="*/ 7802383 w 10678681"/>
              <a:gd name="connsiteY36" fmla="*/ 739359 h 1342734"/>
              <a:gd name="connsiteX37" fmla="*/ 7730518 w 10678681"/>
              <a:gd name="connsiteY37" fmla="*/ 739526 h 1342734"/>
              <a:gd name="connsiteX38" fmla="*/ 7720084 w 10678681"/>
              <a:gd name="connsiteY38" fmla="*/ 760750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58094 w 10678681"/>
              <a:gd name="connsiteY45" fmla="*/ 990679 h 1342734"/>
              <a:gd name="connsiteX46" fmla="*/ 7257893 w 10678681"/>
              <a:gd name="connsiteY46" fmla="*/ 991204 h 1342734"/>
              <a:gd name="connsiteX47" fmla="*/ 7247153 w 10678681"/>
              <a:gd name="connsiteY47" fmla="*/ 991550 h 1342734"/>
              <a:gd name="connsiteX48" fmla="*/ 7193612 w 10678681"/>
              <a:gd name="connsiteY48" fmla="*/ 987042 h 1342734"/>
              <a:gd name="connsiteX49" fmla="*/ 7132632 w 10678681"/>
              <a:gd name="connsiteY49" fmla="*/ 1042036 h 1342734"/>
              <a:gd name="connsiteX50" fmla="*/ 7105610 w 10678681"/>
              <a:gd name="connsiteY50" fmla="*/ 1053537 h 1342734"/>
              <a:gd name="connsiteX51" fmla="*/ 7069148 w 10678681"/>
              <a:gd name="connsiteY51" fmla="*/ 1047163 h 1342734"/>
              <a:gd name="connsiteX52" fmla="*/ 7039634 w 10678681"/>
              <a:gd name="connsiteY52" fmla="*/ 1059971 h 1342734"/>
              <a:gd name="connsiteX53" fmla="*/ 7033445 w 10678681"/>
              <a:gd name="connsiteY53" fmla="*/ 1063314 h 1342734"/>
              <a:gd name="connsiteX54" fmla="*/ 6999157 w 10678681"/>
              <a:gd name="connsiteY54" fmla="*/ 1055282 h 1342734"/>
              <a:gd name="connsiteX55" fmla="*/ 6981874 w 10678681"/>
              <a:gd name="connsiteY55" fmla="*/ 1053827 h 1342734"/>
              <a:gd name="connsiteX56" fmla="*/ 6976102 w 10678681"/>
              <a:gd name="connsiteY56" fmla="*/ 1047854 h 1342734"/>
              <a:gd name="connsiteX57" fmla="*/ 6951040 w 10678681"/>
              <a:gd name="connsiteY57" fmla="*/ 1048531 h 1342734"/>
              <a:gd name="connsiteX58" fmla="*/ 6948497 w 10678681"/>
              <a:gd name="connsiteY58" fmla="*/ 1050706 h 1342734"/>
              <a:gd name="connsiteX59" fmla="*/ 6926582 w 10678681"/>
              <a:gd name="connsiteY59" fmla="*/ 1043462 h 1342734"/>
              <a:gd name="connsiteX60" fmla="*/ 6833743 w 10678681"/>
              <a:gd name="connsiteY60" fmla="*/ 1027960 h 1342734"/>
              <a:gd name="connsiteX61" fmla="*/ 6687090 w 10678681"/>
              <a:gd name="connsiteY61" fmla="*/ 1063250 h 1342734"/>
              <a:gd name="connsiteX62" fmla="*/ 6431838 w 10678681"/>
              <a:gd name="connsiteY62" fmla="*/ 1063226 h 1342734"/>
              <a:gd name="connsiteX63" fmla="*/ 6327795 w 10678681"/>
              <a:gd name="connsiteY63" fmla="*/ 1088142 h 1342734"/>
              <a:gd name="connsiteX64" fmla="*/ 6136549 w 10678681"/>
              <a:gd name="connsiteY64" fmla="*/ 1100268 h 1342734"/>
              <a:gd name="connsiteX65" fmla="*/ 6004655 w 10678681"/>
              <a:gd name="connsiteY65" fmla="*/ 1114946 h 1342734"/>
              <a:gd name="connsiteX66" fmla="*/ 5936643 w 10678681"/>
              <a:gd name="connsiteY66" fmla="*/ 1095428 h 1342734"/>
              <a:gd name="connsiteX67" fmla="*/ 5912484 w 10678681"/>
              <a:gd name="connsiteY67" fmla="*/ 1112624 h 1342734"/>
              <a:gd name="connsiteX68" fmla="*/ 5908387 w 10678681"/>
              <a:gd name="connsiteY68" fmla="*/ 1116018 h 1342734"/>
              <a:gd name="connsiteX69" fmla="*/ 5890495 w 10678681"/>
              <a:gd name="connsiteY69" fmla="*/ 1120268 h 1342734"/>
              <a:gd name="connsiteX70" fmla="*/ 5887318 w 10678681"/>
              <a:gd name="connsiteY70" fmla="*/ 1133134 h 1342734"/>
              <a:gd name="connsiteX71" fmla="*/ 5861726 w 10678681"/>
              <a:gd name="connsiteY71" fmla="*/ 1147891 h 1342734"/>
              <a:gd name="connsiteX72" fmla="*/ 5805823 w 10678681"/>
              <a:gd name="connsiteY72" fmla="*/ 1152457 h 1342734"/>
              <a:gd name="connsiteX73" fmla="*/ 5689841 w 10678681"/>
              <a:gd name="connsiteY73" fmla="*/ 1176232 h 1342734"/>
              <a:gd name="connsiteX74" fmla="*/ 5605119 w 10678681"/>
              <a:gd name="connsiteY74" fmla="*/ 1190202 h 1342734"/>
              <a:gd name="connsiteX75" fmla="*/ 5488513 w 10678681"/>
              <a:gd name="connsiteY75" fmla="*/ 1205367 h 1342734"/>
              <a:gd name="connsiteX76" fmla="*/ 5402905 w 10678681"/>
              <a:gd name="connsiteY76" fmla="*/ 1241191 h 1342734"/>
              <a:gd name="connsiteX77" fmla="*/ 5285593 w 10678681"/>
              <a:gd name="connsiteY77" fmla="*/ 1273569 h 1342734"/>
              <a:gd name="connsiteX78" fmla="*/ 5192893 w 10678681"/>
              <a:gd name="connsiteY78" fmla="*/ 1247188 h 1342734"/>
              <a:gd name="connsiteX79" fmla="*/ 5186475 w 10678681"/>
              <a:gd name="connsiteY79" fmla="*/ 1257028 h 1342734"/>
              <a:gd name="connsiteX80" fmla="*/ 5126038 w 10678681"/>
              <a:gd name="connsiteY80" fmla="*/ 1263189 h 1342734"/>
              <a:gd name="connsiteX81" fmla="*/ 4894688 w 10678681"/>
              <a:gd name="connsiteY81" fmla="*/ 1247184 h 1342734"/>
              <a:gd name="connsiteX82" fmla="*/ 4788036 w 10678681"/>
              <a:gd name="connsiteY82" fmla="*/ 1238182 h 1342734"/>
              <a:gd name="connsiteX83" fmla="*/ 4747555 w 10678681"/>
              <a:gd name="connsiteY83" fmla="*/ 1252768 h 1342734"/>
              <a:gd name="connsiteX84" fmla="*/ 4679644 w 10678681"/>
              <a:gd name="connsiteY84" fmla="*/ 1276603 h 1342734"/>
              <a:gd name="connsiteX85" fmla="*/ 4617473 w 10678681"/>
              <a:gd name="connsiteY85" fmla="*/ 1296467 h 1342734"/>
              <a:gd name="connsiteX86" fmla="*/ 4564919 w 10678681"/>
              <a:gd name="connsiteY86" fmla="*/ 1325507 h 1342734"/>
              <a:gd name="connsiteX87" fmla="*/ 4566586 w 10678681"/>
              <a:gd name="connsiteY87" fmla="*/ 1316963 h 1342734"/>
              <a:gd name="connsiteX88" fmla="*/ 4556303 w 10678681"/>
              <a:gd name="connsiteY88" fmla="*/ 1300262 h 1342734"/>
              <a:gd name="connsiteX89" fmla="*/ 4502358 w 10678681"/>
              <a:gd name="connsiteY89" fmla="*/ 1302558 h 1342734"/>
              <a:gd name="connsiteX90" fmla="*/ 4498919 w 10678681"/>
              <a:gd name="connsiteY90" fmla="*/ 1312115 h 1342734"/>
              <a:gd name="connsiteX91" fmla="*/ 4492075 w 10678681"/>
              <a:gd name="connsiteY91" fmla="*/ 1313357 h 1342734"/>
              <a:gd name="connsiteX92" fmla="*/ 4487466 w 10678681"/>
              <a:gd name="connsiteY92" fmla="*/ 1304102 h 1342734"/>
              <a:gd name="connsiteX93" fmla="*/ 4398292 w 10678681"/>
              <a:gd name="connsiteY93" fmla="*/ 1278410 h 1342734"/>
              <a:gd name="connsiteX94" fmla="*/ 4306088 w 10678681"/>
              <a:gd name="connsiteY94" fmla="*/ 1282512 h 1342734"/>
              <a:gd name="connsiteX95" fmla="*/ 4188995 w 10678681"/>
              <a:gd name="connsiteY95" fmla="*/ 1296718 h 1342734"/>
              <a:gd name="connsiteX96" fmla="*/ 4136582 w 10678681"/>
              <a:gd name="connsiteY96" fmla="*/ 1287687 h 1342734"/>
              <a:gd name="connsiteX97" fmla="*/ 4064614 w 10678681"/>
              <a:gd name="connsiteY97" fmla="*/ 1296118 h 1342734"/>
              <a:gd name="connsiteX98" fmla="*/ 3900948 w 10678681"/>
              <a:gd name="connsiteY98" fmla="*/ 1322156 h 1342734"/>
              <a:gd name="connsiteX99" fmla="*/ 3787890 w 10678681"/>
              <a:gd name="connsiteY99" fmla="*/ 1322164 h 1342734"/>
              <a:gd name="connsiteX100" fmla="*/ 3745993 w 10678681"/>
              <a:gd name="connsiteY100" fmla="*/ 1342630 h 1342734"/>
              <a:gd name="connsiteX101" fmla="*/ 3675785 w 10678681"/>
              <a:gd name="connsiteY101" fmla="*/ 1326802 h 1342734"/>
              <a:gd name="connsiteX102" fmla="*/ 3623856 w 10678681"/>
              <a:gd name="connsiteY102" fmla="*/ 1290804 h 1342734"/>
              <a:gd name="connsiteX103" fmla="*/ 3564933 w 10678681"/>
              <a:gd name="connsiteY103" fmla="*/ 1287147 h 1342734"/>
              <a:gd name="connsiteX104" fmla="*/ 3550537 w 10678681"/>
              <a:gd name="connsiteY104" fmla="*/ 1317552 h 1342734"/>
              <a:gd name="connsiteX105" fmla="*/ 3487736 w 10678681"/>
              <a:gd name="connsiteY105" fmla="*/ 1303493 h 1342734"/>
              <a:gd name="connsiteX106" fmla="*/ 3392548 w 10678681"/>
              <a:gd name="connsiteY106" fmla="*/ 1278741 h 1342734"/>
              <a:gd name="connsiteX107" fmla="*/ 3337466 w 10678681"/>
              <a:gd name="connsiteY107" fmla="*/ 1272537 h 1342734"/>
              <a:gd name="connsiteX108" fmla="*/ 3175981 w 10678681"/>
              <a:gd name="connsiteY108" fmla="*/ 1208973 h 1342734"/>
              <a:gd name="connsiteX109" fmla="*/ 3036856 w 10678681"/>
              <a:gd name="connsiteY109" fmla="*/ 1214383 h 1342734"/>
              <a:gd name="connsiteX110" fmla="*/ 2824973 w 10678681"/>
              <a:gd name="connsiteY110" fmla="*/ 1134864 h 1342734"/>
              <a:gd name="connsiteX111" fmla="*/ 2804398 w 10678681"/>
              <a:gd name="connsiteY111" fmla="*/ 1125556 h 1342734"/>
              <a:gd name="connsiteX112" fmla="*/ 2736109 w 10678681"/>
              <a:gd name="connsiteY112" fmla="*/ 1137717 h 1342734"/>
              <a:gd name="connsiteX113" fmla="*/ 2659096 w 10678681"/>
              <a:gd name="connsiteY113" fmla="*/ 1150294 h 1342734"/>
              <a:gd name="connsiteX114" fmla="*/ 2567088 w 10678681"/>
              <a:gd name="connsiteY114" fmla="*/ 1181781 h 1342734"/>
              <a:gd name="connsiteX115" fmla="*/ 2454501 w 10678681"/>
              <a:gd name="connsiteY115" fmla="*/ 1155455 h 1342734"/>
              <a:gd name="connsiteX116" fmla="*/ 2385161 w 10678681"/>
              <a:gd name="connsiteY116" fmla="*/ 1161312 h 1342734"/>
              <a:gd name="connsiteX117" fmla="*/ 2273361 w 10678681"/>
              <a:gd name="connsiteY117" fmla="*/ 1134090 h 1342734"/>
              <a:gd name="connsiteX118" fmla="*/ 2132003 w 10678681"/>
              <a:gd name="connsiteY118" fmla="*/ 1139225 h 1342734"/>
              <a:gd name="connsiteX119" fmla="*/ 2041224 w 10678681"/>
              <a:gd name="connsiteY119" fmla="*/ 1147536 h 1342734"/>
              <a:gd name="connsiteX120" fmla="*/ 2010157 w 10678681"/>
              <a:gd name="connsiteY120" fmla="*/ 1152767 h 1342734"/>
              <a:gd name="connsiteX121" fmla="*/ 1859213 w 10678681"/>
              <a:gd name="connsiteY121" fmla="*/ 1199540 h 1342734"/>
              <a:gd name="connsiteX122" fmla="*/ 1735877 w 10678681"/>
              <a:gd name="connsiteY122" fmla="*/ 1246527 h 1342734"/>
              <a:gd name="connsiteX123" fmla="*/ 1705069 w 10678681"/>
              <a:gd name="connsiteY123" fmla="*/ 1251989 h 1342734"/>
              <a:gd name="connsiteX124" fmla="*/ 1307888 w 10678681"/>
              <a:gd name="connsiteY124" fmla="*/ 1283156 h 1342734"/>
              <a:gd name="connsiteX125" fmla="*/ 1220734 w 10678681"/>
              <a:gd name="connsiteY125" fmla="*/ 1257811 h 1342734"/>
              <a:gd name="connsiteX126" fmla="*/ 1021737 w 10678681"/>
              <a:gd name="connsiteY126" fmla="*/ 1238739 h 1342734"/>
              <a:gd name="connsiteX127" fmla="*/ 959820 w 10678681"/>
              <a:gd name="connsiteY127" fmla="*/ 1275863 h 1342734"/>
              <a:gd name="connsiteX128" fmla="*/ 929137 w 10678681"/>
              <a:gd name="connsiteY128" fmla="*/ 1273957 h 1342734"/>
              <a:gd name="connsiteX129" fmla="*/ 878849 w 10678681"/>
              <a:gd name="connsiteY129" fmla="*/ 1266740 h 1342734"/>
              <a:gd name="connsiteX130" fmla="*/ 800667 w 10678681"/>
              <a:gd name="connsiteY130" fmla="*/ 1282041 h 1342734"/>
              <a:gd name="connsiteX131" fmla="*/ 644906 w 10678681"/>
              <a:gd name="connsiteY131" fmla="*/ 1273685 h 1342734"/>
              <a:gd name="connsiteX132" fmla="*/ 379869 w 10678681"/>
              <a:gd name="connsiteY132" fmla="*/ 1339165 h 1342734"/>
              <a:gd name="connsiteX133" fmla="*/ 137696 w 10678681"/>
              <a:gd name="connsiteY133" fmla="*/ 1319217 h 1342734"/>
              <a:gd name="connsiteX134" fmla="*/ 54250 w 10678681"/>
              <a:gd name="connsiteY134" fmla="*/ 1315838 h 1342734"/>
              <a:gd name="connsiteX135" fmla="*/ 28042 w 10678681"/>
              <a:gd name="connsiteY135" fmla="*/ 1297822 h 1342734"/>
              <a:gd name="connsiteX136" fmla="*/ 0 w 10678681"/>
              <a:gd name="connsiteY136" fmla="*/ 1294612 h 1342734"/>
              <a:gd name="connsiteX137" fmla="*/ 0 w 10678681"/>
              <a:gd name="connsiteY137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6219 w 10678681"/>
              <a:gd name="connsiteY4" fmla="*/ 45588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41159 w 10678681"/>
              <a:gd name="connsiteY8" fmla="*/ 103824 h 1342734"/>
              <a:gd name="connsiteX9" fmla="*/ 10244930 w 10678681"/>
              <a:gd name="connsiteY9" fmla="*/ 9459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9929077 w 10678681"/>
              <a:gd name="connsiteY13" fmla="*/ 209062 h 1342734"/>
              <a:gd name="connsiteX14" fmla="*/ 9840045 w 10678681"/>
              <a:gd name="connsiteY14" fmla="*/ 223033 h 1342734"/>
              <a:gd name="connsiteX15" fmla="*/ 9679639 w 10678681"/>
              <a:gd name="connsiteY15" fmla="*/ 247182 h 1342734"/>
              <a:gd name="connsiteX16" fmla="*/ 9498347 w 10678681"/>
              <a:gd name="connsiteY16" fmla="*/ 244723 h 1342734"/>
              <a:gd name="connsiteX17" fmla="*/ 9366026 w 10678681"/>
              <a:gd name="connsiteY17" fmla="*/ 299024 h 1342734"/>
              <a:gd name="connsiteX18" fmla="*/ 9316702 w 10678681"/>
              <a:gd name="connsiteY18" fmla="*/ 356523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276883 w 10678681"/>
              <a:gd name="connsiteY30" fmla="*/ 588214 h 1342734"/>
              <a:gd name="connsiteX31" fmla="*/ 8086698 w 10678681"/>
              <a:gd name="connsiteY31" fmla="*/ 605185 h 1342734"/>
              <a:gd name="connsiteX32" fmla="*/ 7982378 w 10678681"/>
              <a:gd name="connsiteY32" fmla="*/ 629799 h 1342734"/>
              <a:gd name="connsiteX33" fmla="*/ 7947952 w 10678681"/>
              <a:gd name="connsiteY33" fmla="*/ 648003 h 1342734"/>
              <a:gd name="connsiteX34" fmla="*/ 7890112 w 10678681"/>
              <a:gd name="connsiteY34" fmla="*/ 677915 h 1342734"/>
              <a:gd name="connsiteX35" fmla="*/ 7853284 w 10678681"/>
              <a:gd name="connsiteY35" fmla="*/ 723588 h 1342734"/>
              <a:gd name="connsiteX36" fmla="*/ 7802383 w 10678681"/>
              <a:gd name="connsiteY36" fmla="*/ 739359 h 1342734"/>
              <a:gd name="connsiteX37" fmla="*/ 7730518 w 10678681"/>
              <a:gd name="connsiteY37" fmla="*/ 739526 h 1342734"/>
              <a:gd name="connsiteX38" fmla="*/ 7720084 w 10678681"/>
              <a:gd name="connsiteY38" fmla="*/ 760750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58094 w 10678681"/>
              <a:gd name="connsiteY45" fmla="*/ 990679 h 1342734"/>
              <a:gd name="connsiteX46" fmla="*/ 7257893 w 10678681"/>
              <a:gd name="connsiteY46" fmla="*/ 991204 h 1342734"/>
              <a:gd name="connsiteX47" fmla="*/ 7247153 w 10678681"/>
              <a:gd name="connsiteY47" fmla="*/ 991550 h 1342734"/>
              <a:gd name="connsiteX48" fmla="*/ 7193612 w 10678681"/>
              <a:gd name="connsiteY48" fmla="*/ 987042 h 1342734"/>
              <a:gd name="connsiteX49" fmla="*/ 7132632 w 10678681"/>
              <a:gd name="connsiteY49" fmla="*/ 1042036 h 1342734"/>
              <a:gd name="connsiteX50" fmla="*/ 7105610 w 10678681"/>
              <a:gd name="connsiteY50" fmla="*/ 1053537 h 1342734"/>
              <a:gd name="connsiteX51" fmla="*/ 7069148 w 10678681"/>
              <a:gd name="connsiteY51" fmla="*/ 1047163 h 1342734"/>
              <a:gd name="connsiteX52" fmla="*/ 7039634 w 10678681"/>
              <a:gd name="connsiteY52" fmla="*/ 1059971 h 1342734"/>
              <a:gd name="connsiteX53" fmla="*/ 7033445 w 10678681"/>
              <a:gd name="connsiteY53" fmla="*/ 1063314 h 1342734"/>
              <a:gd name="connsiteX54" fmla="*/ 6999157 w 10678681"/>
              <a:gd name="connsiteY54" fmla="*/ 1055282 h 1342734"/>
              <a:gd name="connsiteX55" fmla="*/ 6981874 w 10678681"/>
              <a:gd name="connsiteY55" fmla="*/ 1053827 h 1342734"/>
              <a:gd name="connsiteX56" fmla="*/ 6976102 w 10678681"/>
              <a:gd name="connsiteY56" fmla="*/ 1047854 h 1342734"/>
              <a:gd name="connsiteX57" fmla="*/ 6951040 w 10678681"/>
              <a:gd name="connsiteY57" fmla="*/ 1048531 h 1342734"/>
              <a:gd name="connsiteX58" fmla="*/ 6948497 w 10678681"/>
              <a:gd name="connsiteY58" fmla="*/ 1050706 h 1342734"/>
              <a:gd name="connsiteX59" fmla="*/ 6926582 w 10678681"/>
              <a:gd name="connsiteY59" fmla="*/ 1043462 h 1342734"/>
              <a:gd name="connsiteX60" fmla="*/ 6833743 w 10678681"/>
              <a:gd name="connsiteY60" fmla="*/ 1027960 h 1342734"/>
              <a:gd name="connsiteX61" fmla="*/ 6687090 w 10678681"/>
              <a:gd name="connsiteY61" fmla="*/ 1063250 h 1342734"/>
              <a:gd name="connsiteX62" fmla="*/ 6431838 w 10678681"/>
              <a:gd name="connsiteY62" fmla="*/ 1063226 h 1342734"/>
              <a:gd name="connsiteX63" fmla="*/ 6327795 w 10678681"/>
              <a:gd name="connsiteY63" fmla="*/ 1088142 h 1342734"/>
              <a:gd name="connsiteX64" fmla="*/ 6136549 w 10678681"/>
              <a:gd name="connsiteY64" fmla="*/ 1100268 h 1342734"/>
              <a:gd name="connsiteX65" fmla="*/ 6004655 w 10678681"/>
              <a:gd name="connsiteY65" fmla="*/ 1114946 h 1342734"/>
              <a:gd name="connsiteX66" fmla="*/ 5936643 w 10678681"/>
              <a:gd name="connsiteY66" fmla="*/ 1095428 h 1342734"/>
              <a:gd name="connsiteX67" fmla="*/ 5912484 w 10678681"/>
              <a:gd name="connsiteY67" fmla="*/ 1112624 h 1342734"/>
              <a:gd name="connsiteX68" fmla="*/ 5908387 w 10678681"/>
              <a:gd name="connsiteY68" fmla="*/ 1116018 h 1342734"/>
              <a:gd name="connsiteX69" fmla="*/ 5890495 w 10678681"/>
              <a:gd name="connsiteY69" fmla="*/ 1120268 h 1342734"/>
              <a:gd name="connsiteX70" fmla="*/ 5887318 w 10678681"/>
              <a:gd name="connsiteY70" fmla="*/ 1133134 h 1342734"/>
              <a:gd name="connsiteX71" fmla="*/ 5861726 w 10678681"/>
              <a:gd name="connsiteY71" fmla="*/ 1147891 h 1342734"/>
              <a:gd name="connsiteX72" fmla="*/ 5805823 w 10678681"/>
              <a:gd name="connsiteY72" fmla="*/ 1152457 h 1342734"/>
              <a:gd name="connsiteX73" fmla="*/ 5689841 w 10678681"/>
              <a:gd name="connsiteY73" fmla="*/ 1176232 h 1342734"/>
              <a:gd name="connsiteX74" fmla="*/ 5605119 w 10678681"/>
              <a:gd name="connsiteY74" fmla="*/ 1190202 h 1342734"/>
              <a:gd name="connsiteX75" fmla="*/ 5488513 w 10678681"/>
              <a:gd name="connsiteY75" fmla="*/ 1205367 h 1342734"/>
              <a:gd name="connsiteX76" fmla="*/ 5402905 w 10678681"/>
              <a:gd name="connsiteY76" fmla="*/ 1241191 h 1342734"/>
              <a:gd name="connsiteX77" fmla="*/ 5192893 w 10678681"/>
              <a:gd name="connsiteY77" fmla="*/ 1247188 h 1342734"/>
              <a:gd name="connsiteX78" fmla="*/ 5186475 w 10678681"/>
              <a:gd name="connsiteY78" fmla="*/ 1257028 h 1342734"/>
              <a:gd name="connsiteX79" fmla="*/ 5126038 w 10678681"/>
              <a:gd name="connsiteY79" fmla="*/ 1263189 h 1342734"/>
              <a:gd name="connsiteX80" fmla="*/ 4894688 w 10678681"/>
              <a:gd name="connsiteY80" fmla="*/ 1247184 h 1342734"/>
              <a:gd name="connsiteX81" fmla="*/ 4788036 w 10678681"/>
              <a:gd name="connsiteY81" fmla="*/ 1238182 h 1342734"/>
              <a:gd name="connsiteX82" fmla="*/ 4747555 w 10678681"/>
              <a:gd name="connsiteY82" fmla="*/ 1252768 h 1342734"/>
              <a:gd name="connsiteX83" fmla="*/ 4679644 w 10678681"/>
              <a:gd name="connsiteY83" fmla="*/ 1276603 h 1342734"/>
              <a:gd name="connsiteX84" fmla="*/ 4617473 w 10678681"/>
              <a:gd name="connsiteY84" fmla="*/ 1296467 h 1342734"/>
              <a:gd name="connsiteX85" fmla="*/ 4564919 w 10678681"/>
              <a:gd name="connsiteY85" fmla="*/ 1325507 h 1342734"/>
              <a:gd name="connsiteX86" fmla="*/ 4566586 w 10678681"/>
              <a:gd name="connsiteY86" fmla="*/ 1316963 h 1342734"/>
              <a:gd name="connsiteX87" fmla="*/ 4556303 w 10678681"/>
              <a:gd name="connsiteY87" fmla="*/ 1300262 h 1342734"/>
              <a:gd name="connsiteX88" fmla="*/ 4502358 w 10678681"/>
              <a:gd name="connsiteY88" fmla="*/ 1302558 h 1342734"/>
              <a:gd name="connsiteX89" fmla="*/ 4498919 w 10678681"/>
              <a:gd name="connsiteY89" fmla="*/ 1312115 h 1342734"/>
              <a:gd name="connsiteX90" fmla="*/ 4492075 w 10678681"/>
              <a:gd name="connsiteY90" fmla="*/ 1313357 h 1342734"/>
              <a:gd name="connsiteX91" fmla="*/ 4487466 w 10678681"/>
              <a:gd name="connsiteY91" fmla="*/ 1304102 h 1342734"/>
              <a:gd name="connsiteX92" fmla="*/ 4398292 w 10678681"/>
              <a:gd name="connsiteY92" fmla="*/ 1278410 h 1342734"/>
              <a:gd name="connsiteX93" fmla="*/ 4306088 w 10678681"/>
              <a:gd name="connsiteY93" fmla="*/ 1282512 h 1342734"/>
              <a:gd name="connsiteX94" fmla="*/ 4188995 w 10678681"/>
              <a:gd name="connsiteY94" fmla="*/ 1296718 h 1342734"/>
              <a:gd name="connsiteX95" fmla="*/ 4136582 w 10678681"/>
              <a:gd name="connsiteY95" fmla="*/ 1287687 h 1342734"/>
              <a:gd name="connsiteX96" fmla="*/ 4064614 w 10678681"/>
              <a:gd name="connsiteY96" fmla="*/ 1296118 h 1342734"/>
              <a:gd name="connsiteX97" fmla="*/ 3900948 w 10678681"/>
              <a:gd name="connsiteY97" fmla="*/ 1322156 h 1342734"/>
              <a:gd name="connsiteX98" fmla="*/ 3787890 w 10678681"/>
              <a:gd name="connsiteY98" fmla="*/ 1322164 h 1342734"/>
              <a:gd name="connsiteX99" fmla="*/ 3745993 w 10678681"/>
              <a:gd name="connsiteY99" fmla="*/ 1342630 h 1342734"/>
              <a:gd name="connsiteX100" fmla="*/ 3675785 w 10678681"/>
              <a:gd name="connsiteY100" fmla="*/ 1326802 h 1342734"/>
              <a:gd name="connsiteX101" fmla="*/ 3623856 w 10678681"/>
              <a:gd name="connsiteY101" fmla="*/ 1290804 h 1342734"/>
              <a:gd name="connsiteX102" fmla="*/ 3564933 w 10678681"/>
              <a:gd name="connsiteY102" fmla="*/ 1287147 h 1342734"/>
              <a:gd name="connsiteX103" fmla="*/ 3550537 w 10678681"/>
              <a:gd name="connsiteY103" fmla="*/ 1317552 h 1342734"/>
              <a:gd name="connsiteX104" fmla="*/ 3487736 w 10678681"/>
              <a:gd name="connsiteY104" fmla="*/ 1303493 h 1342734"/>
              <a:gd name="connsiteX105" fmla="*/ 3392548 w 10678681"/>
              <a:gd name="connsiteY105" fmla="*/ 1278741 h 1342734"/>
              <a:gd name="connsiteX106" fmla="*/ 3337466 w 10678681"/>
              <a:gd name="connsiteY106" fmla="*/ 1272537 h 1342734"/>
              <a:gd name="connsiteX107" fmla="*/ 3175981 w 10678681"/>
              <a:gd name="connsiteY107" fmla="*/ 1208973 h 1342734"/>
              <a:gd name="connsiteX108" fmla="*/ 3036856 w 10678681"/>
              <a:gd name="connsiteY108" fmla="*/ 1214383 h 1342734"/>
              <a:gd name="connsiteX109" fmla="*/ 2824973 w 10678681"/>
              <a:gd name="connsiteY109" fmla="*/ 1134864 h 1342734"/>
              <a:gd name="connsiteX110" fmla="*/ 2804398 w 10678681"/>
              <a:gd name="connsiteY110" fmla="*/ 1125556 h 1342734"/>
              <a:gd name="connsiteX111" fmla="*/ 2736109 w 10678681"/>
              <a:gd name="connsiteY111" fmla="*/ 1137717 h 1342734"/>
              <a:gd name="connsiteX112" fmla="*/ 2659096 w 10678681"/>
              <a:gd name="connsiteY112" fmla="*/ 1150294 h 1342734"/>
              <a:gd name="connsiteX113" fmla="*/ 2567088 w 10678681"/>
              <a:gd name="connsiteY113" fmla="*/ 1181781 h 1342734"/>
              <a:gd name="connsiteX114" fmla="*/ 2454501 w 10678681"/>
              <a:gd name="connsiteY114" fmla="*/ 1155455 h 1342734"/>
              <a:gd name="connsiteX115" fmla="*/ 2385161 w 10678681"/>
              <a:gd name="connsiteY115" fmla="*/ 1161312 h 1342734"/>
              <a:gd name="connsiteX116" fmla="*/ 2273361 w 10678681"/>
              <a:gd name="connsiteY116" fmla="*/ 1134090 h 1342734"/>
              <a:gd name="connsiteX117" fmla="*/ 2132003 w 10678681"/>
              <a:gd name="connsiteY117" fmla="*/ 1139225 h 1342734"/>
              <a:gd name="connsiteX118" fmla="*/ 2041224 w 10678681"/>
              <a:gd name="connsiteY118" fmla="*/ 1147536 h 1342734"/>
              <a:gd name="connsiteX119" fmla="*/ 2010157 w 10678681"/>
              <a:gd name="connsiteY119" fmla="*/ 1152767 h 1342734"/>
              <a:gd name="connsiteX120" fmla="*/ 1859213 w 10678681"/>
              <a:gd name="connsiteY120" fmla="*/ 1199540 h 1342734"/>
              <a:gd name="connsiteX121" fmla="*/ 1735877 w 10678681"/>
              <a:gd name="connsiteY121" fmla="*/ 1246527 h 1342734"/>
              <a:gd name="connsiteX122" fmla="*/ 1705069 w 10678681"/>
              <a:gd name="connsiteY122" fmla="*/ 1251989 h 1342734"/>
              <a:gd name="connsiteX123" fmla="*/ 1307888 w 10678681"/>
              <a:gd name="connsiteY123" fmla="*/ 1283156 h 1342734"/>
              <a:gd name="connsiteX124" fmla="*/ 1220734 w 10678681"/>
              <a:gd name="connsiteY124" fmla="*/ 1257811 h 1342734"/>
              <a:gd name="connsiteX125" fmla="*/ 1021737 w 10678681"/>
              <a:gd name="connsiteY125" fmla="*/ 1238739 h 1342734"/>
              <a:gd name="connsiteX126" fmla="*/ 959820 w 10678681"/>
              <a:gd name="connsiteY126" fmla="*/ 1275863 h 1342734"/>
              <a:gd name="connsiteX127" fmla="*/ 929137 w 10678681"/>
              <a:gd name="connsiteY127" fmla="*/ 1273957 h 1342734"/>
              <a:gd name="connsiteX128" fmla="*/ 878849 w 10678681"/>
              <a:gd name="connsiteY128" fmla="*/ 1266740 h 1342734"/>
              <a:gd name="connsiteX129" fmla="*/ 800667 w 10678681"/>
              <a:gd name="connsiteY129" fmla="*/ 1282041 h 1342734"/>
              <a:gd name="connsiteX130" fmla="*/ 644906 w 10678681"/>
              <a:gd name="connsiteY130" fmla="*/ 1273685 h 1342734"/>
              <a:gd name="connsiteX131" fmla="*/ 379869 w 10678681"/>
              <a:gd name="connsiteY131" fmla="*/ 1339165 h 1342734"/>
              <a:gd name="connsiteX132" fmla="*/ 137696 w 10678681"/>
              <a:gd name="connsiteY132" fmla="*/ 1319217 h 1342734"/>
              <a:gd name="connsiteX133" fmla="*/ 54250 w 10678681"/>
              <a:gd name="connsiteY133" fmla="*/ 1315838 h 1342734"/>
              <a:gd name="connsiteX134" fmla="*/ 28042 w 10678681"/>
              <a:gd name="connsiteY134" fmla="*/ 1297822 h 1342734"/>
              <a:gd name="connsiteX135" fmla="*/ 0 w 10678681"/>
              <a:gd name="connsiteY135" fmla="*/ 1294612 h 1342734"/>
              <a:gd name="connsiteX136" fmla="*/ 0 w 10678681"/>
              <a:gd name="connsiteY136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6219 w 10678681"/>
              <a:gd name="connsiteY4" fmla="*/ 45588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41159 w 10678681"/>
              <a:gd name="connsiteY8" fmla="*/ 103824 h 1342734"/>
              <a:gd name="connsiteX9" fmla="*/ 10244930 w 10678681"/>
              <a:gd name="connsiteY9" fmla="*/ 9459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9929077 w 10678681"/>
              <a:gd name="connsiteY13" fmla="*/ 209062 h 1342734"/>
              <a:gd name="connsiteX14" fmla="*/ 9840045 w 10678681"/>
              <a:gd name="connsiteY14" fmla="*/ 223033 h 1342734"/>
              <a:gd name="connsiteX15" fmla="*/ 9679639 w 10678681"/>
              <a:gd name="connsiteY15" fmla="*/ 247182 h 1342734"/>
              <a:gd name="connsiteX16" fmla="*/ 9498347 w 10678681"/>
              <a:gd name="connsiteY16" fmla="*/ 244723 h 1342734"/>
              <a:gd name="connsiteX17" fmla="*/ 9366026 w 10678681"/>
              <a:gd name="connsiteY17" fmla="*/ 299024 h 1342734"/>
              <a:gd name="connsiteX18" fmla="*/ 9316702 w 10678681"/>
              <a:gd name="connsiteY18" fmla="*/ 356523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276883 w 10678681"/>
              <a:gd name="connsiteY30" fmla="*/ 588214 h 1342734"/>
              <a:gd name="connsiteX31" fmla="*/ 8086698 w 10678681"/>
              <a:gd name="connsiteY31" fmla="*/ 605185 h 1342734"/>
              <a:gd name="connsiteX32" fmla="*/ 7982378 w 10678681"/>
              <a:gd name="connsiteY32" fmla="*/ 629799 h 1342734"/>
              <a:gd name="connsiteX33" fmla="*/ 7947952 w 10678681"/>
              <a:gd name="connsiteY33" fmla="*/ 648003 h 1342734"/>
              <a:gd name="connsiteX34" fmla="*/ 7890112 w 10678681"/>
              <a:gd name="connsiteY34" fmla="*/ 677915 h 1342734"/>
              <a:gd name="connsiteX35" fmla="*/ 7853284 w 10678681"/>
              <a:gd name="connsiteY35" fmla="*/ 723588 h 1342734"/>
              <a:gd name="connsiteX36" fmla="*/ 7802383 w 10678681"/>
              <a:gd name="connsiteY36" fmla="*/ 739359 h 1342734"/>
              <a:gd name="connsiteX37" fmla="*/ 7730518 w 10678681"/>
              <a:gd name="connsiteY37" fmla="*/ 739526 h 1342734"/>
              <a:gd name="connsiteX38" fmla="*/ 7720084 w 10678681"/>
              <a:gd name="connsiteY38" fmla="*/ 760750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58094 w 10678681"/>
              <a:gd name="connsiteY45" fmla="*/ 990679 h 1342734"/>
              <a:gd name="connsiteX46" fmla="*/ 7257893 w 10678681"/>
              <a:gd name="connsiteY46" fmla="*/ 991204 h 1342734"/>
              <a:gd name="connsiteX47" fmla="*/ 7247153 w 10678681"/>
              <a:gd name="connsiteY47" fmla="*/ 991550 h 1342734"/>
              <a:gd name="connsiteX48" fmla="*/ 7193612 w 10678681"/>
              <a:gd name="connsiteY48" fmla="*/ 987042 h 1342734"/>
              <a:gd name="connsiteX49" fmla="*/ 7132632 w 10678681"/>
              <a:gd name="connsiteY49" fmla="*/ 1042036 h 1342734"/>
              <a:gd name="connsiteX50" fmla="*/ 7105610 w 10678681"/>
              <a:gd name="connsiteY50" fmla="*/ 1053537 h 1342734"/>
              <a:gd name="connsiteX51" fmla="*/ 7069148 w 10678681"/>
              <a:gd name="connsiteY51" fmla="*/ 1047163 h 1342734"/>
              <a:gd name="connsiteX52" fmla="*/ 7039634 w 10678681"/>
              <a:gd name="connsiteY52" fmla="*/ 1059971 h 1342734"/>
              <a:gd name="connsiteX53" fmla="*/ 7033445 w 10678681"/>
              <a:gd name="connsiteY53" fmla="*/ 1063314 h 1342734"/>
              <a:gd name="connsiteX54" fmla="*/ 6999157 w 10678681"/>
              <a:gd name="connsiteY54" fmla="*/ 1055282 h 1342734"/>
              <a:gd name="connsiteX55" fmla="*/ 6981874 w 10678681"/>
              <a:gd name="connsiteY55" fmla="*/ 1053827 h 1342734"/>
              <a:gd name="connsiteX56" fmla="*/ 6976102 w 10678681"/>
              <a:gd name="connsiteY56" fmla="*/ 1047854 h 1342734"/>
              <a:gd name="connsiteX57" fmla="*/ 6951040 w 10678681"/>
              <a:gd name="connsiteY57" fmla="*/ 1048531 h 1342734"/>
              <a:gd name="connsiteX58" fmla="*/ 6948497 w 10678681"/>
              <a:gd name="connsiteY58" fmla="*/ 1050706 h 1342734"/>
              <a:gd name="connsiteX59" fmla="*/ 6926582 w 10678681"/>
              <a:gd name="connsiteY59" fmla="*/ 1043462 h 1342734"/>
              <a:gd name="connsiteX60" fmla="*/ 6833743 w 10678681"/>
              <a:gd name="connsiteY60" fmla="*/ 1027960 h 1342734"/>
              <a:gd name="connsiteX61" fmla="*/ 6687090 w 10678681"/>
              <a:gd name="connsiteY61" fmla="*/ 1063250 h 1342734"/>
              <a:gd name="connsiteX62" fmla="*/ 6431838 w 10678681"/>
              <a:gd name="connsiteY62" fmla="*/ 1063226 h 1342734"/>
              <a:gd name="connsiteX63" fmla="*/ 6327795 w 10678681"/>
              <a:gd name="connsiteY63" fmla="*/ 1088142 h 1342734"/>
              <a:gd name="connsiteX64" fmla="*/ 6136549 w 10678681"/>
              <a:gd name="connsiteY64" fmla="*/ 1100268 h 1342734"/>
              <a:gd name="connsiteX65" fmla="*/ 6004655 w 10678681"/>
              <a:gd name="connsiteY65" fmla="*/ 1114946 h 1342734"/>
              <a:gd name="connsiteX66" fmla="*/ 5936643 w 10678681"/>
              <a:gd name="connsiteY66" fmla="*/ 1095428 h 1342734"/>
              <a:gd name="connsiteX67" fmla="*/ 5912484 w 10678681"/>
              <a:gd name="connsiteY67" fmla="*/ 1112624 h 1342734"/>
              <a:gd name="connsiteX68" fmla="*/ 5908387 w 10678681"/>
              <a:gd name="connsiteY68" fmla="*/ 1116018 h 1342734"/>
              <a:gd name="connsiteX69" fmla="*/ 5890495 w 10678681"/>
              <a:gd name="connsiteY69" fmla="*/ 1120268 h 1342734"/>
              <a:gd name="connsiteX70" fmla="*/ 5887318 w 10678681"/>
              <a:gd name="connsiteY70" fmla="*/ 1133134 h 1342734"/>
              <a:gd name="connsiteX71" fmla="*/ 5861726 w 10678681"/>
              <a:gd name="connsiteY71" fmla="*/ 1147891 h 1342734"/>
              <a:gd name="connsiteX72" fmla="*/ 5805823 w 10678681"/>
              <a:gd name="connsiteY72" fmla="*/ 1152457 h 1342734"/>
              <a:gd name="connsiteX73" fmla="*/ 5689841 w 10678681"/>
              <a:gd name="connsiteY73" fmla="*/ 1176232 h 1342734"/>
              <a:gd name="connsiteX74" fmla="*/ 5605119 w 10678681"/>
              <a:gd name="connsiteY74" fmla="*/ 1190202 h 1342734"/>
              <a:gd name="connsiteX75" fmla="*/ 5488513 w 10678681"/>
              <a:gd name="connsiteY75" fmla="*/ 1205367 h 1342734"/>
              <a:gd name="connsiteX76" fmla="*/ 5402905 w 10678681"/>
              <a:gd name="connsiteY76" fmla="*/ 1241191 h 1342734"/>
              <a:gd name="connsiteX77" fmla="*/ 5192893 w 10678681"/>
              <a:gd name="connsiteY77" fmla="*/ 1247188 h 1342734"/>
              <a:gd name="connsiteX78" fmla="*/ 5186475 w 10678681"/>
              <a:gd name="connsiteY78" fmla="*/ 1257028 h 1342734"/>
              <a:gd name="connsiteX79" fmla="*/ 5103589 w 10678681"/>
              <a:gd name="connsiteY79" fmla="*/ 1263189 h 1342734"/>
              <a:gd name="connsiteX80" fmla="*/ 4894688 w 10678681"/>
              <a:gd name="connsiteY80" fmla="*/ 1247184 h 1342734"/>
              <a:gd name="connsiteX81" fmla="*/ 4788036 w 10678681"/>
              <a:gd name="connsiteY81" fmla="*/ 1238182 h 1342734"/>
              <a:gd name="connsiteX82" fmla="*/ 4747555 w 10678681"/>
              <a:gd name="connsiteY82" fmla="*/ 1252768 h 1342734"/>
              <a:gd name="connsiteX83" fmla="*/ 4679644 w 10678681"/>
              <a:gd name="connsiteY83" fmla="*/ 1276603 h 1342734"/>
              <a:gd name="connsiteX84" fmla="*/ 4617473 w 10678681"/>
              <a:gd name="connsiteY84" fmla="*/ 1296467 h 1342734"/>
              <a:gd name="connsiteX85" fmla="*/ 4564919 w 10678681"/>
              <a:gd name="connsiteY85" fmla="*/ 1325507 h 1342734"/>
              <a:gd name="connsiteX86" fmla="*/ 4566586 w 10678681"/>
              <a:gd name="connsiteY86" fmla="*/ 1316963 h 1342734"/>
              <a:gd name="connsiteX87" fmla="*/ 4556303 w 10678681"/>
              <a:gd name="connsiteY87" fmla="*/ 1300262 h 1342734"/>
              <a:gd name="connsiteX88" fmla="*/ 4502358 w 10678681"/>
              <a:gd name="connsiteY88" fmla="*/ 1302558 h 1342734"/>
              <a:gd name="connsiteX89" fmla="*/ 4498919 w 10678681"/>
              <a:gd name="connsiteY89" fmla="*/ 1312115 h 1342734"/>
              <a:gd name="connsiteX90" fmla="*/ 4492075 w 10678681"/>
              <a:gd name="connsiteY90" fmla="*/ 1313357 h 1342734"/>
              <a:gd name="connsiteX91" fmla="*/ 4487466 w 10678681"/>
              <a:gd name="connsiteY91" fmla="*/ 1304102 h 1342734"/>
              <a:gd name="connsiteX92" fmla="*/ 4398292 w 10678681"/>
              <a:gd name="connsiteY92" fmla="*/ 1278410 h 1342734"/>
              <a:gd name="connsiteX93" fmla="*/ 4306088 w 10678681"/>
              <a:gd name="connsiteY93" fmla="*/ 1282512 h 1342734"/>
              <a:gd name="connsiteX94" fmla="*/ 4188995 w 10678681"/>
              <a:gd name="connsiteY94" fmla="*/ 1296718 h 1342734"/>
              <a:gd name="connsiteX95" fmla="*/ 4136582 w 10678681"/>
              <a:gd name="connsiteY95" fmla="*/ 1287687 h 1342734"/>
              <a:gd name="connsiteX96" fmla="*/ 4064614 w 10678681"/>
              <a:gd name="connsiteY96" fmla="*/ 1296118 h 1342734"/>
              <a:gd name="connsiteX97" fmla="*/ 3900948 w 10678681"/>
              <a:gd name="connsiteY97" fmla="*/ 1322156 h 1342734"/>
              <a:gd name="connsiteX98" fmla="*/ 3787890 w 10678681"/>
              <a:gd name="connsiteY98" fmla="*/ 1322164 h 1342734"/>
              <a:gd name="connsiteX99" fmla="*/ 3745993 w 10678681"/>
              <a:gd name="connsiteY99" fmla="*/ 1342630 h 1342734"/>
              <a:gd name="connsiteX100" fmla="*/ 3675785 w 10678681"/>
              <a:gd name="connsiteY100" fmla="*/ 1326802 h 1342734"/>
              <a:gd name="connsiteX101" fmla="*/ 3623856 w 10678681"/>
              <a:gd name="connsiteY101" fmla="*/ 1290804 h 1342734"/>
              <a:gd name="connsiteX102" fmla="*/ 3564933 w 10678681"/>
              <a:gd name="connsiteY102" fmla="*/ 1287147 h 1342734"/>
              <a:gd name="connsiteX103" fmla="*/ 3550537 w 10678681"/>
              <a:gd name="connsiteY103" fmla="*/ 1317552 h 1342734"/>
              <a:gd name="connsiteX104" fmla="*/ 3487736 w 10678681"/>
              <a:gd name="connsiteY104" fmla="*/ 1303493 h 1342734"/>
              <a:gd name="connsiteX105" fmla="*/ 3392548 w 10678681"/>
              <a:gd name="connsiteY105" fmla="*/ 1278741 h 1342734"/>
              <a:gd name="connsiteX106" fmla="*/ 3337466 w 10678681"/>
              <a:gd name="connsiteY106" fmla="*/ 1272537 h 1342734"/>
              <a:gd name="connsiteX107" fmla="*/ 3175981 w 10678681"/>
              <a:gd name="connsiteY107" fmla="*/ 1208973 h 1342734"/>
              <a:gd name="connsiteX108" fmla="*/ 3036856 w 10678681"/>
              <a:gd name="connsiteY108" fmla="*/ 1214383 h 1342734"/>
              <a:gd name="connsiteX109" fmla="*/ 2824973 w 10678681"/>
              <a:gd name="connsiteY109" fmla="*/ 1134864 h 1342734"/>
              <a:gd name="connsiteX110" fmla="*/ 2804398 w 10678681"/>
              <a:gd name="connsiteY110" fmla="*/ 1125556 h 1342734"/>
              <a:gd name="connsiteX111" fmla="*/ 2736109 w 10678681"/>
              <a:gd name="connsiteY111" fmla="*/ 1137717 h 1342734"/>
              <a:gd name="connsiteX112" fmla="*/ 2659096 w 10678681"/>
              <a:gd name="connsiteY112" fmla="*/ 1150294 h 1342734"/>
              <a:gd name="connsiteX113" fmla="*/ 2567088 w 10678681"/>
              <a:gd name="connsiteY113" fmla="*/ 1181781 h 1342734"/>
              <a:gd name="connsiteX114" fmla="*/ 2454501 w 10678681"/>
              <a:gd name="connsiteY114" fmla="*/ 1155455 h 1342734"/>
              <a:gd name="connsiteX115" fmla="*/ 2385161 w 10678681"/>
              <a:gd name="connsiteY115" fmla="*/ 1161312 h 1342734"/>
              <a:gd name="connsiteX116" fmla="*/ 2273361 w 10678681"/>
              <a:gd name="connsiteY116" fmla="*/ 1134090 h 1342734"/>
              <a:gd name="connsiteX117" fmla="*/ 2132003 w 10678681"/>
              <a:gd name="connsiteY117" fmla="*/ 1139225 h 1342734"/>
              <a:gd name="connsiteX118" fmla="*/ 2041224 w 10678681"/>
              <a:gd name="connsiteY118" fmla="*/ 1147536 h 1342734"/>
              <a:gd name="connsiteX119" fmla="*/ 2010157 w 10678681"/>
              <a:gd name="connsiteY119" fmla="*/ 1152767 h 1342734"/>
              <a:gd name="connsiteX120" fmla="*/ 1859213 w 10678681"/>
              <a:gd name="connsiteY120" fmla="*/ 1199540 h 1342734"/>
              <a:gd name="connsiteX121" fmla="*/ 1735877 w 10678681"/>
              <a:gd name="connsiteY121" fmla="*/ 1246527 h 1342734"/>
              <a:gd name="connsiteX122" fmla="*/ 1705069 w 10678681"/>
              <a:gd name="connsiteY122" fmla="*/ 1251989 h 1342734"/>
              <a:gd name="connsiteX123" fmla="*/ 1307888 w 10678681"/>
              <a:gd name="connsiteY123" fmla="*/ 1283156 h 1342734"/>
              <a:gd name="connsiteX124" fmla="*/ 1220734 w 10678681"/>
              <a:gd name="connsiteY124" fmla="*/ 1257811 h 1342734"/>
              <a:gd name="connsiteX125" fmla="*/ 1021737 w 10678681"/>
              <a:gd name="connsiteY125" fmla="*/ 1238739 h 1342734"/>
              <a:gd name="connsiteX126" fmla="*/ 959820 w 10678681"/>
              <a:gd name="connsiteY126" fmla="*/ 1275863 h 1342734"/>
              <a:gd name="connsiteX127" fmla="*/ 929137 w 10678681"/>
              <a:gd name="connsiteY127" fmla="*/ 1273957 h 1342734"/>
              <a:gd name="connsiteX128" fmla="*/ 878849 w 10678681"/>
              <a:gd name="connsiteY128" fmla="*/ 1266740 h 1342734"/>
              <a:gd name="connsiteX129" fmla="*/ 800667 w 10678681"/>
              <a:gd name="connsiteY129" fmla="*/ 1282041 h 1342734"/>
              <a:gd name="connsiteX130" fmla="*/ 644906 w 10678681"/>
              <a:gd name="connsiteY130" fmla="*/ 1273685 h 1342734"/>
              <a:gd name="connsiteX131" fmla="*/ 379869 w 10678681"/>
              <a:gd name="connsiteY131" fmla="*/ 1339165 h 1342734"/>
              <a:gd name="connsiteX132" fmla="*/ 137696 w 10678681"/>
              <a:gd name="connsiteY132" fmla="*/ 1319217 h 1342734"/>
              <a:gd name="connsiteX133" fmla="*/ 54250 w 10678681"/>
              <a:gd name="connsiteY133" fmla="*/ 1315838 h 1342734"/>
              <a:gd name="connsiteX134" fmla="*/ 28042 w 10678681"/>
              <a:gd name="connsiteY134" fmla="*/ 1297822 h 1342734"/>
              <a:gd name="connsiteX135" fmla="*/ 0 w 10678681"/>
              <a:gd name="connsiteY135" fmla="*/ 1294612 h 1342734"/>
              <a:gd name="connsiteX136" fmla="*/ 0 w 10678681"/>
              <a:gd name="connsiteY136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6219 w 10678681"/>
              <a:gd name="connsiteY4" fmla="*/ 45588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41159 w 10678681"/>
              <a:gd name="connsiteY8" fmla="*/ 103824 h 1342734"/>
              <a:gd name="connsiteX9" fmla="*/ 10244930 w 10678681"/>
              <a:gd name="connsiteY9" fmla="*/ 9459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9929077 w 10678681"/>
              <a:gd name="connsiteY13" fmla="*/ 209062 h 1342734"/>
              <a:gd name="connsiteX14" fmla="*/ 9840045 w 10678681"/>
              <a:gd name="connsiteY14" fmla="*/ 223033 h 1342734"/>
              <a:gd name="connsiteX15" fmla="*/ 9679639 w 10678681"/>
              <a:gd name="connsiteY15" fmla="*/ 247182 h 1342734"/>
              <a:gd name="connsiteX16" fmla="*/ 9498347 w 10678681"/>
              <a:gd name="connsiteY16" fmla="*/ 244723 h 1342734"/>
              <a:gd name="connsiteX17" fmla="*/ 9366026 w 10678681"/>
              <a:gd name="connsiteY17" fmla="*/ 299024 h 1342734"/>
              <a:gd name="connsiteX18" fmla="*/ 9316702 w 10678681"/>
              <a:gd name="connsiteY18" fmla="*/ 356523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276883 w 10678681"/>
              <a:gd name="connsiteY30" fmla="*/ 588214 h 1342734"/>
              <a:gd name="connsiteX31" fmla="*/ 8086698 w 10678681"/>
              <a:gd name="connsiteY31" fmla="*/ 605185 h 1342734"/>
              <a:gd name="connsiteX32" fmla="*/ 7982378 w 10678681"/>
              <a:gd name="connsiteY32" fmla="*/ 629799 h 1342734"/>
              <a:gd name="connsiteX33" fmla="*/ 7947952 w 10678681"/>
              <a:gd name="connsiteY33" fmla="*/ 648003 h 1342734"/>
              <a:gd name="connsiteX34" fmla="*/ 7890112 w 10678681"/>
              <a:gd name="connsiteY34" fmla="*/ 677915 h 1342734"/>
              <a:gd name="connsiteX35" fmla="*/ 7853284 w 10678681"/>
              <a:gd name="connsiteY35" fmla="*/ 723588 h 1342734"/>
              <a:gd name="connsiteX36" fmla="*/ 7802383 w 10678681"/>
              <a:gd name="connsiteY36" fmla="*/ 739359 h 1342734"/>
              <a:gd name="connsiteX37" fmla="*/ 7730518 w 10678681"/>
              <a:gd name="connsiteY37" fmla="*/ 739526 h 1342734"/>
              <a:gd name="connsiteX38" fmla="*/ 7720084 w 10678681"/>
              <a:gd name="connsiteY38" fmla="*/ 760750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58094 w 10678681"/>
              <a:gd name="connsiteY45" fmla="*/ 990679 h 1342734"/>
              <a:gd name="connsiteX46" fmla="*/ 7257893 w 10678681"/>
              <a:gd name="connsiteY46" fmla="*/ 991204 h 1342734"/>
              <a:gd name="connsiteX47" fmla="*/ 7247153 w 10678681"/>
              <a:gd name="connsiteY47" fmla="*/ 991550 h 1342734"/>
              <a:gd name="connsiteX48" fmla="*/ 7193612 w 10678681"/>
              <a:gd name="connsiteY48" fmla="*/ 987042 h 1342734"/>
              <a:gd name="connsiteX49" fmla="*/ 7132632 w 10678681"/>
              <a:gd name="connsiteY49" fmla="*/ 1042036 h 1342734"/>
              <a:gd name="connsiteX50" fmla="*/ 7105610 w 10678681"/>
              <a:gd name="connsiteY50" fmla="*/ 1053537 h 1342734"/>
              <a:gd name="connsiteX51" fmla="*/ 7069148 w 10678681"/>
              <a:gd name="connsiteY51" fmla="*/ 1047163 h 1342734"/>
              <a:gd name="connsiteX52" fmla="*/ 7039634 w 10678681"/>
              <a:gd name="connsiteY52" fmla="*/ 1059971 h 1342734"/>
              <a:gd name="connsiteX53" fmla="*/ 7033445 w 10678681"/>
              <a:gd name="connsiteY53" fmla="*/ 1063314 h 1342734"/>
              <a:gd name="connsiteX54" fmla="*/ 6999157 w 10678681"/>
              <a:gd name="connsiteY54" fmla="*/ 1055282 h 1342734"/>
              <a:gd name="connsiteX55" fmla="*/ 6981874 w 10678681"/>
              <a:gd name="connsiteY55" fmla="*/ 1053827 h 1342734"/>
              <a:gd name="connsiteX56" fmla="*/ 6976102 w 10678681"/>
              <a:gd name="connsiteY56" fmla="*/ 1047854 h 1342734"/>
              <a:gd name="connsiteX57" fmla="*/ 6951040 w 10678681"/>
              <a:gd name="connsiteY57" fmla="*/ 1048531 h 1342734"/>
              <a:gd name="connsiteX58" fmla="*/ 6948497 w 10678681"/>
              <a:gd name="connsiteY58" fmla="*/ 1050706 h 1342734"/>
              <a:gd name="connsiteX59" fmla="*/ 6926582 w 10678681"/>
              <a:gd name="connsiteY59" fmla="*/ 1043462 h 1342734"/>
              <a:gd name="connsiteX60" fmla="*/ 6833743 w 10678681"/>
              <a:gd name="connsiteY60" fmla="*/ 1027960 h 1342734"/>
              <a:gd name="connsiteX61" fmla="*/ 6687090 w 10678681"/>
              <a:gd name="connsiteY61" fmla="*/ 1063250 h 1342734"/>
              <a:gd name="connsiteX62" fmla="*/ 6431838 w 10678681"/>
              <a:gd name="connsiteY62" fmla="*/ 1063226 h 1342734"/>
              <a:gd name="connsiteX63" fmla="*/ 6327795 w 10678681"/>
              <a:gd name="connsiteY63" fmla="*/ 1088142 h 1342734"/>
              <a:gd name="connsiteX64" fmla="*/ 6136549 w 10678681"/>
              <a:gd name="connsiteY64" fmla="*/ 1100268 h 1342734"/>
              <a:gd name="connsiteX65" fmla="*/ 6004655 w 10678681"/>
              <a:gd name="connsiteY65" fmla="*/ 1114946 h 1342734"/>
              <a:gd name="connsiteX66" fmla="*/ 5936643 w 10678681"/>
              <a:gd name="connsiteY66" fmla="*/ 1095428 h 1342734"/>
              <a:gd name="connsiteX67" fmla="*/ 5912484 w 10678681"/>
              <a:gd name="connsiteY67" fmla="*/ 1112624 h 1342734"/>
              <a:gd name="connsiteX68" fmla="*/ 5908387 w 10678681"/>
              <a:gd name="connsiteY68" fmla="*/ 1116018 h 1342734"/>
              <a:gd name="connsiteX69" fmla="*/ 5890495 w 10678681"/>
              <a:gd name="connsiteY69" fmla="*/ 1120268 h 1342734"/>
              <a:gd name="connsiteX70" fmla="*/ 5887318 w 10678681"/>
              <a:gd name="connsiteY70" fmla="*/ 1133134 h 1342734"/>
              <a:gd name="connsiteX71" fmla="*/ 5861726 w 10678681"/>
              <a:gd name="connsiteY71" fmla="*/ 1147891 h 1342734"/>
              <a:gd name="connsiteX72" fmla="*/ 5805823 w 10678681"/>
              <a:gd name="connsiteY72" fmla="*/ 1152457 h 1342734"/>
              <a:gd name="connsiteX73" fmla="*/ 5689841 w 10678681"/>
              <a:gd name="connsiteY73" fmla="*/ 1176232 h 1342734"/>
              <a:gd name="connsiteX74" fmla="*/ 5605119 w 10678681"/>
              <a:gd name="connsiteY74" fmla="*/ 1190202 h 1342734"/>
              <a:gd name="connsiteX75" fmla="*/ 5488513 w 10678681"/>
              <a:gd name="connsiteY75" fmla="*/ 1205367 h 1342734"/>
              <a:gd name="connsiteX76" fmla="*/ 5402905 w 10678681"/>
              <a:gd name="connsiteY76" fmla="*/ 1241191 h 1342734"/>
              <a:gd name="connsiteX77" fmla="*/ 5192893 w 10678681"/>
              <a:gd name="connsiteY77" fmla="*/ 1247188 h 1342734"/>
              <a:gd name="connsiteX78" fmla="*/ 5164025 w 10678681"/>
              <a:gd name="connsiteY78" fmla="*/ 1257028 h 1342734"/>
              <a:gd name="connsiteX79" fmla="*/ 5103589 w 10678681"/>
              <a:gd name="connsiteY79" fmla="*/ 1263189 h 1342734"/>
              <a:gd name="connsiteX80" fmla="*/ 4894688 w 10678681"/>
              <a:gd name="connsiteY80" fmla="*/ 1247184 h 1342734"/>
              <a:gd name="connsiteX81" fmla="*/ 4788036 w 10678681"/>
              <a:gd name="connsiteY81" fmla="*/ 1238182 h 1342734"/>
              <a:gd name="connsiteX82" fmla="*/ 4747555 w 10678681"/>
              <a:gd name="connsiteY82" fmla="*/ 1252768 h 1342734"/>
              <a:gd name="connsiteX83" fmla="*/ 4679644 w 10678681"/>
              <a:gd name="connsiteY83" fmla="*/ 1276603 h 1342734"/>
              <a:gd name="connsiteX84" fmla="*/ 4617473 w 10678681"/>
              <a:gd name="connsiteY84" fmla="*/ 1296467 h 1342734"/>
              <a:gd name="connsiteX85" fmla="*/ 4564919 w 10678681"/>
              <a:gd name="connsiteY85" fmla="*/ 1325507 h 1342734"/>
              <a:gd name="connsiteX86" fmla="*/ 4566586 w 10678681"/>
              <a:gd name="connsiteY86" fmla="*/ 1316963 h 1342734"/>
              <a:gd name="connsiteX87" fmla="*/ 4556303 w 10678681"/>
              <a:gd name="connsiteY87" fmla="*/ 1300262 h 1342734"/>
              <a:gd name="connsiteX88" fmla="*/ 4502358 w 10678681"/>
              <a:gd name="connsiteY88" fmla="*/ 1302558 h 1342734"/>
              <a:gd name="connsiteX89" fmla="*/ 4498919 w 10678681"/>
              <a:gd name="connsiteY89" fmla="*/ 1312115 h 1342734"/>
              <a:gd name="connsiteX90" fmla="*/ 4492075 w 10678681"/>
              <a:gd name="connsiteY90" fmla="*/ 1313357 h 1342734"/>
              <a:gd name="connsiteX91" fmla="*/ 4487466 w 10678681"/>
              <a:gd name="connsiteY91" fmla="*/ 1304102 h 1342734"/>
              <a:gd name="connsiteX92" fmla="*/ 4398292 w 10678681"/>
              <a:gd name="connsiteY92" fmla="*/ 1278410 h 1342734"/>
              <a:gd name="connsiteX93" fmla="*/ 4306088 w 10678681"/>
              <a:gd name="connsiteY93" fmla="*/ 1282512 h 1342734"/>
              <a:gd name="connsiteX94" fmla="*/ 4188995 w 10678681"/>
              <a:gd name="connsiteY94" fmla="*/ 1296718 h 1342734"/>
              <a:gd name="connsiteX95" fmla="*/ 4136582 w 10678681"/>
              <a:gd name="connsiteY95" fmla="*/ 1287687 h 1342734"/>
              <a:gd name="connsiteX96" fmla="*/ 4064614 w 10678681"/>
              <a:gd name="connsiteY96" fmla="*/ 1296118 h 1342734"/>
              <a:gd name="connsiteX97" fmla="*/ 3900948 w 10678681"/>
              <a:gd name="connsiteY97" fmla="*/ 1322156 h 1342734"/>
              <a:gd name="connsiteX98" fmla="*/ 3787890 w 10678681"/>
              <a:gd name="connsiteY98" fmla="*/ 1322164 h 1342734"/>
              <a:gd name="connsiteX99" fmla="*/ 3745993 w 10678681"/>
              <a:gd name="connsiteY99" fmla="*/ 1342630 h 1342734"/>
              <a:gd name="connsiteX100" fmla="*/ 3675785 w 10678681"/>
              <a:gd name="connsiteY100" fmla="*/ 1326802 h 1342734"/>
              <a:gd name="connsiteX101" fmla="*/ 3623856 w 10678681"/>
              <a:gd name="connsiteY101" fmla="*/ 1290804 h 1342734"/>
              <a:gd name="connsiteX102" fmla="*/ 3564933 w 10678681"/>
              <a:gd name="connsiteY102" fmla="*/ 1287147 h 1342734"/>
              <a:gd name="connsiteX103" fmla="*/ 3550537 w 10678681"/>
              <a:gd name="connsiteY103" fmla="*/ 1317552 h 1342734"/>
              <a:gd name="connsiteX104" fmla="*/ 3487736 w 10678681"/>
              <a:gd name="connsiteY104" fmla="*/ 1303493 h 1342734"/>
              <a:gd name="connsiteX105" fmla="*/ 3392548 w 10678681"/>
              <a:gd name="connsiteY105" fmla="*/ 1278741 h 1342734"/>
              <a:gd name="connsiteX106" fmla="*/ 3337466 w 10678681"/>
              <a:gd name="connsiteY106" fmla="*/ 1272537 h 1342734"/>
              <a:gd name="connsiteX107" fmla="*/ 3175981 w 10678681"/>
              <a:gd name="connsiteY107" fmla="*/ 1208973 h 1342734"/>
              <a:gd name="connsiteX108" fmla="*/ 3036856 w 10678681"/>
              <a:gd name="connsiteY108" fmla="*/ 1214383 h 1342734"/>
              <a:gd name="connsiteX109" fmla="*/ 2824973 w 10678681"/>
              <a:gd name="connsiteY109" fmla="*/ 1134864 h 1342734"/>
              <a:gd name="connsiteX110" fmla="*/ 2804398 w 10678681"/>
              <a:gd name="connsiteY110" fmla="*/ 1125556 h 1342734"/>
              <a:gd name="connsiteX111" fmla="*/ 2736109 w 10678681"/>
              <a:gd name="connsiteY111" fmla="*/ 1137717 h 1342734"/>
              <a:gd name="connsiteX112" fmla="*/ 2659096 w 10678681"/>
              <a:gd name="connsiteY112" fmla="*/ 1150294 h 1342734"/>
              <a:gd name="connsiteX113" fmla="*/ 2567088 w 10678681"/>
              <a:gd name="connsiteY113" fmla="*/ 1181781 h 1342734"/>
              <a:gd name="connsiteX114" fmla="*/ 2454501 w 10678681"/>
              <a:gd name="connsiteY114" fmla="*/ 1155455 h 1342734"/>
              <a:gd name="connsiteX115" fmla="*/ 2385161 w 10678681"/>
              <a:gd name="connsiteY115" fmla="*/ 1161312 h 1342734"/>
              <a:gd name="connsiteX116" fmla="*/ 2273361 w 10678681"/>
              <a:gd name="connsiteY116" fmla="*/ 1134090 h 1342734"/>
              <a:gd name="connsiteX117" fmla="*/ 2132003 w 10678681"/>
              <a:gd name="connsiteY117" fmla="*/ 1139225 h 1342734"/>
              <a:gd name="connsiteX118" fmla="*/ 2041224 w 10678681"/>
              <a:gd name="connsiteY118" fmla="*/ 1147536 h 1342734"/>
              <a:gd name="connsiteX119" fmla="*/ 2010157 w 10678681"/>
              <a:gd name="connsiteY119" fmla="*/ 1152767 h 1342734"/>
              <a:gd name="connsiteX120" fmla="*/ 1859213 w 10678681"/>
              <a:gd name="connsiteY120" fmla="*/ 1199540 h 1342734"/>
              <a:gd name="connsiteX121" fmla="*/ 1735877 w 10678681"/>
              <a:gd name="connsiteY121" fmla="*/ 1246527 h 1342734"/>
              <a:gd name="connsiteX122" fmla="*/ 1705069 w 10678681"/>
              <a:gd name="connsiteY122" fmla="*/ 1251989 h 1342734"/>
              <a:gd name="connsiteX123" fmla="*/ 1307888 w 10678681"/>
              <a:gd name="connsiteY123" fmla="*/ 1283156 h 1342734"/>
              <a:gd name="connsiteX124" fmla="*/ 1220734 w 10678681"/>
              <a:gd name="connsiteY124" fmla="*/ 1257811 h 1342734"/>
              <a:gd name="connsiteX125" fmla="*/ 1021737 w 10678681"/>
              <a:gd name="connsiteY125" fmla="*/ 1238739 h 1342734"/>
              <a:gd name="connsiteX126" fmla="*/ 959820 w 10678681"/>
              <a:gd name="connsiteY126" fmla="*/ 1275863 h 1342734"/>
              <a:gd name="connsiteX127" fmla="*/ 929137 w 10678681"/>
              <a:gd name="connsiteY127" fmla="*/ 1273957 h 1342734"/>
              <a:gd name="connsiteX128" fmla="*/ 878849 w 10678681"/>
              <a:gd name="connsiteY128" fmla="*/ 1266740 h 1342734"/>
              <a:gd name="connsiteX129" fmla="*/ 800667 w 10678681"/>
              <a:gd name="connsiteY129" fmla="*/ 1282041 h 1342734"/>
              <a:gd name="connsiteX130" fmla="*/ 644906 w 10678681"/>
              <a:gd name="connsiteY130" fmla="*/ 1273685 h 1342734"/>
              <a:gd name="connsiteX131" fmla="*/ 379869 w 10678681"/>
              <a:gd name="connsiteY131" fmla="*/ 1339165 h 1342734"/>
              <a:gd name="connsiteX132" fmla="*/ 137696 w 10678681"/>
              <a:gd name="connsiteY132" fmla="*/ 1319217 h 1342734"/>
              <a:gd name="connsiteX133" fmla="*/ 54250 w 10678681"/>
              <a:gd name="connsiteY133" fmla="*/ 1315838 h 1342734"/>
              <a:gd name="connsiteX134" fmla="*/ 28042 w 10678681"/>
              <a:gd name="connsiteY134" fmla="*/ 1297822 h 1342734"/>
              <a:gd name="connsiteX135" fmla="*/ 0 w 10678681"/>
              <a:gd name="connsiteY135" fmla="*/ 1294612 h 1342734"/>
              <a:gd name="connsiteX136" fmla="*/ 0 w 10678681"/>
              <a:gd name="connsiteY136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6219 w 10678681"/>
              <a:gd name="connsiteY4" fmla="*/ 45588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41159 w 10678681"/>
              <a:gd name="connsiteY8" fmla="*/ 103824 h 1342734"/>
              <a:gd name="connsiteX9" fmla="*/ 10244930 w 10678681"/>
              <a:gd name="connsiteY9" fmla="*/ 9459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9929077 w 10678681"/>
              <a:gd name="connsiteY13" fmla="*/ 209062 h 1342734"/>
              <a:gd name="connsiteX14" fmla="*/ 9840045 w 10678681"/>
              <a:gd name="connsiteY14" fmla="*/ 223033 h 1342734"/>
              <a:gd name="connsiteX15" fmla="*/ 9679639 w 10678681"/>
              <a:gd name="connsiteY15" fmla="*/ 247182 h 1342734"/>
              <a:gd name="connsiteX16" fmla="*/ 9498347 w 10678681"/>
              <a:gd name="connsiteY16" fmla="*/ 244723 h 1342734"/>
              <a:gd name="connsiteX17" fmla="*/ 9366026 w 10678681"/>
              <a:gd name="connsiteY17" fmla="*/ 299024 h 1342734"/>
              <a:gd name="connsiteX18" fmla="*/ 9316702 w 10678681"/>
              <a:gd name="connsiteY18" fmla="*/ 356523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276883 w 10678681"/>
              <a:gd name="connsiteY30" fmla="*/ 588214 h 1342734"/>
              <a:gd name="connsiteX31" fmla="*/ 8086698 w 10678681"/>
              <a:gd name="connsiteY31" fmla="*/ 605185 h 1342734"/>
              <a:gd name="connsiteX32" fmla="*/ 7982378 w 10678681"/>
              <a:gd name="connsiteY32" fmla="*/ 629799 h 1342734"/>
              <a:gd name="connsiteX33" fmla="*/ 7947952 w 10678681"/>
              <a:gd name="connsiteY33" fmla="*/ 648003 h 1342734"/>
              <a:gd name="connsiteX34" fmla="*/ 7890112 w 10678681"/>
              <a:gd name="connsiteY34" fmla="*/ 677915 h 1342734"/>
              <a:gd name="connsiteX35" fmla="*/ 7853284 w 10678681"/>
              <a:gd name="connsiteY35" fmla="*/ 723588 h 1342734"/>
              <a:gd name="connsiteX36" fmla="*/ 7802383 w 10678681"/>
              <a:gd name="connsiteY36" fmla="*/ 739359 h 1342734"/>
              <a:gd name="connsiteX37" fmla="*/ 7730518 w 10678681"/>
              <a:gd name="connsiteY37" fmla="*/ 739526 h 1342734"/>
              <a:gd name="connsiteX38" fmla="*/ 7720084 w 10678681"/>
              <a:gd name="connsiteY38" fmla="*/ 760750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58094 w 10678681"/>
              <a:gd name="connsiteY45" fmla="*/ 990679 h 1342734"/>
              <a:gd name="connsiteX46" fmla="*/ 7257893 w 10678681"/>
              <a:gd name="connsiteY46" fmla="*/ 991204 h 1342734"/>
              <a:gd name="connsiteX47" fmla="*/ 7247153 w 10678681"/>
              <a:gd name="connsiteY47" fmla="*/ 991550 h 1342734"/>
              <a:gd name="connsiteX48" fmla="*/ 7193612 w 10678681"/>
              <a:gd name="connsiteY48" fmla="*/ 987042 h 1342734"/>
              <a:gd name="connsiteX49" fmla="*/ 7132632 w 10678681"/>
              <a:gd name="connsiteY49" fmla="*/ 1042036 h 1342734"/>
              <a:gd name="connsiteX50" fmla="*/ 7105610 w 10678681"/>
              <a:gd name="connsiteY50" fmla="*/ 1053537 h 1342734"/>
              <a:gd name="connsiteX51" fmla="*/ 7069148 w 10678681"/>
              <a:gd name="connsiteY51" fmla="*/ 1047163 h 1342734"/>
              <a:gd name="connsiteX52" fmla="*/ 7039634 w 10678681"/>
              <a:gd name="connsiteY52" fmla="*/ 1059971 h 1342734"/>
              <a:gd name="connsiteX53" fmla="*/ 7033445 w 10678681"/>
              <a:gd name="connsiteY53" fmla="*/ 1063314 h 1342734"/>
              <a:gd name="connsiteX54" fmla="*/ 6999157 w 10678681"/>
              <a:gd name="connsiteY54" fmla="*/ 1055282 h 1342734"/>
              <a:gd name="connsiteX55" fmla="*/ 6981874 w 10678681"/>
              <a:gd name="connsiteY55" fmla="*/ 1053827 h 1342734"/>
              <a:gd name="connsiteX56" fmla="*/ 6976102 w 10678681"/>
              <a:gd name="connsiteY56" fmla="*/ 1047854 h 1342734"/>
              <a:gd name="connsiteX57" fmla="*/ 6951040 w 10678681"/>
              <a:gd name="connsiteY57" fmla="*/ 1048531 h 1342734"/>
              <a:gd name="connsiteX58" fmla="*/ 6948497 w 10678681"/>
              <a:gd name="connsiteY58" fmla="*/ 1050706 h 1342734"/>
              <a:gd name="connsiteX59" fmla="*/ 6926582 w 10678681"/>
              <a:gd name="connsiteY59" fmla="*/ 1043462 h 1342734"/>
              <a:gd name="connsiteX60" fmla="*/ 6833743 w 10678681"/>
              <a:gd name="connsiteY60" fmla="*/ 1027960 h 1342734"/>
              <a:gd name="connsiteX61" fmla="*/ 6687090 w 10678681"/>
              <a:gd name="connsiteY61" fmla="*/ 1063250 h 1342734"/>
              <a:gd name="connsiteX62" fmla="*/ 6431838 w 10678681"/>
              <a:gd name="connsiteY62" fmla="*/ 1063226 h 1342734"/>
              <a:gd name="connsiteX63" fmla="*/ 6327795 w 10678681"/>
              <a:gd name="connsiteY63" fmla="*/ 1088142 h 1342734"/>
              <a:gd name="connsiteX64" fmla="*/ 6136549 w 10678681"/>
              <a:gd name="connsiteY64" fmla="*/ 1100268 h 1342734"/>
              <a:gd name="connsiteX65" fmla="*/ 6004655 w 10678681"/>
              <a:gd name="connsiteY65" fmla="*/ 1114946 h 1342734"/>
              <a:gd name="connsiteX66" fmla="*/ 5936643 w 10678681"/>
              <a:gd name="connsiteY66" fmla="*/ 1095428 h 1342734"/>
              <a:gd name="connsiteX67" fmla="*/ 5912484 w 10678681"/>
              <a:gd name="connsiteY67" fmla="*/ 1112624 h 1342734"/>
              <a:gd name="connsiteX68" fmla="*/ 5908387 w 10678681"/>
              <a:gd name="connsiteY68" fmla="*/ 1116018 h 1342734"/>
              <a:gd name="connsiteX69" fmla="*/ 5890495 w 10678681"/>
              <a:gd name="connsiteY69" fmla="*/ 1120268 h 1342734"/>
              <a:gd name="connsiteX70" fmla="*/ 5887318 w 10678681"/>
              <a:gd name="connsiteY70" fmla="*/ 1133134 h 1342734"/>
              <a:gd name="connsiteX71" fmla="*/ 5861726 w 10678681"/>
              <a:gd name="connsiteY71" fmla="*/ 1147891 h 1342734"/>
              <a:gd name="connsiteX72" fmla="*/ 5805823 w 10678681"/>
              <a:gd name="connsiteY72" fmla="*/ 1152457 h 1342734"/>
              <a:gd name="connsiteX73" fmla="*/ 5689841 w 10678681"/>
              <a:gd name="connsiteY73" fmla="*/ 1176232 h 1342734"/>
              <a:gd name="connsiteX74" fmla="*/ 5605119 w 10678681"/>
              <a:gd name="connsiteY74" fmla="*/ 1190202 h 1342734"/>
              <a:gd name="connsiteX75" fmla="*/ 5488513 w 10678681"/>
              <a:gd name="connsiteY75" fmla="*/ 1205367 h 1342734"/>
              <a:gd name="connsiteX76" fmla="*/ 5402905 w 10678681"/>
              <a:gd name="connsiteY76" fmla="*/ 1241191 h 1342734"/>
              <a:gd name="connsiteX77" fmla="*/ 5192893 w 10678681"/>
              <a:gd name="connsiteY77" fmla="*/ 1247188 h 1342734"/>
              <a:gd name="connsiteX78" fmla="*/ 5164025 w 10678681"/>
              <a:gd name="connsiteY78" fmla="*/ 1257028 h 1342734"/>
              <a:gd name="connsiteX79" fmla="*/ 5103589 w 10678681"/>
              <a:gd name="connsiteY79" fmla="*/ 1263189 h 1342734"/>
              <a:gd name="connsiteX80" fmla="*/ 4894688 w 10678681"/>
              <a:gd name="connsiteY80" fmla="*/ 1247184 h 1342734"/>
              <a:gd name="connsiteX81" fmla="*/ 4788036 w 10678681"/>
              <a:gd name="connsiteY81" fmla="*/ 1238182 h 1342734"/>
              <a:gd name="connsiteX82" fmla="*/ 4747555 w 10678681"/>
              <a:gd name="connsiteY82" fmla="*/ 1252768 h 1342734"/>
              <a:gd name="connsiteX83" fmla="*/ 4679644 w 10678681"/>
              <a:gd name="connsiteY83" fmla="*/ 1276603 h 1342734"/>
              <a:gd name="connsiteX84" fmla="*/ 4617473 w 10678681"/>
              <a:gd name="connsiteY84" fmla="*/ 1296467 h 1342734"/>
              <a:gd name="connsiteX85" fmla="*/ 4564919 w 10678681"/>
              <a:gd name="connsiteY85" fmla="*/ 1325507 h 1342734"/>
              <a:gd name="connsiteX86" fmla="*/ 4566586 w 10678681"/>
              <a:gd name="connsiteY86" fmla="*/ 1316963 h 1342734"/>
              <a:gd name="connsiteX87" fmla="*/ 4556303 w 10678681"/>
              <a:gd name="connsiteY87" fmla="*/ 1300262 h 1342734"/>
              <a:gd name="connsiteX88" fmla="*/ 4502358 w 10678681"/>
              <a:gd name="connsiteY88" fmla="*/ 1302558 h 1342734"/>
              <a:gd name="connsiteX89" fmla="*/ 4498919 w 10678681"/>
              <a:gd name="connsiteY89" fmla="*/ 1312115 h 1342734"/>
              <a:gd name="connsiteX90" fmla="*/ 4492075 w 10678681"/>
              <a:gd name="connsiteY90" fmla="*/ 1313357 h 1342734"/>
              <a:gd name="connsiteX91" fmla="*/ 4487466 w 10678681"/>
              <a:gd name="connsiteY91" fmla="*/ 1304102 h 1342734"/>
              <a:gd name="connsiteX92" fmla="*/ 4398292 w 10678681"/>
              <a:gd name="connsiteY92" fmla="*/ 1278410 h 1342734"/>
              <a:gd name="connsiteX93" fmla="*/ 4306088 w 10678681"/>
              <a:gd name="connsiteY93" fmla="*/ 1282512 h 1342734"/>
              <a:gd name="connsiteX94" fmla="*/ 4188995 w 10678681"/>
              <a:gd name="connsiteY94" fmla="*/ 1296718 h 1342734"/>
              <a:gd name="connsiteX95" fmla="*/ 4136582 w 10678681"/>
              <a:gd name="connsiteY95" fmla="*/ 1287687 h 1342734"/>
              <a:gd name="connsiteX96" fmla="*/ 4064614 w 10678681"/>
              <a:gd name="connsiteY96" fmla="*/ 1296118 h 1342734"/>
              <a:gd name="connsiteX97" fmla="*/ 3900948 w 10678681"/>
              <a:gd name="connsiteY97" fmla="*/ 1322156 h 1342734"/>
              <a:gd name="connsiteX98" fmla="*/ 3787890 w 10678681"/>
              <a:gd name="connsiteY98" fmla="*/ 1322164 h 1342734"/>
              <a:gd name="connsiteX99" fmla="*/ 3745993 w 10678681"/>
              <a:gd name="connsiteY99" fmla="*/ 1342630 h 1342734"/>
              <a:gd name="connsiteX100" fmla="*/ 3675785 w 10678681"/>
              <a:gd name="connsiteY100" fmla="*/ 1326802 h 1342734"/>
              <a:gd name="connsiteX101" fmla="*/ 3623856 w 10678681"/>
              <a:gd name="connsiteY101" fmla="*/ 1290804 h 1342734"/>
              <a:gd name="connsiteX102" fmla="*/ 3564933 w 10678681"/>
              <a:gd name="connsiteY102" fmla="*/ 1287147 h 1342734"/>
              <a:gd name="connsiteX103" fmla="*/ 3550537 w 10678681"/>
              <a:gd name="connsiteY103" fmla="*/ 1317552 h 1342734"/>
              <a:gd name="connsiteX104" fmla="*/ 3487736 w 10678681"/>
              <a:gd name="connsiteY104" fmla="*/ 1303493 h 1342734"/>
              <a:gd name="connsiteX105" fmla="*/ 3392548 w 10678681"/>
              <a:gd name="connsiteY105" fmla="*/ 1278741 h 1342734"/>
              <a:gd name="connsiteX106" fmla="*/ 3337466 w 10678681"/>
              <a:gd name="connsiteY106" fmla="*/ 1272537 h 1342734"/>
              <a:gd name="connsiteX107" fmla="*/ 3175981 w 10678681"/>
              <a:gd name="connsiteY107" fmla="*/ 1208973 h 1342734"/>
              <a:gd name="connsiteX108" fmla="*/ 3036856 w 10678681"/>
              <a:gd name="connsiteY108" fmla="*/ 1214383 h 1342734"/>
              <a:gd name="connsiteX109" fmla="*/ 2824973 w 10678681"/>
              <a:gd name="connsiteY109" fmla="*/ 1134864 h 1342734"/>
              <a:gd name="connsiteX110" fmla="*/ 2804398 w 10678681"/>
              <a:gd name="connsiteY110" fmla="*/ 1125556 h 1342734"/>
              <a:gd name="connsiteX111" fmla="*/ 2736109 w 10678681"/>
              <a:gd name="connsiteY111" fmla="*/ 1137717 h 1342734"/>
              <a:gd name="connsiteX112" fmla="*/ 2659096 w 10678681"/>
              <a:gd name="connsiteY112" fmla="*/ 1150294 h 1342734"/>
              <a:gd name="connsiteX113" fmla="*/ 2567088 w 10678681"/>
              <a:gd name="connsiteY113" fmla="*/ 1181781 h 1342734"/>
              <a:gd name="connsiteX114" fmla="*/ 2454501 w 10678681"/>
              <a:gd name="connsiteY114" fmla="*/ 1155455 h 1342734"/>
              <a:gd name="connsiteX115" fmla="*/ 2385161 w 10678681"/>
              <a:gd name="connsiteY115" fmla="*/ 1161312 h 1342734"/>
              <a:gd name="connsiteX116" fmla="*/ 2273361 w 10678681"/>
              <a:gd name="connsiteY116" fmla="*/ 1134090 h 1342734"/>
              <a:gd name="connsiteX117" fmla="*/ 2132003 w 10678681"/>
              <a:gd name="connsiteY117" fmla="*/ 1139225 h 1342734"/>
              <a:gd name="connsiteX118" fmla="*/ 2041224 w 10678681"/>
              <a:gd name="connsiteY118" fmla="*/ 1147536 h 1342734"/>
              <a:gd name="connsiteX119" fmla="*/ 2010157 w 10678681"/>
              <a:gd name="connsiteY119" fmla="*/ 1152767 h 1342734"/>
              <a:gd name="connsiteX120" fmla="*/ 1859213 w 10678681"/>
              <a:gd name="connsiteY120" fmla="*/ 1199540 h 1342734"/>
              <a:gd name="connsiteX121" fmla="*/ 1735877 w 10678681"/>
              <a:gd name="connsiteY121" fmla="*/ 1246527 h 1342734"/>
              <a:gd name="connsiteX122" fmla="*/ 1705069 w 10678681"/>
              <a:gd name="connsiteY122" fmla="*/ 1251989 h 1342734"/>
              <a:gd name="connsiteX123" fmla="*/ 1307888 w 10678681"/>
              <a:gd name="connsiteY123" fmla="*/ 1283156 h 1342734"/>
              <a:gd name="connsiteX124" fmla="*/ 1021737 w 10678681"/>
              <a:gd name="connsiteY124" fmla="*/ 1238739 h 1342734"/>
              <a:gd name="connsiteX125" fmla="*/ 959820 w 10678681"/>
              <a:gd name="connsiteY125" fmla="*/ 1275863 h 1342734"/>
              <a:gd name="connsiteX126" fmla="*/ 929137 w 10678681"/>
              <a:gd name="connsiteY126" fmla="*/ 1273957 h 1342734"/>
              <a:gd name="connsiteX127" fmla="*/ 878849 w 10678681"/>
              <a:gd name="connsiteY127" fmla="*/ 1266740 h 1342734"/>
              <a:gd name="connsiteX128" fmla="*/ 800667 w 10678681"/>
              <a:gd name="connsiteY128" fmla="*/ 1282041 h 1342734"/>
              <a:gd name="connsiteX129" fmla="*/ 644906 w 10678681"/>
              <a:gd name="connsiteY129" fmla="*/ 1273685 h 1342734"/>
              <a:gd name="connsiteX130" fmla="*/ 379869 w 10678681"/>
              <a:gd name="connsiteY130" fmla="*/ 1339165 h 1342734"/>
              <a:gd name="connsiteX131" fmla="*/ 137696 w 10678681"/>
              <a:gd name="connsiteY131" fmla="*/ 1319217 h 1342734"/>
              <a:gd name="connsiteX132" fmla="*/ 54250 w 10678681"/>
              <a:gd name="connsiteY132" fmla="*/ 1315838 h 1342734"/>
              <a:gd name="connsiteX133" fmla="*/ 28042 w 10678681"/>
              <a:gd name="connsiteY133" fmla="*/ 1297822 h 1342734"/>
              <a:gd name="connsiteX134" fmla="*/ 0 w 10678681"/>
              <a:gd name="connsiteY134" fmla="*/ 1294612 h 1342734"/>
              <a:gd name="connsiteX135" fmla="*/ 0 w 10678681"/>
              <a:gd name="connsiteY135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6219 w 10678681"/>
              <a:gd name="connsiteY4" fmla="*/ 45588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41159 w 10678681"/>
              <a:gd name="connsiteY8" fmla="*/ 103824 h 1342734"/>
              <a:gd name="connsiteX9" fmla="*/ 10244930 w 10678681"/>
              <a:gd name="connsiteY9" fmla="*/ 9459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9929077 w 10678681"/>
              <a:gd name="connsiteY13" fmla="*/ 209062 h 1342734"/>
              <a:gd name="connsiteX14" fmla="*/ 9840045 w 10678681"/>
              <a:gd name="connsiteY14" fmla="*/ 223033 h 1342734"/>
              <a:gd name="connsiteX15" fmla="*/ 9679639 w 10678681"/>
              <a:gd name="connsiteY15" fmla="*/ 247182 h 1342734"/>
              <a:gd name="connsiteX16" fmla="*/ 9498347 w 10678681"/>
              <a:gd name="connsiteY16" fmla="*/ 244723 h 1342734"/>
              <a:gd name="connsiteX17" fmla="*/ 9366026 w 10678681"/>
              <a:gd name="connsiteY17" fmla="*/ 299024 h 1342734"/>
              <a:gd name="connsiteX18" fmla="*/ 9316702 w 10678681"/>
              <a:gd name="connsiteY18" fmla="*/ 356523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276883 w 10678681"/>
              <a:gd name="connsiteY30" fmla="*/ 588214 h 1342734"/>
              <a:gd name="connsiteX31" fmla="*/ 8086698 w 10678681"/>
              <a:gd name="connsiteY31" fmla="*/ 605185 h 1342734"/>
              <a:gd name="connsiteX32" fmla="*/ 7982378 w 10678681"/>
              <a:gd name="connsiteY32" fmla="*/ 629799 h 1342734"/>
              <a:gd name="connsiteX33" fmla="*/ 7947952 w 10678681"/>
              <a:gd name="connsiteY33" fmla="*/ 648003 h 1342734"/>
              <a:gd name="connsiteX34" fmla="*/ 7890112 w 10678681"/>
              <a:gd name="connsiteY34" fmla="*/ 677915 h 1342734"/>
              <a:gd name="connsiteX35" fmla="*/ 7853284 w 10678681"/>
              <a:gd name="connsiteY35" fmla="*/ 723588 h 1342734"/>
              <a:gd name="connsiteX36" fmla="*/ 7802383 w 10678681"/>
              <a:gd name="connsiteY36" fmla="*/ 739359 h 1342734"/>
              <a:gd name="connsiteX37" fmla="*/ 7730518 w 10678681"/>
              <a:gd name="connsiteY37" fmla="*/ 739526 h 1342734"/>
              <a:gd name="connsiteX38" fmla="*/ 7720084 w 10678681"/>
              <a:gd name="connsiteY38" fmla="*/ 760750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58094 w 10678681"/>
              <a:gd name="connsiteY45" fmla="*/ 990679 h 1342734"/>
              <a:gd name="connsiteX46" fmla="*/ 7257893 w 10678681"/>
              <a:gd name="connsiteY46" fmla="*/ 991204 h 1342734"/>
              <a:gd name="connsiteX47" fmla="*/ 7247153 w 10678681"/>
              <a:gd name="connsiteY47" fmla="*/ 991550 h 1342734"/>
              <a:gd name="connsiteX48" fmla="*/ 7193612 w 10678681"/>
              <a:gd name="connsiteY48" fmla="*/ 987042 h 1342734"/>
              <a:gd name="connsiteX49" fmla="*/ 7132632 w 10678681"/>
              <a:gd name="connsiteY49" fmla="*/ 1042036 h 1342734"/>
              <a:gd name="connsiteX50" fmla="*/ 7105610 w 10678681"/>
              <a:gd name="connsiteY50" fmla="*/ 1053537 h 1342734"/>
              <a:gd name="connsiteX51" fmla="*/ 7069148 w 10678681"/>
              <a:gd name="connsiteY51" fmla="*/ 1047163 h 1342734"/>
              <a:gd name="connsiteX52" fmla="*/ 7039634 w 10678681"/>
              <a:gd name="connsiteY52" fmla="*/ 1059971 h 1342734"/>
              <a:gd name="connsiteX53" fmla="*/ 7033445 w 10678681"/>
              <a:gd name="connsiteY53" fmla="*/ 1063314 h 1342734"/>
              <a:gd name="connsiteX54" fmla="*/ 6999157 w 10678681"/>
              <a:gd name="connsiteY54" fmla="*/ 1055282 h 1342734"/>
              <a:gd name="connsiteX55" fmla="*/ 6981874 w 10678681"/>
              <a:gd name="connsiteY55" fmla="*/ 1053827 h 1342734"/>
              <a:gd name="connsiteX56" fmla="*/ 6976102 w 10678681"/>
              <a:gd name="connsiteY56" fmla="*/ 1047854 h 1342734"/>
              <a:gd name="connsiteX57" fmla="*/ 6951040 w 10678681"/>
              <a:gd name="connsiteY57" fmla="*/ 1048531 h 1342734"/>
              <a:gd name="connsiteX58" fmla="*/ 6948497 w 10678681"/>
              <a:gd name="connsiteY58" fmla="*/ 1050706 h 1342734"/>
              <a:gd name="connsiteX59" fmla="*/ 6926582 w 10678681"/>
              <a:gd name="connsiteY59" fmla="*/ 1043462 h 1342734"/>
              <a:gd name="connsiteX60" fmla="*/ 6833743 w 10678681"/>
              <a:gd name="connsiteY60" fmla="*/ 1027960 h 1342734"/>
              <a:gd name="connsiteX61" fmla="*/ 6687090 w 10678681"/>
              <a:gd name="connsiteY61" fmla="*/ 1063250 h 1342734"/>
              <a:gd name="connsiteX62" fmla="*/ 6431838 w 10678681"/>
              <a:gd name="connsiteY62" fmla="*/ 1063226 h 1342734"/>
              <a:gd name="connsiteX63" fmla="*/ 6327795 w 10678681"/>
              <a:gd name="connsiteY63" fmla="*/ 1088142 h 1342734"/>
              <a:gd name="connsiteX64" fmla="*/ 6136549 w 10678681"/>
              <a:gd name="connsiteY64" fmla="*/ 1100268 h 1342734"/>
              <a:gd name="connsiteX65" fmla="*/ 6004655 w 10678681"/>
              <a:gd name="connsiteY65" fmla="*/ 1114946 h 1342734"/>
              <a:gd name="connsiteX66" fmla="*/ 5936643 w 10678681"/>
              <a:gd name="connsiteY66" fmla="*/ 1095428 h 1342734"/>
              <a:gd name="connsiteX67" fmla="*/ 5912484 w 10678681"/>
              <a:gd name="connsiteY67" fmla="*/ 1112624 h 1342734"/>
              <a:gd name="connsiteX68" fmla="*/ 5908387 w 10678681"/>
              <a:gd name="connsiteY68" fmla="*/ 1116018 h 1342734"/>
              <a:gd name="connsiteX69" fmla="*/ 5890495 w 10678681"/>
              <a:gd name="connsiteY69" fmla="*/ 1120268 h 1342734"/>
              <a:gd name="connsiteX70" fmla="*/ 5887318 w 10678681"/>
              <a:gd name="connsiteY70" fmla="*/ 1133134 h 1342734"/>
              <a:gd name="connsiteX71" fmla="*/ 5861726 w 10678681"/>
              <a:gd name="connsiteY71" fmla="*/ 1147891 h 1342734"/>
              <a:gd name="connsiteX72" fmla="*/ 5805823 w 10678681"/>
              <a:gd name="connsiteY72" fmla="*/ 1152457 h 1342734"/>
              <a:gd name="connsiteX73" fmla="*/ 5689841 w 10678681"/>
              <a:gd name="connsiteY73" fmla="*/ 1176232 h 1342734"/>
              <a:gd name="connsiteX74" fmla="*/ 5605119 w 10678681"/>
              <a:gd name="connsiteY74" fmla="*/ 1190202 h 1342734"/>
              <a:gd name="connsiteX75" fmla="*/ 5488513 w 10678681"/>
              <a:gd name="connsiteY75" fmla="*/ 1205367 h 1342734"/>
              <a:gd name="connsiteX76" fmla="*/ 5402905 w 10678681"/>
              <a:gd name="connsiteY76" fmla="*/ 1241191 h 1342734"/>
              <a:gd name="connsiteX77" fmla="*/ 5192893 w 10678681"/>
              <a:gd name="connsiteY77" fmla="*/ 1247188 h 1342734"/>
              <a:gd name="connsiteX78" fmla="*/ 5164025 w 10678681"/>
              <a:gd name="connsiteY78" fmla="*/ 1257028 h 1342734"/>
              <a:gd name="connsiteX79" fmla="*/ 5103589 w 10678681"/>
              <a:gd name="connsiteY79" fmla="*/ 1263189 h 1342734"/>
              <a:gd name="connsiteX80" fmla="*/ 4894688 w 10678681"/>
              <a:gd name="connsiteY80" fmla="*/ 1247184 h 1342734"/>
              <a:gd name="connsiteX81" fmla="*/ 4788036 w 10678681"/>
              <a:gd name="connsiteY81" fmla="*/ 1238182 h 1342734"/>
              <a:gd name="connsiteX82" fmla="*/ 4747555 w 10678681"/>
              <a:gd name="connsiteY82" fmla="*/ 1252768 h 1342734"/>
              <a:gd name="connsiteX83" fmla="*/ 4679644 w 10678681"/>
              <a:gd name="connsiteY83" fmla="*/ 1276603 h 1342734"/>
              <a:gd name="connsiteX84" fmla="*/ 4617473 w 10678681"/>
              <a:gd name="connsiteY84" fmla="*/ 1296467 h 1342734"/>
              <a:gd name="connsiteX85" fmla="*/ 4564919 w 10678681"/>
              <a:gd name="connsiteY85" fmla="*/ 1325507 h 1342734"/>
              <a:gd name="connsiteX86" fmla="*/ 4566586 w 10678681"/>
              <a:gd name="connsiteY86" fmla="*/ 1316963 h 1342734"/>
              <a:gd name="connsiteX87" fmla="*/ 4556303 w 10678681"/>
              <a:gd name="connsiteY87" fmla="*/ 1300262 h 1342734"/>
              <a:gd name="connsiteX88" fmla="*/ 4502358 w 10678681"/>
              <a:gd name="connsiteY88" fmla="*/ 1302558 h 1342734"/>
              <a:gd name="connsiteX89" fmla="*/ 4498919 w 10678681"/>
              <a:gd name="connsiteY89" fmla="*/ 1312115 h 1342734"/>
              <a:gd name="connsiteX90" fmla="*/ 4492075 w 10678681"/>
              <a:gd name="connsiteY90" fmla="*/ 1313357 h 1342734"/>
              <a:gd name="connsiteX91" fmla="*/ 4487466 w 10678681"/>
              <a:gd name="connsiteY91" fmla="*/ 1304102 h 1342734"/>
              <a:gd name="connsiteX92" fmla="*/ 4398292 w 10678681"/>
              <a:gd name="connsiteY92" fmla="*/ 1278410 h 1342734"/>
              <a:gd name="connsiteX93" fmla="*/ 4306088 w 10678681"/>
              <a:gd name="connsiteY93" fmla="*/ 1282512 h 1342734"/>
              <a:gd name="connsiteX94" fmla="*/ 4188995 w 10678681"/>
              <a:gd name="connsiteY94" fmla="*/ 1296718 h 1342734"/>
              <a:gd name="connsiteX95" fmla="*/ 4136582 w 10678681"/>
              <a:gd name="connsiteY95" fmla="*/ 1287687 h 1342734"/>
              <a:gd name="connsiteX96" fmla="*/ 4064614 w 10678681"/>
              <a:gd name="connsiteY96" fmla="*/ 1296118 h 1342734"/>
              <a:gd name="connsiteX97" fmla="*/ 3900948 w 10678681"/>
              <a:gd name="connsiteY97" fmla="*/ 1322156 h 1342734"/>
              <a:gd name="connsiteX98" fmla="*/ 3787890 w 10678681"/>
              <a:gd name="connsiteY98" fmla="*/ 1322164 h 1342734"/>
              <a:gd name="connsiteX99" fmla="*/ 3745993 w 10678681"/>
              <a:gd name="connsiteY99" fmla="*/ 1342630 h 1342734"/>
              <a:gd name="connsiteX100" fmla="*/ 3675785 w 10678681"/>
              <a:gd name="connsiteY100" fmla="*/ 1326802 h 1342734"/>
              <a:gd name="connsiteX101" fmla="*/ 3623856 w 10678681"/>
              <a:gd name="connsiteY101" fmla="*/ 1290804 h 1342734"/>
              <a:gd name="connsiteX102" fmla="*/ 3564933 w 10678681"/>
              <a:gd name="connsiteY102" fmla="*/ 1287147 h 1342734"/>
              <a:gd name="connsiteX103" fmla="*/ 3550537 w 10678681"/>
              <a:gd name="connsiteY103" fmla="*/ 1317552 h 1342734"/>
              <a:gd name="connsiteX104" fmla="*/ 3487736 w 10678681"/>
              <a:gd name="connsiteY104" fmla="*/ 1303493 h 1342734"/>
              <a:gd name="connsiteX105" fmla="*/ 3392548 w 10678681"/>
              <a:gd name="connsiteY105" fmla="*/ 1278741 h 1342734"/>
              <a:gd name="connsiteX106" fmla="*/ 3337466 w 10678681"/>
              <a:gd name="connsiteY106" fmla="*/ 1272537 h 1342734"/>
              <a:gd name="connsiteX107" fmla="*/ 3175981 w 10678681"/>
              <a:gd name="connsiteY107" fmla="*/ 1208973 h 1342734"/>
              <a:gd name="connsiteX108" fmla="*/ 3036856 w 10678681"/>
              <a:gd name="connsiteY108" fmla="*/ 1214383 h 1342734"/>
              <a:gd name="connsiteX109" fmla="*/ 2824973 w 10678681"/>
              <a:gd name="connsiteY109" fmla="*/ 1134864 h 1342734"/>
              <a:gd name="connsiteX110" fmla="*/ 2804398 w 10678681"/>
              <a:gd name="connsiteY110" fmla="*/ 1125556 h 1342734"/>
              <a:gd name="connsiteX111" fmla="*/ 2736109 w 10678681"/>
              <a:gd name="connsiteY111" fmla="*/ 1137717 h 1342734"/>
              <a:gd name="connsiteX112" fmla="*/ 2659096 w 10678681"/>
              <a:gd name="connsiteY112" fmla="*/ 1150294 h 1342734"/>
              <a:gd name="connsiteX113" fmla="*/ 2567088 w 10678681"/>
              <a:gd name="connsiteY113" fmla="*/ 1181781 h 1342734"/>
              <a:gd name="connsiteX114" fmla="*/ 2454501 w 10678681"/>
              <a:gd name="connsiteY114" fmla="*/ 1155455 h 1342734"/>
              <a:gd name="connsiteX115" fmla="*/ 2385161 w 10678681"/>
              <a:gd name="connsiteY115" fmla="*/ 1161312 h 1342734"/>
              <a:gd name="connsiteX116" fmla="*/ 2273361 w 10678681"/>
              <a:gd name="connsiteY116" fmla="*/ 1134090 h 1342734"/>
              <a:gd name="connsiteX117" fmla="*/ 2132003 w 10678681"/>
              <a:gd name="connsiteY117" fmla="*/ 1139225 h 1342734"/>
              <a:gd name="connsiteX118" fmla="*/ 2041224 w 10678681"/>
              <a:gd name="connsiteY118" fmla="*/ 1147536 h 1342734"/>
              <a:gd name="connsiteX119" fmla="*/ 2010157 w 10678681"/>
              <a:gd name="connsiteY119" fmla="*/ 1152767 h 1342734"/>
              <a:gd name="connsiteX120" fmla="*/ 1859213 w 10678681"/>
              <a:gd name="connsiteY120" fmla="*/ 1199540 h 1342734"/>
              <a:gd name="connsiteX121" fmla="*/ 1735877 w 10678681"/>
              <a:gd name="connsiteY121" fmla="*/ 1246527 h 1342734"/>
              <a:gd name="connsiteX122" fmla="*/ 1705069 w 10678681"/>
              <a:gd name="connsiteY122" fmla="*/ 1251989 h 1342734"/>
              <a:gd name="connsiteX123" fmla="*/ 1279827 w 10678681"/>
              <a:gd name="connsiteY123" fmla="*/ 1245307 h 1342734"/>
              <a:gd name="connsiteX124" fmla="*/ 1021737 w 10678681"/>
              <a:gd name="connsiteY124" fmla="*/ 1238739 h 1342734"/>
              <a:gd name="connsiteX125" fmla="*/ 959820 w 10678681"/>
              <a:gd name="connsiteY125" fmla="*/ 1275863 h 1342734"/>
              <a:gd name="connsiteX126" fmla="*/ 929137 w 10678681"/>
              <a:gd name="connsiteY126" fmla="*/ 1273957 h 1342734"/>
              <a:gd name="connsiteX127" fmla="*/ 878849 w 10678681"/>
              <a:gd name="connsiteY127" fmla="*/ 1266740 h 1342734"/>
              <a:gd name="connsiteX128" fmla="*/ 800667 w 10678681"/>
              <a:gd name="connsiteY128" fmla="*/ 1282041 h 1342734"/>
              <a:gd name="connsiteX129" fmla="*/ 644906 w 10678681"/>
              <a:gd name="connsiteY129" fmla="*/ 1273685 h 1342734"/>
              <a:gd name="connsiteX130" fmla="*/ 379869 w 10678681"/>
              <a:gd name="connsiteY130" fmla="*/ 1339165 h 1342734"/>
              <a:gd name="connsiteX131" fmla="*/ 137696 w 10678681"/>
              <a:gd name="connsiteY131" fmla="*/ 1319217 h 1342734"/>
              <a:gd name="connsiteX132" fmla="*/ 54250 w 10678681"/>
              <a:gd name="connsiteY132" fmla="*/ 1315838 h 1342734"/>
              <a:gd name="connsiteX133" fmla="*/ 28042 w 10678681"/>
              <a:gd name="connsiteY133" fmla="*/ 1297822 h 1342734"/>
              <a:gd name="connsiteX134" fmla="*/ 0 w 10678681"/>
              <a:gd name="connsiteY134" fmla="*/ 1294612 h 1342734"/>
              <a:gd name="connsiteX135" fmla="*/ 0 w 10678681"/>
              <a:gd name="connsiteY135" fmla="*/ 0 h 1342734"/>
              <a:gd name="connsiteX0" fmla="*/ 0 w 10678681"/>
              <a:gd name="connsiteY0" fmla="*/ 0 h 1342734"/>
              <a:gd name="connsiteX1" fmla="*/ 10678681 w 10678681"/>
              <a:gd name="connsiteY1" fmla="*/ 0 h 1342734"/>
              <a:gd name="connsiteX2" fmla="*/ 10666019 w 10678681"/>
              <a:gd name="connsiteY2" fmla="*/ 7876 h 1342734"/>
              <a:gd name="connsiteX3" fmla="*/ 10632825 w 10678681"/>
              <a:gd name="connsiteY3" fmla="*/ 32153 h 1342734"/>
              <a:gd name="connsiteX4" fmla="*/ 10516219 w 10678681"/>
              <a:gd name="connsiteY4" fmla="*/ 45588 h 1342734"/>
              <a:gd name="connsiteX5" fmla="*/ 10456989 w 10678681"/>
              <a:gd name="connsiteY5" fmla="*/ 979 h 1342734"/>
              <a:gd name="connsiteX6" fmla="*/ 10438642 w 10678681"/>
              <a:gd name="connsiteY6" fmla="*/ 1524 h 1342734"/>
              <a:gd name="connsiteX7" fmla="*/ 10407146 w 10678681"/>
              <a:gd name="connsiteY7" fmla="*/ 43659 h 1342734"/>
              <a:gd name="connsiteX8" fmla="*/ 10341159 w 10678681"/>
              <a:gd name="connsiteY8" fmla="*/ 103824 h 1342734"/>
              <a:gd name="connsiteX9" fmla="*/ 10244930 w 10678681"/>
              <a:gd name="connsiteY9" fmla="*/ 94599 h 1342734"/>
              <a:gd name="connsiteX10" fmla="*/ 10115334 w 10678681"/>
              <a:gd name="connsiteY10" fmla="*/ 155658 h 1342734"/>
              <a:gd name="connsiteX11" fmla="*/ 10068157 w 10678681"/>
              <a:gd name="connsiteY11" fmla="*/ 215673 h 1342734"/>
              <a:gd name="connsiteX12" fmla="*/ 10045431 w 10678681"/>
              <a:gd name="connsiteY12" fmla="*/ 229568 h 1342734"/>
              <a:gd name="connsiteX13" fmla="*/ 9929077 w 10678681"/>
              <a:gd name="connsiteY13" fmla="*/ 209062 h 1342734"/>
              <a:gd name="connsiteX14" fmla="*/ 9840045 w 10678681"/>
              <a:gd name="connsiteY14" fmla="*/ 223033 h 1342734"/>
              <a:gd name="connsiteX15" fmla="*/ 9679639 w 10678681"/>
              <a:gd name="connsiteY15" fmla="*/ 247182 h 1342734"/>
              <a:gd name="connsiteX16" fmla="*/ 9498347 w 10678681"/>
              <a:gd name="connsiteY16" fmla="*/ 244723 h 1342734"/>
              <a:gd name="connsiteX17" fmla="*/ 9366026 w 10678681"/>
              <a:gd name="connsiteY17" fmla="*/ 299024 h 1342734"/>
              <a:gd name="connsiteX18" fmla="*/ 9316702 w 10678681"/>
              <a:gd name="connsiteY18" fmla="*/ 356523 h 1342734"/>
              <a:gd name="connsiteX19" fmla="*/ 9121744 w 10678681"/>
              <a:gd name="connsiteY19" fmla="*/ 365177 h 1342734"/>
              <a:gd name="connsiteX20" fmla="*/ 9061654 w 10678681"/>
              <a:gd name="connsiteY20" fmla="*/ 393730 h 1342734"/>
              <a:gd name="connsiteX21" fmla="*/ 8997577 w 10678681"/>
              <a:gd name="connsiteY21" fmla="*/ 380865 h 1342734"/>
              <a:gd name="connsiteX22" fmla="*/ 8907968 w 10678681"/>
              <a:gd name="connsiteY22" fmla="*/ 447345 h 1342734"/>
              <a:gd name="connsiteX23" fmla="*/ 8764163 w 10678681"/>
              <a:gd name="connsiteY23" fmla="*/ 471000 h 1342734"/>
              <a:gd name="connsiteX24" fmla="*/ 8680155 w 10678681"/>
              <a:gd name="connsiteY24" fmla="*/ 492404 h 1342734"/>
              <a:gd name="connsiteX25" fmla="*/ 8651436 w 10678681"/>
              <a:gd name="connsiteY25" fmla="*/ 511923 h 1342734"/>
              <a:gd name="connsiteX26" fmla="*/ 8609185 w 10678681"/>
              <a:gd name="connsiteY26" fmla="*/ 531525 h 1342734"/>
              <a:gd name="connsiteX27" fmla="*/ 8537091 w 10678681"/>
              <a:gd name="connsiteY27" fmla="*/ 574933 h 1342734"/>
              <a:gd name="connsiteX28" fmla="*/ 8435931 w 10678681"/>
              <a:gd name="connsiteY28" fmla="*/ 617926 h 1342734"/>
              <a:gd name="connsiteX29" fmla="*/ 8348623 w 10678681"/>
              <a:gd name="connsiteY29" fmla="*/ 600607 h 1342734"/>
              <a:gd name="connsiteX30" fmla="*/ 8276883 w 10678681"/>
              <a:gd name="connsiteY30" fmla="*/ 588214 h 1342734"/>
              <a:gd name="connsiteX31" fmla="*/ 8086698 w 10678681"/>
              <a:gd name="connsiteY31" fmla="*/ 605185 h 1342734"/>
              <a:gd name="connsiteX32" fmla="*/ 7982378 w 10678681"/>
              <a:gd name="connsiteY32" fmla="*/ 629799 h 1342734"/>
              <a:gd name="connsiteX33" fmla="*/ 7947952 w 10678681"/>
              <a:gd name="connsiteY33" fmla="*/ 648003 h 1342734"/>
              <a:gd name="connsiteX34" fmla="*/ 7890112 w 10678681"/>
              <a:gd name="connsiteY34" fmla="*/ 677915 h 1342734"/>
              <a:gd name="connsiteX35" fmla="*/ 7853284 w 10678681"/>
              <a:gd name="connsiteY35" fmla="*/ 723588 h 1342734"/>
              <a:gd name="connsiteX36" fmla="*/ 7802383 w 10678681"/>
              <a:gd name="connsiteY36" fmla="*/ 739359 h 1342734"/>
              <a:gd name="connsiteX37" fmla="*/ 7730518 w 10678681"/>
              <a:gd name="connsiteY37" fmla="*/ 739526 h 1342734"/>
              <a:gd name="connsiteX38" fmla="*/ 7720084 w 10678681"/>
              <a:gd name="connsiteY38" fmla="*/ 760750 h 1342734"/>
              <a:gd name="connsiteX39" fmla="*/ 7652907 w 10678681"/>
              <a:gd name="connsiteY39" fmla="*/ 783273 h 1342734"/>
              <a:gd name="connsiteX40" fmla="*/ 7606008 w 10678681"/>
              <a:gd name="connsiteY40" fmla="*/ 800717 h 1342734"/>
              <a:gd name="connsiteX41" fmla="*/ 7480223 w 10678681"/>
              <a:gd name="connsiteY41" fmla="*/ 856821 h 1342734"/>
              <a:gd name="connsiteX42" fmla="*/ 7356005 w 10678681"/>
              <a:gd name="connsiteY42" fmla="*/ 919462 h 1342734"/>
              <a:gd name="connsiteX43" fmla="*/ 7305396 w 10678681"/>
              <a:gd name="connsiteY43" fmla="*/ 986228 h 1342734"/>
              <a:gd name="connsiteX44" fmla="*/ 7266251 w 10678681"/>
              <a:gd name="connsiteY44" fmla="*/ 967864 h 1342734"/>
              <a:gd name="connsiteX45" fmla="*/ 7258094 w 10678681"/>
              <a:gd name="connsiteY45" fmla="*/ 990679 h 1342734"/>
              <a:gd name="connsiteX46" fmla="*/ 7257893 w 10678681"/>
              <a:gd name="connsiteY46" fmla="*/ 991204 h 1342734"/>
              <a:gd name="connsiteX47" fmla="*/ 7247153 w 10678681"/>
              <a:gd name="connsiteY47" fmla="*/ 991550 h 1342734"/>
              <a:gd name="connsiteX48" fmla="*/ 7193612 w 10678681"/>
              <a:gd name="connsiteY48" fmla="*/ 987042 h 1342734"/>
              <a:gd name="connsiteX49" fmla="*/ 7132632 w 10678681"/>
              <a:gd name="connsiteY49" fmla="*/ 1042036 h 1342734"/>
              <a:gd name="connsiteX50" fmla="*/ 7105610 w 10678681"/>
              <a:gd name="connsiteY50" fmla="*/ 1053537 h 1342734"/>
              <a:gd name="connsiteX51" fmla="*/ 7069148 w 10678681"/>
              <a:gd name="connsiteY51" fmla="*/ 1047163 h 1342734"/>
              <a:gd name="connsiteX52" fmla="*/ 7039634 w 10678681"/>
              <a:gd name="connsiteY52" fmla="*/ 1059971 h 1342734"/>
              <a:gd name="connsiteX53" fmla="*/ 7033445 w 10678681"/>
              <a:gd name="connsiteY53" fmla="*/ 1063314 h 1342734"/>
              <a:gd name="connsiteX54" fmla="*/ 6999157 w 10678681"/>
              <a:gd name="connsiteY54" fmla="*/ 1055282 h 1342734"/>
              <a:gd name="connsiteX55" fmla="*/ 6981874 w 10678681"/>
              <a:gd name="connsiteY55" fmla="*/ 1053827 h 1342734"/>
              <a:gd name="connsiteX56" fmla="*/ 6976102 w 10678681"/>
              <a:gd name="connsiteY56" fmla="*/ 1047854 h 1342734"/>
              <a:gd name="connsiteX57" fmla="*/ 6951040 w 10678681"/>
              <a:gd name="connsiteY57" fmla="*/ 1048531 h 1342734"/>
              <a:gd name="connsiteX58" fmla="*/ 6948497 w 10678681"/>
              <a:gd name="connsiteY58" fmla="*/ 1050706 h 1342734"/>
              <a:gd name="connsiteX59" fmla="*/ 6926582 w 10678681"/>
              <a:gd name="connsiteY59" fmla="*/ 1043462 h 1342734"/>
              <a:gd name="connsiteX60" fmla="*/ 6833743 w 10678681"/>
              <a:gd name="connsiteY60" fmla="*/ 1027960 h 1342734"/>
              <a:gd name="connsiteX61" fmla="*/ 6687090 w 10678681"/>
              <a:gd name="connsiteY61" fmla="*/ 1063250 h 1342734"/>
              <a:gd name="connsiteX62" fmla="*/ 6431838 w 10678681"/>
              <a:gd name="connsiteY62" fmla="*/ 1063226 h 1342734"/>
              <a:gd name="connsiteX63" fmla="*/ 6327795 w 10678681"/>
              <a:gd name="connsiteY63" fmla="*/ 1088142 h 1342734"/>
              <a:gd name="connsiteX64" fmla="*/ 6136549 w 10678681"/>
              <a:gd name="connsiteY64" fmla="*/ 1100268 h 1342734"/>
              <a:gd name="connsiteX65" fmla="*/ 6004655 w 10678681"/>
              <a:gd name="connsiteY65" fmla="*/ 1114946 h 1342734"/>
              <a:gd name="connsiteX66" fmla="*/ 5936643 w 10678681"/>
              <a:gd name="connsiteY66" fmla="*/ 1095428 h 1342734"/>
              <a:gd name="connsiteX67" fmla="*/ 5912484 w 10678681"/>
              <a:gd name="connsiteY67" fmla="*/ 1112624 h 1342734"/>
              <a:gd name="connsiteX68" fmla="*/ 5908387 w 10678681"/>
              <a:gd name="connsiteY68" fmla="*/ 1116018 h 1342734"/>
              <a:gd name="connsiteX69" fmla="*/ 5890495 w 10678681"/>
              <a:gd name="connsiteY69" fmla="*/ 1120268 h 1342734"/>
              <a:gd name="connsiteX70" fmla="*/ 5887318 w 10678681"/>
              <a:gd name="connsiteY70" fmla="*/ 1133134 h 1342734"/>
              <a:gd name="connsiteX71" fmla="*/ 5861726 w 10678681"/>
              <a:gd name="connsiteY71" fmla="*/ 1147891 h 1342734"/>
              <a:gd name="connsiteX72" fmla="*/ 5805823 w 10678681"/>
              <a:gd name="connsiteY72" fmla="*/ 1152457 h 1342734"/>
              <a:gd name="connsiteX73" fmla="*/ 5689841 w 10678681"/>
              <a:gd name="connsiteY73" fmla="*/ 1176232 h 1342734"/>
              <a:gd name="connsiteX74" fmla="*/ 5605119 w 10678681"/>
              <a:gd name="connsiteY74" fmla="*/ 1190202 h 1342734"/>
              <a:gd name="connsiteX75" fmla="*/ 5488513 w 10678681"/>
              <a:gd name="connsiteY75" fmla="*/ 1205367 h 1342734"/>
              <a:gd name="connsiteX76" fmla="*/ 5402905 w 10678681"/>
              <a:gd name="connsiteY76" fmla="*/ 1241191 h 1342734"/>
              <a:gd name="connsiteX77" fmla="*/ 5192893 w 10678681"/>
              <a:gd name="connsiteY77" fmla="*/ 1247188 h 1342734"/>
              <a:gd name="connsiteX78" fmla="*/ 5164025 w 10678681"/>
              <a:gd name="connsiteY78" fmla="*/ 1257028 h 1342734"/>
              <a:gd name="connsiteX79" fmla="*/ 5103589 w 10678681"/>
              <a:gd name="connsiteY79" fmla="*/ 1263189 h 1342734"/>
              <a:gd name="connsiteX80" fmla="*/ 4894688 w 10678681"/>
              <a:gd name="connsiteY80" fmla="*/ 1247184 h 1342734"/>
              <a:gd name="connsiteX81" fmla="*/ 4788036 w 10678681"/>
              <a:gd name="connsiteY81" fmla="*/ 1238182 h 1342734"/>
              <a:gd name="connsiteX82" fmla="*/ 4747555 w 10678681"/>
              <a:gd name="connsiteY82" fmla="*/ 1252768 h 1342734"/>
              <a:gd name="connsiteX83" fmla="*/ 4679644 w 10678681"/>
              <a:gd name="connsiteY83" fmla="*/ 1276603 h 1342734"/>
              <a:gd name="connsiteX84" fmla="*/ 4617473 w 10678681"/>
              <a:gd name="connsiteY84" fmla="*/ 1296467 h 1342734"/>
              <a:gd name="connsiteX85" fmla="*/ 4564919 w 10678681"/>
              <a:gd name="connsiteY85" fmla="*/ 1325507 h 1342734"/>
              <a:gd name="connsiteX86" fmla="*/ 4566586 w 10678681"/>
              <a:gd name="connsiteY86" fmla="*/ 1316963 h 1342734"/>
              <a:gd name="connsiteX87" fmla="*/ 4556303 w 10678681"/>
              <a:gd name="connsiteY87" fmla="*/ 1300262 h 1342734"/>
              <a:gd name="connsiteX88" fmla="*/ 4502358 w 10678681"/>
              <a:gd name="connsiteY88" fmla="*/ 1302558 h 1342734"/>
              <a:gd name="connsiteX89" fmla="*/ 4498919 w 10678681"/>
              <a:gd name="connsiteY89" fmla="*/ 1312115 h 1342734"/>
              <a:gd name="connsiteX90" fmla="*/ 4492075 w 10678681"/>
              <a:gd name="connsiteY90" fmla="*/ 1313357 h 1342734"/>
              <a:gd name="connsiteX91" fmla="*/ 4487466 w 10678681"/>
              <a:gd name="connsiteY91" fmla="*/ 1304102 h 1342734"/>
              <a:gd name="connsiteX92" fmla="*/ 4398292 w 10678681"/>
              <a:gd name="connsiteY92" fmla="*/ 1278410 h 1342734"/>
              <a:gd name="connsiteX93" fmla="*/ 4306088 w 10678681"/>
              <a:gd name="connsiteY93" fmla="*/ 1282512 h 1342734"/>
              <a:gd name="connsiteX94" fmla="*/ 4188995 w 10678681"/>
              <a:gd name="connsiteY94" fmla="*/ 1296718 h 1342734"/>
              <a:gd name="connsiteX95" fmla="*/ 4136582 w 10678681"/>
              <a:gd name="connsiteY95" fmla="*/ 1287687 h 1342734"/>
              <a:gd name="connsiteX96" fmla="*/ 4064614 w 10678681"/>
              <a:gd name="connsiteY96" fmla="*/ 1296118 h 1342734"/>
              <a:gd name="connsiteX97" fmla="*/ 3900948 w 10678681"/>
              <a:gd name="connsiteY97" fmla="*/ 1322156 h 1342734"/>
              <a:gd name="connsiteX98" fmla="*/ 3787890 w 10678681"/>
              <a:gd name="connsiteY98" fmla="*/ 1322164 h 1342734"/>
              <a:gd name="connsiteX99" fmla="*/ 3745993 w 10678681"/>
              <a:gd name="connsiteY99" fmla="*/ 1342630 h 1342734"/>
              <a:gd name="connsiteX100" fmla="*/ 3675785 w 10678681"/>
              <a:gd name="connsiteY100" fmla="*/ 1326802 h 1342734"/>
              <a:gd name="connsiteX101" fmla="*/ 3623856 w 10678681"/>
              <a:gd name="connsiteY101" fmla="*/ 1290804 h 1342734"/>
              <a:gd name="connsiteX102" fmla="*/ 3564933 w 10678681"/>
              <a:gd name="connsiteY102" fmla="*/ 1287147 h 1342734"/>
              <a:gd name="connsiteX103" fmla="*/ 3550537 w 10678681"/>
              <a:gd name="connsiteY103" fmla="*/ 1317552 h 1342734"/>
              <a:gd name="connsiteX104" fmla="*/ 3487736 w 10678681"/>
              <a:gd name="connsiteY104" fmla="*/ 1303493 h 1342734"/>
              <a:gd name="connsiteX105" fmla="*/ 3392548 w 10678681"/>
              <a:gd name="connsiteY105" fmla="*/ 1278741 h 1342734"/>
              <a:gd name="connsiteX106" fmla="*/ 3337466 w 10678681"/>
              <a:gd name="connsiteY106" fmla="*/ 1272537 h 1342734"/>
              <a:gd name="connsiteX107" fmla="*/ 3175981 w 10678681"/>
              <a:gd name="connsiteY107" fmla="*/ 1208973 h 1342734"/>
              <a:gd name="connsiteX108" fmla="*/ 3036856 w 10678681"/>
              <a:gd name="connsiteY108" fmla="*/ 1214383 h 1342734"/>
              <a:gd name="connsiteX109" fmla="*/ 2824973 w 10678681"/>
              <a:gd name="connsiteY109" fmla="*/ 1134864 h 1342734"/>
              <a:gd name="connsiteX110" fmla="*/ 2804398 w 10678681"/>
              <a:gd name="connsiteY110" fmla="*/ 1125556 h 1342734"/>
              <a:gd name="connsiteX111" fmla="*/ 2736109 w 10678681"/>
              <a:gd name="connsiteY111" fmla="*/ 1137717 h 1342734"/>
              <a:gd name="connsiteX112" fmla="*/ 2659096 w 10678681"/>
              <a:gd name="connsiteY112" fmla="*/ 1150294 h 1342734"/>
              <a:gd name="connsiteX113" fmla="*/ 2567088 w 10678681"/>
              <a:gd name="connsiteY113" fmla="*/ 1181781 h 1342734"/>
              <a:gd name="connsiteX114" fmla="*/ 2454501 w 10678681"/>
              <a:gd name="connsiteY114" fmla="*/ 1155455 h 1342734"/>
              <a:gd name="connsiteX115" fmla="*/ 2385161 w 10678681"/>
              <a:gd name="connsiteY115" fmla="*/ 1161312 h 1342734"/>
              <a:gd name="connsiteX116" fmla="*/ 2273361 w 10678681"/>
              <a:gd name="connsiteY116" fmla="*/ 1134090 h 1342734"/>
              <a:gd name="connsiteX117" fmla="*/ 2132003 w 10678681"/>
              <a:gd name="connsiteY117" fmla="*/ 1139225 h 1342734"/>
              <a:gd name="connsiteX118" fmla="*/ 2041224 w 10678681"/>
              <a:gd name="connsiteY118" fmla="*/ 1147536 h 1342734"/>
              <a:gd name="connsiteX119" fmla="*/ 2010157 w 10678681"/>
              <a:gd name="connsiteY119" fmla="*/ 1152767 h 1342734"/>
              <a:gd name="connsiteX120" fmla="*/ 1859213 w 10678681"/>
              <a:gd name="connsiteY120" fmla="*/ 1199540 h 1342734"/>
              <a:gd name="connsiteX121" fmla="*/ 1735877 w 10678681"/>
              <a:gd name="connsiteY121" fmla="*/ 1246527 h 1342734"/>
              <a:gd name="connsiteX122" fmla="*/ 1660167 w 10678681"/>
              <a:gd name="connsiteY122" fmla="*/ 1236849 h 1342734"/>
              <a:gd name="connsiteX123" fmla="*/ 1279827 w 10678681"/>
              <a:gd name="connsiteY123" fmla="*/ 1245307 h 1342734"/>
              <a:gd name="connsiteX124" fmla="*/ 1021737 w 10678681"/>
              <a:gd name="connsiteY124" fmla="*/ 1238739 h 1342734"/>
              <a:gd name="connsiteX125" fmla="*/ 959820 w 10678681"/>
              <a:gd name="connsiteY125" fmla="*/ 1275863 h 1342734"/>
              <a:gd name="connsiteX126" fmla="*/ 929137 w 10678681"/>
              <a:gd name="connsiteY126" fmla="*/ 1273957 h 1342734"/>
              <a:gd name="connsiteX127" fmla="*/ 878849 w 10678681"/>
              <a:gd name="connsiteY127" fmla="*/ 1266740 h 1342734"/>
              <a:gd name="connsiteX128" fmla="*/ 800667 w 10678681"/>
              <a:gd name="connsiteY128" fmla="*/ 1282041 h 1342734"/>
              <a:gd name="connsiteX129" fmla="*/ 644906 w 10678681"/>
              <a:gd name="connsiteY129" fmla="*/ 1273685 h 1342734"/>
              <a:gd name="connsiteX130" fmla="*/ 379869 w 10678681"/>
              <a:gd name="connsiteY130" fmla="*/ 1339165 h 1342734"/>
              <a:gd name="connsiteX131" fmla="*/ 137696 w 10678681"/>
              <a:gd name="connsiteY131" fmla="*/ 1319217 h 1342734"/>
              <a:gd name="connsiteX132" fmla="*/ 54250 w 10678681"/>
              <a:gd name="connsiteY132" fmla="*/ 1315838 h 1342734"/>
              <a:gd name="connsiteX133" fmla="*/ 28042 w 10678681"/>
              <a:gd name="connsiteY133" fmla="*/ 1297822 h 1342734"/>
              <a:gd name="connsiteX134" fmla="*/ 0 w 10678681"/>
              <a:gd name="connsiteY134" fmla="*/ 1294612 h 1342734"/>
              <a:gd name="connsiteX135" fmla="*/ 0 w 10678681"/>
              <a:gd name="connsiteY135" fmla="*/ 0 h 13427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</a:cxnLst>
            <a:rect l="l" t="t" r="r" b="b"/>
            <a:pathLst>
              <a:path w="10678681" h="1342734">
                <a:moveTo>
                  <a:pt x="0" y="0"/>
                </a:moveTo>
                <a:lnTo>
                  <a:pt x="10678681" y="0"/>
                </a:lnTo>
                <a:lnTo>
                  <a:pt x="10666019" y="7876"/>
                </a:lnTo>
                <a:cubicBezTo>
                  <a:pt x="10653407" y="16166"/>
                  <a:pt x="10642107" y="24244"/>
                  <a:pt x="10632825" y="32153"/>
                </a:cubicBezTo>
                <a:cubicBezTo>
                  <a:pt x="10592272" y="36323"/>
                  <a:pt x="10556884" y="50892"/>
                  <a:pt x="10516219" y="45588"/>
                </a:cubicBezTo>
                <a:cubicBezTo>
                  <a:pt x="10497465" y="38035"/>
                  <a:pt x="10481313" y="25649"/>
                  <a:pt x="10456989" y="979"/>
                </a:cubicBezTo>
                <a:cubicBezTo>
                  <a:pt x="10458435" y="21260"/>
                  <a:pt x="10448472" y="9612"/>
                  <a:pt x="10438642" y="1524"/>
                </a:cubicBezTo>
                <a:cubicBezTo>
                  <a:pt x="10430119" y="11702"/>
                  <a:pt x="10417632" y="41266"/>
                  <a:pt x="10407146" y="43659"/>
                </a:cubicBezTo>
                <a:cubicBezTo>
                  <a:pt x="10379701" y="2826"/>
                  <a:pt x="10370665" y="125005"/>
                  <a:pt x="10341159" y="103824"/>
                </a:cubicBezTo>
                <a:cubicBezTo>
                  <a:pt x="10332001" y="120367"/>
                  <a:pt x="10274736" y="115685"/>
                  <a:pt x="10244930" y="94599"/>
                </a:cubicBezTo>
                <a:cubicBezTo>
                  <a:pt x="10189350" y="132718"/>
                  <a:pt x="10178914" y="158571"/>
                  <a:pt x="10115334" y="155658"/>
                </a:cubicBezTo>
                <a:cubicBezTo>
                  <a:pt x="10110816" y="185325"/>
                  <a:pt x="10047419" y="166765"/>
                  <a:pt x="10068157" y="215673"/>
                </a:cubicBezTo>
                <a:cubicBezTo>
                  <a:pt x="10047157" y="216184"/>
                  <a:pt x="10029060" y="198149"/>
                  <a:pt x="10045431" y="229568"/>
                </a:cubicBezTo>
                <a:cubicBezTo>
                  <a:pt x="10018897" y="234017"/>
                  <a:pt x="9963426" y="205273"/>
                  <a:pt x="9929077" y="209062"/>
                </a:cubicBezTo>
                <a:cubicBezTo>
                  <a:pt x="9910475" y="224494"/>
                  <a:pt x="9890198" y="272419"/>
                  <a:pt x="9840045" y="223033"/>
                </a:cubicBezTo>
                <a:cubicBezTo>
                  <a:pt x="9789999" y="276055"/>
                  <a:pt x="9744257" y="186744"/>
                  <a:pt x="9679639" y="247182"/>
                </a:cubicBezTo>
                <a:cubicBezTo>
                  <a:pt x="9634736" y="215294"/>
                  <a:pt x="9537501" y="238016"/>
                  <a:pt x="9498347" y="244723"/>
                </a:cubicBezTo>
                <a:cubicBezTo>
                  <a:pt x="9450379" y="244255"/>
                  <a:pt x="9394227" y="293607"/>
                  <a:pt x="9366026" y="299024"/>
                </a:cubicBezTo>
                <a:cubicBezTo>
                  <a:pt x="9341424" y="298595"/>
                  <a:pt x="9297504" y="338146"/>
                  <a:pt x="9316702" y="356523"/>
                </a:cubicBezTo>
                <a:cubicBezTo>
                  <a:pt x="9228105" y="319675"/>
                  <a:pt x="9206375" y="367221"/>
                  <a:pt x="9121744" y="365177"/>
                </a:cubicBezTo>
                <a:cubicBezTo>
                  <a:pt x="9093808" y="425910"/>
                  <a:pt x="9103257" y="373647"/>
                  <a:pt x="9061654" y="393730"/>
                </a:cubicBezTo>
                <a:cubicBezTo>
                  <a:pt x="9060114" y="344357"/>
                  <a:pt x="9015442" y="432718"/>
                  <a:pt x="8997577" y="380865"/>
                </a:cubicBezTo>
                <a:cubicBezTo>
                  <a:pt x="8969550" y="402056"/>
                  <a:pt x="8954076" y="446763"/>
                  <a:pt x="8907968" y="447345"/>
                </a:cubicBezTo>
                <a:cubicBezTo>
                  <a:pt x="8864369" y="428134"/>
                  <a:pt x="8818646" y="497461"/>
                  <a:pt x="8764163" y="471000"/>
                </a:cubicBezTo>
                <a:cubicBezTo>
                  <a:pt x="8744747" y="465539"/>
                  <a:pt x="8688469" y="474754"/>
                  <a:pt x="8680155" y="492404"/>
                </a:cubicBezTo>
                <a:cubicBezTo>
                  <a:pt x="8668902" y="497604"/>
                  <a:pt x="8654338" y="493892"/>
                  <a:pt x="8651436" y="511923"/>
                </a:cubicBezTo>
                <a:cubicBezTo>
                  <a:pt x="8645505" y="533975"/>
                  <a:pt x="8599739" y="507897"/>
                  <a:pt x="8609185" y="531525"/>
                </a:cubicBezTo>
                <a:cubicBezTo>
                  <a:pt x="8576806" y="513805"/>
                  <a:pt x="8560019" y="560634"/>
                  <a:pt x="8537091" y="574933"/>
                </a:cubicBezTo>
                <a:cubicBezTo>
                  <a:pt x="8510928" y="556486"/>
                  <a:pt x="8488623" y="604682"/>
                  <a:pt x="8435931" y="617926"/>
                </a:cubicBezTo>
                <a:cubicBezTo>
                  <a:pt x="8406978" y="596402"/>
                  <a:pt x="8400500" y="627188"/>
                  <a:pt x="8348623" y="600607"/>
                </a:cubicBezTo>
                <a:cubicBezTo>
                  <a:pt x="8347650" y="604255"/>
                  <a:pt x="8320537" y="587451"/>
                  <a:pt x="8276883" y="588214"/>
                </a:cubicBezTo>
                <a:cubicBezTo>
                  <a:pt x="8233229" y="588977"/>
                  <a:pt x="8147007" y="602039"/>
                  <a:pt x="8086698" y="605185"/>
                </a:cubicBezTo>
                <a:cubicBezTo>
                  <a:pt x="8018754" y="612533"/>
                  <a:pt x="8076794" y="658105"/>
                  <a:pt x="7982378" y="629799"/>
                </a:cubicBezTo>
                <a:cubicBezTo>
                  <a:pt x="7978309" y="650417"/>
                  <a:pt x="7968020" y="653434"/>
                  <a:pt x="7947952" y="648003"/>
                </a:cubicBezTo>
                <a:cubicBezTo>
                  <a:pt x="7915301" y="652980"/>
                  <a:pt x="7930086" y="699793"/>
                  <a:pt x="7890112" y="677915"/>
                </a:cubicBezTo>
                <a:cubicBezTo>
                  <a:pt x="7902561" y="702153"/>
                  <a:pt x="7831508" y="700184"/>
                  <a:pt x="7853284" y="723588"/>
                </a:cubicBezTo>
                <a:cubicBezTo>
                  <a:pt x="7838304" y="751013"/>
                  <a:pt x="7817999" y="714992"/>
                  <a:pt x="7802383" y="739359"/>
                </a:cubicBezTo>
                <a:cubicBezTo>
                  <a:pt x="7781922" y="742015"/>
                  <a:pt x="7755431" y="732207"/>
                  <a:pt x="7730518" y="739526"/>
                </a:cubicBezTo>
                <a:cubicBezTo>
                  <a:pt x="7716802" y="743091"/>
                  <a:pt x="7733019" y="753459"/>
                  <a:pt x="7720084" y="760750"/>
                </a:cubicBezTo>
                <a:cubicBezTo>
                  <a:pt x="7707149" y="768041"/>
                  <a:pt x="7671920" y="776612"/>
                  <a:pt x="7652907" y="783273"/>
                </a:cubicBezTo>
                <a:cubicBezTo>
                  <a:pt x="7630163" y="772504"/>
                  <a:pt x="7616976" y="783101"/>
                  <a:pt x="7606008" y="800717"/>
                </a:cubicBezTo>
                <a:cubicBezTo>
                  <a:pt x="7561224" y="806541"/>
                  <a:pt x="7527083" y="837162"/>
                  <a:pt x="7480223" y="856821"/>
                </a:cubicBezTo>
                <a:cubicBezTo>
                  <a:pt x="7422566" y="851729"/>
                  <a:pt x="7406130" y="898621"/>
                  <a:pt x="7356005" y="919462"/>
                </a:cubicBezTo>
                <a:cubicBezTo>
                  <a:pt x="7301710" y="896412"/>
                  <a:pt x="7327853" y="963334"/>
                  <a:pt x="7305396" y="986228"/>
                </a:cubicBezTo>
                <a:lnTo>
                  <a:pt x="7266251" y="967864"/>
                </a:lnTo>
                <a:lnTo>
                  <a:pt x="7258094" y="990679"/>
                </a:lnTo>
                <a:lnTo>
                  <a:pt x="7257893" y="991204"/>
                </a:lnTo>
                <a:lnTo>
                  <a:pt x="7247153" y="991550"/>
                </a:lnTo>
                <a:cubicBezTo>
                  <a:pt x="7228850" y="991013"/>
                  <a:pt x="7210872" y="989423"/>
                  <a:pt x="7193612" y="987042"/>
                </a:cubicBezTo>
                <a:cubicBezTo>
                  <a:pt x="7184018" y="1016185"/>
                  <a:pt x="7117645" y="991054"/>
                  <a:pt x="7132632" y="1042036"/>
                </a:cubicBezTo>
                <a:cubicBezTo>
                  <a:pt x="7109597" y="1040358"/>
                  <a:pt x="7092653" y="1020472"/>
                  <a:pt x="7105610" y="1053537"/>
                </a:cubicBezTo>
                <a:cubicBezTo>
                  <a:pt x="7098186" y="1053959"/>
                  <a:pt x="7071669" y="1042250"/>
                  <a:pt x="7069148" y="1047163"/>
                </a:cubicBezTo>
                <a:lnTo>
                  <a:pt x="7039634" y="1059971"/>
                </a:lnTo>
                <a:lnTo>
                  <a:pt x="7033445" y="1063314"/>
                </a:lnTo>
                <a:lnTo>
                  <a:pt x="6999157" y="1055282"/>
                </a:lnTo>
                <a:lnTo>
                  <a:pt x="6981874" y="1053827"/>
                </a:lnTo>
                <a:lnTo>
                  <a:pt x="6976102" y="1047854"/>
                </a:lnTo>
                <a:cubicBezTo>
                  <a:pt x="6970359" y="1044495"/>
                  <a:pt x="6962768" y="1043656"/>
                  <a:pt x="6951040" y="1048531"/>
                </a:cubicBezTo>
                <a:lnTo>
                  <a:pt x="6948497" y="1050706"/>
                </a:lnTo>
                <a:lnTo>
                  <a:pt x="6926582" y="1043462"/>
                </a:lnTo>
                <a:cubicBezTo>
                  <a:pt x="6919310" y="1039773"/>
                  <a:pt x="6839625" y="1034777"/>
                  <a:pt x="6833743" y="1027960"/>
                </a:cubicBezTo>
                <a:cubicBezTo>
                  <a:pt x="6776335" y="1015119"/>
                  <a:pt x="6761260" y="1047430"/>
                  <a:pt x="6687090" y="1063250"/>
                </a:cubicBezTo>
                <a:cubicBezTo>
                  <a:pt x="6621041" y="1075436"/>
                  <a:pt x="6482366" y="1074217"/>
                  <a:pt x="6431838" y="1063226"/>
                </a:cubicBezTo>
                <a:cubicBezTo>
                  <a:pt x="6405016" y="1060235"/>
                  <a:pt x="6309698" y="1067799"/>
                  <a:pt x="6327795" y="1088142"/>
                </a:cubicBezTo>
                <a:cubicBezTo>
                  <a:pt x="6241699" y="1050273"/>
                  <a:pt x="6228725" y="1111123"/>
                  <a:pt x="6136549" y="1100268"/>
                </a:cubicBezTo>
                <a:cubicBezTo>
                  <a:pt x="6096483" y="1157984"/>
                  <a:pt x="6053277" y="1099229"/>
                  <a:pt x="6004655" y="1114946"/>
                </a:cubicBezTo>
                <a:cubicBezTo>
                  <a:pt x="6010724" y="1065500"/>
                  <a:pt x="5948029" y="1149051"/>
                  <a:pt x="5936643" y="1095428"/>
                </a:cubicBezTo>
                <a:cubicBezTo>
                  <a:pt x="5928154" y="1099986"/>
                  <a:pt x="5920290" y="1106094"/>
                  <a:pt x="5912484" y="1112624"/>
                </a:cubicBezTo>
                <a:lnTo>
                  <a:pt x="5908387" y="1116018"/>
                </a:lnTo>
                <a:lnTo>
                  <a:pt x="5890495" y="1120268"/>
                </a:lnTo>
                <a:lnTo>
                  <a:pt x="5887318" y="1133134"/>
                </a:lnTo>
                <a:lnTo>
                  <a:pt x="5861726" y="1147891"/>
                </a:lnTo>
                <a:cubicBezTo>
                  <a:pt x="5851855" y="1151615"/>
                  <a:pt x="5818443" y="1153513"/>
                  <a:pt x="5805823" y="1152457"/>
                </a:cubicBezTo>
                <a:cubicBezTo>
                  <a:pt x="5761190" y="1128740"/>
                  <a:pt x="5745234" y="1208320"/>
                  <a:pt x="5689841" y="1176232"/>
                </a:cubicBezTo>
                <a:cubicBezTo>
                  <a:pt x="5645165" y="1182523"/>
                  <a:pt x="5638674" y="1185346"/>
                  <a:pt x="5605119" y="1190202"/>
                </a:cubicBezTo>
                <a:cubicBezTo>
                  <a:pt x="5595173" y="1211597"/>
                  <a:pt x="5481899" y="1180798"/>
                  <a:pt x="5488513" y="1205367"/>
                </a:cubicBezTo>
                <a:cubicBezTo>
                  <a:pt x="5455905" y="1184307"/>
                  <a:pt x="5430208" y="1229302"/>
                  <a:pt x="5402905" y="1241191"/>
                </a:cubicBezTo>
                <a:cubicBezTo>
                  <a:pt x="5353635" y="1248161"/>
                  <a:pt x="5228965" y="1244549"/>
                  <a:pt x="5192893" y="1247188"/>
                </a:cubicBezTo>
                <a:cubicBezTo>
                  <a:pt x="5191257" y="1250727"/>
                  <a:pt x="5178909" y="1254361"/>
                  <a:pt x="5164025" y="1257028"/>
                </a:cubicBezTo>
                <a:cubicBezTo>
                  <a:pt x="5149141" y="1259695"/>
                  <a:pt x="5121746" y="1277136"/>
                  <a:pt x="5103589" y="1263189"/>
                </a:cubicBezTo>
                <a:cubicBezTo>
                  <a:pt x="5020856" y="1221392"/>
                  <a:pt x="4961920" y="1251721"/>
                  <a:pt x="4894688" y="1247184"/>
                </a:cubicBezTo>
                <a:cubicBezTo>
                  <a:pt x="4819279" y="1247443"/>
                  <a:pt x="4886780" y="1276272"/>
                  <a:pt x="4788036" y="1238182"/>
                </a:cubicBezTo>
                <a:cubicBezTo>
                  <a:pt x="4780353" y="1258340"/>
                  <a:pt x="4768632" y="1260281"/>
                  <a:pt x="4747555" y="1252768"/>
                </a:cubicBezTo>
                <a:cubicBezTo>
                  <a:pt x="4711089" y="1254336"/>
                  <a:pt x="4719897" y="1302605"/>
                  <a:pt x="4679644" y="1276603"/>
                </a:cubicBezTo>
                <a:cubicBezTo>
                  <a:pt x="4651415" y="1288933"/>
                  <a:pt x="4636594" y="1288316"/>
                  <a:pt x="4617473" y="1296467"/>
                </a:cubicBezTo>
                <a:lnTo>
                  <a:pt x="4564919" y="1325507"/>
                </a:lnTo>
                <a:lnTo>
                  <a:pt x="4566586" y="1316963"/>
                </a:lnTo>
                <a:cubicBezTo>
                  <a:pt x="4569057" y="1308855"/>
                  <a:pt x="4571069" y="1299935"/>
                  <a:pt x="4556303" y="1300262"/>
                </a:cubicBezTo>
                <a:cubicBezTo>
                  <a:pt x="4525488" y="1305073"/>
                  <a:pt x="4517133" y="1269079"/>
                  <a:pt x="4502358" y="1302558"/>
                </a:cubicBezTo>
                <a:lnTo>
                  <a:pt x="4498919" y="1312115"/>
                </a:lnTo>
                <a:lnTo>
                  <a:pt x="4492075" y="1313357"/>
                </a:lnTo>
                <a:cubicBezTo>
                  <a:pt x="4488463" y="1312870"/>
                  <a:pt x="4486534" y="1310394"/>
                  <a:pt x="4487466" y="1304102"/>
                </a:cubicBezTo>
                <a:cubicBezTo>
                  <a:pt x="4457512" y="1328789"/>
                  <a:pt x="4426787" y="1287064"/>
                  <a:pt x="4398292" y="1278410"/>
                </a:cubicBezTo>
                <a:cubicBezTo>
                  <a:pt x="4375210" y="1302378"/>
                  <a:pt x="4366248" y="1283298"/>
                  <a:pt x="4306088" y="1282512"/>
                </a:cubicBezTo>
                <a:cubicBezTo>
                  <a:pt x="4280844" y="1310113"/>
                  <a:pt x="4237476" y="1258925"/>
                  <a:pt x="4188995" y="1296718"/>
                </a:cubicBezTo>
                <a:cubicBezTo>
                  <a:pt x="4186961" y="1293392"/>
                  <a:pt x="4157312" y="1287787"/>
                  <a:pt x="4136582" y="1287687"/>
                </a:cubicBezTo>
                <a:cubicBezTo>
                  <a:pt x="4115852" y="1287587"/>
                  <a:pt x="4081037" y="1280166"/>
                  <a:pt x="4064614" y="1296118"/>
                </a:cubicBezTo>
                <a:cubicBezTo>
                  <a:pt x="3987264" y="1347194"/>
                  <a:pt x="3967205" y="1309881"/>
                  <a:pt x="3900948" y="1322156"/>
                </a:cubicBezTo>
                <a:cubicBezTo>
                  <a:pt x="3826014" y="1330612"/>
                  <a:pt x="3831060" y="1333478"/>
                  <a:pt x="3787890" y="1322164"/>
                </a:cubicBezTo>
                <a:cubicBezTo>
                  <a:pt x="3777929" y="1303028"/>
                  <a:pt x="3766063" y="1332733"/>
                  <a:pt x="3745993" y="1342630"/>
                </a:cubicBezTo>
                <a:cubicBezTo>
                  <a:pt x="3709591" y="1345286"/>
                  <a:pt x="3712765" y="1296323"/>
                  <a:pt x="3675785" y="1326802"/>
                </a:cubicBezTo>
                <a:cubicBezTo>
                  <a:pt x="3682573" y="1300349"/>
                  <a:pt x="3606829" y="1318588"/>
                  <a:pt x="3623856" y="1290804"/>
                </a:cubicBezTo>
                <a:cubicBezTo>
                  <a:pt x="3600335" y="1267550"/>
                  <a:pt x="3588308" y="1307279"/>
                  <a:pt x="3564933" y="1287147"/>
                </a:cubicBezTo>
                <a:cubicBezTo>
                  <a:pt x="3538420" y="1283043"/>
                  <a:pt x="3579946" y="1314789"/>
                  <a:pt x="3550537" y="1317552"/>
                </a:cubicBezTo>
                <a:cubicBezTo>
                  <a:pt x="3514920" y="1316159"/>
                  <a:pt x="3514600" y="1364317"/>
                  <a:pt x="3487736" y="1303493"/>
                </a:cubicBezTo>
                <a:cubicBezTo>
                  <a:pt x="3450312" y="1319195"/>
                  <a:pt x="3443340" y="1291726"/>
                  <a:pt x="3392548" y="1278741"/>
                </a:cubicBezTo>
                <a:cubicBezTo>
                  <a:pt x="3371053" y="1294449"/>
                  <a:pt x="3354022" y="1287164"/>
                  <a:pt x="3337466" y="1272537"/>
                </a:cubicBezTo>
                <a:cubicBezTo>
                  <a:pt x="3287808" y="1277154"/>
                  <a:pt x="3231625" y="1217343"/>
                  <a:pt x="3175981" y="1208973"/>
                </a:cubicBezTo>
                <a:cubicBezTo>
                  <a:pt x="3115467" y="1227175"/>
                  <a:pt x="3096324" y="1223154"/>
                  <a:pt x="3036856" y="1214383"/>
                </a:cubicBezTo>
                <a:cubicBezTo>
                  <a:pt x="2976484" y="1195723"/>
                  <a:pt x="2863716" y="1149668"/>
                  <a:pt x="2824973" y="1134864"/>
                </a:cubicBezTo>
                <a:cubicBezTo>
                  <a:pt x="2817752" y="1140972"/>
                  <a:pt x="2802616" y="1134132"/>
                  <a:pt x="2804398" y="1125556"/>
                </a:cubicBezTo>
                <a:cubicBezTo>
                  <a:pt x="2796364" y="1128008"/>
                  <a:pt x="2737660" y="1151579"/>
                  <a:pt x="2736109" y="1137717"/>
                </a:cubicBezTo>
                <a:cubicBezTo>
                  <a:pt x="2696082" y="1134954"/>
                  <a:pt x="2695314" y="1134322"/>
                  <a:pt x="2659096" y="1150294"/>
                </a:cubicBezTo>
                <a:cubicBezTo>
                  <a:pt x="2582535" y="1124403"/>
                  <a:pt x="2622743" y="1189988"/>
                  <a:pt x="2567088" y="1181781"/>
                </a:cubicBezTo>
                <a:cubicBezTo>
                  <a:pt x="2523074" y="1153322"/>
                  <a:pt x="2505741" y="1175022"/>
                  <a:pt x="2454501" y="1155455"/>
                </a:cubicBezTo>
                <a:cubicBezTo>
                  <a:pt x="2435184" y="1199648"/>
                  <a:pt x="2405890" y="1149324"/>
                  <a:pt x="2385161" y="1161312"/>
                </a:cubicBezTo>
                <a:cubicBezTo>
                  <a:pt x="2329714" y="1166582"/>
                  <a:pt x="2322102" y="1137771"/>
                  <a:pt x="2273361" y="1134090"/>
                </a:cubicBezTo>
                <a:cubicBezTo>
                  <a:pt x="2270204" y="1112590"/>
                  <a:pt x="2164540" y="1136821"/>
                  <a:pt x="2132003" y="1139225"/>
                </a:cubicBezTo>
                <a:cubicBezTo>
                  <a:pt x="2119616" y="1127805"/>
                  <a:pt x="2068429" y="1132839"/>
                  <a:pt x="2041224" y="1147536"/>
                </a:cubicBezTo>
                <a:cubicBezTo>
                  <a:pt x="2072319" y="1178143"/>
                  <a:pt x="2006941" y="1118646"/>
                  <a:pt x="2010157" y="1152767"/>
                </a:cubicBezTo>
                <a:cubicBezTo>
                  <a:pt x="1976080" y="1167742"/>
                  <a:pt x="1904926" y="1183913"/>
                  <a:pt x="1859213" y="1199540"/>
                </a:cubicBezTo>
                <a:cubicBezTo>
                  <a:pt x="1837985" y="1173314"/>
                  <a:pt x="1772946" y="1249813"/>
                  <a:pt x="1735877" y="1246527"/>
                </a:cubicBezTo>
                <a:cubicBezTo>
                  <a:pt x="1727774" y="1263559"/>
                  <a:pt x="1674382" y="1247072"/>
                  <a:pt x="1660167" y="1236849"/>
                </a:cubicBezTo>
                <a:cubicBezTo>
                  <a:pt x="1541640" y="1221134"/>
                  <a:pt x="1352140" y="1267338"/>
                  <a:pt x="1279827" y="1245307"/>
                </a:cubicBezTo>
                <a:lnTo>
                  <a:pt x="1021737" y="1238739"/>
                </a:lnTo>
                <a:cubicBezTo>
                  <a:pt x="1011829" y="1264670"/>
                  <a:pt x="960483" y="1235921"/>
                  <a:pt x="959820" y="1275863"/>
                </a:cubicBezTo>
                <a:cubicBezTo>
                  <a:pt x="950745" y="1291685"/>
                  <a:pt x="934594" y="1289700"/>
                  <a:pt x="929137" y="1273957"/>
                </a:cubicBezTo>
                <a:cubicBezTo>
                  <a:pt x="909281" y="1275184"/>
                  <a:pt x="894620" y="1293444"/>
                  <a:pt x="878849" y="1266740"/>
                </a:cubicBezTo>
                <a:cubicBezTo>
                  <a:pt x="851668" y="1267510"/>
                  <a:pt x="816599" y="1322523"/>
                  <a:pt x="800667" y="1282041"/>
                </a:cubicBezTo>
                <a:cubicBezTo>
                  <a:pt x="741645" y="1285469"/>
                  <a:pt x="699773" y="1269716"/>
                  <a:pt x="644906" y="1273685"/>
                </a:cubicBezTo>
                <a:cubicBezTo>
                  <a:pt x="541527" y="1321342"/>
                  <a:pt x="446058" y="1236106"/>
                  <a:pt x="379869" y="1339165"/>
                </a:cubicBezTo>
                <a:cubicBezTo>
                  <a:pt x="292000" y="1296022"/>
                  <a:pt x="211611" y="1323804"/>
                  <a:pt x="137696" y="1319217"/>
                </a:cubicBezTo>
                <a:cubicBezTo>
                  <a:pt x="102121" y="1327987"/>
                  <a:pt x="88791" y="1285209"/>
                  <a:pt x="54250" y="1315838"/>
                </a:cubicBezTo>
                <a:cubicBezTo>
                  <a:pt x="49461" y="1305340"/>
                  <a:pt x="39595" y="1300426"/>
                  <a:pt x="28042" y="1297822"/>
                </a:cubicBezTo>
                <a:lnTo>
                  <a:pt x="0" y="1294612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 useBgFill="1">
        <p:nvSpPr>
          <p:cNvPr id="46" name="Freeform: Shape 45">
            <a:extLst>
              <a:ext uri="{FF2B5EF4-FFF2-40B4-BE49-F238E27FC236}">
                <a16:creationId xmlns:a16="http://schemas.microsoft.com/office/drawing/2014/main" id="{EF693875-948C-4D9B-AE6F-8F6894277D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07088" y="6114199"/>
            <a:ext cx="6884912" cy="743802"/>
          </a:xfrm>
          <a:custGeom>
            <a:avLst/>
            <a:gdLst>
              <a:gd name="connsiteX0" fmla="*/ 6884912 w 6884912"/>
              <a:gd name="connsiteY0" fmla="*/ 0 h 1161397"/>
              <a:gd name="connsiteX1" fmla="*/ 6884912 w 6884912"/>
              <a:gd name="connsiteY1" fmla="*/ 1161397 h 1161397"/>
              <a:gd name="connsiteX2" fmla="*/ 0 w 6884912"/>
              <a:gd name="connsiteY2" fmla="*/ 1161397 h 1161397"/>
              <a:gd name="connsiteX3" fmla="*/ 27135 w 6884912"/>
              <a:gd name="connsiteY3" fmla="*/ 1147460 h 1161397"/>
              <a:gd name="connsiteX4" fmla="*/ 115388 w 6884912"/>
              <a:gd name="connsiteY4" fmla="*/ 1159043 h 1161397"/>
              <a:gd name="connsiteX5" fmla="*/ 119094 w 6884912"/>
              <a:gd name="connsiteY5" fmla="*/ 1148463 h 1161397"/>
              <a:gd name="connsiteX6" fmla="*/ 171824 w 6884912"/>
              <a:gd name="connsiteY6" fmla="*/ 1133224 h 1161397"/>
              <a:gd name="connsiteX7" fmla="*/ 376455 w 6884912"/>
              <a:gd name="connsiteY7" fmla="*/ 1137381 h 1161397"/>
              <a:gd name="connsiteX8" fmla="*/ 478946 w 6884912"/>
              <a:gd name="connsiteY8" fmla="*/ 1106011 h 1161397"/>
              <a:gd name="connsiteX9" fmla="*/ 512111 w 6884912"/>
              <a:gd name="connsiteY9" fmla="*/ 1085599 h 1161397"/>
              <a:gd name="connsiteX10" fmla="*/ 567875 w 6884912"/>
              <a:gd name="connsiteY10" fmla="*/ 1051976 h 1161397"/>
              <a:gd name="connsiteX11" fmla="*/ 601644 w 6884912"/>
              <a:gd name="connsiteY11" fmla="*/ 1003997 h 1161397"/>
              <a:gd name="connsiteX12" fmla="*/ 651408 w 6884912"/>
              <a:gd name="connsiteY12" fmla="*/ 984938 h 1161397"/>
              <a:gd name="connsiteX13" fmla="*/ 673197 w 6884912"/>
              <a:gd name="connsiteY13" fmla="*/ 1010060 h 1161397"/>
              <a:gd name="connsiteX14" fmla="*/ 723108 w 6884912"/>
              <a:gd name="connsiteY14" fmla="*/ 980081 h 1161397"/>
              <a:gd name="connsiteX15" fmla="*/ 797699 w 6884912"/>
              <a:gd name="connsiteY15" fmla="*/ 931362 h 1161397"/>
              <a:gd name="connsiteX16" fmla="*/ 843359 w 6884912"/>
              <a:gd name="connsiteY16" fmla="*/ 910894 h 1161397"/>
              <a:gd name="connsiteX17" fmla="*/ 965215 w 6884912"/>
              <a:gd name="connsiteY17" fmla="*/ 846701 h 1161397"/>
              <a:gd name="connsiteX18" fmla="*/ 1085080 w 6884912"/>
              <a:gd name="connsiteY18" fmla="*/ 776086 h 1161397"/>
              <a:gd name="connsiteX19" fmla="*/ 1131224 w 6884912"/>
              <a:gd name="connsiteY19" fmla="*/ 706160 h 1161397"/>
              <a:gd name="connsiteX20" fmla="*/ 1138051 w 6884912"/>
              <a:gd name="connsiteY20" fmla="*/ 702034 h 1161397"/>
              <a:gd name="connsiteX21" fmla="*/ 1158800 w 6884912"/>
              <a:gd name="connsiteY21" fmla="*/ 700004 h 1161397"/>
              <a:gd name="connsiteX22" fmla="*/ 1166947 w 6884912"/>
              <a:gd name="connsiteY22" fmla="*/ 700762 h 1161397"/>
              <a:gd name="connsiteX23" fmla="*/ 1178135 w 6884912"/>
              <a:gd name="connsiteY23" fmla="*/ 698631 h 1161397"/>
              <a:gd name="connsiteX24" fmla="*/ 1178301 w 6884912"/>
              <a:gd name="connsiteY24" fmla="*/ 698094 h 1161397"/>
              <a:gd name="connsiteX25" fmla="*/ 1188995 w 6884912"/>
              <a:gd name="connsiteY25" fmla="*/ 697048 h 1161397"/>
              <a:gd name="connsiteX26" fmla="*/ 1242716 w 6884912"/>
              <a:gd name="connsiteY26" fmla="*/ 698052 h 1161397"/>
              <a:gd name="connsiteX27" fmla="*/ 1299977 w 6884912"/>
              <a:gd name="connsiteY27" fmla="*/ 639196 h 1161397"/>
              <a:gd name="connsiteX28" fmla="*/ 1326190 w 6884912"/>
              <a:gd name="connsiteY28" fmla="*/ 625955 h 1161397"/>
              <a:gd name="connsiteX29" fmla="*/ 1339600 w 6884912"/>
              <a:gd name="connsiteY29" fmla="*/ 616295 h 1161397"/>
              <a:gd name="connsiteX30" fmla="*/ 1340054 w 6884912"/>
              <a:gd name="connsiteY30" fmla="*/ 614022 h 1161397"/>
              <a:gd name="connsiteX31" fmla="*/ 1391606 w 6884912"/>
              <a:gd name="connsiteY31" fmla="*/ 615229 h 1161397"/>
              <a:gd name="connsiteX32" fmla="*/ 1397565 w 6884912"/>
              <a:gd name="connsiteY32" fmla="*/ 611490 h 1161397"/>
              <a:gd name="connsiteX33" fmla="*/ 1432302 w 6884912"/>
              <a:gd name="connsiteY33" fmla="*/ 617267 h 1161397"/>
              <a:gd name="connsiteX34" fmla="*/ 1449644 w 6884912"/>
              <a:gd name="connsiteY34" fmla="*/ 617591 h 1161397"/>
              <a:gd name="connsiteX35" fmla="*/ 1455793 w 6884912"/>
              <a:gd name="connsiteY35" fmla="*/ 623174 h 1161397"/>
              <a:gd name="connsiteX36" fmla="*/ 1480758 w 6884912"/>
              <a:gd name="connsiteY36" fmla="*/ 620863 h 1161397"/>
              <a:gd name="connsiteX37" fmla="*/ 1483154 w 6884912"/>
              <a:gd name="connsiteY37" fmla="*/ 618527 h 1161397"/>
              <a:gd name="connsiteX38" fmla="*/ 1505495 w 6884912"/>
              <a:gd name="connsiteY38" fmla="*/ 624325 h 1161397"/>
              <a:gd name="connsiteX39" fmla="*/ 1526340 w 6884912"/>
              <a:gd name="connsiteY39" fmla="*/ 638496 h 1161397"/>
              <a:gd name="connsiteX40" fmla="*/ 1731986 w 6884912"/>
              <a:gd name="connsiteY40" fmla="*/ 589682 h 1161397"/>
              <a:gd name="connsiteX41" fmla="*/ 1927935 w 6884912"/>
              <a:gd name="connsiteY41" fmla="*/ 628540 h 1161397"/>
              <a:gd name="connsiteX42" fmla="*/ 2039075 w 6884912"/>
              <a:gd name="connsiteY42" fmla="*/ 599964 h 1161397"/>
              <a:gd name="connsiteX43" fmla="*/ 2066980 w 6884912"/>
              <a:gd name="connsiteY43" fmla="*/ 550413 h 1161397"/>
              <a:gd name="connsiteX44" fmla="*/ 2352236 w 6884912"/>
              <a:gd name="connsiteY44" fmla="*/ 519602 h 1161397"/>
              <a:gd name="connsiteX45" fmla="*/ 2420791 w 6884912"/>
              <a:gd name="connsiteY45" fmla="*/ 492826 h 1161397"/>
              <a:gd name="connsiteX46" fmla="*/ 2489932 w 6884912"/>
              <a:gd name="connsiteY46" fmla="*/ 507864 h 1161397"/>
              <a:gd name="connsiteX47" fmla="*/ 2512917 w 6884912"/>
              <a:gd name="connsiteY47" fmla="*/ 489127 h 1161397"/>
              <a:gd name="connsiteX48" fmla="*/ 2516783 w 6884912"/>
              <a:gd name="connsiteY48" fmla="*/ 485473 h 1161397"/>
              <a:gd name="connsiteX49" fmla="*/ 2534360 w 6884912"/>
              <a:gd name="connsiteY49" fmla="*/ 480064 h 1161397"/>
              <a:gd name="connsiteX50" fmla="*/ 2536691 w 6884912"/>
              <a:gd name="connsiteY50" fmla="*/ 467018 h 1161397"/>
              <a:gd name="connsiteX51" fmla="*/ 2561265 w 6884912"/>
              <a:gd name="connsiteY51" fmla="*/ 450623 h 1161397"/>
              <a:gd name="connsiteX52" fmla="*/ 2594349 w 6884912"/>
              <a:gd name="connsiteY52" fmla="*/ 443884 h 1161397"/>
              <a:gd name="connsiteX53" fmla="*/ 2754324 w 6884912"/>
              <a:gd name="connsiteY53" fmla="*/ 424766 h 1161397"/>
              <a:gd name="connsiteX54" fmla="*/ 2848470 w 6884912"/>
              <a:gd name="connsiteY54" fmla="*/ 405966 h 1161397"/>
              <a:gd name="connsiteX55" fmla="*/ 2881772 w 6884912"/>
              <a:gd name="connsiteY55" fmla="*/ 387260 h 1161397"/>
              <a:gd name="connsiteX56" fmla="*/ 2929932 w 6884912"/>
              <a:gd name="connsiteY56" fmla="*/ 368912 h 1161397"/>
              <a:gd name="connsiteX57" fmla="*/ 3013020 w 6884912"/>
              <a:gd name="connsiteY57" fmla="*/ 327578 h 1161397"/>
              <a:gd name="connsiteX58" fmla="*/ 3127968 w 6884912"/>
              <a:gd name="connsiteY58" fmla="*/ 287613 h 1161397"/>
              <a:gd name="connsiteX59" fmla="*/ 3222191 w 6884912"/>
              <a:gd name="connsiteY59" fmla="*/ 307887 h 1161397"/>
              <a:gd name="connsiteX60" fmla="*/ 3227953 w 6884912"/>
              <a:gd name="connsiteY60" fmla="*/ 297650 h 1161397"/>
              <a:gd name="connsiteX61" fmla="*/ 3287859 w 6884912"/>
              <a:gd name="connsiteY61" fmla="*/ 287558 h 1161397"/>
              <a:gd name="connsiteX62" fmla="*/ 3510042 w 6884912"/>
              <a:gd name="connsiteY62" fmla="*/ 311820 h 1161397"/>
              <a:gd name="connsiteX63" fmla="*/ 3626773 w 6884912"/>
              <a:gd name="connsiteY63" fmla="*/ 290452 h 1161397"/>
              <a:gd name="connsiteX64" fmla="*/ 3666217 w 6884912"/>
              <a:gd name="connsiteY64" fmla="*/ 273255 h 1161397"/>
              <a:gd name="connsiteX65" fmla="*/ 3732427 w 6884912"/>
              <a:gd name="connsiteY65" fmla="*/ 245039 h 1161397"/>
              <a:gd name="connsiteX66" fmla="*/ 3777022 w 6884912"/>
              <a:gd name="connsiteY66" fmla="*/ 200276 h 1161397"/>
              <a:gd name="connsiteX67" fmla="*/ 3791246 w 6884912"/>
              <a:gd name="connsiteY67" fmla="*/ 189996 h 1161397"/>
              <a:gd name="connsiteX68" fmla="*/ 3819864 w 6884912"/>
              <a:gd name="connsiteY68" fmla="*/ 194605 h 1161397"/>
              <a:gd name="connsiteX69" fmla="*/ 3830398 w 6884912"/>
              <a:gd name="connsiteY69" fmla="*/ 188383 h 1161397"/>
              <a:gd name="connsiteX70" fmla="*/ 3834360 w 6884912"/>
              <a:gd name="connsiteY70" fmla="*/ 188992 h 1161397"/>
              <a:gd name="connsiteX71" fmla="*/ 3843715 w 6884912"/>
              <a:gd name="connsiteY71" fmla="*/ 188752 h 1161397"/>
              <a:gd name="connsiteX72" fmla="*/ 3842609 w 6884912"/>
              <a:gd name="connsiteY72" fmla="*/ 197386 h 1161397"/>
              <a:gd name="connsiteX73" fmla="*/ 3853961 w 6884912"/>
              <a:gd name="connsiteY73" fmla="*/ 213380 h 1161397"/>
              <a:gd name="connsiteX74" fmla="*/ 3907640 w 6884912"/>
              <a:gd name="connsiteY74" fmla="*/ 207568 h 1161397"/>
              <a:gd name="connsiteX75" fmla="*/ 3910449 w 6884912"/>
              <a:gd name="connsiteY75" fmla="*/ 197808 h 1161397"/>
              <a:gd name="connsiteX76" fmla="*/ 3917197 w 6884912"/>
              <a:gd name="connsiteY76" fmla="*/ 196121 h 1161397"/>
              <a:gd name="connsiteX77" fmla="*/ 3922400 w 6884912"/>
              <a:gd name="connsiteY77" fmla="*/ 205056 h 1161397"/>
              <a:gd name="connsiteX78" fmla="*/ 4013061 w 6884912"/>
              <a:gd name="connsiteY78" fmla="*/ 224874 h 1161397"/>
              <a:gd name="connsiteX79" fmla="*/ 4134285 w 6884912"/>
              <a:gd name="connsiteY79" fmla="*/ 235592 h 1161397"/>
              <a:gd name="connsiteX80" fmla="*/ 4220717 w 6884912"/>
              <a:gd name="connsiteY80" fmla="*/ 192946 h 1161397"/>
              <a:gd name="connsiteX81" fmla="*/ 4228802 w 6884912"/>
              <a:gd name="connsiteY81" fmla="*/ 201468 h 1161397"/>
              <a:gd name="connsiteX82" fmla="*/ 4289361 w 6884912"/>
              <a:gd name="connsiteY82" fmla="*/ 196642 h 1161397"/>
              <a:gd name="connsiteX83" fmla="*/ 4498913 w 6884912"/>
              <a:gd name="connsiteY83" fmla="*/ 118915 h 1161397"/>
              <a:gd name="connsiteX84" fmla="*/ 4617330 w 6884912"/>
              <a:gd name="connsiteY84" fmla="*/ 111163 h 1161397"/>
              <a:gd name="connsiteX85" fmla="*/ 4659778 w 6884912"/>
              <a:gd name="connsiteY85" fmla="*/ 118219 h 1161397"/>
              <a:gd name="connsiteX86" fmla="*/ 4730870 w 6884912"/>
              <a:gd name="connsiteY86" fmla="*/ 129432 h 1161397"/>
              <a:gd name="connsiteX87" fmla="*/ 4785037 w 6884912"/>
              <a:gd name="connsiteY87" fmla="*/ 161964 h 1161397"/>
              <a:gd name="connsiteX88" fmla="*/ 4844073 w 6884912"/>
              <a:gd name="connsiteY88" fmla="*/ 161768 h 1161397"/>
              <a:gd name="connsiteX89" fmla="*/ 4856454 w 6884912"/>
              <a:gd name="connsiteY89" fmla="*/ 130488 h 1161397"/>
              <a:gd name="connsiteX90" fmla="*/ 4920038 w 6884912"/>
              <a:gd name="connsiteY90" fmla="*/ 140418 h 1161397"/>
              <a:gd name="connsiteX91" fmla="*/ 5016639 w 6884912"/>
              <a:gd name="connsiteY91" fmla="*/ 158905 h 1161397"/>
              <a:gd name="connsiteX92" fmla="*/ 5072009 w 6884912"/>
              <a:gd name="connsiteY92" fmla="*/ 161502 h 1161397"/>
              <a:gd name="connsiteX93" fmla="*/ 5223626 w 6884912"/>
              <a:gd name="connsiteY93" fmla="*/ 177356 h 1161397"/>
              <a:gd name="connsiteX94" fmla="*/ 5375773 w 6884912"/>
              <a:gd name="connsiteY94" fmla="*/ 199913 h 1161397"/>
              <a:gd name="connsiteX95" fmla="*/ 5467502 w 6884912"/>
              <a:gd name="connsiteY95" fmla="*/ 250963 h 1161397"/>
              <a:gd name="connsiteX96" fmla="*/ 5592395 w 6884912"/>
              <a:gd name="connsiteY96" fmla="*/ 265434 h 1161397"/>
              <a:gd name="connsiteX97" fmla="*/ 5613532 w 6884912"/>
              <a:gd name="connsiteY97" fmla="*/ 273379 h 1161397"/>
              <a:gd name="connsiteX98" fmla="*/ 5642173 w 6884912"/>
              <a:gd name="connsiteY98" fmla="*/ 266904 h 1161397"/>
              <a:gd name="connsiteX99" fmla="*/ 5756910 w 6884912"/>
              <a:gd name="connsiteY99" fmla="*/ 239211 h 1161397"/>
              <a:gd name="connsiteX100" fmla="*/ 5846667 w 6884912"/>
              <a:gd name="connsiteY100" fmla="*/ 201786 h 1161397"/>
              <a:gd name="connsiteX101" fmla="*/ 5960732 w 6884912"/>
              <a:gd name="connsiteY101" fmla="*/ 220708 h 1161397"/>
              <a:gd name="connsiteX102" fmla="*/ 6029542 w 6884912"/>
              <a:gd name="connsiteY102" fmla="*/ 210339 h 1161397"/>
              <a:gd name="connsiteX103" fmla="*/ 6141123 w 6884912"/>
              <a:gd name="connsiteY103" fmla="*/ 159923 h 1161397"/>
              <a:gd name="connsiteX104" fmla="*/ 6290640 w 6884912"/>
              <a:gd name="connsiteY104" fmla="*/ 167441 h 1161397"/>
              <a:gd name="connsiteX105" fmla="*/ 6322806 w 6884912"/>
              <a:gd name="connsiteY105" fmla="*/ 213293 h 1161397"/>
              <a:gd name="connsiteX106" fmla="*/ 6364914 w 6884912"/>
              <a:gd name="connsiteY106" fmla="*/ 240140 h 1161397"/>
              <a:gd name="connsiteX107" fmla="*/ 6380420 w 6884912"/>
              <a:gd name="connsiteY107" fmla="*/ 173195 h 1161397"/>
              <a:gd name="connsiteX108" fmla="*/ 6507891 w 6884912"/>
              <a:gd name="connsiteY108" fmla="*/ 118474 h 1161397"/>
              <a:gd name="connsiteX109" fmla="*/ 6571807 w 6884912"/>
              <a:gd name="connsiteY109" fmla="*/ 98636 h 1161397"/>
              <a:gd name="connsiteX110" fmla="*/ 6671880 w 6884912"/>
              <a:gd name="connsiteY110" fmla="*/ 82931 h 1161397"/>
              <a:gd name="connsiteX111" fmla="*/ 6702266 w 6884912"/>
              <a:gd name="connsiteY111" fmla="*/ 75470 h 1161397"/>
              <a:gd name="connsiteX112" fmla="*/ 6845802 w 6884912"/>
              <a:gd name="connsiteY112" fmla="*/ 24496 h 1161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</a:cxnLst>
            <a:rect l="l" t="t" r="r" b="b"/>
            <a:pathLst>
              <a:path w="6884912" h="1161397">
                <a:moveTo>
                  <a:pt x="6884912" y="0"/>
                </a:moveTo>
                <a:lnTo>
                  <a:pt x="6884912" y="1161397"/>
                </a:lnTo>
                <a:lnTo>
                  <a:pt x="0" y="1161397"/>
                </a:lnTo>
                <a:lnTo>
                  <a:pt x="27135" y="1147460"/>
                </a:lnTo>
                <a:cubicBezTo>
                  <a:pt x="57431" y="1167048"/>
                  <a:pt x="61886" y="1135904"/>
                  <a:pt x="115388" y="1159043"/>
                </a:cubicBezTo>
                <a:cubicBezTo>
                  <a:pt x="116121" y="1155340"/>
                  <a:pt x="117370" y="1151777"/>
                  <a:pt x="119094" y="1148463"/>
                </a:cubicBezTo>
                <a:cubicBezTo>
                  <a:pt x="129121" y="1129214"/>
                  <a:pt x="152727" y="1122391"/>
                  <a:pt x="171824" y="1133224"/>
                </a:cubicBezTo>
                <a:cubicBezTo>
                  <a:pt x="254344" y="1161369"/>
                  <a:pt x="315458" y="1143220"/>
                  <a:pt x="376455" y="1137381"/>
                </a:cubicBezTo>
                <a:cubicBezTo>
                  <a:pt x="443775" y="1125614"/>
                  <a:pt x="382885" y="1083927"/>
                  <a:pt x="478946" y="1106011"/>
                </a:cubicBezTo>
                <a:cubicBezTo>
                  <a:pt x="481662" y="1085172"/>
                  <a:pt x="491731" y="1081489"/>
                  <a:pt x="512111" y="1085599"/>
                </a:cubicBezTo>
                <a:cubicBezTo>
                  <a:pt x="544368" y="1078502"/>
                  <a:pt x="526559" y="1032754"/>
                  <a:pt x="567875" y="1051976"/>
                </a:cubicBezTo>
                <a:cubicBezTo>
                  <a:pt x="553871" y="1028602"/>
                  <a:pt x="624901" y="1025930"/>
                  <a:pt x="601644" y="1003997"/>
                </a:cubicBezTo>
                <a:cubicBezTo>
                  <a:pt x="614803" y="975652"/>
                  <a:pt x="637415" y="1010272"/>
                  <a:pt x="651408" y="984938"/>
                </a:cubicBezTo>
                <a:cubicBezTo>
                  <a:pt x="673042" y="974024"/>
                  <a:pt x="646948" y="1015207"/>
                  <a:pt x="673197" y="1010060"/>
                </a:cubicBezTo>
                <a:cubicBezTo>
                  <a:pt x="703527" y="999318"/>
                  <a:pt x="718626" y="1045053"/>
                  <a:pt x="723108" y="980081"/>
                </a:cubicBezTo>
                <a:cubicBezTo>
                  <a:pt x="760262" y="985126"/>
                  <a:pt x="757827" y="957145"/>
                  <a:pt x="797699" y="931362"/>
                </a:cubicBezTo>
                <a:cubicBezTo>
                  <a:pt x="821097" y="940623"/>
                  <a:pt x="833565" y="929189"/>
                  <a:pt x="843359" y="910894"/>
                </a:cubicBezTo>
                <a:cubicBezTo>
                  <a:pt x="887668" y="902160"/>
                  <a:pt x="919738" y="869376"/>
                  <a:pt x="965215" y="846701"/>
                </a:cubicBezTo>
                <a:cubicBezTo>
                  <a:pt x="1023081" y="848019"/>
                  <a:pt x="1036422" y="800154"/>
                  <a:pt x="1085080" y="776086"/>
                </a:cubicBezTo>
                <a:cubicBezTo>
                  <a:pt x="1140763" y="795544"/>
                  <a:pt x="1110309" y="730471"/>
                  <a:pt x="1131224" y="706160"/>
                </a:cubicBezTo>
                <a:lnTo>
                  <a:pt x="1138051" y="702034"/>
                </a:lnTo>
                <a:lnTo>
                  <a:pt x="1158800" y="700004"/>
                </a:lnTo>
                <a:lnTo>
                  <a:pt x="1166947" y="700762"/>
                </a:lnTo>
                <a:cubicBezTo>
                  <a:pt x="1172432" y="700717"/>
                  <a:pt x="1175913" y="699961"/>
                  <a:pt x="1178135" y="698631"/>
                </a:cubicBezTo>
                <a:lnTo>
                  <a:pt x="1178301" y="698094"/>
                </a:lnTo>
                <a:lnTo>
                  <a:pt x="1188995" y="697048"/>
                </a:lnTo>
                <a:cubicBezTo>
                  <a:pt x="1207294" y="696390"/>
                  <a:pt x="1225337" y="696802"/>
                  <a:pt x="1242716" y="698052"/>
                </a:cubicBezTo>
                <a:cubicBezTo>
                  <a:pt x="1250387" y="668345"/>
                  <a:pt x="1318259" y="689091"/>
                  <a:pt x="1299977" y="639196"/>
                </a:cubicBezTo>
                <a:cubicBezTo>
                  <a:pt x="1323072" y="639367"/>
                  <a:pt x="1341279" y="658105"/>
                  <a:pt x="1326190" y="625955"/>
                </a:cubicBezTo>
                <a:cubicBezTo>
                  <a:pt x="1333572" y="625050"/>
                  <a:pt x="1337406" y="621362"/>
                  <a:pt x="1339600" y="616295"/>
                </a:cubicBezTo>
                <a:lnTo>
                  <a:pt x="1340054" y="614022"/>
                </a:lnTo>
                <a:lnTo>
                  <a:pt x="1391606" y="615229"/>
                </a:lnTo>
                <a:lnTo>
                  <a:pt x="1397565" y="611490"/>
                </a:lnTo>
                <a:lnTo>
                  <a:pt x="1432302" y="617267"/>
                </a:lnTo>
                <a:lnTo>
                  <a:pt x="1449644" y="617591"/>
                </a:lnTo>
                <a:lnTo>
                  <a:pt x="1455793" y="623174"/>
                </a:lnTo>
                <a:cubicBezTo>
                  <a:pt x="1461744" y="626151"/>
                  <a:pt x="1469373" y="626493"/>
                  <a:pt x="1480758" y="620863"/>
                </a:cubicBezTo>
                <a:lnTo>
                  <a:pt x="1483154" y="618527"/>
                </a:lnTo>
                <a:lnTo>
                  <a:pt x="1505495" y="624325"/>
                </a:lnTo>
                <a:cubicBezTo>
                  <a:pt x="1512992" y="627532"/>
                  <a:pt x="1520025" y="632078"/>
                  <a:pt x="1526340" y="638496"/>
                </a:cubicBezTo>
                <a:cubicBezTo>
                  <a:pt x="1586113" y="586768"/>
                  <a:pt x="1659006" y="610309"/>
                  <a:pt x="1731986" y="589682"/>
                </a:cubicBezTo>
                <a:cubicBezTo>
                  <a:pt x="1750397" y="523106"/>
                  <a:pt x="1896056" y="573257"/>
                  <a:pt x="1927935" y="628540"/>
                </a:cubicBezTo>
                <a:cubicBezTo>
                  <a:pt x="1912854" y="559823"/>
                  <a:pt x="2112261" y="676347"/>
                  <a:pt x="2039075" y="599964"/>
                </a:cubicBezTo>
                <a:cubicBezTo>
                  <a:pt x="2066036" y="601198"/>
                  <a:pt x="2086366" y="569532"/>
                  <a:pt x="2066980" y="550413"/>
                </a:cubicBezTo>
                <a:cubicBezTo>
                  <a:pt x="2155364" y="582582"/>
                  <a:pt x="2259548" y="514786"/>
                  <a:pt x="2352236" y="519602"/>
                </a:cubicBezTo>
                <a:cubicBezTo>
                  <a:pt x="2388450" y="459394"/>
                  <a:pt x="2373298" y="511682"/>
                  <a:pt x="2420791" y="492826"/>
                </a:cubicBezTo>
                <a:cubicBezTo>
                  <a:pt x="2417962" y="542563"/>
                  <a:pt x="2475071" y="455098"/>
                  <a:pt x="2489932" y="507864"/>
                </a:cubicBezTo>
                <a:cubicBezTo>
                  <a:pt x="2498105" y="502761"/>
                  <a:pt x="2505553" y="496153"/>
                  <a:pt x="2512917" y="489127"/>
                </a:cubicBezTo>
                <a:lnTo>
                  <a:pt x="2516783" y="485473"/>
                </a:lnTo>
                <a:lnTo>
                  <a:pt x="2534360" y="480064"/>
                </a:lnTo>
                <a:lnTo>
                  <a:pt x="2536691" y="467018"/>
                </a:lnTo>
                <a:lnTo>
                  <a:pt x="2561265" y="450623"/>
                </a:lnTo>
                <a:cubicBezTo>
                  <a:pt x="2570872" y="446262"/>
                  <a:pt x="2581686" y="443655"/>
                  <a:pt x="2594349" y="443884"/>
                </a:cubicBezTo>
                <a:cubicBezTo>
                  <a:pt x="2640435" y="464638"/>
                  <a:pt x="2696955" y="396361"/>
                  <a:pt x="2754324" y="424766"/>
                </a:cubicBezTo>
                <a:cubicBezTo>
                  <a:pt x="2775130" y="430896"/>
                  <a:pt x="2837731" y="423458"/>
                  <a:pt x="2848470" y="405966"/>
                </a:cubicBezTo>
                <a:cubicBezTo>
                  <a:pt x="2861295" y="401100"/>
                  <a:pt x="2876936" y="405309"/>
                  <a:pt x="2881772" y="387260"/>
                </a:cubicBezTo>
                <a:cubicBezTo>
                  <a:pt x="2890299" y="365261"/>
                  <a:pt x="2938134" y="392997"/>
                  <a:pt x="2929932" y="368912"/>
                </a:cubicBezTo>
                <a:cubicBezTo>
                  <a:pt x="2963844" y="387799"/>
                  <a:pt x="2986550" y="341223"/>
                  <a:pt x="3013020" y="327578"/>
                </a:cubicBezTo>
                <a:cubicBezTo>
                  <a:pt x="3040041" y="346996"/>
                  <a:pt x="3068934" y="299222"/>
                  <a:pt x="3127968" y="287613"/>
                </a:cubicBezTo>
                <a:cubicBezTo>
                  <a:pt x="3157770" y="310215"/>
                  <a:pt x="3167695" y="279445"/>
                  <a:pt x="3222191" y="307887"/>
                </a:cubicBezTo>
                <a:cubicBezTo>
                  <a:pt x="3223593" y="304249"/>
                  <a:pt x="3225533" y="300801"/>
                  <a:pt x="3227953" y="297650"/>
                </a:cubicBezTo>
                <a:cubicBezTo>
                  <a:pt x="3242008" y="279345"/>
                  <a:pt x="3268831" y="274825"/>
                  <a:pt x="3287859" y="287558"/>
                </a:cubicBezTo>
                <a:cubicBezTo>
                  <a:pt x="3373144" y="323866"/>
                  <a:pt x="3442657" y="311681"/>
                  <a:pt x="3510042" y="311820"/>
                </a:cubicBezTo>
                <a:cubicBezTo>
                  <a:pt x="3585274" y="306641"/>
                  <a:pt x="3525753" y="258887"/>
                  <a:pt x="3626773" y="290452"/>
                </a:cubicBezTo>
                <a:cubicBezTo>
                  <a:pt x="3633124" y="269835"/>
                  <a:pt x="3644693" y="267134"/>
                  <a:pt x="3666217" y="273255"/>
                </a:cubicBezTo>
                <a:cubicBezTo>
                  <a:pt x="3702502" y="269310"/>
                  <a:pt x="3690563" y="221720"/>
                  <a:pt x="3732427" y="245039"/>
                </a:cubicBezTo>
                <a:cubicBezTo>
                  <a:pt x="3720985" y="220241"/>
                  <a:pt x="3798776" y="224539"/>
                  <a:pt x="3777022" y="200276"/>
                </a:cubicBezTo>
                <a:cubicBezTo>
                  <a:pt x="3781759" y="193499"/>
                  <a:pt x="3786499" y="190723"/>
                  <a:pt x="3791246" y="189996"/>
                </a:cubicBezTo>
                <a:cubicBezTo>
                  <a:pt x="3800740" y="188542"/>
                  <a:pt x="3810265" y="195284"/>
                  <a:pt x="3819864" y="194605"/>
                </a:cubicBezTo>
                <a:lnTo>
                  <a:pt x="3830398" y="188383"/>
                </a:lnTo>
                <a:lnTo>
                  <a:pt x="3834360" y="188992"/>
                </a:lnTo>
                <a:lnTo>
                  <a:pt x="3843715" y="188752"/>
                </a:lnTo>
                <a:lnTo>
                  <a:pt x="3842609" y="197386"/>
                </a:lnTo>
                <a:cubicBezTo>
                  <a:pt x="3840673" y="205638"/>
                  <a:pt x="3839248" y="214671"/>
                  <a:pt x="3853961" y="213380"/>
                </a:cubicBezTo>
                <a:cubicBezTo>
                  <a:pt x="3884396" y="206569"/>
                  <a:pt x="3895082" y="241941"/>
                  <a:pt x="3907640" y="207568"/>
                </a:cubicBezTo>
                <a:lnTo>
                  <a:pt x="3910449" y="197808"/>
                </a:lnTo>
                <a:lnTo>
                  <a:pt x="3917197" y="196121"/>
                </a:lnTo>
                <a:cubicBezTo>
                  <a:pt x="3920833" y="196372"/>
                  <a:pt x="3922919" y="198717"/>
                  <a:pt x="3922400" y="205056"/>
                </a:cubicBezTo>
                <a:cubicBezTo>
                  <a:pt x="3950680" y="178467"/>
                  <a:pt x="3984062" y="218098"/>
                  <a:pt x="4013061" y="224874"/>
                </a:cubicBezTo>
                <a:cubicBezTo>
                  <a:pt x="4034530" y="199451"/>
                  <a:pt x="4074202" y="238734"/>
                  <a:pt x="4134285" y="235592"/>
                </a:cubicBezTo>
                <a:cubicBezTo>
                  <a:pt x="4157674" y="206403"/>
                  <a:pt x="4174806" y="233822"/>
                  <a:pt x="4220717" y="192946"/>
                </a:cubicBezTo>
                <a:cubicBezTo>
                  <a:pt x="4222964" y="196132"/>
                  <a:pt x="4225687" y="199002"/>
                  <a:pt x="4228802" y="201468"/>
                </a:cubicBezTo>
                <a:cubicBezTo>
                  <a:pt x="4246898" y="215792"/>
                  <a:pt x="4274013" y="213632"/>
                  <a:pt x="4289361" y="196642"/>
                </a:cubicBezTo>
                <a:cubicBezTo>
                  <a:pt x="4363212" y="140627"/>
                  <a:pt x="4433598" y="135488"/>
                  <a:pt x="4498913" y="118915"/>
                </a:cubicBezTo>
                <a:cubicBezTo>
                  <a:pt x="4573135" y="105586"/>
                  <a:pt x="4527062" y="166416"/>
                  <a:pt x="4617330" y="111163"/>
                </a:cubicBezTo>
                <a:cubicBezTo>
                  <a:pt x="4628518" y="129608"/>
                  <a:pt x="4640397" y="129405"/>
                  <a:pt x="4659778" y="118219"/>
                </a:cubicBezTo>
                <a:cubicBezTo>
                  <a:pt x="4695929" y="113193"/>
                  <a:pt x="4695958" y="162259"/>
                  <a:pt x="4730870" y="129432"/>
                </a:cubicBezTo>
                <a:cubicBezTo>
                  <a:pt x="4725822" y="156271"/>
                  <a:pt x="4800214" y="133127"/>
                  <a:pt x="4785037" y="161964"/>
                </a:cubicBezTo>
                <a:cubicBezTo>
                  <a:pt x="4810025" y="183633"/>
                  <a:pt x="4819434" y="143205"/>
                  <a:pt x="4844073" y="161768"/>
                </a:cubicBezTo>
                <a:cubicBezTo>
                  <a:pt x="4870797" y="164132"/>
                  <a:pt x="4827288" y="135164"/>
                  <a:pt x="4856454" y="130488"/>
                </a:cubicBezTo>
                <a:cubicBezTo>
                  <a:pt x="4892086" y="129553"/>
                  <a:pt x="4889263" y="81477"/>
                  <a:pt x="4920038" y="140418"/>
                </a:cubicBezTo>
                <a:cubicBezTo>
                  <a:pt x="4956358" y="122308"/>
                  <a:pt x="4965108" y="149263"/>
                  <a:pt x="5016639" y="158905"/>
                </a:cubicBezTo>
                <a:cubicBezTo>
                  <a:pt x="5037063" y="141828"/>
                  <a:pt x="5054534" y="147986"/>
                  <a:pt x="5072009" y="161502"/>
                </a:cubicBezTo>
                <a:cubicBezTo>
                  <a:pt x="5121260" y="153653"/>
                  <a:pt x="5167555" y="172635"/>
                  <a:pt x="5223626" y="177356"/>
                </a:cubicBezTo>
                <a:cubicBezTo>
                  <a:pt x="5282824" y="155243"/>
                  <a:pt x="5315859" y="195041"/>
                  <a:pt x="5375773" y="199913"/>
                </a:cubicBezTo>
                <a:cubicBezTo>
                  <a:pt x="5432511" y="156218"/>
                  <a:pt x="5417550" y="256036"/>
                  <a:pt x="5467502" y="250963"/>
                </a:cubicBezTo>
                <a:cubicBezTo>
                  <a:pt x="5547124" y="209975"/>
                  <a:pt x="5467171" y="283839"/>
                  <a:pt x="5592395" y="265434"/>
                </a:cubicBezTo>
                <a:cubicBezTo>
                  <a:pt x="5599201" y="258867"/>
                  <a:pt x="5614752" y="264706"/>
                  <a:pt x="5613532" y="273379"/>
                </a:cubicBezTo>
                <a:cubicBezTo>
                  <a:pt x="5621390" y="270408"/>
                  <a:pt x="5639720" y="253173"/>
                  <a:pt x="5642173" y="266904"/>
                </a:cubicBezTo>
                <a:cubicBezTo>
                  <a:pt x="5682296" y="267049"/>
                  <a:pt x="5721812" y="257513"/>
                  <a:pt x="5756910" y="239211"/>
                </a:cubicBezTo>
                <a:cubicBezTo>
                  <a:pt x="5834998" y="260050"/>
                  <a:pt x="5790596" y="197229"/>
                  <a:pt x="5846667" y="201786"/>
                </a:cubicBezTo>
                <a:cubicBezTo>
                  <a:pt x="5892444" y="227312"/>
                  <a:pt x="5908324" y="204527"/>
                  <a:pt x="5960732" y="220708"/>
                </a:cubicBezTo>
                <a:cubicBezTo>
                  <a:pt x="5977124" y="175349"/>
                  <a:pt x="6009640" y="223654"/>
                  <a:pt x="6029542" y="210339"/>
                </a:cubicBezTo>
                <a:cubicBezTo>
                  <a:pt x="6063108" y="261420"/>
                  <a:pt x="6107411" y="160034"/>
                  <a:pt x="6141123" y="159923"/>
                </a:cubicBezTo>
                <a:cubicBezTo>
                  <a:pt x="6198068" y="167749"/>
                  <a:pt x="6260628" y="219715"/>
                  <a:pt x="6290640" y="167441"/>
                </a:cubicBezTo>
                <a:cubicBezTo>
                  <a:pt x="6295193" y="188689"/>
                  <a:pt x="6290494" y="217816"/>
                  <a:pt x="6322806" y="213293"/>
                </a:cubicBezTo>
                <a:cubicBezTo>
                  <a:pt x="6335911" y="223881"/>
                  <a:pt x="6338726" y="256581"/>
                  <a:pt x="6364914" y="240140"/>
                </a:cubicBezTo>
                <a:cubicBezTo>
                  <a:pt x="6331888" y="211628"/>
                  <a:pt x="6385856" y="207033"/>
                  <a:pt x="6380420" y="173195"/>
                </a:cubicBezTo>
                <a:cubicBezTo>
                  <a:pt x="6420580" y="151473"/>
                  <a:pt x="6513519" y="179296"/>
                  <a:pt x="6507891" y="118474"/>
                </a:cubicBezTo>
                <a:cubicBezTo>
                  <a:pt x="6519398" y="82452"/>
                  <a:pt x="6571830" y="137398"/>
                  <a:pt x="6571807" y="98636"/>
                </a:cubicBezTo>
                <a:cubicBezTo>
                  <a:pt x="6594702" y="123421"/>
                  <a:pt x="6634676" y="82071"/>
                  <a:pt x="6671880" y="82931"/>
                </a:cubicBezTo>
                <a:cubicBezTo>
                  <a:pt x="6678855" y="65407"/>
                  <a:pt x="6687415" y="66196"/>
                  <a:pt x="6702266" y="75470"/>
                </a:cubicBezTo>
                <a:cubicBezTo>
                  <a:pt x="6747004" y="78450"/>
                  <a:pt x="6798307" y="53072"/>
                  <a:pt x="6845802" y="24496"/>
                </a:cubicBezTo>
                <a:close/>
              </a:path>
            </a:pathLst>
          </a:cu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D8CF630E-BC57-4786-8B1F-C22C04E869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07088" y="6114200"/>
            <a:ext cx="6884912" cy="743802"/>
          </a:xfrm>
          <a:custGeom>
            <a:avLst/>
            <a:gdLst>
              <a:gd name="connsiteX0" fmla="*/ 6884912 w 6884912"/>
              <a:gd name="connsiteY0" fmla="*/ 0 h 1161397"/>
              <a:gd name="connsiteX1" fmla="*/ 6884912 w 6884912"/>
              <a:gd name="connsiteY1" fmla="*/ 1161397 h 1161397"/>
              <a:gd name="connsiteX2" fmla="*/ 0 w 6884912"/>
              <a:gd name="connsiteY2" fmla="*/ 1161397 h 1161397"/>
              <a:gd name="connsiteX3" fmla="*/ 27135 w 6884912"/>
              <a:gd name="connsiteY3" fmla="*/ 1147460 h 1161397"/>
              <a:gd name="connsiteX4" fmla="*/ 115388 w 6884912"/>
              <a:gd name="connsiteY4" fmla="*/ 1159043 h 1161397"/>
              <a:gd name="connsiteX5" fmla="*/ 119094 w 6884912"/>
              <a:gd name="connsiteY5" fmla="*/ 1148463 h 1161397"/>
              <a:gd name="connsiteX6" fmla="*/ 171824 w 6884912"/>
              <a:gd name="connsiteY6" fmla="*/ 1133224 h 1161397"/>
              <a:gd name="connsiteX7" fmla="*/ 376455 w 6884912"/>
              <a:gd name="connsiteY7" fmla="*/ 1137381 h 1161397"/>
              <a:gd name="connsiteX8" fmla="*/ 478946 w 6884912"/>
              <a:gd name="connsiteY8" fmla="*/ 1106011 h 1161397"/>
              <a:gd name="connsiteX9" fmla="*/ 512111 w 6884912"/>
              <a:gd name="connsiteY9" fmla="*/ 1085599 h 1161397"/>
              <a:gd name="connsiteX10" fmla="*/ 567875 w 6884912"/>
              <a:gd name="connsiteY10" fmla="*/ 1051976 h 1161397"/>
              <a:gd name="connsiteX11" fmla="*/ 601644 w 6884912"/>
              <a:gd name="connsiteY11" fmla="*/ 1003997 h 1161397"/>
              <a:gd name="connsiteX12" fmla="*/ 651408 w 6884912"/>
              <a:gd name="connsiteY12" fmla="*/ 984938 h 1161397"/>
              <a:gd name="connsiteX13" fmla="*/ 673197 w 6884912"/>
              <a:gd name="connsiteY13" fmla="*/ 1010060 h 1161397"/>
              <a:gd name="connsiteX14" fmla="*/ 723108 w 6884912"/>
              <a:gd name="connsiteY14" fmla="*/ 980081 h 1161397"/>
              <a:gd name="connsiteX15" fmla="*/ 797699 w 6884912"/>
              <a:gd name="connsiteY15" fmla="*/ 931362 h 1161397"/>
              <a:gd name="connsiteX16" fmla="*/ 843359 w 6884912"/>
              <a:gd name="connsiteY16" fmla="*/ 910894 h 1161397"/>
              <a:gd name="connsiteX17" fmla="*/ 965215 w 6884912"/>
              <a:gd name="connsiteY17" fmla="*/ 846701 h 1161397"/>
              <a:gd name="connsiteX18" fmla="*/ 1085080 w 6884912"/>
              <a:gd name="connsiteY18" fmla="*/ 776086 h 1161397"/>
              <a:gd name="connsiteX19" fmla="*/ 1131224 w 6884912"/>
              <a:gd name="connsiteY19" fmla="*/ 706160 h 1161397"/>
              <a:gd name="connsiteX20" fmla="*/ 1138051 w 6884912"/>
              <a:gd name="connsiteY20" fmla="*/ 702034 h 1161397"/>
              <a:gd name="connsiteX21" fmla="*/ 1158800 w 6884912"/>
              <a:gd name="connsiteY21" fmla="*/ 700004 h 1161397"/>
              <a:gd name="connsiteX22" fmla="*/ 1166947 w 6884912"/>
              <a:gd name="connsiteY22" fmla="*/ 700762 h 1161397"/>
              <a:gd name="connsiteX23" fmla="*/ 1178135 w 6884912"/>
              <a:gd name="connsiteY23" fmla="*/ 698631 h 1161397"/>
              <a:gd name="connsiteX24" fmla="*/ 1178301 w 6884912"/>
              <a:gd name="connsiteY24" fmla="*/ 698094 h 1161397"/>
              <a:gd name="connsiteX25" fmla="*/ 1188995 w 6884912"/>
              <a:gd name="connsiteY25" fmla="*/ 697048 h 1161397"/>
              <a:gd name="connsiteX26" fmla="*/ 1242716 w 6884912"/>
              <a:gd name="connsiteY26" fmla="*/ 698052 h 1161397"/>
              <a:gd name="connsiteX27" fmla="*/ 1299977 w 6884912"/>
              <a:gd name="connsiteY27" fmla="*/ 639196 h 1161397"/>
              <a:gd name="connsiteX28" fmla="*/ 1326190 w 6884912"/>
              <a:gd name="connsiteY28" fmla="*/ 625955 h 1161397"/>
              <a:gd name="connsiteX29" fmla="*/ 1339600 w 6884912"/>
              <a:gd name="connsiteY29" fmla="*/ 616295 h 1161397"/>
              <a:gd name="connsiteX30" fmla="*/ 1340054 w 6884912"/>
              <a:gd name="connsiteY30" fmla="*/ 614022 h 1161397"/>
              <a:gd name="connsiteX31" fmla="*/ 1391606 w 6884912"/>
              <a:gd name="connsiteY31" fmla="*/ 615229 h 1161397"/>
              <a:gd name="connsiteX32" fmla="*/ 1397565 w 6884912"/>
              <a:gd name="connsiteY32" fmla="*/ 611490 h 1161397"/>
              <a:gd name="connsiteX33" fmla="*/ 1432302 w 6884912"/>
              <a:gd name="connsiteY33" fmla="*/ 617267 h 1161397"/>
              <a:gd name="connsiteX34" fmla="*/ 1449644 w 6884912"/>
              <a:gd name="connsiteY34" fmla="*/ 617591 h 1161397"/>
              <a:gd name="connsiteX35" fmla="*/ 1455793 w 6884912"/>
              <a:gd name="connsiteY35" fmla="*/ 623174 h 1161397"/>
              <a:gd name="connsiteX36" fmla="*/ 1480758 w 6884912"/>
              <a:gd name="connsiteY36" fmla="*/ 620863 h 1161397"/>
              <a:gd name="connsiteX37" fmla="*/ 1483154 w 6884912"/>
              <a:gd name="connsiteY37" fmla="*/ 618527 h 1161397"/>
              <a:gd name="connsiteX38" fmla="*/ 1505495 w 6884912"/>
              <a:gd name="connsiteY38" fmla="*/ 624325 h 1161397"/>
              <a:gd name="connsiteX39" fmla="*/ 1526340 w 6884912"/>
              <a:gd name="connsiteY39" fmla="*/ 638496 h 1161397"/>
              <a:gd name="connsiteX40" fmla="*/ 1731986 w 6884912"/>
              <a:gd name="connsiteY40" fmla="*/ 589682 h 1161397"/>
              <a:gd name="connsiteX41" fmla="*/ 1927935 w 6884912"/>
              <a:gd name="connsiteY41" fmla="*/ 628540 h 1161397"/>
              <a:gd name="connsiteX42" fmla="*/ 2039075 w 6884912"/>
              <a:gd name="connsiteY42" fmla="*/ 599964 h 1161397"/>
              <a:gd name="connsiteX43" fmla="*/ 2066980 w 6884912"/>
              <a:gd name="connsiteY43" fmla="*/ 550413 h 1161397"/>
              <a:gd name="connsiteX44" fmla="*/ 2352236 w 6884912"/>
              <a:gd name="connsiteY44" fmla="*/ 519602 h 1161397"/>
              <a:gd name="connsiteX45" fmla="*/ 2420791 w 6884912"/>
              <a:gd name="connsiteY45" fmla="*/ 492826 h 1161397"/>
              <a:gd name="connsiteX46" fmla="*/ 2489932 w 6884912"/>
              <a:gd name="connsiteY46" fmla="*/ 507864 h 1161397"/>
              <a:gd name="connsiteX47" fmla="*/ 2512917 w 6884912"/>
              <a:gd name="connsiteY47" fmla="*/ 489127 h 1161397"/>
              <a:gd name="connsiteX48" fmla="*/ 2516783 w 6884912"/>
              <a:gd name="connsiteY48" fmla="*/ 485473 h 1161397"/>
              <a:gd name="connsiteX49" fmla="*/ 2534360 w 6884912"/>
              <a:gd name="connsiteY49" fmla="*/ 480064 h 1161397"/>
              <a:gd name="connsiteX50" fmla="*/ 2536691 w 6884912"/>
              <a:gd name="connsiteY50" fmla="*/ 467018 h 1161397"/>
              <a:gd name="connsiteX51" fmla="*/ 2561265 w 6884912"/>
              <a:gd name="connsiteY51" fmla="*/ 450623 h 1161397"/>
              <a:gd name="connsiteX52" fmla="*/ 2594349 w 6884912"/>
              <a:gd name="connsiteY52" fmla="*/ 443884 h 1161397"/>
              <a:gd name="connsiteX53" fmla="*/ 2754324 w 6884912"/>
              <a:gd name="connsiteY53" fmla="*/ 424766 h 1161397"/>
              <a:gd name="connsiteX54" fmla="*/ 2848470 w 6884912"/>
              <a:gd name="connsiteY54" fmla="*/ 405966 h 1161397"/>
              <a:gd name="connsiteX55" fmla="*/ 2881772 w 6884912"/>
              <a:gd name="connsiteY55" fmla="*/ 387260 h 1161397"/>
              <a:gd name="connsiteX56" fmla="*/ 2929932 w 6884912"/>
              <a:gd name="connsiteY56" fmla="*/ 368912 h 1161397"/>
              <a:gd name="connsiteX57" fmla="*/ 3013020 w 6884912"/>
              <a:gd name="connsiteY57" fmla="*/ 327578 h 1161397"/>
              <a:gd name="connsiteX58" fmla="*/ 3127968 w 6884912"/>
              <a:gd name="connsiteY58" fmla="*/ 287613 h 1161397"/>
              <a:gd name="connsiteX59" fmla="*/ 3222191 w 6884912"/>
              <a:gd name="connsiteY59" fmla="*/ 307887 h 1161397"/>
              <a:gd name="connsiteX60" fmla="*/ 3227953 w 6884912"/>
              <a:gd name="connsiteY60" fmla="*/ 297650 h 1161397"/>
              <a:gd name="connsiteX61" fmla="*/ 3287859 w 6884912"/>
              <a:gd name="connsiteY61" fmla="*/ 287558 h 1161397"/>
              <a:gd name="connsiteX62" fmla="*/ 3510042 w 6884912"/>
              <a:gd name="connsiteY62" fmla="*/ 311820 h 1161397"/>
              <a:gd name="connsiteX63" fmla="*/ 3626773 w 6884912"/>
              <a:gd name="connsiteY63" fmla="*/ 290452 h 1161397"/>
              <a:gd name="connsiteX64" fmla="*/ 3666217 w 6884912"/>
              <a:gd name="connsiteY64" fmla="*/ 273255 h 1161397"/>
              <a:gd name="connsiteX65" fmla="*/ 3732427 w 6884912"/>
              <a:gd name="connsiteY65" fmla="*/ 245039 h 1161397"/>
              <a:gd name="connsiteX66" fmla="*/ 3777022 w 6884912"/>
              <a:gd name="connsiteY66" fmla="*/ 200276 h 1161397"/>
              <a:gd name="connsiteX67" fmla="*/ 3791246 w 6884912"/>
              <a:gd name="connsiteY67" fmla="*/ 189996 h 1161397"/>
              <a:gd name="connsiteX68" fmla="*/ 3819864 w 6884912"/>
              <a:gd name="connsiteY68" fmla="*/ 194605 h 1161397"/>
              <a:gd name="connsiteX69" fmla="*/ 3830398 w 6884912"/>
              <a:gd name="connsiteY69" fmla="*/ 188383 h 1161397"/>
              <a:gd name="connsiteX70" fmla="*/ 3834360 w 6884912"/>
              <a:gd name="connsiteY70" fmla="*/ 188992 h 1161397"/>
              <a:gd name="connsiteX71" fmla="*/ 3843715 w 6884912"/>
              <a:gd name="connsiteY71" fmla="*/ 188752 h 1161397"/>
              <a:gd name="connsiteX72" fmla="*/ 3842609 w 6884912"/>
              <a:gd name="connsiteY72" fmla="*/ 197386 h 1161397"/>
              <a:gd name="connsiteX73" fmla="*/ 3853961 w 6884912"/>
              <a:gd name="connsiteY73" fmla="*/ 213380 h 1161397"/>
              <a:gd name="connsiteX74" fmla="*/ 3907640 w 6884912"/>
              <a:gd name="connsiteY74" fmla="*/ 207568 h 1161397"/>
              <a:gd name="connsiteX75" fmla="*/ 3910449 w 6884912"/>
              <a:gd name="connsiteY75" fmla="*/ 197808 h 1161397"/>
              <a:gd name="connsiteX76" fmla="*/ 3917197 w 6884912"/>
              <a:gd name="connsiteY76" fmla="*/ 196121 h 1161397"/>
              <a:gd name="connsiteX77" fmla="*/ 3922400 w 6884912"/>
              <a:gd name="connsiteY77" fmla="*/ 205056 h 1161397"/>
              <a:gd name="connsiteX78" fmla="*/ 4013061 w 6884912"/>
              <a:gd name="connsiteY78" fmla="*/ 224874 h 1161397"/>
              <a:gd name="connsiteX79" fmla="*/ 4134285 w 6884912"/>
              <a:gd name="connsiteY79" fmla="*/ 235592 h 1161397"/>
              <a:gd name="connsiteX80" fmla="*/ 4220717 w 6884912"/>
              <a:gd name="connsiteY80" fmla="*/ 192946 h 1161397"/>
              <a:gd name="connsiteX81" fmla="*/ 4228802 w 6884912"/>
              <a:gd name="connsiteY81" fmla="*/ 201468 h 1161397"/>
              <a:gd name="connsiteX82" fmla="*/ 4289361 w 6884912"/>
              <a:gd name="connsiteY82" fmla="*/ 196642 h 1161397"/>
              <a:gd name="connsiteX83" fmla="*/ 4498913 w 6884912"/>
              <a:gd name="connsiteY83" fmla="*/ 118915 h 1161397"/>
              <a:gd name="connsiteX84" fmla="*/ 4617330 w 6884912"/>
              <a:gd name="connsiteY84" fmla="*/ 111163 h 1161397"/>
              <a:gd name="connsiteX85" fmla="*/ 4659778 w 6884912"/>
              <a:gd name="connsiteY85" fmla="*/ 118219 h 1161397"/>
              <a:gd name="connsiteX86" fmla="*/ 4730870 w 6884912"/>
              <a:gd name="connsiteY86" fmla="*/ 129432 h 1161397"/>
              <a:gd name="connsiteX87" fmla="*/ 4785037 w 6884912"/>
              <a:gd name="connsiteY87" fmla="*/ 161964 h 1161397"/>
              <a:gd name="connsiteX88" fmla="*/ 4844073 w 6884912"/>
              <a:gd name="connsiteY88" fmla="*/ 161768 h 1161397"/>
              <a:gd name="connsiteX89" fmla="*/ 4856454 w 6884912"/>
              <a:gd name="connsiteY89" fmla="*/ 130488 h 1161397"/>
              <a:gd name="connsiteX90" fmla="*/ 4920038 w 6884912"/>
              <a:gd name="connsiteY90" fmla="*/ 140418 h 1161397"/>
              <a:gd name="connsiteX91" fmla="*/ 5016639 w 6884912"/>
              <a:gd name="connsiteY91" fmla="*/ 158905 h 1161397"/>
              <a:gd name="connsiteX92" fmla="*/ 5072009 w 6884912"/>
              <a:gd name="connsiteY92" fmla="*/ 161502 h 1161397"/>
              <a:gd name="connsiteX93" fmla="*/ 5223626 w 6884912"/>
              <a:gd name="connsiteY93" fmla="*/ 177356 h 1161397"/>
              <a:gd name="connsiteX94" fmla="*/ 5375773 w 6884912"/>
              <a:gd name="connsiteY94" fmla="*/ 199913 h 1161397"/>
              <a:gd name="connsiteX95" fmla="*/ 5467502 w 6884912"/>
              <a:gd name="connsiteY95" fmla="*/ 250963 h 1161397"/>
              <a:gd name="connsiteX96" fmla="*/ 5592395 w 6884912"/>
              <a:gd name="connsiteY96" fmla="*/ 265434 h 1161397"/>
              <a:gd name="connsiteX97" fmla="*/ 5613532 w 6884912"/>
              <a:gd name="connsiteY97" fmla="*/ 273379 h 1161397"/>
              <a:gd name="connsiteX98" fmla="*/ 5642173 w 6884912"/>
              <a:gd name="connsiteY98" fmla="*/ 266904 h 1161397"/>
              <a:gd name="connsiteX99" fmla="*/ 5756910 w 6884912"/>
              <a:gd name="connsiteY99" fmla="*/ 239211 h 1161397"/>
              <a:gd name="connsiteX100" fmla="*/ 5846667 w 6884912"/>
              <a:gd name="connsiteY100" fmla="*/ 201786 h 1161397"/>
              <a:gd name="connsiteX101" fmla="*/ 5960732 w 6884912"/>
              <a:gd name="connsiteY101" fmla="*/ 220708 h 1161397"/>
              <a:gd name="connsiteX102" fmla="*/ 6029542 w 6884912"/>
              <a:gd name="connsiteY102" fmla="*/ 210339 h 1161397"/>
              <a:gd name="connsiteX103" fmla="*/ 6141123 w 6884912"/>
              <a:gd name="connsiteY103" fmla="*/ 159923 h 1161397"/>
              <a:gd name="connsiteX104" fmla="*/ 6290640 w 6884912"/>
              <a:gd name="connsiteY104" fmla="*/ 167441 h 1161397"/>
              <a:gd name="connsiteX105" fmla="*/ 6322806 w 6884912"/>
              <a:gd name="connsiteY105" fmla="*/ 213293 h 1161397"/>
              <a:gd name="connsiteX106" fmla="*/ 6364914 w 6884912"/>
              <a:gd name="connsiteY106" fmla="*/ 240140 h 1161397"/>
              <a:gd name="connsiteX107" fmla="*/ 6380420 w 6884912"/>
              <a:gd name="connsiteY107" fmla="*/ 173195 h 1161397"/>
              <a:gd name="connsiteX108" fmla="*/ 6507891 w 6884912"/>
              <a:gd name="connsiteY108" fmla="*/ 118474 h 1161397"/>
              <a:gd name="connsiteX109" fmla="*/ 6571807 w 6884912"/>
              <a:gd name="connsiteY109" fmla="*/ 98636 h 1161397"/>
              <a:gd name="connsiteX110" fmla="*/ 6671880 w 6884912"/>
              <a:gd name="connsiteY110" fmla="*/ 82931 h 1161397"/>
              <a:gd name="connsiteX111" fmla="*/ 6702266 w 6884912"/>
              <a:gd name="connsiteY111" fmla="*/ 75470 h 1161397"/>
              <a:gd name="connsiteX112" fmla="*/ 6845802 w 6884912"/>
              <a:gd name="connsiteY112" fmla="*/ 24496 h 1161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</a:cxnLst>
            <a:rect l="l" t="t" r="r" b="b"/>
            <a:pathLst>
              <a:path w="6884912" h="1161397">
                <a:moveTo>
                  <a:pt x="6884912" y="0"/>
                </a:moveTo>
                <a:lnTo>
                  <a:pt x="6884912" y="1161397"/>
                </a:lnTo>
                <a:lnTo>
                  <a:pt x="0" y="1161397"/>
                </a:lnTo>
                <a:lnTo>
                  <a:pt x="27135" y="1147460"/>
                </a:lnTo>
                <a:cubicBezTo>
                  <a:pt x="57431" y="1167048"/>
                  <a:pt x="61886" y="1135904"/>
                  <a:pt x="115388" y="1159043"/>
                </a:cubicBezTo>
                <a:cubicBezTo>
                  <a:pt x="116121" y="1155340"/>
                  <a:pt x="117370" y="1151777"/>
                  <a:pt x="119094" y="1148463"/>
                </a:cubicBezTo>
                <a:cubicBezTo>
                  <a:pt x="129121" y="1129214"/>
                  <a:pt x="152727" y="1122391"/>
                  <a:pt x="171824" y="1133224"/>
                </a:cubicBezTo>
                <a:cubicBezTo>
                  <a:pt x="254344" y="1161369"/>
                  <a:pt x="315458" y="1143220"/>
                  <a:pt x="376455" y="1137381"/>
                </a:cubicBezTo>
                <a:cubicBezTo>
                  <a:pt x="443775" y="1125614"/>
                  <a:pt x="382885" y="1083927"/>
                  <a:pt x="478946" y="1106011"/>
                </a:cubicBezTo>
                <a:cubicBezTo>
                  <a:pt x="481662" y="1085172"/>
                  <a:pt x="491731" y="1081489"/>
                  <a:pt x="512111" y="1085599"/>
                </a:cubicBezTo>
                <a:cubicBezTo>
                  <a:pt x="544368" y="1078502"/>
                  <a:pt x="526559" y="1032754"/>
                  <a:pt x="567875" y="1051976"/>
                </a:cubicBezTo>
                <a:cubicBezTo>
                  <a:pt x="553871" y="1028602"/>
                  <a:pt x="624901" y="1025930"/>
                  <a:pt x="601644" y="1003997"/>
                </a:cubicBezTo>
                <a:cubicBezTo>
                  <a:pt x="614803" y="975652"/>
                  <a:pt x="637415" y="1010272"/>
                  <a:pt x="651408" y="984938"/>
                </a:cubicBezTo>
                <a:cubicBezTo>
                  <a:pt x="673042" y="974024"/>
                  <a:pt x="646948" y="1015207"/>
                  <a:pt x="673197" y="1010060"/>
                </a:cubicBezTo>
                <a:cubicBezTo>
                  <a:pt x="703527" y="999318"/>
                  <a:pt x="718626" y="1045053"/>
                  <a:pt x="723108" y="980081"/>
                </a:cubicBezTo>
                <a:cubicBezTo>
                  <a:pt x="760262" y="985126"/>
                  <a:pt x="757827" y="957145"/>
                  <a:pt x="797699" y="931362"/>
                </a:cubicBezTo>
                <a:cubicBezTo>
                  <a:pt x="821097" y="940623"/>
                  <a:pt x="833565" y="929189"/>
                  <a:pt x="843359" y="910894"/>
                </a:cubicBezTo>
                <a:cubicBezTo>
                  <a:pt x="887668" y="902160"/>
                  <a:pt x="919738" y="869376"/>
                  <a:pt x="965215" y="846701"/>
                </a:cubicBezTo>
                <a:cubicBezTo>
                  <a:pt x="1023081" y="848019"/>
                  <a:pt x="1036422" y="800154"/>
                  <a:pt x="1085080" y="776086"/>
                </a:cubicBezTo>
                <a:cubicBezTo>
                  <a:pt x="1140763" y="795544"/>
                  <a:pt x="1110309" y="730471"/>
                  <a:pt x="1131224" y="706160"/>
                </a:cubicBezTo>
                <a:lnTo>
                  <a:pt x="1138051" y="702034"/>
                </a:lnTo>
                <a:lnTo>
                  <a:pt x="1158800" y="700004"/>
                </a:lnTo>
                <a:lnTo>
                  <a:pt x="1166947" y="700762"/>
                </a:lnTo>
                <a:cubicBezTo>
                  <a:pt x="1172432" y="700717"/>
                  <a:pt x="1175913" y="699961"/>
                  <a:pt x="1178135" y="698631"/>
                </a:cubicBezTo>
                <a:lnTo>
                  <a:pt x="1178301" y="698094"/>
                </a:lnTo>
                <a:lnTo>
                  <a:pt x="1188995" y="697048"/>
                </a:lnTo>
                <a:cubicBezTo>
                  <a:pt x="1207294" y="696390"/>
                  <a:pt x="1225337" y="696802"/>
                  <a:pt x="1242716" y="698052"/>
                </a:cubicBezTo>
                <a:cubicBezTo>
                  <a:pt x="1250387" y="668345"/>
                  <a:pt x="1318259" y="689091"/>
                  <a:pt x="1299977" y="639196"/>
                </a:cubicBezTo>
                <a:cubicBezTo>
                  <a:pt x="1323072" y="639367"/>
                  <a:pt x="1341279" y="658105"/>
                  <a:pt x="1326190" y="625955"/>
                </a:cubicBezTo>
                <a:cubicBezTo>
                  <a:pt x="1333572" y="625050"/>
                  <a:pt x="1337406" y="621362"/>
                  <a:pt x="1339600" y="616295"/>
                </a:cubicBezTo>
                <a:lnTo>
                  <a:pt x="1340054" y="614022"/>
                </a:lnTo>
                <a:lnTo>
                  <a:pt x="1391606" y="615229"/>
                </a:lnTo>
                <a:lnTo>
                  <a:pt x="1397565" y="611490"/>
                </a:lnTo>
                <a:lnTo>
                  <a:pt x="1432302" y="617267"/>
                </a:lnTo>
                <a:lnTo>
                  <a:pt x="1449644" y="617591"/>
                </a:lnTo>
                <a:lnTo>
                  <a:pt x="1455793" y="623174"/>
                </a:lnTo>
                <a:cubicBezTo>
                  <a:pt x="1461744" y="626151"/>
                  <a:pt x="1469373" y="626493"/>
                  <a:pt x="1480758" y="620863"/>
                </a:cubicBezTo>
                <a:lnTo>
                  <a:pt x="1483154" y="618527"/>
                </a:lnTo>
                <a:lnTo>
                  <a:pt x="1505495" y="624325"/>
                </a:lnTo>
                <a:cubicBezTo>
                  <a:pt x="1512992" y="627532"/>
                  <a:pt x="1520025" y="632078"/>
                  <a:pt x="1526340" y="638496"/>
                </a:cubicBezTo>
                <a:cubicBezTo>
                  <a:pt x="1586113" y="586768"/>
                  <a:pt x="1659006" y="610309"/>
                  <a:pt x="1731986" y="589682"/>
                </a:cubicBezTo>
                <a:cubicBezTo>
                  <a:pt x="1750397" y="523106"/>
                  <a:pt x="1896056" y="573257"/>
                  <a:pt x="1927935" y="628540"/>
                </a:cubicBezTo>
                <a:cubicBezTo>
                  <a:pt x="1912854" y="559823"/>
                  <a:pt x="2112261" y="676347"/>
                  <a:pt x="2039075" y="599964"/>
                </a:cubicBezTo>
                <a:cubicBezTo>
                  <a:pt x="2066036" y="601198"/>
                  <a:pt x="2086366" y="569532"/>
                  <a:pt x="2066980" y="550413"/>
                </a:cubicBezTo>
                <a:cubicBezTo>
                  <a:pt x="2155364" y="582582"/>
                  <a:pt x="2259548" y="514786"/>
                  <a:pt x="2352236" y="519602"/>
                </a:cubicBezTo>
                <a:cubicBezTo>
                  <a:pt x="2388450" y="459394"/>
                  <a:pt x="2373298" y="511682"/>
                  <a:pt x="2420791" y="492826"/>
                </a:cubicBezTo>
                <a:cubicBezTo>
                  <a:pt x="2417962" y="542563"/>
                  <a:pt x="2475071" y="455098"/>
                  <a:pt x="2489932" y="507864"/>
                </a:cubicBezTo>
                <a:cubicBezTo>
                  <a:pt x="2498105" y="502761"/>
                  <a:pt x="2505553" y="496153"/>
                  <a:pt x="2512917" y="489127"/>
                </a:cubicBezTo>
                <a:lnTo>
                  <a:pt x="2516783" y="485473"/>
                </a:lnTo>
                <a:lnTo>
                  <a:pt x="2534360" y="480064"/>
                </a:lnTo>
                <a:lnTo>
                  <a:pt x="2536691" y="467018"/>
                </a:lnTo>
                <a:lnTo>
                  <a:pt x="2561265" y="450623"/>
                </a:lnTo>
                <a:cubicBezTo>
                  <a:pt x="2570872" y="446262"/>
                  <a:pt x="2581686" y="443655"/>
                  <a:pt x="2594349" y="443884"/>
                </a:cubicBezTo>
                <a:cubicBezTo>
                  <a:pt x="2640435" y="464638"/>
                  <a:pt x="2696955" y="396361"/>
                  <a:pt x="2754324" y="424766"/>
                </a:cubicBezTo>
                <a:cubicBezTo>
                  <a:pt x="2775130" y="430896"/>
                  <a:pt x="2837731" y="423458"/>
                  <a:pt x="2848470" y="405966"/>
                </a:cubicBezTo>
                <a:cubicBezTo>
                  <a:pt x="2861295" y="401100"/>
                  <a:pt x="2876936" y="405309"/>
                  <a:pt x="2881772" y="387260"/>
                </a:cubicBezTo>
                <a:cubicBezTo>
                  <a:pt x="2890299" y="365261"/>
                  <a:pt x="2938134" y="392997"/>
                  <a:pt x="2929932" y="368912"/>
                </a:cubicBezTo>
                <a:cubicBezTo>
                  <a:pt x="2963844" y="387799"/>
                  <a:pt x="2986550" y="341223"/>
                  <a:pt x="3013020" y="327578"/>
                </a:cubicBezTo>
                <a:cubicBezTo>
                  <a:pt x="3040041" y="346996"/>
                  <a:pt x="3068934" y="299222"/>
                  <a:pt x="3127968" y="287613"/>
                </a:cubicBezTo>
                <a:cubicBezTo>
                  <a:pt x="3157770" y="310215"/>
                  <a:pt x="3167695" y="279445"/>
                  <a:pt x="3222191" y="307887"/>
                </a:cubicBezTo>
                <a:cubicBezTo>
                  <a:pt x="3223593" y="304249"/>
                  <a:pt x="3225533" y="300801"/>
                  <a:pt x="3227953" y="297650"/>
                </a:cubicBezTo>
                <a:cubicBezTo>
                  <a:pt x="3242008" y="279345"/>
                  <a:pt x="3268831" y="274825"/>
                  <a:pt x="3287859" y="287558"/>
                </a:cubicBezTo>
                <a:cubicBezTo>
                  <a:pt x="3373144" y="323866"/>
                  <a:pt x="3442657" y="311681"/>
                  <a:pt x="3510042" y="311820"/>
                </a:cubicBezTo>
                <a:cubicBezTo>
                  <a:pt x="3585274" y="306641"/>
                  <a:pt x="3525753" y="258887"/>
                  <a:pt x="3626773" y="290452"/>
                </a:cubicBezTo>
                <a:cubicBezTo>
                  <a:pt x="3633124" y="269835"/>
                  <a:pt x="3644693" y="267134"/>
                  <a:pt x="3666217" y="273255"/>
                </a:cubicBezTo>
                <a:cubicBezTo>
                  <a:pt x="3702502" y="269310"/>
                  <a:pt x="3690563" y="221720"/>
                  <a:pt x="3732427" y="245039"/>
                </a:cubicBezTo>
                <a:cubicBezTo>
                  <a:pt x="3720985" y="220241"/>
                  <a:pt x="3798776" y="224539"/>
                  <a:pt x="3777022" y="200276"/>
                </a:cubicBezTo>
                <a:cubicBezTo>
                  <a:pt x="3781759" y="193499"/>
                  <a:pt x="3786499" y="190723"/>
                  <a:pt x="3791246" y="189996"/>
                </a:cubicBezTo>
                <a:cubicBezTo>
                  <a:pt x="3800740" y="188542"/>
                  <a:pt x="3810265" y="195284"/>
                  <a:pt x="3819864" y="194605"/>
                </a:cubicBezTo>
                <a:lnTo>
                  <a:pt x="3830398" y="188383"/>
                </a:lnTo>
                <a:lnTo>
                  <a:pt x="3834360" y="188992"/>
                </a:lnTo>
                <a:lnTo>
                  <a:pt x="3843715" y="188752"/>
                </a:lnTo>
                <a:lnTo>
                  <a:pt x="3842609" y="197386"/>
                </a:lnTo>
                <a:cubicBezTo>
                  <a:pt x="3840673" y="205638"/>
                  <a:pt x="3839248" y="214671"/>
                  <a:pt x="3853961" y="213380"/>
                </a:cubicBezTo>
                <a:cubicBezTo>
                  <a:pt x="3884396" y="206569"/>
                  <a:pt x="3895082" y="241941"/>
                  <a:pt x="3907640" y="207568"/>
                </a:cubicBezTo>
                <a:lnTo>
                  <a:pt x="3910449" y="197808"/>
                </a:lnTo>
                <a:lnTo>
                  <a:pt x="3917197" y="196121"/>
                </a:lnTo>
                <a:cubicBezTo>
                  <a:pt x="3920833" y="196372"/>
                  <a:pt x="3922919" y="198717"/>
                  <a:pt x="3922400" y="205056"/>
                </a:cubicBezTo>
                <a:cubicBezTo>
                  <a:pt x="3950680" y="178467"/>
                  <a:pt x="3984062" y="218098"/>
                  <a:pt x="4013061" y="224874"/>
                </a:cubicBezTo>
                <a:cubicBezTo>
                  <a:pt x="4034530" y="199451"/>
                  <a:pt x="4074202" y="238734"/>
                  <a:pt x="4134285" y="235592"/>
                </a:cubicBezTo>
                <a:cubicBezTo>
                  <a:pt x="4157674" y="206403"/>
                  <a:pt x="4174806" y="233822"/>
                  <a:pt x="4220717" y="192946"/>
                </a:cubicBezTo>
                <a:cubicBezTo>
                  <a:pt x="4222964" y="196132"/>
                  <a:pt x="4225687" y="199002"/>
                  <a:pt x="4228802" y="201468"/>
                </a:cubicBezTo>
                <a:cubicBezTo>
                  <a:pt x="4246898" y="215792"/>
                  <a:pt x="4274013" y="213632"/>
                  <a:pt x="4289361" y="196642"/>
                </a:cubicBezTo>
                <a:cubicBezTo>
                  <a:pt x="4363212" y="140627"/>
                  <a:pt x="4433598" y="135488"/>
                  <a:pt x="4498913" y="118915"/>
                </a:cubicBezTo>
                <a:cubicBezTo>
                  <a:pt x="4573135" y="105586"/>
                  <a:pt x="4527062" y="166416"/>
                  <a:pt x="4617330" y="111163"/>
                </a:cubicBezTo>
                <a:cubicBezTo>
                  <a:pt x="4628518" y="129608"/>
                  <a:pt x="4640397" y="129405"/>
                  <a:pt x="4659778" y="118219"/>
                </a:cubicBezTo>
                <a:cubicBezTo>
                  <a:pt x="4695929" y="113193"/>
                  <a:pt x="4695958" y="162259"/>
                  <a:pt x="4730870" y="129432"/>
                </a:cubicBezTo>
                <a:cubicBezTo>
                  <a:pt x="4725822" y="156271"/>
                  <a:pt x="4800214" y="133127"/>
                  <a:pt x="4785037" y="161964"/>
                </a:cubicBezTo>
                <a:cubicBezTo>
                  <a:pt x="4810025" y="183633"/>
                  <a:pt x="4819434" y="143205"/>
                  <a:pt x="4844073" y="161768"/>
                </a:cubicBezTo>
                <a:cubicBezTo>
                  <a:pt x="4870797" y="164132"/>
                  <a:pt x="4827288" y="135164"/>
                  <a:pt x="4856454" y="130488"/>
                </a:cubicBezTo>
                <a:cubicBezTo>
                  <a:pt x="4892086" y="129553"/>
                  <a:pt x="4889263" y="81477"/>
                  <a:pt x="4920038" y="140418"/>
                </a:cubicBezTo>
                <a:cubicBezTo>
                  <a:pt x="4956358" y="122308"/>
                  <a:pt x="4965108" y="149263"/>
                  <a:pt x="5016639" y="158905"/>
                </a:cubicBezTo>
                <a:cubicBezTo>
                  <a:pt x="5037063" y="141828"/>
                  <a:pt x="5054534" y="147986"/>
                  <a:pt x="5072009" y="161502"/>
                </a:cubicBezTo>
                <a:cubicBezTo>
                  <a:pt x="5121260" y="153653"/>
                  <a:pt x="5167555" y="172635"/>
                  <a:pt x="5223626" y="177356"/>
                </a:cubicBezTo>
                <a:cubicBezTo>
                  <a:pt x="5282824" y="155243"/>
                  <a:pt x="5315859" y="195041"/>
                  <a:pt x="5375773" y="199913"/>
                </a:cubicBezTo>
                <a:cubicBezTo>
                  <a:pt x="5432511" y="156218"/>
                  <a:pt x="5417550" y="256036"/>
                  <a:pt x="5467502" y="250963"/>
                </a:cubicBezTo>
                <a:cubicBezTo>
                  <a:pt x="5547124" y="209975"/>
                  <a:pt x="5467171" y="283839"/>
                  <a:pt x="5592395" y="265434"/>
                </a:cubicBezTo>
                <a:cubicBezTo>
                  <a:pt x="5599201" y="258867"/>
                  <a:pt x="5614752" y="264706"/>
                  <a:pt x="5613532" y="273379"/>
                </a:cubicBezTo>
                <a:cubicBezTo>
                  <a:pt x="5621390" y="270408"/>
                  <a:pt x="5639720" y="253173"/>
                  <a:pt x="5642173" y="266904"/>
                </a:cubicBezTo>
                <a:cubicBezTo>
                  <a:pt x="5682296" y="267049"/>
                  <a:pt x="5721812" y="257513"/>
                  <a:pt x="5756910" y="239211"/>
                </a:cubicBezTo>
                <a:cubicBezTo>
                  <a:pt x="5834998" y="260050"/>
                  <a:pt x="5790596" y="197229"/>
                  <a:pt x="5846667" y="201786"/>
                </a:cubicBezTo>
                <a:cubicBezTo>
                  <a:pt x="5892444" y="227312"/>
                  <a:pt x="5908324" y="204527"/>
                  <a:pt x="5960732" y="220708"/>
                </a:cubicBezTo>
                <a:cubicBezTo>
                  <a:pt x="5977124" y="175349"/>
                  <a:pt x="6009640" y="223654"/>
                  <a:pt x="6029542" y="210339"/>
                </a:cubicBezTo>
                <a:cubicBezTo>
                  <a:pt x="6063108" y="261420"/>
                  <a:pt x="6107411" y="160034"/>
                  <a:pt x="6141123" y="159923"/>
                </a:cubicBezTo>
                <a:cubicBezTo>
                  <a:pt x="6198068" y="167749"/>
                  <a:pt x="6260628" y="219715"/>
                  <a:pt x="6290640" y="167441"/>
                </a:cubicBezTo>
                <a:cubicBezTo>
                  <a:pt x="6295193" y="188689"/>
                  <a:pt x="6290494" y="217816"/>
                  <a:pt x="6322806" y="213293"/>
                </a:cubicBezTo>
                <a:cubicBezTo>
                  <a:pt x="6335911" y="223881"/>
                  <a:pt x="6338726" y="256581"/>
                  <a:pt x="6364914" y="240140"/>
                </a:cubicBezTo>
                <a:cubicBezTo>
                  <a:pt x="6331888" y="211628"/>
                  <a:pt x="6385856" y="207033"/>
                  <a:pt x="6380420" y="173195"/>
                </a:cubicBezTo>
                <a:cubicBezTo>
                  <a:pt x="6420580" y="151473"/>
                  <a:pt x="6513519" y="179296"/>
                  <a:pt x="6507891" y="118474"/>
                </a:cubicBezTo>
                <a:cubicBezTo>
                  <a:pt x="6519398" y="82452"/>
                  <a:pt x="6571830" y="137398"/>
                  <a:pt x="6571807" y="98636"/>
                </a:cubicBezTo>
                <a:cubicBezTo>
                  <a:pt x="6594702" y="123421"/>
                  <a:pt x="6634676" y="82071"/>
                  <a:pt x="6671880" y="82931"/>
                </a:cubicBezTo>
                <a:cubicBezTo>
                  <a:pt x="6678855" y="65407"/>
                  <a:pt x="6687415" y="66196"/>
                  <a:pt x="6702266" y="75470"/>
                </a:cubicBezTo>
                <a:cubicBezTo>
                  <a:pt x="6747004" y="78450"/>
                  <a:pt x="6798307" y="53072"/>
                  <a:pt x="6845802" y="24496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12012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7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7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DEB2E8C4-C3E7-4048-A43D-9859510CFA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05744" y="0"/>
            <a:ext cx="1286256" cy="685800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24D29CCB-7956-4E3E-8880-304085F04BF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14:cNvPr>
              <p14:cNvContentPartPr>
                <a14:cpLocks xmlns:a14="http://schemas.microsoft.com/office/drawing/2010/main" noGrp="1" noRot="1" noChangeAspect="1" noMove="1" noResize="1" noEditPoints="1" noAdjustHandles="1" noChangeArrowheads="1" noChangeShapeType="1"/>
              </p14:cNvContentPartPr>
              <p14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14:nvPr>
            </p14:nvContentPartPr>
            <p14:xfrm>
              <a:off x="12490710" y="6342652"/>
              <a:ext cx="360" cy="3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24D29CCB-7956-4E3E-8880-304085F04BF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2481710" y="6333652"/>
                <a:ext cx="18000" cy="18000"/>
              </a:xfrm>
              <a:prstGeom prst="rect">
                <a:avLst/>
              </a:prstGeom>
            </p:spPr>
          </p:pic>
        </mc:Fallback>
      </mc:AlternateContent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0E91F5CA-B392-444C-88E3-BF5BAAEBDE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Zástupný obsah 7" descr="Obsah obrázku Šeřík, umění, nachový, Fraktální umění&#10;&#10;Popis byl vytvořen automaticky">
            <a:extLst>
              <a:ext uri="{FF2B5EF4-FFF2-40B4-BE49-F238E27FC236}">
                <a16:creationId xmlns:a16="http://schemas.microsoft.com/office/drawing/2014/main" id="{A4299DE6-2BAF-2348-973B-CE1495E1EB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22" b="11408"/>
          <a:stretch/>
        </p:blipFill>
        <p:spPr>
          <a:xfrm>
            <a:off x="20" y="1"/>
            <a:ext cx="12191979" cy="6857999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63F3677B-A97D-4CAD-A971-B22755F56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-1"/>
            <a:ext cx="12192000" cy="4516342"/>
          </a:xfrm>
          <a:prstGeom prst="rect">
            <a:avLst/>
          </a:prstGeom>
          <a:gradFill>
            <a:gsLst>
              <a:gs pos="47000">
                <a:srgbClr val="000000">
                  <a:alpha val="22000"/>
                </a:srgbClr>
              </a:gs>
              <a:gs pos="0">
                <a:srgbClr val="000000">
                  <a:alpha val="0"/>
                </a:srgbClr>
              </a:gs>
              <a:gs pos="100000">
                <a:srgbClr val="000000">
                  <a:alpha val="43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72AACFAA-C608-1BB6-00D7-3F72BBE9DC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122" y="477079"/>
            <a:ext cx="4068000" cy="138437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cs-CZ" sz="3600" dirty="0">
                <a:solidFill>
                  <a:srgbClr val="FFFFFF"/>
                </a:solidFill>
              </a:rPr>
              <a:t>Definice Vědy</a:t>
            </a:r>
            <a:endParaRPr lang="en-US" sz="3600" dirty="0">
              <a:solidFill>
                <a:srgbClr val="FFFFFF"/>
              </a:solidFill>
            </a:endParaRPr>
          </a:p>
        </p:txBody>
      </p:sp>
      <p:sp>
        <p:nvSpPr>
          <p:cNvPr id="9" name="TextovéPole 8">
            <a:extLst>
              <a:ext uri="{FF2B5EF4-FFF2-40B4-BE49-F238E27FC236}">
                <a16:creationId xmlns:a16="http://schemas.microsoft.com/office/drawing/2014/main" id="{60BD4C64-2488-5BEE-BA6B-C4269C325233}"/>
              </a:ext>
            </a:extLst>
          </p:cNvPr>
          <p:cNvSpPr txBox="1"/>
          <p:nvPr/>
        </p:nvSpPr>
        <p:spPr>
          <a:xfrm>
            <a:off x="4645121" y="2069519"/>
            <a:ext cx="687439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cs-CZ" sz="2800" dirty="0"/>
              <a:t>Věda je smyslové a rozumové poznávání.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cs-CZ" sz="2800" dirty="0"/>
              <a:t>Věda je systém podložených, objektivních vět o určité oblasti.</a:t>
            </a:r>
          </a:p>
        </p:txBody>
      </p:sp>
    </p:spTree>
    <p:extLst>
      <p:ext uri="{BB962C8B-B14F-4D97-AF65-F5344CB8AC3E}">
        <p14:creationId xmlns:p14="http://schemas.microsoft.com/office/powerpoint/2010/main" val="397852932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9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Nadpis 6">
            <a:extLst>
              <a:ext uri="{FF2B5EF4-FFF2-40B4-BE49-F238E27FC236}">
                <a16:creationId xmlns:a16="http://schemas.microsoft.com/office/drawing/2014/main" id="{6D779A5B-D176-5DD2-C2D9-0A539818F8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879" y="609600"/>
            <a:ext cx="9810604" cy="1216024"/>
          </a:xfrm>
        </p:spPr>
        <p:txBody>
          <a:bodyPr>
            <a:normAutofit/>
          </a:bodyPr>
          <a:lstStyle/>
          <a:p>
            <a:r>
              <a:rPr lang="cs-CZ" sz="3600" dirty="0"/>
              <a:t>Přehled dějin věd - Starověk</a:t>
            </a:r>
          </a:p>
        </p:txBody>
      </p:sp>
      <p:graphicFrame>
        <p:nvGraphicFramePr>
          <p:cNvPr id="10" name="Zástupný obsah 7">
            <a:extLst>
              <a:ext uri="{FF2B5EF4-FFF2-40B4-BE49-F238E27FC236}">
                <a16:creationId xmlns:a16="http://schemas.microsoft.com/office/drawing/2014/main" id="{A6E42302-83E2-5BFE-1294-1115CEA583B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80645936"/>
              </p:ext>
            </p:extLst>
          </p:nvPr>
        </p:nvGraphicFramePr>
        <p:xfrm>
          <a:off x="1050879" y="1825624"/>
          <a:ext cx="9810604" cy="442875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146826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E202E617-D1EF-4670-8C6D-66748AD874A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>
                                            <p:graphicEl>
                                              <a:dgm id="{E202E617-D1EF-4670-8C6D-66748AD874A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6EC9FF39-E44B-45DB-A421-6227F68FC02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">
                                            <p:graphicEl>
                                              <a:dgm id="{6EC9FF39-E44B-45DB-A421-6227F68FC021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D273CDA1-D6C5-4FB4-B49C-E012061A53C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>
                                            <p:graphicEl>
                                              <a:dgm id="{D273CDA1-D6C5-4FB4-B49C-E012061A53C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D51646EB-9C07-4F80-9D07-B0136C382C3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>
                                            <p:graphicEl>
                                              <a:dgm id="{D51646EB-9C07-4F80-9D07-B0136C382C3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24CD7189-7A4D-48E0-AD19-2B61FAF4A9F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">
                                            <p:graphicEl>
                                              <a:dgm id="{24CD7189-7A4D-48E0-AD19-2B61FAF4A9F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95F926EA-6A13-42BD-95E6-121DBD86A9A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>
                                            <p:graphicEl>
                                              <a:dgm id="{95F926EA-6A13-42BD-95E6-121DBD86A9A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Graphic spid="10" grpId="0" uiExpand="1">
        <p:bldSub>
          <a:bldDgm bld="one"/>
        </p:bldSub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C7BB12-6BDE-760D-4077-E9F06BC0B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3">
            <a:extLst>
              <a:ext uri="{FF2B5EF4-FFF2-40B4-BE49-F238E27FC236}">
                <a16:creationId xmlns:a16="http://schemas.microsoft.com/office/drawing/2014/main" id="{05921802-0622-4962-A3B3-3482F4370D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Freeform: Shape 15">
            <a:extLst>
              <a:ext uri="{FF2B5EF4-FFF2-40B4-BE49-F238E27FC236}">
                <a16:creationId xmlns:a16="http://schemas.microsoft.com/office/drawing/2014/main" id="{1B1F4A36-746F-4D35-8BAB-02B98F2B8B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2649426"/>
          </a:xfrm>
          <a:custGeom>
            <a:avLst/>
            <a:gdLst>
              <a:gd name="connsiteX0" fmla="*/ 0 w 12192000"/>
              <a:gd name="connsiteY0" fmla="*/ 0 h 2676210"/>
              <a:gd name="connsiteX1" fmla="*/ 12192000 w 12192000"/>
              <a:gd name="connsiteY1" fmla="*/ 0 h 2676210"/>
              <a:gd name="connsiteX2" fmla="*/ 12192000 w 12192000"/>
              <a:gd name="connsiteY2" fmla="*/ 1727909 h 2676210"/>
              <a:gd name="connsiteX3" fmla="*/ 12115957 w 12192000"/>
              <a:gd name="connsiteY3" fmla="*/ 1732272 h 2676210"/>
              <a:gd name="connsiteX4" fmla="*/ 12012533 w 12192000"/>
              <a:gd name="connsiteY4" fmla="*/ 1737200 h 2676210"/>
              <a:gd name="connsiteX5" fmla="*/ 11801718 w 12192000"/>
              <a:gd name="connsiteY5" fmla="*/ 1707786 h 2676210"/>
              <a:gd name="connsiteX6" fmla="*/ 11750717 w 12192000"/>
              <a:gd name="connsiteY6" fmla="*/ 1684756 h 2676210"/>
              <a:gd name="connsiteX7" fmla="*/ 11712295 w 12192000"/>
              <a:gd name="connsiteY7" fmla="*/ 1673021 h 2676210"/>
              <a:gd name="connsiteX8" fmla="*/ 11538827 w 12192000"/>
              <a:gd name="connsiteY8" fmla="*/ 1639190 h 2676210"/>
              <a:gd name="connsiteX9" fmla="*/ 11319306 w 12192000"/>
              <a:gd name="connsiteY9" fmla="*/ 1630185 h 2676210"/>
              <a:gd name="connsiteX10" fmla="*/ 11234437 w 12192000"/>
              <a:gd name="connsiteY10" fmla="*/ 1562941 h 2676210"/>
              <a:gd name="connsiteX11" fmla="*/ 11146426 w 12192000"/>
              <a:gd name="connsiteY11" fmla="*/ 1555308 h 2676210"/>
              <a:gd name="connsiteX12" fmla="*/ 10891629 w 12192000"/>
              <a:gd name="connsiteY12" fmla="*/ 1523731 h 2676210"/>
              <a:gd name="connsiteX13" fmla="*/ 10607424 w 12192000"/>
              <a:gd name="connsiteY13" fmla="*/ 1570296 h 2676210"/>
              <a:gd name="connsiteX14" fmla="*/ 10562291 w 12192000"/>
              <a:gd name="connsiteY14" fmla="*/ 1560944 h 2676210"/>
              <a:gd name="connsiteX15" fmla="*/ 10551291 w 12192000"/>
              <a:gd name="connsiteY15" fmla="*/ 1556691 h 2676210"/>
              <a:gd name="connsiteX16" fmla="*/ 10546586 w 12192000"/>
              <a:gd name="connsiteY16" fmla="*/ 1559265 h 2676210"/>
              <a:gd name="connsiteX17" fmla="*/ 10547130 w 12192000"/>
              <a:gd name="connsiteY17" fmla="*/ 1583380 h 2676210"/>
              <a:gd name="connsiteX18" fmla="*/ 10522252 w 12192000"/>
              <a:gd name="connsiteY18" fmla="*/ 1595065 h 2676210"/>
              <a:gd name="connsiteX19" fmla="*/ 10329259 w 12192000"/>
              <a:gd name="connsiteY19" fmla="*/ 1579142 h 2676210"/>
              <a:gd name="connsiteX20" fmla="*/ 10132610 w 12192000"/>
              <a:gd name="connsiteY20" fmla="*/ 1619865 h 2676210"/>
              <a:gd name="connsiteX21" fmla="*/ 9811199 w 12192000"/>
              <a:gd name="connsiteY21" fmla="*/ 1648968 h 2676210"/>
              <a:gd name="connsiteX22" fmla="*/ 9537440 w 12192000"/>
              <a:gd name="connsiteY22" fmla="*/ 1671316 h 2676210"/>
              <a:gd name="connsiteX23" fmla="*/ 9405213 w 12192000"/>
              <a:gd name="connsiteY23" fmla="*/ 1679204 h 2676210"/>
              <a:gd name="connsiteX24" fmla="*/ 9306407 w 12192000"/>
              <a:gd name="connsiteY24" fmla="*/ 1736146 h 2676210"/>
              <a:gd name="connsiteX25" fmla="*/ 9152929 w 12192000"/>
              <a:gd name="connsiteY25" fmla="*/ 1750379 h 2676210"/>
              <a:gd name="connsiteX26" fmla="*/ 9062807 w 12192000"/>
              <a:gd name="connsiteY26" fmla="*/ 1765741 h 2676210"/>
              <a:gd name="connsiteX27" fmla="*/ 9031250 w 12192000"/>
              <a:gd name="connsiteY27" fmla="*/ 1782330 h 2676210"/>
              <a:gd name="connsiteX28" fmla="*/ 8985382 w 12192000"/>
              <a:gd name="connsiteY28" fmla="*/ 1798267 h 2676210"/>
              <a:gd name="connsiteX29" fmla="*/ 8906505 w 12192000"/>
              <a:gd name="connsiteY29" fmla="*/ 1834715 h 2676210"/>
              <a:gd name="connsiteX30" fmla="*/ 8796926 w 12192000"/>
              <a:gd name="connsiteY30" fmla="*/ 1869211 h 2676210"/>
              <a:gd name="connsiteX31" fmla="*/ 8705687 w 12192000"/>
              <a:gd name="connsiteY31" fmla="*/ 1848419 h 2676210"/>
              <a:gd name="connsiteX32" fmla="*/ 8700414 w 12192000"/>
              <a:gd name="connsiteY32" fmla="*/ 1857766 h 2676210"/>
              <a:gd name="connsiteX33" fmla="*/ 8643017 w 12192000"/>
              <a:gd name="connsiteY33" fmla="*/ 1865810 h 2676210"/>
              <a:gd name="connsiteX34" fmla="*/ 8428505 w 12192000"/>
              <a:gd name="connsiteY34" fmla="*/ 1838566 h 2676210"/>
              <a:gd name="connsiteX35" fmla="*/ 8316712 w 12192000"/>
              <a:gd name="connsiteY35" fmla="*/ 1855817 h 2676210"/>
              <a:gd name="connsiteX36" fmla="*/ 8279203 w 12192000"/>
              <a:gd name="connsiteY36" fmla="*/ 1870876 h 2676210"/>
              <a:gd name="connsiteX37" fmla="*/ 8216222 w 12192000"/>
              <a:gd name="connsiteY37" fmla="*/ 1895553 h 2676210"/>
              <a:gd name="connsiteX38" fmla="*/ 8119712 w 12192000"/>
              <a:gd name="connsiteY38" fmla="*/ 1947916 h 2676210"/>
              <a:gd name="connsiteX39" fmla="*/ 8100082 w 12192000"/>
              <a:gd name="connsiteY39" fmla="*/ 1922220 h 2676210"/>
              <a:gd name="connsiteX40" fmla="*/ 8043728 w 12192000"/>
              <a:gd name="connsiteY40" fmla="*/ 1944200 h 2676210"/>
              <a:gd name="connsiteX41" fmla="*/ 7958999 w 12192000"/>
              <a:gd name="connsiteY41" fmla="*/ 1980667 h 2676210"/>
              <a:gd name="connsiteX42" fmla="*/ 7908348 w 12192000"/>
              <a:gd name="connsiteY42" fmla="*/ 1994348 h 2676210"/>
              <a:gd name="connsiteX43" fmla="*/ 7771932 w 12192000"/>
              <a:gd name="connsiteY43" fmla="*/ 2039701 h 2676210"/>
              <a:gd name="connsiteX44" fmla="*/ 7579180 w 12192000"/>
              <a:gd name="connsiteY44" fmla="*/ 2150519 h 2676210"/>
              <a:gd name="connsiteX45" fmla="*/ 7571467 w 12192000"/>
              <a:gd name="connsiteY45" fmla="*/ 2153548 h 2676210"/>
              <a:gd name="connsiteX46" fmla="*/ 7549398 w 12192000"/>
              <a:gd name="connsiteY46" fmla="*/ 2153051 h 2676210"/>
              <a:gd name="connsiteX47" fmla="*/ 7540934 w 12192000"/>
              <a:gd name="connsiteY47" fmla="*/ 2151418 h 2676210"/>
              <a:gd name="connsiteX48" fmla="*/ 7528900 w 12192000"/>
              <a:gd name="connsiteY48" fmla="*/ 2152107 h 2676210"/>
              <a:gd name="connsiteX49" fmla="*/ 7528656 w 12192000"/>
              <a:gd name="connsiteY49" fmla="*/ 2152584 h 2676210"/>
              <a:gd name="connsiteX50" fmla="*/ 7517280 w 12192000"/>
              <a:gd name="connsiteY50" fmla="*/ 2152327 h 2676210"/>
              <a:gd name="connsiteX51" fmla="*/ 7460956 w 12192000"/>
              <a:gd name="connsiteY51" fmla="*/ 2145255 h 2676210"/>
              <a:gd name="connsiteX52" fmla="*/ 7393117 w 12192000"/>
              <a:gd name="connsiteY52" fmla="*/ 2193066 h 2676210"/>
              <a:gd name="connsiteX53" fmla="*/ 7363846 w 12192000"/>
              <a:gd name="connsiteY53" fmla="*/ 2202297 h 2676210"/>
              <a:gd name="connsiteX54" fmla="*/ 7348496 w 12192000"/>
              <a:gd name="connsiteY54" fmla="*/ 2209686 h 2676210"/>
              <a:gd name="connsiteX55" fmla="*/ 7347724 w 12192000"/>
              <a:gd name="connsiteY55" fmla="*/ 2211733 h 2676210"/>
              <a:gd name="connsiteX56" fmla="*/ 7293703 w 12192000"/>
              <a:gd name="connsiteY56" fmla="*/ 2204721 h 2676210"/>
              <a:gd name="connsiteX57" fmla="*/ 7286955 w 12192000"/>
              <a:gd name="connsiteY57" fmla="*/ 2207494 h 2676210"/>
              <a:gd name="connsiteX58" fmla="*/ 7251199 w 12192000"/>
              <a:gd name="connsiteY58" fmla="*/ 2198184 h 2676210"/>
              <a:gd name="connsiteX59" fmla="*/ 7233016 w 12192000"/>
              <a:gd name="connsiteY59" fmla="*/ 2195902 h 2676210"/>
              <a:gd name="connsiteX60" fmla="*/ 7227281 w 12192000"/>
              <a:gd name="connsiteY60" fmla="*/ 2190042 h 2676210"/>
              <a:gd name="connsiteX61" fmla="*/ 7200745 w 12192000"/>
              <a:gd name="connsiteY61" fmla="*/ 2189321 h 2676210"/>
              <a:gd name="connsiteX62" fmla="*/ 7197924 w 12192000"/>
              <a:gd name="connsiteY62" fmla="*/ 2191205 h 2676210"/>
              <a:gd name="connsiteX63" fmla="*/ 7175198 w 12192000"/>
              <a:gd name="connsiteY63" fmla="*/ 2183294 h 2676210"/>
              <a:gd name="connsiteX64" fmla="*/ 7155136 w 12192000"/>
              <a:gd name="connsiteY64" fmla="*/ 2167822 h 2676210"/>
              <a:gd name="connsiteX65" fmla="*/ 6932665 w 12192000"/>
              <a:gd name="connsiteY65" fmla="*/ 2189385 h 2676210"/>
              <a:gd name="connsiteX66" fmla="*/ 6731794 w 12192000"/>
              <a:gd name="connsiteY66" fmla="*/ 2131083 h 2676210"/>
              <a:gd name="connsiteX67" fmla="*/ 6271707 w 12192000"/>
              <a:gd name="connsiteY67" fmla="*/ 2183170 h 2676210"/>
              <a:gd name="connsiteX68" fmla="*/ 6196177 w 12192000"/>
              <a:gd name="connsiteY68" fmla="*/ 2200059 h 2676210"/>
              <a:gd name="connsiteX69" fmla="*/ 6125472 w 12192000"/>
              <a:gd name="connsiteY69" fmla="*/ 2178263 h 2676210"/>
              <a:gd name="connsiteX70" fmla="*/ 6098878 w 12192000"/>
              <a:gd name="connsiteY70" fmla="*/ 2192939 h 2676210"/>
              <a:gd name="connsiteX71" fmla="*/ 6094339 w 12192000"/>
              <a:gd name="connsiteY71" fmla="*/ 2195871 h 2676210"/>
              <a:gd name="connsiteX72" fmla="*/ 6075163 w 12192000"/>
              <a:gd name="connsiteY72" fmla="*/ 2198856 h 2676210"/>
              <a:gd name="connsiteX73" fmla="*/ 6071016 w 12192000"/>
              <a:gd name="connsiteY73" fmla="*/ 2210639 h 2676210"/>
              <a:gd name="connsiteX74" fmla="*/ 6043058 w 12192000"/>
              <a:gd name="connsiteY74" fmla="*/ 2222971 h 2676210"/>
              <a:gd name="connsiteX75" fmla="*/ 6007411 w 12192000"/>
              <a:gd name="connsiteY75" fmla="*/ 2225411 h 2676210"/>
              <a:gd name="connsiteX76" fmla="*/ 5836800 w 12192000"/>
              <a:gd name="connsiteY76" fmla="*/ 2224771 h 2676210"/>
              <a:gd name="connsiteX77" fmla="*/ 5735414 w 12192000"/>
              <a:gd name="connsiteY77" fmla="*/ 2231366 h 2676210"/>
              <a:gd name="connsiteX78" fmla="*/ 5697982 w 12192000"/>
              <a:gd name="connsiteY78" fmla="*/ 2244836 h 2676210"/>
              <a:gd name="connsiteX79" fmla="*/ 5644981 w 12192000"/>
              <a:gd name="connsiteY79" fmla="*/ 2256274 h 2676210"/>
              <a:gd name="connsiteX80" fmla="*/ 5552282 w 12192000"/>
              <a:gd name="connsiteY80" fmla="*/ 2284946 h 2676210"/>
              <a:gd name="connsiteX81" fmla="*/ 5426280 w 12192000"/>
              <a:gd name="connsiteY81" fmla="*/ 2308712 h 2676210"/>
              <a:gd name="connsiteX82" fmla="*/ 5329896 w 12192000"/>
              <a:gd name="connsiteY82" fmla="*/ 2279209 h 2676210"/>
              <a:gd name="connsiteX83" fmla="*/ 5322508 w 12192000"/>
              <a:gd name="connsiteY83" fmla="*/ 2288005 h 2676210"/>
              <a:gd name="connsiteX84" fmla="*/ 5258237 w 12192000"/>
              <a:gd name="connsiteY84" fmla="*/ 2290475 h 2676210"/>
              <a:gd name="connsiteX85" fmla="*/ 5027899 w 12192000"/>
              <a:gd name="connsiteY85" fmla="*/ 2242653 h 2676210"/>
              <a:gd name="connsiteX86" fmla="*/ 4902443 w 12192000"/>
              <a:gd name="connsiteY86" fmla="*/ 2249037 h 2676210"/>
              <a:gd name="connsiteX87" fmla="*/ 4858751 w 12192000"/>
              <a:gd name="connsiteY87" fmla="*/ 2260409 h 2676210"/>
              <a:gd name="connsiteX88" fmla="*/ 4785497 w 12192000"/>
              <a:gd name="connsiteY88" fmla="*/ 2278897 h 2676210"/>
              <a:gd name="connsiteX89" fmla="*/ 4732807 w 12192000"/>
              <a:gd name="connsiteY89" fmla="*/ 2315139 h 2676210"/>
              <a:gd name="connsiteX90" fmla="*/ 4670737 w 12192000"/>
              <a:gd name="connsiteY90" fmla="*/ 2321711 h 2676210"/>
              <a:gd name="connsiteX91" fmla="*/ 4653655 w 12192000"/>
              <a:gd name="connsiteY91" fmla="*/ 2294237 h 2676210"/>
              <a:gd name="connsiteX92" fmla="*/ 4588125 w 12192000"/>
              <a:gd name="connsiteY92" fmla="*/ 2310680 h 2676210"/>
              <a:gd name="connsiteX93" fmla="*/ 4489013 w 12192000"/>
              <a:gd name="connsiteY93" fmla="*/ 2338805 h 2676210"/>
              <a:gd name="connsiteX94" fmla="*/ 4431159 w 12192000"/>
              <a:gd name="connsiteY94" fmla="*/ 2347536 h 2676210"/>
              <a:gd name="connsiteX95" fmla="*/ 4273885 w 12192000"/>
              <a:gd name="connsiteY95" fmla="*/ 2379520 h 2676210"/>
              <a:gd name="connsiteX96" fmla="*/ 4116925 w 12192000"/>
              <a:gd name="connsiteY96" fmla="*/ 2417756 h 2676210"/>
              <a:gd name="connsiteX97" fmla="*/ 4027169 w 12192000"/>
              <a:gd name="connsiteY97" fmla="*/ 2475399 h 2676210"/>
              <a:gd name="connsiteX98" fmla="*/ 3897799 w 12192000"/>
              <a:gd name="connsiteY98" fmla="*/ 2503049 h 2676210"/>
              <a:gd name="connsiteX99" fmla="*/ 3876619 w 12192000"/>
              <a:gd name="connsiteY99" fmla="*/ 2512804 h 2676210"/>
              <a:gd name="connsiteX100" fmla="*/ 3845677 w 12192000"/>
              <a:gd name="connsiteY100" fmla="*/ 2510101 h 2676210"/>
              <a:gd name="connsiteX101" fmla="*/ 3721493 w 12192000"/>
              <a:gd name="connsiteY101" fmla="*/ 2497646 h 2676210"/>
              <a:gd name="connsiteX102" fmla="*/ 3622296 w 12192000"/>
              <a:gd name="connsiteY102" fmla="*/ 2473347 h 2676210"/>
              <a:gd name="connsiteX103" fmla="*/ 3504883 w 12192000"/>
              <a:gd name="connsiteY103" fmla="*/ 2503869 h 2676210"/>
              <a:gd name="connsiteX104" fmla="*/ 3431219 w 12192000"/>
              <a:gd name="connsiteY104" fmla="*/ 2502163 h 2676210"/>
              <a:gd name="connsiteX105" fmla="*/ 3307395 w 12192000"/>
              <a:gd name="connsiteY105" fmla="*/ 2468360 h 2676210"/>
              <a:gd name="connsiteX106" fmla="*/ 3151243 w 12192000"/>
              <a:gd name="connsiteY106" fmla="*/ 2492405 h 2676210"/>
              <a:gd name="connsiteX107" fmla="*/ 3057639 w 12192000"/>
              <a:gd name="connsiteY107" fmla="*/ 2507988 h 2676210"/>
              <a:gd name="connsiteX108" fmla="*/ 2916555 w 12192000"/>
              <a:gd name="connsiteY108" fmla="*/ 2472028 h 2676210"/>
              <a:gd name="connsiteX109" fmla="*/ 2846802 w 12192000"/>
              <a:gd name="connsiteY109" fmla="*/ 2461014 h 2676210"/>
              <a:gd name="connsiteX110" fmla="*/ 2739588 w 12192000"/>
              <a:gd name="connsiteY110" fmla="*/ 2457956 h 2676210"/>
              <a:gd name="connsiteX111" fmla="*/ 2706684 w 12192000"/>
              <a:gd name="connsiteY111" fmla="*/ 2454540 h 2676210"/>
              <a:gd name="connsiteX112" fmla="*/ 2376571 w 12192000"/>
              <a:gd name="connsiteY112" fmla="*/ 2392905 h 2676210"/>
              <a:gd name="connsiteX113" fmla="*/ 2194299 w 12192000"/>
              <a:gd name="connsiteY113" fmla="*/ 2475215 h 2676210"/>
              <a:gd name="connsiteX114" fmla="*/ 1985091 w 12192000"/>
              <a:gd name="connsiteY114" fmla="*/ 2503652 h 2676210"/>
              <a:gd name="connsiteX115" fmla="*/ 1917360 w 12192000"/>
              <a:gd name="connsiteY115" fmla="*/ 2472495 h 2676210"/>
              <a:gd name="connsiteX116" fmla="*/ 1885040 w 12192000"/>
              <a:gd name="connsiteY116" fmla="*/ 2475917 h 2676210"/>
              <a:gd name="connsiteX117" fmla="*/ 1832317 w 12192000"/>
              <a:gd name="connsiteY117" fmla="*/ 2485332 h 2676210"/>
              <a:gd name="connsiteX118" fmla="*/ 1748729 w 12192000"/>
              <a:gd name="connsiteY118" fmla="*/ 2475325 h 2676210"/>
              <a:gd name="connsiteX119" fmla="*/ 1584574 w 12192000"/>
              <a:gd name="connsiteY119" fmla="*/ 2491479 h 2676210"/>
              <a:gd name="connsiteX120" fmla="*/ 1300369 w 12192000"/>
              <a:gd name="connsiteY120" fmla="*/ 2444914 h 2676210"/>
              <a:gd name="connsiteX121" fmla="*/ 1045572 w 12192000"/>
              <a:gd name="connsiteY121" fmla="*/ 2476491 h 2676210"/>
              <a:gd name="connsiteX122" fmla="*/ 957561 w 12192000"/>
              <a:gd name="connsiteY122" fmla="*/ 2484124 h 2676210"/>
              <a:gd name="connsiteX123" fmla="*/ 872692 w 12192000"/>
              <a:gd name="connsiteY123" fmla="*/ 2551368 h 2676210"/>
              <a:gd name="connsiteX124" fmla="*/ 653171 w 12192000"/>
              <a:gd name="connsiteY124" fmla="*/ 2607266 h 2676210"/>
              <a:gd name="connsiteX125" fmla="*/ 479703 w 12192000"/>
              <a:gd name="connsiteY125" fmla="*/ 2594204 h 2676210"/>
              <a:gd name="connsiteX126" fmla="*/ 441281 w 12192000"/>
              <a:gd name="connsiteY126" fmla="*/ 2605939 h 2676210"/>
              <a:gd name="connsiteX127" fmla="*/ 315252 w 12192000"/>
              <a:gd name="connsiteY127" fmla="*/ 2675861 h 2676210"/>
              <a:gd name="connsiteX128" fmla="*/ 97385 w 12192000"/>
              <a:gd name="connsiteY128" fmla="*/ 2636063 h 2676210"/>
              <a:gd name="connsiteX129" fmla="*/ 48888 w 12192000"/>
              <a:gd name="connsiteY129" fmla="*/ 2641447 h 2676210"/>
              <a:gd name="connsiteX130" fmla="*/ 0 w 12192000"/>
              <a:gd name="connsiteY130" fmla="*/ 2649426 h 2676210"/>
              <a:gd name="connsiteX0" fmla="*/ 0 w 12192000"/>
              <a:gd name="connsiteY0" fmla="*/ 0 h 2676210"/>
              <a:gd name="connsiteX1" fmla="*/ 12192000 w 12192000"/>
              <a:gd name="connsiteY1" fmla="*/ 0 h 2676210"/>
              <a:gd name="connsiteX2" fmla="*/ 12192000 w 12192000"/>
              <a:gd name="connsiteY2" fmla="*/ 1727909 h 2676210"/>
              <a:gd name="connsiteX3" fmla="*/ 12115957 w 12192000"/>
              <a:gd name="connsiteY3" fmla="*/ 1732272 h 2676210"/>
              <a:gd name="connsiteX4" fmla="*/ 12012533 w 12192000"/>
              <a:gd name="connsiteY4" fmla="*/ 1737200 h 2676210"/>
              <a:gd name="connsiteX5" fmla="*/ 11801718 w 12192000"/>
              <a:gd name="connsiteY5" fmla="*/ 1707786 h 2676210"/>
              <a:gd name="connsiteX6" fmla="*/ 11750717 w 12192000"/>
              <a:gd name="connsiteY6" fmla="*/ 1684756 h 2676210"/>
              <a:gd name="connsiteX7" fmla="*/ 11712295 w 12192000"/>
              <a:gd name="connsiteY7" fmla="*/ 1673021 h 2676210"/>
              <a:gd name="connsiteX8" fmla="*/ 11538827 w 12192000"/>
              <a:gd name="connsiteY8" fmla="*/ 1639190 h 2676210"/>
              <a:gd name="connsiteX9" fmla="*/ 11319306 w 12192000"/>
              <a:gd name="connsiteY9" fmla="*/ 1630185 h 2676210"/>
              <a:gd name="connsiteX10" fmla="*/ 11234437 w 12192000"/>
              <a:gd name="connsiteY10" fmla="*/ 1562941 h 2676210"/>
              <a:gd name="connsiteX11" fmla="*/ 11146426 w 12192000"/>
              <a:gd name="connsiteY11" fmla="*/ 1555308 h 2676210"/>
              <a:gd name="connsiteX12" fmla="*/ 10891629 w 12192000"/>
              <a:gd name="connsiteY12" fmla="*/ 1523731 h 2676210"/>
              <a:gd name="connsiteX13" fmla="*/ 10607424 w 12192000"/>
              <a:gd name="connsiteY13" fmla="*/ 1570296 h 2676210"/>
              <a:gd name="connsiteX14" fmla="*/ 10562291 w 12192000"/>
              <a:gd name="connsiteY14" fmla="*/ 1560944 h 2676210"/>
              <a:gd name="connsiteX15" fmla="*/ 10551291 w 12192000"/>
              <a:gd name="connsiteY15" fmla="*/ 1556691 h 2676210"/>
              <a:gd name="connsiteX16" fmla="*/ 10546586 w 12192000"/>
              <a:gd name="connsiteY16" fmla="*/ 1559265 h 2676210"/>
              <a:gd name="connsiteX17" fmla="*/ 10547130 w 12192000"/>
              <a:gd name="connsiteY17" fmla="*/ 1583380 h 2676210"/>
              <a:gd name="connsiteX18" fmla="*/ 10522252 w 12192000"/>
              <a:gd name="connsiteY18" fmla="*/ 1595065 h 2676210"/>
              <a:gd name="connsiteX19" fmla="*/ 10329259 w 12192000"/>
              <a:gd name="connsiteY19" fmla="*/ 1579142 h 2676210"/>
              <a:gd name="connsiteX20" fmla="*/ 10132610 w 12192000"/>
              <a:gd name="connsiteY20" fmla="*/ 1619865 h 2676210"/>
              <a:gd name="connsiteX21" fmla="*/ 9811199 w 12192000"/>
              <a:gd name="connsiteY21" fmla="*/ 1648968 h 2676210"/>
              <a:gd name="connsiteX22" fmla="*/ 9537440 w 12192000"/>
              <a:gd name="connsiteY22" fmla="*/ 1671316 h 2676210"/>
              <a:gd name="connsiteX23" fmla="*/ 9405213 w 12192000"/>
              <a:gd name="connsiteY23" fmla="*/ 1679204 h 2676210"/>
              <a:gd name="connsiteX24" fmla="*/ 9306407 w 12192000"/>
              <a:gd name="connsiteY24" fmla="*/ 1736146 h 2676210"/>
              <a:gd name="connsiteX25" fmla="*/ 9152929 w 12192000"/>
              <a:gd name="connsiteY25" fmla="*/ 1750379 h 2676210"/>
              <a:gd name="connsiteX26" fmla="*/ 9062807 w 12192000"/>
              <a:gd name="connsiteY26" fmla="*/ 1765741 h 2676210"/>
              <a:gd name="connsiteX27" fmla="*/ 9031250 w 12192000"/>
              <a:gd name="connsiteY27" fmla="*/ 1782330 h 2676210"/>
              <a:gd name="connsiteX28" fmla="*/ 8985382 w 12192000"/>
              <a:gd name="connsiteY28" fmla="*/ 1798267 h 2676210"/>
              <a:gd name="connsiteX29" fmla="*/ 8906505 w 12192000"/>
              <a:gd name="connsiteY29" fmla="*/ 1834715 h 2676210"/>
              <a:gd name="connsiteX30" fmla="*/ 8796926 w 12192000"/>
              <a:gd name="connsiteY30" fmla="*/ 1869211 h 2676210"/>
              <a:gd name="connsiteX31" fmla="*/ 8705687 w 12192000"/>
              <a:gd name="connsiteY31" fmla="*/ 1848419 h 2676210"/>
              <a:gd name="connsiteX32" fmla="*/ 8700414 w 12192000"/>
              <a:gd name="connsiteY32" fmla="*/ 1857766 h 2676210"/>
              <a:gd name="connsiteX33" fmla="*/ 8643017 w 12192000"/>
              <a:gd name="connsiteY33" fmla="*/ 1865810 h 2676210"/>
              <a:gd name="connsiteX34" fmla="*/ 8428505 w 12192000"/>
              <a:gd name="connsiteY34" fmla="*/ 1838566 h 2676210"/>
              <a:gd name="connsiteX35" fmla="*/ 8316712 w 12192000"/>
              <a:gd name="connsiteY35" fmla="*/ 1855817 h 2676210"/>
              <a:gd name="connsiteX36" fmla="*/ 8279203 w 12192000"/>
              <a:gd name="connsiteY36" fmla="*/ 1870876 h 2676210"/>
              <a:gd name="connsiteX37" fmla="*/ 8216222 w 12192000"/>
              <a:gd name="connsiteY37" fmla="*/ 1895553 h 2676210"/>
              <a:gd name="connsiteX38" fmla="*/ 8119712 w 12192000"/>
              <a:gd name="connsiteY38" fmla="*/ 1947916 h 2676210"/>
              <a:gd name="connsiteX39" fmla="*/ 8100082 w 12192000"/>
              <a:gd name="connsiteY39" fmla="*/ 1922220 h 2676210"/>
              <a:gd name="connsiteX40" fmla="*/ 8043728 w 12192000"/>
              <a:gd name="connsiteY40" fmla="*/ 1944200 h 2676210"/>
              <a:gd name="connsiteX41" fmla="*/ 7958999 w 12192000"/>
              <a:gd name="connsiteY41" fmla="*/ 1980667 h 2676210"/>
              <a:gd name="connsiteX42" fmla="*/ 7908348 w 12192000"/>
              <a:gd name="connsiteY42" fmla="*/ 1994348 h 2676210"/>
              <a:gd name="connsiteX43" fmla="*/ 7771932 w 12192000"/>
              <a:gd name="connsiteY43" fmla="*/ 2039701 h 2676210"/>
              <a:gd name="connsiteX44" fmla="*/ 7579180 w 12192000"/>
              <a:gd name="connsiteY44" fmla="*/ 2150519 h 2676210"/>
              <a:gd name="connsiteX45" fmla="*/ 7571467 w 12192000"/>
              <a:gd name="connsiteY45" fmla="*/ 2153548 h 2676210"/>
              <a:gd name="connsiteX46" fmla="*/ 7549398 w 12192000"/>
              <a:gd name="connsiteY46" fmla="*/ 2153051 h 2676210"/>
              <a:gd name="connsiteX47" fmla="*/ 7540934 w 12192000"/>
              <a:gd name="connsiteY47" fmla="*/ 2151418 h 2676210"/>
              <a:gd name="connsiteX48" fmla="*/ 7528900 w 12192000"/>
              <a:gd name="connsiteY48" fmla="*/ 2152107 h 2676210"/>
              <a:gd name="connsiteX49" fmla="*/ 7528656 w 12192000"/>
              <a:gd name="connsiteY49" fmla="*/ 2152584 h 2676210"/>
              <a:gd name="connsiteX50" fmla="*/ 7517280 w 12192000"/>
              <a:gd name="connsiteY50" fmla="*/ 2152327 h 2676210"/>
              <a:gd name="connsiteX51" fmla="*/ 7460956 w 12192000"/>
              <a:gd name="connsiteY51" fmla="*/ 2145255 h 2676210"/>
              <a:gd name="connsiteX52" fmla="*/ 7393117 w 12192000"/>
              <a:gd name="connsiteY52" fmla="*/ 2193066 h 2676210"/>
              <a:gd name="connsiteX53" fmla="*/ 7363846 w 12192000"/>
              <a:gd name="connsiteY53" fmla="*/ 2202297 h 2676210"/>
              <a:gd name="connsiteX54" fmla="*/ 7348496 w 12192000"/>
              <a:gd name="connsiteY54" fmla="*/ 2209686 h 2676210"/>
              <a:gd name="connsiteX55" fmla="*/ 7347724 w 12192000"/>
              <a:gd name="connsiteY55" fmla="*/ 2211733 h 2676210"/>
              <a:gd name="connsiteX56" fmla="*/ 7293703 w 12192000"/>
              <a:gd name="connsiteY56" fmla="*/ 2204721 h 2676210"/>
              <a:gd name="connsiteX57" fmla="*/ 7286955 w 12192000"/>
              <a:gd name="connsiteY57" fmla="*/ 2207494 h 2676210"/>
              <a:gd name="connsiteX58" fmla="*/ 7251199 w 12192000"/>
              <a:gd name="connsiteY58" fmla="*/ 2198184 h 2676210"/>
              <a:gd name="connsiteX59" fmla="*/ 7233016 w 12192000"/>
              <a:gd name="connsiteY59" fmla="*/ 2195902 h 2676210"/>
              <a:gd name="connsiteX60" fmla="*/ 7227281 w 12192000"/>
              <a:gd name="connsiteY60" fmla="*/ 2190042 h 2676210"/>
              <a:gd name="connsiteX61" fmla="*/ 7200745 w 12192000"/>
              <a:gd name="connsiteY61" fmla="*/ 2189321 h 2676210"/>
              <a:gd name="connsiteX62" fmla="*/ 7197924 w 12192000"/>
              <a:gd name="connsiteY62" fmla="*/ 2191205 h 2676210"/>
              <a:gd name="connsiteX63" fmla="*/ 7175198 w 12192000"/>
              <a:gd name="connsiteY63" fmla="*/ 2183294 h 2676210"/>
              <a:gd name="connsiteX64" fmla="*/ 7155136 w 12192000"/>
              <a:gd name="connsiteY64" fmla="*/ 2167822 h 2676210"/>
              <a:gd name="connsiteX65" fmla="*/ 6932665 w 12192000"/>
              <a:gd name="connsiteY65" fmla="*/ 2189385 h 2676210"/>
              <a:gd name="connsiteX66" fmla="*/ 6731794 w 12192000"/>
              <a:gd name="connsiteY66" fmla="*/ 2131083 h 2676210"/>
              <a:gd name="connsiteX67" fmla="*/ 6271707 w 12192000"/>
              <a:gd name="connsiteY67" fmla="*/ 2183170 h 2676210"/>
              <a:gd name="connsiteX68" fmla="*/ 6196177 w 12192000"/>
              <a:gd name="connsiteY68" fmla="*/ 2200059 h 2676210"/>
              <a:gd name="connsiteX69" fmla="*/ 6125472 w 12192000"/>
              <a:gd name="connsiteY69" fmla="*/ 2178263 h 2676210"/>
              <a:gd name="connsiteX70" fmla="*/ 6098878 w 12192000"/>
              <a:gd name="connsiteY70" fmla="*/ 2192939 h 2676210"/>
              <a:gd name="connsiteX71" fmla="*/ 6094339 w 12192000"/>
              <a:gd name="connsiteY71" fmla="*/ 2195871 h 2676210"/>
              <a:gd name="connsiteX72" fmla="*/ 6075163 w 12192000"/>
              <a:gd name="connsiteY72" fmla="*/ 2198856 h 2676210"/>
              <a:gd name="connsiteX73" fmla="*/ 6071016 w 12192000"/>
              <a:gd name="connsiteY73" fmla="*/ 2210639 h 2676210"/>
              <a:gd name="connsiteX74" fmla="*/ 6043058 w 12192000"/>
              <a:gd name="connsiteY74" fmla="*/ 2222971 h 2676210"/>
              <a:gd name="connsiteX75" fmla="*/ 6007411 w 12192000"/>
              <a:gd name="connsiteY75" fmla="*/ 2225411 h 2676210"/>
              <a:gd name="connsiteX76" fmla="*/ 5836800 w 12192000"/>
              <a:gd name="connsiteY76" fmla="*/ 2224771 h 2676210"/>
              <a:gd name="connsiteX77" fmla="*/ 5735414 w 12192000"/>
              <a:gd name="connsiteY77" fmla="*/ 2231366 h 2676210"/>
              <a:gd name="connsiteX78" fmla="*/ 5697982 w 12192000"/>
              <a:gd name="connsiteY78" fmla="*/ 2244836 h 2676210"/>
              <a:gd name="connsiteX79" fmla="*/ 5644981 w 12192000"/>
              <a:gd name="connsiteY79" fmla="*/ 2256274 h 2676210"/>
              <a:gd name="connsiteX80" fmla="*/ 5552282 w 12192000"/>
              <a:gd name="connsiteY80" fmla="*/ 2284946 h 2676210"/>
              <a:gd name="connsiteX81" fmla="*/ 5426280 w 12192000"/>
              <a:gd name="connsiteY81" fmla="*/ 2308712 h 2676210"/>
              <a:gd name="connsiteX82" fmla="*/ 5329896 w 12192000"/>
              <a:gd name="connsiteY82" fmla="*/ 2279209 h 2676210"/>
              <a:gd name="connsiteX83" fmla="*/ 5322508 w 12192000"/>
              <a:gd name="connsiteY83" fmla="*/ 2288005 h 2676210"/>
              <a:gd name="connsiteX84" fmla="*/ 5258237 w 12192000"/>
              <a:gd name="connsiteY84" fmla="*/ 2290475 h 2676210"/>
              <a:gd name="connsiteX85" fmla="*/ 5027899 w 12192000"/>
              <a:gd name="connsiteY85" fmla="*/ 2242653 h 2676210"/>
              <a:gd name="connsiteX86" fmla="*/ 4902443 w 12192000"/>
              <a:gd name="connsiteY86" fmla="*/ 2249037 h 2676210"/>
              <a:gd name="connsiteX87" fmla="*/ 4858751 w 12192000"/>
              <a:gd name="connsiteY87" fmla="*/ 2260409 h 2676210"/>
              <a:gd name="connsiteX88" fmla="*/ 4785497 w 12192000"/>
              <a:gd name="connsiteY88" fmla="*/ 2278897 h 2676210"/>
              <a:gd name="connsiteX89" fmla="*/ 4732807 w 12192000"/>
              <a:gd name="connsiteY89" fmla="*/ 2315139 h 2676210"/>
              <a:gd name="connsiteX90" fmla="*/ 4670737 w 12192000"/>
              <a:gd name="connsiteY90" fmla="*/ 2321711 h 2676210"/>
              <a:gd name="connsiteX91" fmla="*/ 4653655 w 12192000"/>
              <a:gd name="connsiteY91" fmla="*/ 2294237 h 2676210"/>
              <a:gd name="connsiteX92" fmla="*/ 4588125 w 12192000"/>
              <a:gd name="connsiteY92" fmla="*/ 2310680 h 2676210"/>
              <a:gd name="connsiteX93" fmla="*/ 4489013 w 12192000"/>
              <a:gd name="connsiteY93" fmla="*/ 2338805 h 2676210"/>
              <a:gd name="connsiteX94" fmla="*/ 4431159 w 12192000"/>
              <a:gd name="connsiteY94" fmla="*/ 2347536 h 2676210"/>
              <a:gd name="connsiteX95" fmla="*/ 4273885 w 12192000"/>
              <a:gd name="connsiteY95" fmla="*/ 2379520 h 2676210"/>
              <a:gd name="connsiteX96" fmla="*/ 4116925 w 12192000"/>
              <a:gd name="connsiteY96" fmla="*/ 2417756 h 2676210"/>
              <a:gd name="connsiteX97" fmla="*/ 4027169 w 12192000"/>
              <a:gd name="connsiteY97" fmla="*/ 2475399 h 2676210"/>
              <a:gd name="connsiteX98" fmla="*/ 3897799 w 12192000"/>
              <a:gd name="connsiteY98" fmla="*/ 2503049 h 2676210"/>
              <a:gd name="connsiteX99" fmla="*/ 3876619 w 12192000"/>
              <a:gd name="connsiteY99" fmla="*/ 2512804 h 2676210"/>
              <a:gd name="connsiteX100" fmla="*/ 3845677 w 12192000"/>
              <a:gd name="connsiteY100" fmla="*/ 2510101 h 2676210"/>
              <a:gd name="connsiteX101" fmla="*/ 3721493 w 12192000"/>
              <a:gd name="connsiteY101" fmla="*/ 2497646 h 2676210"/>
              <a:gd name="connsiteX102" fmla="*/ 3622296 w 12192000"/>
              <a:gd name="connsiteY102" fmla="*/ 2473347 h 2676210"/>
              <a:gd name="connsiteX103" fmla="*/ 3504883 w 12192000"/>
              <a:gd name="connsiteY103" fmla="*/ 2503869 h 2676210"/>
              <a:gd name="connsiteX104" fmla="*/ 3431219 w 12192000"/>
              <a:gd name="connsiteY104" fmla="*/ 2502163 h 2676210"/>
              <a:gd name="connsiteX105" fmla="*/ 3151243 w 12192000"/>
              <a:gd name="connsiteY105" fmla="*/ 2492405 h 2676210"/>
              <a:gd name="connsiteX106" fmla="*/ 3057639 w 12192000"/>
              <a:gd name="connsiteY106" fmla="*/ 2507988 h 2676210"/>
              <a:gd name="connsiteX107" fmla="*/ 2916555 w 12192000"/>
              <a:gd name="connsiteY107" fmla="*/ 2472028 h 2676210"/>
              <a:gd name="connsiteX108" fmla="*/ 2846802 w 12192000"/>
              <a:gd name="connsiteY108" fmla="*/ 2461014 h 2676210"/>
              <a:gd name="connsiteX109" fmla="*/ 2739588 w 12192000"/>
              <a:gd name="connsiteY109" fmla="*/ 2457956 h 2676210"/>
              <a:gd name="connsiteX110" fmla="*/ 2706684 w 12192000"/>
              <a:gd name="connsiteY110" fmla="*/ 2454540 h 2676210"/>
              <a:gd name="connsiteX111" fmla="*/ 2376571 w 12192000"/>
              <a:gd name="connsiteY111" fmla="*/ 2392905 h 2676210"/>
              <a:gd name="connsiteX112" fmla="*/ 2194299 w 12192000"/>
              <a:gd name="connsiteY112" fmla="*/ 2475215 h 2676210"/>
              <a:gd name="connsiteX113" fmla="*/ 1985091 w 12192000"/>
              <a:gd name="connsiteY113" fmla="*/ 2503652 h 2676210"/>
              <a:gd name="connsiteX114" fmla="*/ 1917360 w 12192000"/>
              <a:gd name="connsiteY114" fmla="*/ 2472495 h 2676210"/>
              <a:gd name="connsiteX115" fmla="*/ 1885040 w 12192000"/>
              <a:gd name="connsiteY115" fmla="*/ 2475917 h 2676210"/>
              <a:gd name="connsiteX116" fmla="*/ 1832317 w 12192000"/>
              <a:gd name="connsiteY116" fmla="*/ 2485332 h 2676210"/>
              <a:gd name="connsiteX117" fmla="*/ 1748729 w 12192000"/>
              <a:gd name="connsiteY117" fmla="*/ 2475325 h 2676210"/>
              <a:gd name="connsiteX118" fmla="*/ 1584574 w 12192000"/>
              <a:gd name="connsiteY118" fmla="*/ 2491479 h 2676210"/>
              <a:gd name="connsiteX119" fmla="*/ 1300369 w 12192000"/>
              <a:gd name="connsiteY119" fmla="*/ 2444914 h 2676210"/>
              <a:gd name="connsiteX120" fmla="*/ 1045572 w 12192000"/>
              <a:gd name="connsiteY120" fmla="*/ 2476491 h 2676210"/>
              <a:gd name="connsiteX121" fmla="*/ 957561 w 12192000"/>
              <a:gd name="connsiteY121" fmla="*/ 2484124 h 2676210"/>
              <a:gd name="connsiteX122" fmla="*/ 872692 w 12192000"/>
              <a:gd name="connsiteY122" fmla="*/ 2551368 h 2676210"/>
              <a:gd name="connsiteX123" fmla="*/ 653171 w 12192000"/>
              <a:gd name="connsiteY123" fmla="*/ 2607266 h 2676210"/>
              <a:gd name="connsiteX124" fmla="*/ 479703 w 12192000"/>
              <a:gd name="connsiteY124" fmla="*/ 2594204 h 2676210"/>
              <a:gd name="connsiteX125" fmla="*/ 441281 w 12192000"/>
              <a:gd name="connsiteY125" fmla="*/ 2605939 h 2676210"/>
              <a:gd name="connsiteX126" fmla="*/ 315252 w 12192000"/>
              <a:gd name="connsiteY126" fmla="*/ 2675861 h 2676210"/>
              <a:gd name="connsiteX127" fmla="*/ 97385 w 12192000"/>
              <a:gd name="connsiteY127" fmla="*/ 2636063 h 2676210"/>
              <a:gd name="connsiteX128" fmla="*/ 48888 w 12192000"/>
              <a:gd name="connsiteY128" fmla="*/ 2641447 h 2676210"/>
              <a:gd name="connsiteX129" fmla="*/ 0 w 12192000"/>
              <a:gd name="connsiteY129" fmla="*/ 2649426 h 2676210"/>
              <a:gd name="connsiteX130" fmla="*/ 0 w 12192000"/>
              <a:gd name="connsiteY130" fmla="*/ 0 h 2676210"/>
              <a:gd name="connsiteX0" fmla="*/ 0 w 12192000"/>
              <a:gd name="connsiteY0" fmla="*/ 0 h 2676210"/>
              <a:gd name="connsiteX1" fmla="*/ 12192000 w 12192000"/>
              <a:gd name="connsiteY1" fmla="*/ 0 h 2676210"/>
              <a:gd name="connsiteX2" fmla="*/ 12192000 w 12192000"/>
              <a:gd name="connsiteY2" fmla="*/ 1727909 h 2676210"/>
              <a:gd name="connsiteX3" fmla="*/ 12115957 w 12192000"/>
              <a:gd name="connsiteY3" fmla="*/ 1732272 h 2676210"/>
              <a:gd name="connsiteX4" fmla="*/ 12012533 w 12192000"/>
              <a:gd name="connsiteY4" fmla="*/ 1737200 h 2676210"/>
              <a:gd name="connsiteX5" fmla="*/ 11801718 w 12192000"/>
              <a:gd name="connsiteY5" fmla="*/ 1707786 h 2676210"/>
              <a:gd name="connsiteX6" fmla="*/ 11750717 w 12192000"/>
              <a:gd name="connsiteY6" fmla="*/ 1684756 h 2676210"/>
              <a:gd name="connsiteX7" fmla="*/ 11712295 w 12192000"/>
              <a:gd name="connsiteY7" fmla="*/ 1673021 h 2676210"/>
              <a:gd name="connsiteX8" fmla="*/ 11538827 w 12192000"/>
              <a:gd name="connsiteY8" fmla="*/ 1639190 h 2676210"/>
              <a:gd name="connsiteX9" fmla="*/ 11319306 w 12192000"/>
              <a:gd name="connsiteY9" fmla="*/ 1630185 h 2676210"/>
              <a:gd name="connsiteX10" fmla="*/ 11234437 w 12192000"/>
              <a:gd name="connsiteY10" fmla="*/ 1562941 h 2676210"/>
              <a:gd name="connsiteX11" fmla="*/ 11146426 w 12192000"/>
              <a:gd name="connsiteY11" fmla="*/ 1555308 h 2676210"/>
              <a:gd name="connsiteX12" fmla="*/ 10891629 w 12192000"/>
              <a:gd name="connsiteY12" fmla="*/ 1523731 h 2676210"/>
              <a:gd name="connsiteX13" fmla="*/ 10607424 w 12192000"/>
              <a:gd name="connsiteY13" fmla="*/ 1570296 h 2676210"/>
              <a:gd name="connsiteX14" fmla="*/ 10562291 w 12192000"/>
              <a:gd name="connsiteY14" fmla="*/ 1560944 h 2676210"/>
              <a:gd name="connsiteX15" fmla="*/ 10551291 w 12192000"/>
              <a:gd name="connsiteY15" fmla="*/ 1556691 h 2676210"/>
              <a:gd name="connsiteX16" fmla="*/ 10546586 w 12192000"/>
              <a:gd name="connsiteY16" fmla="*/ 1559265 h 2676210"/>
              <a:gd name="connsiteX17" fmla="*/ 10547130 w 12192000"/>
              <a:gd name="connsiteY17" fmla="*/ 1583380 h 2676210"/>
              <a:gd name="connsiteX18" fmla="*/ 10522252 w 12192000"/>
              <a:gd name="connsiteY18" fmla="*/ 1595065 h 2676210"/>
              <a:gd name="connsiteX19" fmla="*/ 10329259 w 12192000"/>
              <a:gd name="connsiteY19" fmla="*/ 1579142 h 2676210"/>
              <a:gd name="connsiteX20" fmla="*/ 10132610 w 12192000"/>
              <a:gd name="connsiteY20" fmla="*/ 1619865 h 2676210"/>
              <a:gd name="connsiteX21" fmla="*/ 9811199 w 12192000"/>
              <a:gd name="connsiteY21" fmla="*/ 1648968 h 2676210"/>
              <a:gd name="connsiteX22" fmla="*/ 9537440 w 12192000"/>
              <a:gd name="connsiteY22" fmla="*/ 1671316 h 2676210"/>
              <a:gd name="connsiteX23" fmla="*/ 9405213 w 12192000"/>
              <a:gd name="connsiteY23" fmla="*/ 1679204 h 2676210"/>
              <a:gd name="connsiteX24" fmla="*/ 9306407 w 12192000"/>
              <a:gd name="connsiteY24" fmla="*/ 1736146 h 2676210"/>
              <a:gd name="connsiteX25" fmla="*/ 9152929 w 12192000"/>
              <a:gd name="connsiteY25" fmla="*/ 1750379 h 2676210"/>
              <a:gd name="connsiteX26" fmla="*/ 9062807 w 12192000"/>
              <a:gd name="connsiteY26" fmla="*/ 1765741 h 2676210"/>
              <a:gd name="connsiteX27" fmla="*/ 9031250 w 12192000"/>
              <a:gd name="connsiteY27" fmla="*/ 1782330 h 2676210"/>
              <a:gd name="connsiteX28" fmla="*/ 8985382 w 12192000"/>
              <a:gd name="connsiteY28" fmla="*/ 1798267 h 2676210"/>
              <a:gd name="connsiteX29" fmla="*/ 8906505 w 12192000"/>
              <a:gd name="connsiteY29" fmla="*/ 1834715 h 2676210"/>
              <a:gd name="connsiteX30" fmla="*/ 8796926 w 12192000"/>
              <a:gd name="connsiteY30" fmla="*/ 1869211 h 2676210"/>
              <a:gd name="connsiteX31" fmla="*/ 8705687 w 12192000"/>
              <a:gd name="connsiteY31" fmla="*/ 1848419 h 2676210"/>
              <a:gd name="connsiteX32" fmla="*/ 8700414 w 12192000"/>
              <a:gd name="connsiteY32" fmla="*/ 1857766 h 2676210"/>
              <a:gd name="connsiteX33" fmla="*/ 8643017 w 12192000"/>
              <a:gd name="connsiteY33" fmla="*/ 1865810 h 2676210"/>
              <a:gd name="connsiteX34" fmla="*/ 8428505 w 12192000"/>
              <a:gd name="connsiteY34" fmla="*/ 1838566 h 2676210"/>
              <a:gd name="connsiteX35" fmla="*/ 8316712 w 12192000"/>
              <a:gd name="connsiteY35" fmla="*/ 1855817 h 2676210"/>
              <a:gd name="connsiteX36" fmla="*/ 8279203 w 12192000"/>
              <a:gd name="connsiteY36" fmla="*/ 1870876 h 2676210"/>
              <a:gd name="connsiteX37" fmla="*/ 8216222 w 12192000"/>
              <a:gd name="connsiteY37" fmla="*/ 1895553 h 2676210"/>
              <a:gd name="connsiteX38" fmla="*/ 8119712 w 12192000"/>
              <a:gd name="connsiteY38" fmla="*/ 1947916 h 2676210"/>
              <a:gd name="connsiteX39" fmla="*/ 8100082 w 12192000"/>
              <a:gd name="connsiteY39" fmla="*/ 1922220 h 2676210"/>
              <a:gd name="connsiteX40" fmla="*/ 8043728 w 12192000"/>
              <a:gd name="connsiteY40" fmla="*/ 1944200 h 2676210"/>
              <a:gd name="connsiteX41" fmla="*/ 7958999 w 12192000"/>
              <a:gd name="connsiteY41" fmla="*/ 1980667 h 2676210"/>
              <a:gd name="connsiteX42" fmla="*/ 7908348 w 12192000"/>
              <a:gd name="connsiteY42" fmla="*/ 1994348 h 2676210"/>
              <a:gd name="connsiteX43" fmla="*/ 7771932 w 12192000"/>
              <a:gd name="connsiteY43" fmla="*/ 2039701 h 2676210"/>
              <a:gd name="connsiteX44" fmla="*/ 7579180 w 12192000"/>
              <a:gd name="connsiteY44" fmla="*/ 2150519 h 2676210"/>
              <a:gd name="connsiteX45" fmla="*/ 7571467 w 12192000"/>
              <a:gd name="connsiteY45" fmla="*/ 2153548 h 2676210"/>
              <a:gd name="connsiteX46" fmla="*/ 7549398 w 12192000"/>
              <a:gd name="connsiteY46" fmla="*/ 2153051 h 2676210"/>
              <a:gd name="connsiteX47" fmla="*/ 7540934 w 12192000"/>
              <a:gd name="connsiteY47" fmla="*/ 2151418 h 2676210"/>
              <a:gd name="connsiteX48" fmla="*/ 7528900 w 12192000"/>
              <a:gd name="connsiteY48" fmla="*/ 2152107 h 2676210"/>
              <a:gd name="connsiteX49" fmla="*/ 7528656 w 12192000"/>
              <a:gd name="connsiteY49" fmla="*/ 2152584 h 2676210"/>
              <a:gd name="connsiteX50" fmla="*/ 7517280 w 12192000"/>
              <a:gd name="connsiteY50" fmla="*/ 2152327 h 2676210"/>
              <a:gd name="connsiteX51" fmla="*/ 7460956 w 12192000"/>
              <a:gd name="connsiteY51" fmla="*/ 2145255 h 2676210"/>
              <a:gd name="connsiteX52" fmla="*/ 7393117 w 12192000"/>
              <a:gd name="connsiteY52" fmla="*/ 2193066 h 2676210"/>
              <a:gd name="connsiteX53" fmla="*/ 7363846 w 12192000"/>
              <a:gd name="connsiteY53" fmla="*/ 2202297 h 2676210"/>
              <a:gd name="connsiteX54" fmla="*/ 7348496 w 12192000"/>
              <a:gd name="connsiteY54" fmla="*/ 2209686 h 2676210"/>
              <a:gd name="connsiteX55" fmla="*/ 7347724 w 12192000"/>
              <a:gd name="connsiteY55" fmla="*/ 2211733 h 2676210"/>
              <a:gd name="connsiteX56" fmla="*/ 7293703 w 12192000"/>
              <a:gd name="connsiteY56" fmla="*/ 2204721 h 2676210"/>
              <a:gd name="connsiteX57" fmla="*/ 7286955 w 12192000"/>
              <a:gd name="connsiteY57" fmla="*/ 2207494 h 2676210"/>
              <a:gd name="connsiteX58" fmla="*/ 7251199 w 12192000"/>
              <a:gd name="connsiteY58" fmla="*/ 2198184 h 2676210"/>
              <a:gd name="connsiteX59" fmla="*/ 7233016 w 12192000"/>
              <a:gd name="connsiteY59" fmla="*/ 2195902 h 2676210"/>
              <a:gd name="connsiteX60" fmla="*/ 7227281 w 12192000"/>
              <a:gd name="connsiteY60" fmla="*/ 2190042 h 2676210"/>
              <a:gd name="connsiteX61" fmla="*/ 7200745 w 12192000"/>
              <a:gd name="connsiteY61" fmla="*/ 2189321 h 2676210"/>
              <a:gd name="connsiteX62" fmla="*/ 7197924 w 12192000"/>
              <a:gd name="connsiteY62" fmla="*/ 2191205 h 2676210"/>
              <a:gd name="connsiteX63" fmla="*/ 7175198 w 12192000"/>
              <a:gd name="connsiteY63" fmla="*/ 2183294 h 2676210"/>
              <a:gd name="connsiteX64" fmla="*/ 7155136 w 12192000"/>
              <a:gd name="connsiteY64" fmla="*/ 2167822 h 2676210"/>
              <a:gd name="connsiteX65" fmla="*/ 6932665 w 12192000"/>
              <a:gd name="connsiteY65" fmla="*/ 2189385 h 2676210"/>
              <a:gd name="connsiteX66" fmla="*/ 6731794 w 12192000"/>
              <a:gd name="connsiteY66" fmla="*/ 2131083 h 2676210"/>
              <a:gd name="connsiteX67" fmla="*/ 6271707 w 12192000"/>
              <a:gd name="connsiteY67" fmla="*/ 2183170 h 2676210"/>
              <a:gd name="connsiteX68" fmla="*/ 6196177 w 12192000"/>
              <a:gd name="connsiteY68" fmla="*/ 2200059 h 2676210"/>
              <a:gd name="connsiteX69" fmla="*/ 6125472 w 12192000"/>
              <a:gd name="connsiteY69" fmla="*/ 2178263 h 2676210"/>
              <a:gd name="connsiteX70" fmla="*/ 6098878 w 12192000"/>
              <a:gd name="connsiteY70" fmla="*/ 2192939 h 2676210"/>
              <a:gd name="connsiteX71" fmla="*/ 6094339 w 12192000"/>
              <a:gd name="connsiteY71" fmla="*/ 2195871 h 2676210"/>
              <a:gd name="connsiteX72" fmla="*/ 6075163 w 12192000"/>
              <a:gd name="connsiteY72" fmla="*/ 2198856 h 2676210"/>
              <a:gd name="connsiteX73" fmla="*/ 6071016 w 12192000"/>
              <a:gd name="connsiteY73" fmla="*/ 2210639 h 2676210"/>
              <a:gd name="connsiteX74" fmla="*/ 6043058 w 12192000"/>
              <a:gd name="connsiteY74" fmla="*/ 2222971 h 2676210"/>
              <a:gd name="connsiteX75" fmla="*/ 6007411 w 12192000"/>
              <a:gd name="connsiteY75" fmla="*/ 2225411 h 2676210"/>
              <a:gd name="connsiteX76" fmla="*/ 5836800 w 12192000"/>
              <a:gd name="connsiteY76" fmla="*/ 2224771 h 2676210"/>
              <a:gd name="connsiteX77" fmla="*/ 5735414 w 12192000"/>
              <a:gd name="connsiteY77" fmla="*/ 2231366 h 2676210"/>
              <a:gd name="connsiteX78" fmla="*/ 5697982 w 12192000"/>
              <a:gd name="connsiteY78" fmla="*/ 2244836 h 2676210"/>
              <a:gd name="connsiteX79" fmla="*/ 5644981 w 12192000"/>
              <a:gd name="connsiteY79" fmla="*/ 2256274 h 2676210"/>
              <a:gd name="connsiteX80" fmla="*/ 5552282 w 12192000"/>
              <a:gd name="connsiteY80" fmla="*/ 2284946 h 2676210"/>
              <a:gd name="connsiteX81" fmla="*/ 5426280 w 12192000"/>
              <a:gd name="connsiteY81" fmla="*/ 2308712 h 2676210"/>
              <a:gd name="connsiteX82" fmla="*/ 5329896 w 12192000"/>
              <a:gd name="connsiteY82" fmla="*/ 2279209 h 2676210"/>
              <a:gd name="connsiteX83" fmla="*/ 5322508 w 12192000"/>
              <a:gd name="connsiteY83" fmla="*/ 2288005 h 2676210"/>
              <a:gd name="connsiteX84" fmla="*/ 5258237 w 12192000"/>
              <a:gd name="connsiteY84" fmla="*/ 2290475 h 2676210"/>
              <a:gd name="connsiteX85" fmla="*/ 5027899 w 12192000"/>
              <a:gd name="connsiteY85" fmla="*/ 2242653 h 2676210"/>
              <a:gd name="connsiteX86" fmla="*/ 4902443 w 12192000"/>
              <a:gd name="connsiteY86" fmla="*/ 2249037 h 2676210"/>
              <a:gd name="connsiteX87" fmla="*/ 4858751 w 12192000"/>
              <a:gd name="connsiteY87" fmla="*/ 2260409 h 2676210"/>
              <a:gd name="connsiteX88" fmla="*/ 4785497 w 12192000"/>
              <a:gd name="connsiteY88" fmla="*/ 2278897 h 2676210"/>
              <a:gd name="connsiteX89" fmla="*/ 4732807 w 12192000"/>
              <a:gd name="connsiteY89" fmla="*/ 2315139 h 2676210"/>
              <a:gd name="connsiteX90" fmla="*/ 4670737 w 12192000"/>
              <a:gd name="connsiteY90" fmla="*/ 2321711 h 2676210"/>
              <a:gd name="connsiteX91" fmla="*/ 4653655 w 12192000"/>
              <a:gd name="connsiteY91" fmla="*/ 2294237 h 2676210"/>
              <a:gd name="connsiteX92" fmla="*/ 4588125 w 12192000"/>
              <a:gd name="connsiteY92" fmla="*/ 2310680 h 2676210"/>
              <a:gd name="connsiteX93" fmla="*/ 4489013 w 12192000"/>
              <a:gd name="connsiteY93" fmla="*/ 2338805 h 2676210"/>
              <a:gd name="connsiteX94" fmla="*/ 4431159 w 12192000"/>
              <a:gd name="connsiteY94" fmla="*/ 2347536 h 2676210"/>
              <a:gd name="connsiteX95" fmla="*/ 4273885 w 12192000"/>
              <a:gd name="connsiteY95" fmla="*/ 2379520 h 2676210"/>
              <a:gd name="connsiteX96" fmla="*/ 4116925 w 12192000"/>
              <a:gd name="connsiteY96" fmla="*/ 2417756 h 2676210"/>
              <a:gd name="connsiteX97" fmla="*/ 4027169 w 12192000"/>
              <a:gd name="connsiteY97" fmla="*/ 2475399 h 2676210"/>
              <a:gd name="connsiteX98" fmla="*/ 3897799 w 12192000"/>
              <a:gd name="connsiteY98" fmla="*/ 2503049 h 2676210"/>
              <a:gd name="connsiteX99" fmla="*/ 3876619 w 12192000"/>
              <a:gd name="connsiteY99" fmla="*/ 2512804 h 2676210"/>
              <a:gd name="connsiteX100" fmla="*/ 3845677 w 12192000"/>
              <a:gd name="connsiteY100" fmla="*/ 2510101 h 2676210"/>
              <a:gd name="connsiteX101" fmla="*/ 3721493 w 12192000"/>
              <a:gd name="connsiteY101" fmla="*/ 2497646 h 2676210"/>
              <a:gd name="connsiteX102" fmla="*/ 3504883 w 12192000"/>
              <a:gd name="connsiteY102" fmla="*/ 2503869 h 2676210"/>
              <a:gd name="connsiteX103" fmla="*/ 3431219 w 12192000"/>
              <a:gd name="connsiteY103" fmla="*/ 2502163 h 2676210"/>
              <a:gd name="connsiteX104" fmla="*/ 3151243 w 12192000"/>
              <a:gd name="connsiteY104" fmla="*/ 2492405 h 2676210"/>
              <a:gd name="connsiteX105" fmla="*/ 3057639 w 12192000"/>
              <a:gd name="connsiteY105" fmla="*/ 2507988 h 2676210"/>
              <a:gd name="connsiteX106" fmla="*/ 2916555 w 12192000"/>
              <a:gd name="connsiteY106" fmla="*/ 2472028 h 2676210"/>
              <a:gd name="connsiteX107" fmla="*/ 2846802 w 12192000"/>
              <a:gd name="connsiteY107" fmla="*/ 2461014 h 2676210"/>
              <a:gd name="connsiteX108" fmla="*/ 2739588 w 12192000"/>
              <a:gd name="connsiteY108" fmla="*/ 2457956 h 2676210"/>
              <a:gd name="connsiteX109" fmla="*/ 2706684 w 12192000"/>
              <a:gd name="connsiteY109" fmla="*/ 2454540 h 2676210"/>
              <a:gd name="connsiteX110" fmla="*/ 2376571 w 12192000"/>
              <a:gd name="connsiteY110" fmla="*/ 2392905 h 2676210"/>
              <a:gd name="connsiteX111" fmla="*/ 2194299 w 12192000"/>
              <a:gd name="connsiteY111" fmla="*/ 2475215 h 2676210"/>
              <a:gd name="connsiteX112" fmla="*/ 1985091 w 12192000"/>
              <a:gd name="connsiteY112" fmla="*/ 2503652 h 2676210"/>
              <a:gd name="connsiteX113" fmla="*/ 1917360 w 12192000"/>
              <a:gd name="connsiteY113" fmla="*/ 2472495 h 2676210"/>
              <a:gd name="connsiteX114" fmla="*/ 1885040 w 12192000"/>
              <a:gd name="connsiteY114" fmla="*/ 2475917 h 2676210"/>
              <a:gd name="connsiteX115" fmla="*/ 1832317 w 12192000"/>
              <a:gd name="connsiteY115" fmla="*/ 2485332 h 2676210"/>
              <a:gd name="connsiteX116" fmla="*/ 1748729 w 12192000"/>
              <a:gd name="connsiteY116" fmla="*/ 2475325 h 2676210"/>
              <a:gd name="connsiteX117" fmla="*/ 1584574 w 12192000"/>
              <a:gd name="connsiteY117" fmla="*/ 2491479 h 2676210"/>
              <a:gd name="connsiteX118" fmla="*/ 1300369 w 12192000"/>
              <a:gd name="connsiteY118" fmla="*/ 2444914 h 2676210"/>
              <a:gd name="connsiteX119" fmla="*/ 1045572 w 12192000"/>
              <a:gd name="connsiteY119" fmla="*/ 2476491 h 2676210"/>
              <a:gd name="connsiteX120" fmla="*/ 957561 w 12192000"/>
              <a:gd name="connsiteY120" fmla="*/ 2484124 h 2676210"/>
              <a:gd name="connsiteX121" fmla="*/ 872692 w 12192000"/>
              <a:gd name="connsiteY121" fmla="*/ 2551368 h 2676210"/>
              <a:gd name="connsiteX122" fmla="*/ 653171 w 12192000"/>
              <a:gd name="connsiteY122" fmla="*/ 2607266 h 2676210"/>
              <a:gd name="connsiteX123" fmla="*/ 479703 w 12192000"/>
              <a:gd name="connsiteY123" fmla="*/ 2594204 h 2676210"/>
              <a:gd name="connsiteX124" fmla="*/ 441281 w 12192000"/>
              <a:gd name="connsiteY124" fmla="*/ 2605939 h 2676210"/>
              <a:gd name="connsiteX125" fmla="*/ 315252 w 12192000"/>
              <a:gd name="connsiteY125" fmla="*/ 2675861 h 2676210"/>
              <a:gd name="connsiteX126" fmla="*/ 97385 w 12192000"/>
              <a:gd name="connsiteY126" fmla="*/ 2636063 h 2676210"/>
              <a:gd name="connsiteX127" fmla="*/ 48888 w 12192000"/>
              <a:gd name="connsiteY127" fmla="*/ 2641447 h 2676210"/>
              <a:gd name="connsiteX128" fmla="*/ 0 w 12192000"/>
              <a:gd name="connsiteY128" fmla="*/ 2649426 h 2676210"/>
              <a:gd name="connsiteX129" fmla="*/ 0 w 12192000"/>
              <a:gd name="connsiteY129" fmla="*/ 0 h 2676210"/>
              <a:gd name="connsiteX0" fmla="*/ 0 w 12192000"/>
              <a:gd name="connsiteY0" fmla="*/ 0 h 2676210"/>
              <a:gd name="connsiteX1" fmla="*/ 12192000 w 12192000"/>
              <a:gd name="connsiteY1" fmla="*/ 0 h 2676210"/>
              <a:gd name="connsiteX2" fmla="*/ 12192000 w 12192000"/>
              <a:gd name="connsiteY2" fmla="*/ 1727909 h 2676210"/>
              <a:gd name="connsiteX3" fmla="*/ 12115957 w 12192000"/>
              <a:gd name="connsiteY3" fmla="*/ 1732272 h 2676210"/>
              <a:gd name="connsiteX4" fmla="*/ 12012533 w 12192000"/>
              <a:gd name="connsiteY4" fmla="*/ 1737200 h 2676210"/>
              <a:gd name="connsiteX5" fmla="*/ 11801718 w 12192000"/>
              <a:gd name="connsiteY5" fmla="*/ 1707786 h 2676210"/>
              <a:gd name="connsiteX6" fmla="*/ 11750717 w 12192000"/>
              <a:gd name="connsiteY6" fmla="*/ 1684756 h 2676210"/>
              <a:gd name="connsiteX7" fmla="*/ 11712295 w 12192000"/>
              <a:gd name="connsiteY7" fmla="*/ 1673021 h 2676210"/>
              <a:gd name="connsiteX8" fmla="*/ 11538827 w 12192000"/>
              <a:gd name="connsiteY8" fmla="*/ 1639190 h 2676210"/>
              <a:gd name="connsiteX9" fmla="*/ 11319306 w 12192000"/>
              <a:gd name="connsiteY9" fmla="*/ 1630185 h 2676210"/>
              <a:gd name="connsiteX10" fmla="*/ 11234437 w 12192000"/>
              <a:gd name="connsiteY10" fmla="*/ 1562941 h 2676210"/>
              <a:gd name="connsiteX11" fmla="*/ 11146426 w 12192000"/>
              <a:gd name="connsiteY11" fmla="*/ 1555308 h 2676210"/>
              <a:gd name="connsiteX12" fmla="*/ 10891629 w 12192000"/>
              <a:gd name="connsiteY12" fmla="*/ 1523731 h 2676210"/>
              <a:gd name="connsiteX13" fmla="*/ 10607424 w 12192000"/>
              <a:gd name="connsiteY13" fmla="*/ 1570296 h 2676210"/>
              <a:gd name="connsiteX14" fmla="*/ 10562291 w 12192000"/>
              <a:gd name="connsiteY14" fmla="*/ 1560944 h 2676210"/>
              <a:gd name="connsiteX15" fmla="*/ 10551291 w 12192000"/>
              <a:gd name="connsiteY15" fmla="*/ 1556691 h 2676210"/>
              <a:gd name="connsiteX16" fmla="*/ 10546586 w 12192000"/>
              <a:gd name="connsiteY16" fmla="*/ 1559265 h 2676210"/>
              <a:gd name="connsiteX17" fmla="*/ 10547130 w 12192000"/>
              <a:gd name="connsiteY17" fmla="*/ 1583380 h 2676210"/>
              <a:gd name="connsiteX18" fmla="*/ 10522252 w 12192000"/>
              <a:gd name="connsiteY18" fmla="*/ 1595065 h 2676210"/>
              <a:gd name="connsiteX19" fmla="*/ 10329259 w 12192000"/>
              <a:gd name="connsiteY19" fmla="*/ 1579142 h 2676210"/>
              <a:gd name="connsiteX20" fmla="*/ 10132610 w 12192000"/>
              <a:gd name="connsiteY20" fmla="*/ 1619865 h 2676210"/>
              <a:gd name="connsiteX21" fmla="*/ 9811199 w 12192000"/>
              <a:gd name="connsiteY21" fmla="*/ 1648968 h 2676210"/>
              <a:gd name="connsiteX22" fmla="*/ 9537440 w 12192000"/>
              <a:gd name="connsiteY22" fmla="*/ 1671316 h 2676210"/>
              <a:gd name="connsiteX23" fmla="*/ 9405213 w 12192000"/>
              <a:gd name="connsiteY23" fmla="*/ 1679204 h 2676210"/>
              <a:gd name="connsiteX24" fmla="*/ 9306407 w 12192000"/>
              <a:gd name="connsiteY24" fmla="*/ 1736146 h 2676210"/>
              <a:gd name="connsiteX25" fmla="*/ 9152929 w 12192000"/>
              <a:gd name="connsiteY25" fmla="*/ 1750379 h 2676210"/>
              <a:gd name="connsiteX26" fmla="*/ 9062807 w 12192000"/>
              <a:gd name="connsiteY26" fmla="*/ 1765741 h 2676210"/>
              <a:gd name="connsiteX27" fmla="*/ 9031250 w 12192000"/>
              <a:gd name="connsiteY27" fmla="*/ 1782330 h 2676210"/>
              <a:gd name="connsiteX28" fmla="*/ 8985382 w 12192000"/>
              <a:gd name="connsiteY28" fmla="*/ 1798267 h 2676210"/>
              <a:gd name="connsiteX29" fmla="*/ 8906505 w 12192000"/>
              <a:gd name="connsiteY29" fmla="*/ 1834715 h 2676210"/>
              <a:gd name="connsiteX30" fmla="*/ 8796926 w 12192000"/>
              <a:gd name="connsiteY30" fmla="*/ 1869211 h 2676210"/>
              <a:gd name="connsiteX31" fmla="*/ 8705687 w 12192000"/>
              <a:gd name="connsiteY31" fmla="*/ 1848419 h 2676210"/>
              <a:gd name="connsiteX32" fmla="*/ 8700414 w 12192000"/>
              <a:gd name="connsiteY32" fmla="*/ 1857766 h 2676210"/>
              <a:gd name="connsiteX33" fmla="*/ 8643017 w 12192000"/>
              <a:gd name="connsiteY33" fmla="*/ 1865810 h 2676210"/>
              <a:gd name="connsiteX34" fmla="*/ 8428505 w 12192000"/>
              <a:gd name="connsiteY34" fmla="*/ 1838566 h 2676210"/>
              <a:gd name="connsiteX35" fmla="*/ 8316712 w 12192000"/>
              <a:gd name="connsiteY35" fmla="*/ 1855817 h 2676210"/>
              <a:gd name="connsiteX36" fmla="*/ 8279203 w 12192000"/>
              <a:gd name="connsiteY36" fmla="*/ 1870876 h 2676210"/>
              <a:gd name="connsiteX37" fmla="*/ 8216222 w 12192000"/>
              <a:gd name="connsiteY37" fmla="*/ 1895553 h 2676210"/>
              <a:gd name="connsiteX38" fmla="*/ 8119712 w 12192000"/>
              <a:gd name="connsiteY38" fmla="*/ 1947916 h 2676210"/>
              <a:gd name="connsiteX39" fmla="*/ 8100082 w 12192000"/>
              <a:gd name="connsiteY39" fmla="*/ 1922220 h 2676210"/>
              <a:gd name="connsiteX40" fmla="*/ 8043728 w 12192000"/>
              <a:gd name="connsiteY40" fmla="*/ 1944200 h 2676210"/>
              <a:gd name="connsiteX41" fmla="*/ 7958999 w 12192000"/>
              <a:gd name="connsiteY41" fmla="*/ 1980667 h 2676210"/>
              <a:gd name="connsiteX42" fmla="*/ 7908348 w 12192000"/>
              <a:gd name="connsiteY42" fmla="*/ 1994348 h 2676210"/>
              <a:gd name="connsiteX43" fmla="*/ 7771932 w 12192000"/>
              <a:gd name="connsiteY43" fmla="*/ 2039701 h 2676210"/>
              <a:gd name="connsiteX44" fmla="*/ 7579180 w 12192000"/>
              <a:gd name="connsiteY44" fmla="*/ 2150519 h 2676210"/>
              <a:gd name="connsiteX45" fmla="*/ 7571467 w 12192000"/>
              <a:gd name="connsiteY45" fmla="*/ 2153548 h 2676210"/>
              <a:gd name="connsiteX46" fmla="*/ 7549398 w 12192000"/>
              <a:gd name="connsiteY46" fmla="*/ 2153051 h 2676210"/>
              <a:gd name="connsiteX47" fmla="*/ 7540934 w 12192000"/>
              <a:gd name="connsiteY47" fmla="*/ 2151418 h 2676210"/>
              <a:gd name="connsiteX48" fmla="*/ 7528900 w 12192000"/>
              <a:gd name="connsiteY48" fmla="*/ 2152107 h 2676210"/>
              <a:gd name="connsiteX49" fmla="*/ 7528656 w 12192000"/>
              <a:gd name="connsiteY49" fmla="*/ 2152584 h 2676210"/>
              <a:gd name="connsiteX50" fmla="*/ 7517280 w 12192000"/>
              <a:gd name="connsiteY50" fmla="*/ 2152327 h 2676210"/>
              <a:gd name="connsiteX51" fmla="*/ 7460956 w 12192000"/>
              <a:gd name="connsiteY51" fmla="*/ 2145255 h 2676210"/>
              <a:gd name="connsiteX52" fmla="*/ 7393117 w 12192000"/>
              <a:gd name="connsiteY52" fmla="*/ 2193066 h 2676210"/>
              <a:gd name="connsiteX53" fmla="*/ 7363846 w 12192000"/>
              <a:gd name="connsiteY53" fmla="*/ 2202297 h 2676210"/>
              <a:gd name="connsiteX54" fmla="*/ 7348496 w 12192000"/>
              <a:gd name="connsiteY54" fmla="*/ 2209686 h 2676210"/>
              <a:gd name="connsiteX55" fmla="*/ 7347724 w 12192000"/>
              <a:gd name="connsiteY55" fmla="*/ 2211733 h 2676210"/>
              <a:gd name="connsiteX56" fmla="*/ 7293703 w 12192000"/>
              <a:gd name="connsiteY56" fmla="*/ 2204721 h 2676210"/>
              <a:gd name="connsiteX57" fmla="*/ 7286955 w 12192000"/>
              <a:gd name="connsiteY57" fmla="*/ 2207494 h 2676210"/>
              <a:gd name="connsiteX58" fmla="*/ 7251199 w 12192000"/>
              <a:gd name="connsiteY58" fmla="*/ 2198184 h 2676210"/>
              <a:gd name="connsiteX59" fmla="*/ 7233016 w 12192000"/>
              <a:gd name="connsiteY59" fmla="*/ 2195902 h 2676210"/>
              <a:gd name="connsiteX60" fmla="*/ 7227281 w 12192000"/>
              <a:gd name="connsiteY60" fmla="*/ 2190042 h 2676210"/>
              <a:gd name="connsiteX61" fmla="*/ 7200745 w 12192000"/>
              <a:gd name="connsiteY61" fmla="*/ 2189321 h 2676210"/>
              <a:gd name="connsiteX62" fmla="*/ 7197924 w 12192000"/>
              <a:gd name="connsiteY62" fmla="*/ 2191205 h 2676210"/>
              <a:gd name="connsiteX63" fmla="*/ 7175198 w 12192000"/>
              <a:gd name="connsiteY63" fmla="*/ 2183294 h 2676210"/>
              <a:gd name="connsiteX64" fmla="*/ 7155136 w 12192000"/>
              <a:gd name="connsiteY64" fmla="*/ 2167822 h 2676210"/>
              <a:gd name="connsiteX65" fmla="*/ 6932665 w 12192000"/>
              <a:gd name="connsiteY65" fmla="*/ 2189385 h 2676210"/>
              <a:gd name="connsiteX66" fmla="*/ 6731794 w 12192000"/>
              <a:gd name="connsiteY66" fmla="*/ 2131083 h 2676210"/>
              <a:gd name="connsiteX67" fmla="*/ 6271707 w 12192000"/>
              <a:gd name="connsiteY67" fmla="*/ 2183170 h 2676210"/>
              <a:gd name="connsiteX68" fmla="*/ 6196177 w 12192000"/>
              <a:gd name="connsiteY68" fmla="*/ 2200059 h 2676210"/>
              <a:gd name="connsiteX69" fmla="*/ 6125472 w 12192000"/>
              <a:gd name="connsiteY69" fmla="*/ 2178263 h 2676210"/>
              <a:gd name="connsiteX70" fmla="*/ 6098878 w 12192000"/>
              <a:gd name="connsiteY70" fmla="*/ 2192939 h 2676210"/>
              <a:gd name="connsiteX71" fmla="*/ 6094339 w 12192000"/>
              <a:gd name="connsiteY71" fmla="*/ 2195871 h 2676210"/>
              <a:gd name="connsiteX72" fmla="*/ 6075163 w 12192000"/>
              <a:gd name="connsiteY72" fmla="*/ 2198856 h 2676210"/>
              <a:gd name="connsiteX73" fmla="*/ 6071016 w 12192000"/>
              <a:gd name="connsiteY73" fmla="*/ 2210639 h 2676210"/>
              <a:gd name="connsiteX74" fmla="*/ 6043058 w 12192000"/>
              <a:gd name="connsiteY74" fmla="*/ 2222971 h 2676210"/>
              <a:gd name="connsiteX75" fmla="*/ 6007411 w 12192000"/>
              <a:gd name="connsiteY75" fmla="*/ 2225411 h 2676210"/>
              <a:gd name="connsiteX76" fmla="*/ 5836800 w 12192000"/>
              <a:gd name="connsiteY76" fmla="*/ 2224771 h 2676210"/>
              <a:gd name="connsiteX77" fmla="*/ 5735414 w 12192000"/>
              <a:gd name="connsiteY77" fmla="*/ 2231366 h 2676210"/>
              <a:gd name="connsiteX78" fmla="*/ 5697982 w 12192000"/>
              <a:gd name="connsiteY78" fmla="*/ 2244836 h 2676210"/>
              <a:gd name="connsiteX79" fmla="*/ 5644981 w 12192000"/>
              <a:gd name="connsiteY79" fmla="*/ 2256274 h 2676210"/>
              <a:gd name="connsiteX80" fmla="*/ 5552282 w 12192000"/>
              <a:gd name="connsiteY80" fmla="*/ 2284946 h 2676210"/>
              <a:gd name="connsiteX81" fmla="*/ 5426280 w 12192000"/>
              <a:gd name="connsiteY81" fmla="*/ 2308712 h 2676210"/>
              <a:gd name="connsiteX82" fmla="*/ 5329896 w 12192000"/>
              <a:gd name="connsiteY82" fmla="*/ 2279209 h 2676210"/>
              <a:gd name="connsiteX83" fmla="*/ 5322508 w 12192000"/>
              <a:gd name="connsiteY83" fmla="*/ 2288005 h 2676210"/>
              <a:gd name="connsiteX84" fmla="*/ 5258237 w 12192000"/>
              <a:gd name="connsiteY84" fmla="*/ 2290475 h 2676210"/>
              <a:gd name="connsiteX85" fmla="*/ 5027899 w 12192000"/>
              <a:gd name="connsiteY85" fmla="*/ 2242653 h 2676210"/>
              <a:gd name="connsiteX86" fmla="*/ 4902443 w 12192000"/>
              <a:gd name="connsiteY86" fmla="*/ 2249037 h 2676210"/>
              <a:gd name="connsiteX87" fmla="*/ 4858751 w 12192000"/>
              <a:gd name="connsiteY87" fmla="*/ 2260409 h 2676210"/>
              <a:gd name="connsiteX88" fmla="*/ 4785497 w 12192000"/>
              <a:gd name="connsiteY88" fmla="*/ 2278897 h 2676210"/>
              <a:gd name="connsiteX89" fmla="*/ 4732807 w 12192000"/>
              <a:gd name="connsiteY89" fmla="*/ 2315139 h 2676210"/>
              <a:gd name="connsiteX90" fmla="*/ 4670737 w 12192000"/>
              <a:gd name="connsiteY90" fmla="*/ 2321711 h 2676210"/>
              <a:gd name="connsiteX91" fmla="*/ 4653655 w 12192000"/>
              <a:gd name="connsiteY91" fmla="*/ 2294237 h 2676210"/>
              <a:gd name="connsiteX92" fmla="*/ 4588125 w 12192000"/>
              <a:gd name="connsiteY92" fmla="*/ 2310680 h 2676210"/>
              <a:gd name="connsiteX93" fmla="*/ 4489013 w 12192000"/>
              <a:gd name="connsiteY93" fmla="*/ 2338805 h 2676210"/>
              <a:gd name="connsiteX94" fmla="*/ 4431159 w 12192000"/>
              <a:gd name="connsiteY94" fmla="*/ 2347536 h 2676210"/>
              <a:gd name="connsiteX95" fmla="*/ 4273885 w 12192000"/>
              <a:gd name="connsiteY95" fmla="*/ 2379520 h 2676210"/>
              <a:gd name="connsiteX96" fmla="*/ 4116925 w 12192000"/>
              <a:gd name="connsiteY96" fmla="*/ 2417756 h 2676210"/>
              <a:gd name="connsiteX97" fmla="*/ 4027169 w 12192000"/>
              <a:gd name="connsiteY97" fmla="*/ 2475399 h 2676210"/>
              <a:gd name="connsiteX98" fmla="*/ 3897799 w 12192000"/>
              <a:gd name="connsiteY98" fmla="*/ 2503049 h 2676210"/>
              <a:gd name="connsiteX99" fmla="*/ 3876619 w 12192000"/>
              <a:gd name="connsiteY99" fmla="*/ 2512804 h 2676210"/>
              <a:gd name="connsiteX100" fmla="*/ 3721493 w 12192000"/>
              <a:gd name="connsiteY100" fmla="*/ 2497646 h 2676210"/>
              <a:gd name="connsiteX101" fmla="*/ 3504883 w 12192000"/>
              <a:gd name="connsiteY101" fmla="*/ 2503869 h 2676210"/>
              <a:gd name="connsiteX102" fmla="*/ 3431219 w 12192000"/>
              <a:gd name="connsiteY102" fmla="*/ 2502163 h 2676210"/>
              <a:gd name="connsiteX103" fmla="*/ 3151243 w 12192000"/>
              <a:gd name="connsiteY103" fmla="*/ 2492405 h 2676210"/>
              <a:gd name="connsiteX104" fmla="*/ 3057639 w 12192000"/>
              <a:gd name="connsiteY104" fmla="*/ 2507988 h 2676210"/>
              <a:gd name="connsiteX105" fmla="*/ 2916555 w 12192000"/>
              <a:gd name="connsiteY105" fmla="*/ 2472028 h 2676210"/>
              <a:gd name="connsiteX106" fmla="*/ 2846802 w 12192000"/>
              <a:gd name="connsiteY106" fmla="*/ 2461014 h 2676210"/>
              <a:gd name="connsiteX107" fmla="*/ 2739588 w 12192000"/>
              <a:gd name="connsiteY107" fmla="*/ 2457956 h 2676210"/>
              <a:gd name="connsiteX108" fmla="*/ 2706684 w 12192000"/>
              <a:gd name="connsiteY108" fmla="*/ 2454540 h 2676210"/>
              <a:gd name="connsiteX109" fmla="*/ 2376571 w 12192000"/>
              <a:gd name="connsiteY109" fmla="*/ 2392905 h 2676210"/>
              <a:gd name="connsiteX110" fmla="*/ 2194299 w 12192000"/>
              <a:gd name="connsiteY110" fmla="*/ 2475215 h 2676210"/>
              <a:gd name="connsiteX111" fmla="*/ 1985091 w 12192000"/>
              <a:gd name="connsiteY111" fmla="*/ 2503652 h 2676210"/>
              <a:gd name="connsiteX112" fmla="*/ 1917360 w 12192000"/>
              <a:gd name="connsiteY112" fmla="*/ 2472495 h 2676210"/>
              <a:gd name="connsiteX113" fmla="*/ 1885040 w 12192000"/>
              <a:gd name="connsiteY113" fmla="*/ 2475917 h 2676210"/>
              <a:gd name="connsiteX114" fmla="*/ 1832317 w 12192000"/>
              <a:gd name="connsiteY114" fmla="*/ 2485332 h 2676210"/>
              <a:gd name="connsiteX115" fmla="*/ 1748729 w 12192000"/>
              <a:gd name="connsiteY115" fmla="*/ 2475325 h 2676210"/>
              <a:gd name="connsiteX116" fmla="*/ 1584574 w 12192000"/>
              <a:gd name="connsiteY116" fmla="*/ 2491479 h 2676210"/>
              <a:gd name="connsiteX117" fmla="*/ 1300369 w 12192000"/>
              <a:gd name="connsiteY117" fmla="*/ 2444914 h 2676210"/>
              <a:gd name="connsiteX118" fmla="*/ 1045572 w 12192000"/>
              <a:gd name="connsiteY118" fmla="*/ 2476491 h 2676210"/>
              <a:gd name="connsiteX119" fmla="*/ 957561 w 12192000"/>
              <a:gd name="connsiteY119" fmla="*/ 2484124 h 2676210"/>
              <a:gd name="connsiteX120" fmla="*/ 872692 w 12192000"/>
              <a:gd name="connsiteY120" fmla="*/ 2551368 h 2676210"/>
              <a:gd name="connsiteX121" fmla="*/ 653171 w 12192000"/>
              <a:gd name="connsiteY121" fmla="*/ 2607266 h 2676210"/>
              <a:gd name="connsiteX122" fmla="*/ 479703 w 12192000"/>
              <a:gd name="connsiteY122" fmla="*/ 2594204 h 2676210"/>
              <a:gd name="connsiteX123" fmla="*/ 441281 w 12192000"/>
              <a:gd name="connsiteY123" fmla="*/ 2605939 h 2676210"/>
              <a:gd name="connsiteX124" fmla="*/ 315252 w 12192000"/>
              <a:gd name="connsiteY124" fmla="*/ 2675861 h 2676210"/>
              <a:gd name="connsiteX125" fmla="*/ 97385 w 12192000"/>
              <a:gd name="connsiteY125" fmla="*/ 2636063 h 2676210"/>
              <a:gd name="connsiteX126" fmla="*/ 48888 w 12192000"/>
              <a:gd name="connsiteY126" fmla="*/ 2641447 h 2676210"/>
              <a:gd name="connsiteX127" fmla="*/ 0 w 12192000"/>
              <a:gd name="connsiteY127" fmla="*/ 2649426 h 2676210"/>
              <a:gd name="connsiteX128" fmla="*/ 0 w 12192000"/>
              <a:gd name="connsiteY128" fmla="*/ 0 h 2676210"/>
              <a:gd name="connsiteX0" fmla="*/ 0 w 12192000"/>
              <a:gd name="connsiteY0" fmla="*/ 0 h 2676210"/>
              <a:gd name="connsiteX1" fmla="*/ 12192000 w 12192000"/>
              <a:gd name="connsiteY1" fmla="*/ 0 h 2676210"/>
              <a:gd name="connsiteX2" fmla="*/ 12192000 w 12192000"/>
              <a:gd name="connsiteY2" fmla="*/ 1727909 h 2676210"/>
              <a:gd name="connsiteX3" fmla="*/ 12115957 w 12192000"/>
              <a:gd name="connsiteY3" fmla="*/ 1732272 h 2676210"/>
              <a:gd name="connsiteX4" fmla="*/ 12012533 w 12192000"/>
              <a:gd name="connsiteY4" fmla="*/ 1737200 h 2676210"/>
              <a:gd name="connsiteX5" fmla="*/ 11801718 w 12192000"/>
              <a:gd name="connsiteY5" fmla="*/ 1707786 h 2676210"/>
              <a:gd name="connsiteX6" fmla="*/ 11750717 w 12192000"/>
              <a:gd name="connsiteY6" fmla="*/ 1684756 h 2676210"/>
              <a:gd name="connsiteX7" fmla="*/ 11712295 w 12192000"/>
              <a:gd name="connsiteY7" fmla="*/ 1673021 h 2676210"/>
              <a:gd name="connsiteX8" fmla="*/ 11538827 w 12192000"/>
              <a:gd name="connsiteY8" fmla="*/ 1639190 h 2676210"/>
              <a:gd name="connsiteX9" fmla="*/ 11319306 w 12192000"/>
              <a:gd name="connsiteY9" fmla="*/ 1630185 h 2676210"/>
              <a:gd name="connsiteX10" fmla="*/ 11234437 w 12192000"/>
              <a:gd name="connsiteY10" fmla="*/ 1562941 h 2676210"/>
              <a:gd name="connsiteX11" fmla="*/ 11146426 w 12192000"/>
              <a:gd name="connsiteY11" fmla="*/ 1555308 h 2676210"/>
              <a:gd name="connsiteX12" fmla="*/ 10891629 w 12192000"/>
              <a:gd name="connsiteY12" fmla="*/ 1523731 h 2676210"/>
              <a:gd name="connsiteX13" fmla="*/ 10607424 w 12192000"/>
              <a:gd name="connsiteY13" fmla="*/ 1570296 h 2676210"/>
              <a:gd name="connsiteX14" fmla="*/ 10562291 w 12192000"/>
              <a:gd name="connsiteY14" fmla="*/ 1560944 h 2676210"/>
              <a:gd name="connsiteX15" fmla="*/ 10551291 w 12192000"/>
              <a:gd name="connsiteY15" fmla="*/ 1556691 h 2676210"/>
              <a:gd name="connsiteX16" fmla="*/ 10546586 w 12192000"/>
              <a:gd name="connsiteY16" fmla="*/ 1559265 h 2676210"/>
              <a:gd name="connsiteX17" fmla="*/ 10547130 w 12192000"/>
              <a:gd name="connsiteY17" fmla="*/ 1583380 h 2676210"/>
              <a:gd name="connsiteX18" fmla="*/ 10522252 w 12192000"/>
              <a:gd name="connsiteY18" fmla="*/ 1595065 h 2676210"/>
              <a:gd name="connsiteX19" fmla="*/ 10329259 w 12192000"/>
              <a:gd name="connsiteY19" fmla="*/ 1579142 h 2676210"/>
              <a:gd name="connsiteX20" fmla="*/ 10132610 w 12192000"/>
              <a:gd name="connsiteY20" fmla="*/ 1619865 h 2676210"/>
              <a:gd name="connsiteX21" fmla="*/ 9811199 w 12192000"/>
              <a:gd name="connsiteY21" fmla="*/ 1648968 h 2676210"/>
              <a:gd name="connsiteX22" fmla="*/ 9537440 w 12192000"/>
              <a:gd name="connsiteY22" fmla="*/ 1671316 h 2676210"/>
              <a:gd name="connsiteX23" fmla="*/ 9405213 w 12192000"/>
              <a:gd name="connsiteY23" fmla="*/ 1679204 h 2676210"/>
              <a:gd name="connsiteX24" fmla="*/ 9306407 w 12192000"/>
              <a:gd name="connsiteY24" fmla="*/ 1736146 h 2676210"/>
              <a:gd name="connsiteX25" fmla="*/ 9152929 w 12192000"/>
              <a:gd name="connsiteY25" fmla="*/ 1750379 h 2676210"/>
              <a:gd name="connsiteX26" fmla="*/ 9062807 w 12192000"/>
              <a:gd name="connsiteY26" fmla="*/ 1765741 h 2676210"/>
              <a:gd name="connsiteX27" fmla="*/ 9031250 w 12192000"/>
              <a:gd name="connsiteY27" fmla="*/ 1782330 h 2676210"/>
              <a:gd name="connsiteX28" fmla="*/ 8985382 w 12192000"/>
              <a:gd name="connsiteY28" fmla="*/ 1798267 h 2676210"/>
              <a:gd name="connsiteX29" fmla="*/ 8906505 w 12192000"/>
              <a:gd name="connsiteY29" fmla="*/ 1834715 h 2676210"/>
              <a:gd name="connsiteX30" fmla="*/ 8796926 w 12192000"/>
              <a:gd name="connsiteY30" fmla="*/ 1869211 h 2676210"/>
              <a:gd name="connsiteX31" fmla="*/ 8705687 w 12192000"/>
              <a:gd name="connsiteY31" fmla="*/ 1848419 h 2676210"/>
              <a:gd name="connsiteX32" fmla="*/ 8700414 w 12192000"/>
              <a:gd name="connsiteY32" fmla="*/ 1857766 h 2676210"/>
              <a:gd name="connsiteX33" fmla="*/ 8643017 w 12192000"/>
              <a:gd name="connsiteY33" fmla="*/ 1865810 h 2676210"/>
              <a:gd name="connsiteX34" fmla="*/ 8428505 w 12192000"/>
              <a:gd name="connsiteY34" fmla="*/ 1838566 h 2676210"/>
              <a:gd name="connsiteX35" fmla="*/ 8316712 w 12192000"/>
              <a:gd name="connsiteY35" fmla="*/ 1855817 h 2676210"/>
              <a:gd name="connsiteX36" fmla="*/ 8279203 w 12192000"/>
              <a:gd name="connsiteY36" fmla="*/ 1870876 h 2676210"/>
              <a:gd name="connsiteX37" fmla="*/ 8216222 w 12192000"/>
              <a:gd name="connsiteY37" fmla="*/ 1895553 h 2676210"/>
              <a:gd name="connsiteX38" fmla="*/ 8119712 w 12192000"/>
              <a:gd name="connsiteY38" fmla="*/ 1947916 h 2676210"/>
              <a:gd name="connsiteX39" fmla="*/ 8100082 w 12192000"/>
              <a:gd name="connsiteY39" fmla="*/ 1922220 h 2676210"/>
              <a:gd name="connsiteX40" fmla="*/ 8043728 w 12192000"/>
              <a:gd name="connsiteY40" fmla="*/ 1944200 h 2676210"/>
              <a:gd name="connsiteX41" fmla="*/ 7958999 w 12192000"/>
              <a:gd name="connsiteY41" fmla="*/ 1980667 h 2676210"/>
              <a:gd name="connsiteX42" fmla="*/ 7908348 w 12192000"/>
              <a:gd name="connsiteY42" fmla="*/ 1994348 h 2676210"/>
              <a:gd name="connsiteX43" fmla="*/ 7771932 w 12192000"/>
              <a:gd name="connsiteY43" fmla="*/ 2039701 h 2676210"/>
              <a:gd name="connsiteX44" fmla="*/ 7579180 w 12192000"/>
              <a:gd name="connsiteY44" fmla="*/ 2150519 h 2676210"/>
              <a:gd name="connsiteX45" fmla="*/ 7571467 w 12192000"/>
              <a:gd name="connsiteY45" fmla="*/ 2153548 h 2676210"/>
              <a:gd name="connsiteX46" fmla="*/ 7549398 w 12192000"/>
              <a:gd name="connsiteY46" fmla="*/ 2153051 h 2676210"/>
              <a:gd name="connsiteX47" fmla="*/ 7540934 w 12192000"/>
              <a:gd name="connsiteY47" fmla="*/ 2151418 h 2676210"/>
              <a:gd name="connsiteX48" fmla="*/ 7528900 w 12192000"/>
              <a:gd name="connsiteY48" fmla="*/ 2152107 h 2676210"/>
              <a:gd name="connsiteX49" fmla="*/ 7528656 w 12192000"/>
              <a:gd name="connsiteY49" fmla="*/ 2152584 h 2676210"/>
              <a:gd name="connsiteX50" fmla="*/ 7517280 w 12192000"/>
              <a:gd name="connsiteY50" fmla="*/ 2152327 h 2676210"/>
              <a:gd name="connsiteX51" fmla="*/ 7460956 w 12192000"/>
              <a:gd name="connsiteY51" fmla="*/ 2145255 h 2676210"/>
              <a:gd name="connsiteX52" fmla="*/ 7393117 w 12192000"/>
              <a:gd name="connsiteY52" fmla="*/ 2193066 h 2676210"/>
              <a:gd name="connsiteX53" fmla="*/ 7363846 w 12192000"/>
              <a:gd name="connsiteY53" fmla="*/ 2202297 h 2676210"/>
              <a:gd name="connsiteX54" fmla="*/ 7348496 w 12192000"/>
              <a:gd name="connsiteY54" fmla="*/ 2209686 h 2676210"/>
              <a:gd name="connsiteX55" fmla="*/ 7347724 w 12192000"/>
              <a:gd name="connsiteY55" fmla="*/ 2211733 h 2676210"/>
              <a:gd name="connsiteX56" fmla="*/ 7293703 w 12192000"/>
              <a:gd name="connsiteY56" fmla="*/ 2204721 h 2676210"/>
              <a:gd name="connsiteX57" fmla="*/ 7286955 w 12192000"/>
              <a:gd name="connsiteY57" fmla="*/ 2207494 h 2676210"/>
              <a:gd name="connsiteX58" fmla="*/ 7251199 w 12192000"/>
              <a:gd name="connsiteY58" fmla="*/ 2198184 h 2676210"/>
              <a:gd name="connsiteX59" fmla="*/ 7233016 w 12192000"/>
              <a:gd name="connsiteY59" fmla="*/ 2195902 h 2676210"/>
              <a:gd name="connsiteX60" fmla="*/ 7227281 w 12192000"/>
              <a:gd name="connsiteY60" fmla="*/ 2190042 h 2676210"/>
              <a:gd name="connsiteX61" fmla="*/ 7200745 w 12192000"/>
              <a:gd name="connsiteY61" fmla="*/ 2189321 h 2676210"/>
              <a:gd name="connsiteX62" fmla="*/ 7197924 w 12192000"/>
              <a:gd name="connsiteY62" fmla="*/ 2191205 h 2676210"/>
              <a:gd name="connsiteX63" fmla="*/ 7175198 w 12192000"/>
              <a:gd name="connsiteY63" fmla="*/ 2183294 h 2676210"/>
              <a:gd name="connsiteX64" fmla="*/ 7155136 w 12192000"/>
              <a:gd name="connsiteY64" fmla="*/ 2167822 h 2676210"/>
              <a:gd name="connsiteX65" fmla="*/ 6932665 w 12192000"/>
              <a:gd name="connsiteY65" fmla="*/ 2189385 h 2676210"/>
              <a:gd name="connsiteX66" fmla="*/ 6731794 w 12192000"/>
              <a:gd name="connsiteY66" fmla="*/ 2131083 h 2676210"/>
              <a:gd name="connsiteX67" fmla="*/ 6271707 w 12192000"/>
              <a:gd name="connsiteY67" fmla="*/ 2183170 h 2676210"/>
              <a:gd name="connsiteX68" fmla="*/ 6196177 w 12192000"/>
              <a:gd name="connsiteY68" fmla="*/ 2200059 h 2676210"/>
              <a:gd name="connsiteX69" fmla="*/ 6125472 w 12192000"/>
              <a:gd name="connsiteY69" fmla="*/ 2178263 h 2676210"/>
              <a:gd name="connsiteX70" fmla="*/ 6098878 w 12192000"/>
              <a:gd name="connsiteY70" fmla="*/ 2192939 h 2676210"/>
              <a:gd name="connsiteX71" fmla="*/ 6094339 w 12192000"/>
              <a:gd name="connsiteY71" fmla="*/ 2195871 h 2676210"/>
              <a:gd name="connsiteX72" fmla="*/ 6075163 w 12192000"/>
              <a:gd name="connsiteY72" fmla="*/ 2198856 h 2676210"/>
              <a:gd name="connsiteX73" fmla="*/ 6071016 w 12192000"/>
              <a:gd name="connsiteY73" fmla="*/ 2210639 h 2676210"/>
              <a:gd name="connsiteX74" fmla="*/ 6043058 w 12192000"/>
              <a:gd name="connsiteY74" fmla="*/ 2222971 h 2676210"/>
              <a:gd name="connsiteX75" fmla="*/ 6007411 w 12192000"/>
              <a:gd name="connsiteY75" fmla="*/ 2225411 h 2676210"/>
              <a:gd name="connsiteX76" fmla="*/ 5836800 w 12192000"/>
              <a:gd name="connsiteY76" fmla="*/ 2224771 h 2676210"/>
              <a:gd name="connsiteX77" fmla="*/ 5735414 w 12192000"/>
              <a:gd name="connsiteY77" fmla="*/ 2231366 h 2676210"/>
              <a:gd name="connsiteX78" fmla="*/ 5697982 w 12192000"/>
              <a:gd name="connsiteY78" fmla="*/ 2244836 h 2676210"/>
              <a:gd name="connsiteX79" fmla="*/ 5644981 w 12192000"/>
              <a:gd name="connsiteY79" fmla="*/ 2256274 h 2676210"/>
              <a:gd name="connsiteX80" fmla="*/ 5552282 w 12192000"/>
              <a:gd name="connsiteY80" fmla="*/ 2284946 h 2676210"/>
              <a:gd name="connsiteX81" fmla="*/ 5426280 w 12192000"/>
              <a:gd name="connsiteY81" fmla="*/ 2308712 h 2676210"/>
              <a:gd name="connsiteX82" fmla="*/ 5329896 w 12192000"/>
              <a:gd name="connsiteY82" fmla="*/ 2279209 h 2676210"/>
              <a:gd name="connsiteX83" fmla="*/ 5322508 w 12192000"/>
              <a:gd name="connsiteY83" fmla="*/ 2288005 h 2676210"/>
              <a:gd name="connsiteX84" fmla="*/ 5258237 w 12192000"/>
              <a:gd name="connsiteY84" fmla="*/ 2290475 h 2676210"/>
              <a:gd name="connsiteX85" fmla="*/ 5027899 w 12192000"/>
              <a:gd name="connsiteY85" fmla="*/ 2242653 h 2676210"/>
              <a:gd name="connsiteX86" fmla="*/ 4902443 w 12192000"/>
              <a:gd name="connsiteY86" fmla="*/ 2249037 h 2676210"/>
              <a:gd name="connsiteX87" fmla="*/ 4858751 w 12192000"/>
              <a:gd name="connsiteY87" fmla="*/ 2260409 h 2676210"/>
              <a:gd name="connsiteX88" fmla="*/ 4785497 w 12192000"/>
              <a:gd name="connsiteY88" fmla="*/ 2278897 h 2676210"/>
              <a:gd name="connsiteX89" fmla="*/ 4732807 w 12192000"/>
              <a:gd name="connsiteY89" fmla="*/ 2315139 h 2676210"/>
              <a:gd name="connsiteX90" fmla="*/ 4670737 w 12192000"/>
              <a:gd name="connsiteY90" fmla="*/ 2321711 h 2676210"/>
              <a:gd name="connsiteX91" fmla="*/ 4653655 w 12192000"/>
              <a:gd name="connsiteY91" fmla="*/ 2294237 h 2676210"/>
              <a:gd name="connsiteX92" fmla="*/ 4588125 w 12192000"/>
              <a:gd name="connsiteY92" fmla="*/ 2310680 h 2676210"/>
              <a:gd name="connsiteX93" fmla="*/ 4489013 w 12192000"/>
              <a:gd name="connsiteY93" fmla="*/ 2338805 h 2676210"/>
              <a:gd name="connsiteX94" fmla="*/ 4431159 w 12192000"/>
              <a:gd name="connsiteY94" fmla="*/ 2347536 h 2676210"/>
              <a:gd name="connsiteX95" fmla="*/ 4273885 w 12192000"/>
              <a:gd name="connsiteY95" fmla="*/ 2379520 h 2676210"/>
              <a:gd name="connsiteX96" fmla="*/ 4116925 w 12192000"/>
              <a:gd name="connsiteY96" fmla="*/ 2417756 h 2676210"/>
              <a:gd name="connsiteX97" fmla="*/ 4027169 w 12192000"/>
              <a:gd name="connsiteY97" fmla="*/ 2475399 h 2676210"/>
              <a:gd name="connsiteX98" fmla="*/ 3897799 w 12192000"/>
              <a:gd name="connsiteY98" fmla="*/ 2503049 h 2676210"/>
              <a:gd name="connsiteX99" fmla="*/ 3876619 w 12192000"/>
              <a:gd name="connsiteY99" fmla="*/ 2512804 h 2676210"/>
              <a:gd name="connsiteX100" fmla="*/ 3721493 w 12192000"/>
              <a:gd name="connsiteY100" fmla="*/ 2497646 h 2676210"/>
              <a:gd name="connsiteX101" fmla="*/ 3504883 w 12192000"/>
              <a:gd name="connsiteY101" fmla="*/ 2503869 h 2676210"/>
              <a:gd name="connsiteX102" fmla="*/ 3431219 w 12192000"/>
              <a:gd name="connsiteY102" fmla="*/ 2502163 h 2676210"/>
              <a:gd name="connsiteX103" fmla="*/ 3151243 w 12192000"/>
              <a:gd name="connsiteY103" fmla="*/ 2492405 h 2676210"/>
              <a:gd name="connsiteX104" fmla="*/ 3057639 w 12192000"/>
              <a:gd name="connsiteY104" fmla="*/ 2507988 h 2676210"/>
              <a:gd name="connsiteX105" fmla="*/ 2916555 w 12192000"/>
              <a:gd name="connsiteY105" fmla="*/ 2472028 h 2676210"/>
              <a:gd name="connsiteX106" fmla="*/ 2846802 w 12192000"/>
              <a:gd name="connsiteY106" fmla="*/ 2461014 h 2676210"/>
              <a:gd name="connsiteX107" fmla="*/ 2739588 w 12192000"/>
              <a:gd name="connsiteY107" fmla="*/ 2457956 h 2676210"/>
              <a:gd name="connsiteX108" fmla="*/ 2706684 w 12192000"/>
              <a:gd name="connsiteY108" fmla="*/ 2454540 h 2676210"/>
              <a:gd name="connsiteX109" fmla="*/ 2348435 w 12192000"/>
              <a:gd name="connsiteY109" fmla="*/ 2449176 h 2676210"/>
              <a:gd name="connsiteX110" fmla="*/ 2194299 w 12192000"/>
              <a:gd name="connsiteY110" fmla="*/ 2475215 h 2676210"/>
              <a:gd name="connsiteX111" fmla="*/ 1985091 w 12192000"/>
              <a:gd name="connsiteY111" fmla="*/ 2503652 h 2676210"/>
              <a:gd name="connsiteX112" fmla="*/ 1917360 w 12192000"/>
              <a:gd name="connsiteY112" fmla="*/ 2472495 h 2676210"/>
              <a:gd name="connsiteX113" fmla="*/ 1885040 w 12192000"/>
              <a:gd name="connsiteY113" fmla="*/ 2475917 h 2676210"/>
              <a:gd name="connsiteX114" fmla="*/ 1832317 w 12192000"/>
              <a:gd name="connsiteY114" fmla="*/ 2485332 h 2676210"/>
              <a:gd name="connsiteX115" fmla="*/ 1748729 w 12192000"/>
              <a:gd name="connsiteY115" fmla="*/ 2475325 h 2676210"/>
              <a:gd name="connsiteX116" fmla="*/ 1584574 w 12192000"/>
              <a:gd name="connsiteY116" fmla="*/ 2491479 h 2676210"/>
              <a:gd name="connsiteX117" fmla="*/ 1300369 w 12192000"/>
              <a:gd name="connsiteY117" fmla="*/ 2444914 h 2676210"/>
              <a:gd name="connsiteX118" fmla="*/ 1045572 w 12192000"/>
              <a:gd name="connsiteY118" fmla="*/ 2476491 h 2676210"/>
              <a:gd name="connsiteX119" fmla="*/ 957561 w 12192000"/>
              <a:gd name="connsiteY119" fmla="*/ 2484124 h 2676210"/>
              <a:gd name="connsiteX120" fmla="*/ 872692 w 12192000"/>
              <a:gd name="connsiteY120" fmla="*/ 2551368 h 2676210"/>
              <a:gd name="connsiteX121" fmla="*/ 653171 w 12192000"/>
              <a:gd name="connsiteY121" fmla="*/ 2607266 h 2676210"/>
              <a:gd name="connsiteX122" fmla="*/ 479703 w 12192000"/>
              <a:gd name="connsiteY122" fmla="*/ 2594204 h 2676210"/>
              <a:gd name="connsiteX123" fmla="*/ 441281 w 12192000"/>
              <a:gd name="connsiteY123" fmla="*/ 2605939 h 2676210"/>
              <a:gd name="connsiteX124" fmla="*/ 315252 w 12192000"/>
              <a:gd name="connsiteY124" fmla="*/ 2675861 h 2676210"/>
              <a:gd name="connsiteX125" fmla="*/ 97385 w 12192000"/>
              <a:gd name="connsiteY125" fmla="*/ 2636063 h 2676210"/>
              <a:gd name="connsiteX126" fmla="*/ 48888 w 12192000"/>
              <a:gd name="connsiteY126" fmla="*/ 2641447 h 2676210"/>
              <a:gd name="connsiteX127" fmla="*/ 0 w 12192000"/>
              <a:gd name="connsiteY127" fmla="*/ 2649426 h 2676210"/>
              <a:gd name="connsiteX128" fmla="*/ 0 w 12192000"/>
              <a:gd name="connsiteY128" fmla="*/ 0 h 2676210"/>
              <a:gd name="connsiteX0" fmla="*/ 0 w 12192000"/>
              <a:gd name="connsiteY0" fmla="*/ 0 h 2676210"/>
              <a:gd name="connsiteX1" fmla="*/ 12192000 w 12192000"/>
              <a:gd name="connsiteY1" fmla="*/ 0 h 2676210"/>
              <a:gd name="connsiteX2" fmla="*/ 12192000 w 12192000"/>
              <a:gd name="connsiteY2" fmla="*/ 1727909 h 2676210"/>
              <a:gd name="connsiteX3" fmla="*/ 12115957 w 12192000"/>
              <a:gd name="connsiteY3" fmla="*/ 1732272 h 2676210"/>
              <a:gd name="connsiteX4" fmla="*/ 12012533 w 12192000"/>
              <a:gd name="connsiteY4" fmla="*/ 1737200 h 2676210"/>
              <a:gd name="connsiteX5" fmla="*/ 11801718 w 12192000"/>
              <a:gd name="connsiteY5" fmla="*/ 1707786 h 2676210"/>
              <a:gd name="connsiteX6" fmla="*/ 11750717 w 12192000"/>
              <a:gd name="connsiteY6" fmla="*/ 1684756 h 2676210"/>
              <a:gd name="connsiteX7" fmla="*/ 11712295 w 12192000"/>
              <a:gd name="connsiteY7" fmla="*/ 1673021 h 2676210"/>
              <a:gd name="connsiteX8" fmla="*/ 11538827 w 12192000"/>
              <a:gd name="connsiteY8" fmla="*/ 1639190 h 2676210"/>
              <a:gd name="connsiteX9" fmla="*/ 11319306 w 12192000"/>
              <a:gd name="connsiteY9" fmla="*/ 1630185 h 2676210"/>
              <a:gd name="connsiteX10" fmla="*/ 11234437 w 12192000"/>
              <a:gd name="connsiteY10" fmla="*/ 1562941 h 2676210"/>
              <a:gd name="connsiteX11" fmla="*/ 11146426 w 12192000"/>
              <a:gd name="connsiteY11" fmla="*/ 1555308 h 2676210"/>
              <a:gd name="connsiteX12" fmla="*/ 10891629 w 12192000"/>
              <a:gd name="connsiteY12" fmla="*/ 1523731 h 2676210"/>
              <a:gd name="connsiteX13" fmla="*/ 10607424 w 12192000"/>
              <a:gd name="connsiteY13" fmla="*/ 1570296 h 2676210"/>
              <a:gd name="connsiteX14" fmla="*/ 10562291 w 12192000"/>
              <a:gd name="connsiteY14" fmla="*/ 1560944 h 2676210"/>
              <a:gd name="connsiteX15" fmla="*/ 10551291 w 12192000"/>
              <a:gd name="connsiteY15" fmla="*/ 1556691 h 2676210"/>
              <a:gd name="connsiteX16" fmla="*/ 10546586 w 12192000"/>
              <a:gd name="connsiteY16" fmla="*/ 1559265 h 2676210"/>
              <a:gd name="connsiteX17" fmla="*/ 10547130 w 12192000"/>
              <a:gd name="connsiteY17" fmla="*/ 1583380 h 2676210"/>
              <a:gd name="connsiteX18" fmla="*/ 10522252 w 12192000"/>
              <a:gd name="connsiteY18" fmla="*/ 1595065 h 2676210"/>
              <a:gd name="connsiteX19" fmla="*/ 10329259 w 12192000"/>
              <a:gd name="connsiteY19" fmla="*/ 1579142 h 2676210"/>
              <a:gd name="connsiteX20" fmla="*/ 10132610 w 12192000"/>
              <a:gd name="connsiteY20" fmla="*/ 1619865 h 2676210"/>
              <a:gd name="connsiteX21" fmla="*/ 9811199 w 12192000"/>
              <a:gd name="connsiteY21" fmla="*/ 1648968 h 2676210"/>
              <a:gd name="connsiteX22" fmla="*/ 9537440 w 12192000"/>
              <a:gd name="connsiteY22" fmla="*/ 1671316 h 2676210"/>
              <a:gd name="connsiteX23" fmla="*/ 9405213 w 12192000"/>
              <a:gd name="connsiteY23" fmla="*/ 1679204 h 2676210"/>
              <a:gd name="connsiteX24" fmla="*/ 9306407 w 12192000"/>
              <a:gd name="connsiteY24" fmla="*/ 1736146 h 2676210"/>
              <a:gd name="connsiteX25" fmla="*/ 9152929 w 12192000"/>
              <a:gd name="connsiteY25" fmla="*/ 1750379 h 2676210"/>
              <a:gd name="connsiteX26" fmla="*/ 9062807 w 12192000"/>
              <a:gd name="connsiteY26" fmla="*/ 1765741 h 2676210"/>
              <a:gd name="connsiteX27" fmla="*/ 9031250 w 12192000"/>
              <a:gd name="connsiteY27" fmla="*/ 1782330 h 2676210"/>
              <a:gd name="connsiteX28" fmla="*/ 8985382 w 12192000"/>
              <a:gd name="connsiteY28" fmla="*/ 1798267 h 2676210"/>
              <a:gd name="connsiteX29" fmla="*/ 8906505 w 12192000"/>
              <a:gd name="connsiteY29" fmla="*/ 1834715 h 2676210"/>
              <a:gd name="connsiteX30" fmla="*/ 8796926 w 12192000"/>
              <a:gd name="connsiteY30" fmla="*/ 1869211 h 2676210"/>
              <a:gd name="connsiteX31" fmla="*/ 8705687 w 12192000"/>
              <a:gd name="connsiteY31" fmla="*/ 1848419 h 2676210"/>
              <a:gd name="connsiteX32" fmla="*/ 8700414 w 12192000"/>
              <a:gd name="connsiteY32" fmla="*/ 1857766 h 2676210"/>
              <a:gd name="connsiteX33" fmla="*/ 8643017 w 12192000"/>
              <a:gd name="connsiteY33" fmla="*/ 1865810 h 2676210"/>
              <a:gd name="connsiteX34" fmla="*/ 8428505 w 12192000"/>
              <a:gd name="connsiteY34" fmla="*/ 1838566 h 2676210"/>
              <a:gd name="connsiteX35" fmla="*/ 8316712 w 12192000"/>
              <a:gd name="connsiteY35" fmla="*/ 1855817 h 2676210"/>
              <a:gd name="connsiteX36" fmla="*/ 8279203 w 12192000"/>
              <a:gd name="connsiteY36" fmla="*/ 1870876 h 2676210"/>
              <a:gd name="connsiteX37" fmla="*/ 8216222 w 12192000"/>
              <a:gd name="connsiteY37" fmla="*/ 1895553 h 2676210"/>
              <a:gd name="connsiteX38" fmla="*/ 8119712 w 12192000"/>
              <a:gd name="connsiteY38" fmla="*/ 1947916 h 2676210"/>
              <a:gd name="connsiteX39" fmla="*/ 8100082 w 12192000"/>
              <a:gd name="connsiteY39" fmla="*/ 1922220 h 2676210"/>
              <a:gd name="connsiteX40" fmla="*/ 8043728 w 12192000"/>
              <a:gd name="connsiteY40" fmla="*/ 1944200 h 2676210"/>
              <a:gd name="connsiteX41" fmla="*/ 7958999 w 12192000"/>
              <a:gd name="connsiteY41" fmla="*/ 1980667 h 2676210"/>
              <a:gd name="connsiteX42" fmla="*/ 7908348 w 12192000"/>
              <a:gd name="connsiteY42" fmla="*/ 1994348 h 2676210"/>
              <a:gd name="connsiteX43" fmla="*/ 7771932 w 12192000"/>
              <a:gd name="connsiteY43" fmla="*/ 2039701 h 2676210"/>
              <a:gd name="connsiteX44" fmla="*/ 7579180 w 12192000"/>
              <a:gd name="connsiteY44" fmla="*/ 2150519 h 2676210"/>
              <a:gd name="connsiteX45" fmla="*/ 7571467 w 12192000"/>
              <a:gd name="connsiteY45" fmla="*/ 2153548 h 2676210"/>
              <a:gd name="connsiteX46" fmla="*/ 7549398 w 12192000"/>
              <a:gd name="connsiteY46" fmla="*/ 2153051 h 2676210"/>
              <a:gd name="connsiteX47" fmla="*/ 7540934 w 12192000"/>
              <a:gd name="connsiteY47" fmla="*/ 2151418 h 2676210"/>
              <a:gd name="connsiteX48" fmla="*/ 7528900 w 12192000"/>
              <a:gd name="connsiteY48" fmla="*/ 2152107 h 2676210"/>
              <a:gd name="connsiteX49" fmla="*/ 7528656 w 12192000"/>
              <a:gd name="connsiteY49" fmla="*/ 2152584 h 2676210"/>
              <a:gd name="connsiteX50" fmla="*/ 7517280 w 12192000"/>
              <a:gd name="connsiteY50" fmla="*/ 2152327 h 2676210"/>
              <a:gd name="connsiteX51" fmla="*/ 7460956 w 12192000"/>
              <a:gd name="connsiteY51" fmla="*/ 2145255 h 2676210"/>
              <a:gd name="connsiteX52" fmla="*/ 7393117 w 12192000"/>
              <a:gd name="connsiteY52" fmla="*/ 2193066 h 2676210"/>
              <a:gd name="connsiteX53" fmla="*/ 7363846 w 12192000"/>
              <a:gd name="connsiteY53" fmla="*/ 2202297 h 2676210"/>
              <a:gd name="connsiteX54" fmla="*/ 7348496 w 12192000"/>
              <a:gd name="connsiteY54" fmla="*/ 2209686 h 2676210"/>
              <a:gd name="connsiteX55" fmla="*/ 7347724 w 12192000"/>
              <a:gd name="connsiteY55" fmla="*/ 2211733 h 2676210"/>
              <a:gd name="connsiteX56" fmla="*/ 7293703 w 12192000"/>
              <a:gd name="connsiteY56" fmla="*/ 2204721 h 2676210"/>
              <a:gd name="connsiteX57" fmla="*/ 7286955 w 12192000"/>
              <a:gd name="connsiteY57" fmla="*/ 2207494 h 2676210"/>
              <a:gd name="connsiteX58" fmla="*/ 7251199 w 12192000"/>
              <a:gd name="connsiteY58" fmla="*/ 2198184 h 2676210"/>
              <a:gd name="connsiteX59" fmla="*/ 7233016 w 12192000"/>
              <a:gd name="connsiteY59" fmla="*/ 2195902 h 2676210"/>
              <a:gd name="connsiteX60" fmla="*/ 7227281 w 12192000"/>
              <a:gd name="connsiteY60" fmla="*/ 2190042 h 2676210"/>
              <a:gd name="connsiteX61" fmla="*/ 7200745 w 12192000"/>
              <a:gd name="connsiteY61" fmla="*/ 2189321 h 2676210"/>
              <a:gd name="connsiteX62" fmla="*/ 7197924 w 12192000"/>
              <a:gd name="connsiteY62" fmla="*/ 2191205 h 2676210"/>
              <a:gd name="connsiteX63" fmla="*/ 7175198 w 12192000"/>
              <a:gd name="connsiteY63" fmla="*/ 2183294 h 2676210"/>
              <a:gd name="connsiteX64" fmla="*/ 7155136 w 12192000"/>
              <a:gd name="connsiteY64" fmla="*/ 2167822 h 2676210"/>
              <a:gd name="connsiteX65" fmla="*/ 6932665 w 12192000"/>
              <a:gd name="connsiteY65" fmla="*/ 2189385 h 2676210"/>
              <a:gd name="connsiteX66" fmla="*/ 6731794 w 12192000"/>
              <a:gd name="connsiteY66" fmla="*/ 2131083 h 2676210"/>
              <a:gd name="connsiteX67" fmla="*/ 6271707 w 12192000"/>
              <a:gd name="connsiteY67" fmla="*/ 2183170 h 2676210"/>
              <a:gd name="connsiteX68" fmla="*/ 6196177 w 12192000"/>
              <a:gd name="connsiteY68" fmla="*/ 2200059 h 2676210"/>
              <a:gd name="connsiteX69" fmla="*/ 6125472 w 12192000"/>
              <a:gd name="connsiteY69" fmla="*/ 2178263 h 2676210"/>
              <a:gd name="connsiteX70" fmla="*/ 6098878 w 12192000"/>
              <a:gd name="connsiteY70" fmla="*/ 2192939 h 2676210"/>
              <a:gd name="connsiteX71" fmla="*/ 6094339 w 12192000"/>
              <a:gd name="connsiteY71" fmla="*/ 2195871 h 2676210"/>
              <a:gd name="connsiteX72" fmla="*/ 6075163 w 12192000"/>
              <a:gd name="connsiteY72" fmla="*/ 2198856 h 2676210"/>
              <a:gd name="connsiteX73" fmla="*/ 6071016 w 12192000"/>
              <a:gd name="connsiteY73" fmla="*/ 2210639 h 2676210"/>
              <a:gd name="connsiteX74" fmla="*/ 6043058 w 12192000"/>
              <a:gd name="connsiteY74" fmla="*/ 2222971 h 2676210"/>
              <a:gd name="connsiteX75" fmla="*/ 6007411 w 12192000"/>
              <a:gd name="connsiteY75" fmla="*/ 2225411 h 2676210"/>
              <a:gd name="connsiteX76" fmla="*/ 5836800 w 12192000"/>
              <a:gd name="connsiteY76" fmla="*/ 2224771 h 2676210"/>
              <a:gd name="connsiteX77" fmla="*/ 5735414 w 12192000"/>
              <a:gd name="connsiteY77" fmla="*/ 2231366 h 2676210"/>
              <a:gd name="connsiteX78" fmla="*/ 5697982 w 12192000"/>
              <a:gd name="connsiteY78" fmla="*/ 2244836 h 2676210"/>
              <a:gd name="connsiteX79" fmla="*/ 5644981 w 12192000"/>
              <a:gd name="connsiteY79" fmla="*/ 2256274 h 2676210"/>
              <a:gd name="connsiteX80" fmla="*/ 5552282 w 12192000"/>
              <a:gd name="connsiteY80" fmla="*/ 2284946 h 2676210"/>
              <a:gd name="connsiteX81" fmla="*/ 5426280 w 12192000"/>
              <a:gd name="connsiteY81" fmla="*/ 2308712 h 2676210"/>
              <a:gd name="connsiteX82" fmla="*/ 5329896 w 12192000"/>
              <a:gd name="connsiteY82" fmla="*/ 2279209 h 2676210"/>
              <a:gd name="connsiteX83" fmla="*/ 5322508 w 12192000"/>
              <a:gd name="connsiteY83" fmla="*/ 2288005 h 2676210"/>
              <a:gd name="connsiteX84" fmla="*/ 5258237 w 12192000"/>
              <a:gd name="connsiteY84" fmla="*/ 2290475 h 2676210"/>
              <a:gd name="connsiteX85" fmla="*/ 5027899 w 12192000"/>
              <a:gd name="connsiteY85" fmla="*/ 2242653 h 2676210"/>
              <a:gd name="connsiteX86" fmla="*/ 4902443 w 12192000"/>
              <a:gd name="connsiteY86" fmla="*/ 2249037 h 2676210"/>
              <a:gd name="connsiteX87" fmla="*/ 4858751 w 12192000"/>
              <a:gd name="connsiteY87" fmla="*/ 2260409 h 2676210"/>
              <a:gd name="connsiteX88" fmla="*/ 4785497 w 12192000"/>
              <a:gd name="connsiteY88" fmla="*/ 2278897 h 2676210"/>
              <a:gd name="connsiteX89" fmla="*/ 4732807 w 12192000"/>
              <a:gd name="connsiteY89" fmla="*/ 2315139 h 2676210"/>
              <a:gd name="connsiteX90" fmla="*/ 4670737 w 12192000"/>
              <a:gd name="connsiteY90" fmla="*/ 2321711 h 2676210"/>
              <a:gd name="connsiteX91" fmla="*/ 4653655 w 12192000"/>
              <a:gd name="connsiteY91" fmla="*/ 2294237 h 2676210"/>
              <a:gd name="connsiteX92" fmla="*/ 4588125 w 12192000"/>
              <a:gd name="connsiteY92" fmla="*/ 2310680 h 2676210"/>
              <a:gd name="connsiteX93" fmla="*/ 4489013 w 12192000"/>
              <a:gd name="connsiteY93" fmla="*/ 2338805 h 2676210"/>
              <a:gd name="connsiteX94" fmla="*/ 4431159 w 12192000"/>
              <a:gd name="connsiteY94" fmla="*/ 2347536 h 2676210"/>
              <a:gd name="connsiteX95" fmla="*/ 4273885 w 12192000"/>
              <a:gd name="connsiteY95" fmla="*/ 2379520 h 2676210"/>
              <a:gd name="connsiteX96" fmla="*/ 4116925 w 12192000"/>
              <a:gd name="connsiteY96" fmla="*/ 2417756 h 2676210"/>
              <a:gd name="connsiteX97" fmla="*/ 4027169 w 12192000"/>
              <a:gd name="connsiteY97" fmla="*/ 2475399 h 2676210"/>
              <a:gd name="connsiteX98" fmla="*/ 3897799 w 12192000"/>
              <a:gd name="connsiteY98" fmla="*/ 2503049 h 2676210"/>
              <a:gd name="connsiteX99" fmla="*/ 3876619 w 12192000"/>
              <a:gd name="connsiteY99" fmla="*/ 2512804 h 2676210"/>
              <a:gd name="connsiteX100" fmla="*/ 3721493 w 12192000"/>
              <a:gd name="connsiteY100" fmla="*/ 2497646 h 2676210"/>
              <a:gd name="connsiteX101" fmla="*/ 3504883 w 12192000"/>
              <a:gd name="connsiteY101" fmla="*/ 2503869 h 2676210"/>
              <a:gd name="connsiteX102" fmla="*/ 3431219 w 12192000"/>
              <a:gd name="connsiteY102" fmla="*/ 2502163 h 2676210"/>
              <a:gd name="connsiteX103" fmla="*/ 3151243 w 12192000"/>
              <a:gd name="connsiteY103" fmla="*/ 2492405 h 2676210"/>
              <a:gd name="connsiteX104" fmla="*/ 3057639 w 12192000"/>
              <a:gd name="connsiteY104" fmla="*/ 2507988 h 2676210"/>
              <a:gd name="connsiteX105" fmla="*/ 2916555 w 12192000"/>
              <a:gd name="connsiteY105" fmla="*/ 2472028 h 2676210"/>
              <a:gd name="connsiteX106" fmla="*/ 2846802 w 12192000"/>
              <a:gd name="connsiteY106" fmla="*/ 2461014 h 2676210"/>
              <a:gd name="connsiteX107" fmla="*/ 2739588 w 12192000"/>
              <a:gd name="connsiteY107" fmla="*/ 2457956 h 2676210"/>
              <a:gd name="connsiteX108" fmla="*/ 2706684 w 12192000"/>
              <a:gd name="connsiteY108" fmla="*/ 2454540 h 2676210"/>
              <a:gd name="connsiteX109" fmla="*/ 2348435 w 12192000"/>
              <a:gd name="connsiteY109" fmla="*/ 2449176 h 2676210"/>
              <a:gd name="connsiteX110" fmla="*/ 2194299 w 12192000"/>
              <a:gd name="connsiteY110" fmla="*/ 2475215 h 2676210"/>
              <a:gd name="connsiteX111" fmla="*/ 1985091 w 12192000"/>
              <a:gd name="connsiteY111" fmla="*/ 2503652 h 2676210"/>
              <a:gd name="connsiteX112" fmla="*/ 1917360 w 12192000"/>
              <a:gd name="connsiteY112" fmla="*/ 2472495 h 2676210"/>
              <a:gd name="connsiteX113" fmla="*/ 1885040 w 12192000"/>
              <a:gd name="connsiteY113" fmla="*/ 2475917 h 2676210"/>
              <a:gd name="connsiteX114" fmla="*/ 1832317 w 12192000"/>
              <a:gd name="connsiteY114" fmla="*/ 2485332 h 2676210"/>
              <a:gd name="connsiteX115" fmla="*/ 1748729 w 12192000"/>
              <a:gd name="connsiteY115" fmla="*/ 2475325 h 2676210"/>
              <a:gd name="connsiteX116" fmla="*/ 1584574 w 12192000"/>
              <a:gd name="connsiteY116" fmla="*/ 2491479 h 2676210"/>
              <a:gd name="connsiteX117" fmla="*/ 1300369 w 12192000"/>
              <a:gd name="connsiteY117" fmla="*/ 2444914 h 2676210"/>
              <a:gd name="connsiteX118" fmla="*/ 1045572 w 12192000"/>
              <a:gd name="connsiteY118" fmla="*/ 2476491 h 2676210"/>
              <a:gd name="connsiteX119" fmla="*/ 957561 w 12192000"/>
              <a:gd name="connsiteY119" fmla="*/ 2484124 h 2676210"/>
              <a:gd name="connsiteX120" fmla="*/ 872692 w 12192000"/>
              <a:gd name="connsiteY120" fmla="*/ 2551368 h 2676210"/>
              <a:gd name="connsiteX121" fmla="*/ 653171 w 12192000"/>
              <a:gd name="connsiteY121" fmla="*/ 2607266 h 2676210"/>
              <a:gd name="connsiteX122" fmla="*/ 479703 w 12192000"/>
              <a:gd name="connsiteY122" fmla="*/ 2594204 h 2676210"/>
              <a:gd name="connsiteX123" fmla="*/ 441281 w 12192000"/>
              <a:gd name="connsiteY123" fmla="*/ 2605939 h 2676210"/>
              <a:gd name="connsiteX124" fmla="*/ 315252 w 12192000"/>
              <a:gd name="connsiteY124" fmla="*/ 2675861 h 2676210"/>
              <a:gd name="connsiteX125" fmla="*/ 97385 w 12192000"/>
              <a:gd name="connsiteY125" fmla="*/ 2636063 h 2676210"/>
              <a:gd name="connsiteX126" fmla="*/ 48888 w 12192000"/>
              <a:gd name="connsiteY126" fmla="*/ 2641447 h 2676210"/>
              <a:gd name="connsiteX127" fmla="*/ 0 w 12192000"/>
              <a:gd name="connsiteY127" fmla="*/ 2649426 h 2676210"/>
              <a:gd name="connsiteX128" fmla="*/ 0 w 12192000"/>
              <a:gd name="connsiteY128" fmla="*/ 0 h 2676210"/>
              <a:gd name="connsiteX0" fmla="*/ 0 w 12192000"/>
              <a:gd name="connsiteY0" fmla="*/ 0 h 2676210"/>
              <a:gd name="connsiteX1" fmla="*/ 12192000 w 12192000"/>
              <a:gd name="connsiteY1" fmla="*/ 0 h 2676210"/>
              <a:gd name="connsiteX2" fmla="*/ 12192000 w 12192000"/>
              <a:gd name="connsiteY2" fmla="*/ 1727909 h 2676210"/>
              <a:gd name="connsiteX3" fmla="*/ 12115957 w 12192000"/>
              <a:gd name="connsiteY3" fmla="*/ 1732272 h 2676210"/>
              <a:gd name="connsiteX4" fmla="*/ 12012533 w 12192000"/>
              <a:gd name="connsiteY4" fmla="*/ 1737200 h 2676210"/>
              <a:gd name="connsiteX5" fmla="*/ 11801718 w 12192000"/>
              <a:gd name="connsiteY5" fmla="*/ 1707786 h 2676210"/>
              <a:gd name="connsiteX6" fmla="*/ 11750717 w 12192000"/>
              <a:gd name="connsiteY6" fmla="*/ 1684756 h 2676210"/>
              <a:gd name="connsiteX7" fmla="*/ 11712295 w 12192000"/>
              <a:gd name="connsiteY7" fmla="*/ 1673021 h 2676210"/>
              <a:gd name="connsiteX8" fmla="*/ 11538827 w 12192000"/>
              <a:gd name="connsiteY8" fmla="*/ 1639190 h 2676210"/>
              <a:gd name="connsiteX9" fmla="*/ 11319306 w 12192000"/>
              <a:gd name="connsiteY9" fmla="*/ 1630185 h 2676210"/>
              <a:gd name="connsiteX10" fmla="*/ 11234437 w 12192000"/>
              <a:gd name="connsiteY10" fmla="*/ 1562941 h 2676210"/>
              <a:gd name="connsiteX11" fmla="*/ 11146426 w 12192000"/>
              <a:gd name="connsiteY11" fmla="*/ 1555308 h 2676210"/>
              <a:gd name="connsiteX12" fmla="*/ 10891629 w 12192000"/>
              <a:gd name="connsiteY12" fmla="*/ 1523731 h 2676210"/>
              <a:gd name="connsiteX13" fmla="*/ 10607424 w 12192000"/>
              <a:gd name="connsiteY13" fmla="*/ 1570296 h 2676210"/>
              <a:gd name="connsiteX14" fmla="*/ 10562291 w 12192000"/>
              <a:gd name="connsiteY14" fmla="*/ 1560944 h 2676210"/>
              <a:gd name="connsiteX15" fmla="*/ 10551291 w 12192000"/>
              <a:gd name="connsiteY15" fmla="*/ 1556691 h 2676210"/>
              <a:gd name="connsiteX16" fmla="*/ 10546586 w 12192000"/>
              <a:gd name="connsiteY16" fmla="*/ 1559265 h 2676210"/>
              <a:gd name="connsiteX17" fmla="*/ 10547130 w 12192000"/>
              <a:gd name="connsiteY17" fmla="*/ 1583380 h 2676210"/>
              <a:gd name="connsiteX18" fmla="*/ 10522252 w 12192000"/>
              <a:gd name="connsiteY18" fmla="*/ 1595065 h 2676210"/>
              <a:gd name="connsiteX19" fmla="*/ 10329259 w 12192000"/>
              <a:gd name="connsiteY19" fmla="*/ 1579142 h 2676210"/>
              <a:gd name="connsiteX20" fmla="*/ 10132610 w 12192000"/>
              <a:gd name="connsiteY20" fmla="*/ 1619865 h 2676210"/>
              <a:gd name="connsiteX21" fmla="*/ 9811199 w 12192000"/>
              <a:gd name="connsiteY21" fmla="*/ 1648968 h 2676210"/>
              <a:gd name="connsiteX22" fmla="*/ 9537440 w 12192000"/>
              <a:gd name="connsiteY22" fmla="*/ 1671316 h 2676210"/>
              <a:gd name="connsiteX23" fmla="*/ 9405213 w 12192000"/>
              <a:gd name="connsiteY23" fmla="*/ 1679204 h 2676210"/>
              <a:gd name="connsiteX24" fmla="*/ 9306407 w 12192000"/>
              <a:gd name="connsiteY24" fmla="*/ 1736146 h 2676210"/>
              <a:gd name="connsiteX25" fmla="*/ 9152929 w 12192000"/>
              <a:gd name="connsiteY25" fmla="*/ 1750379 h 2676210"/>
              <a:gd name="connsiteX26" fmla="*/ 9062807 w 12192000"/>
              <a:gd name="connsiteY26" fmla="*/ 1765741 h 2676210"/>
              <a:gd name="connsiteX27" fmla="*/ 9031250 w 12192000"/>
              <a:gd name="connsiteY27" fmla="*/ 1782330 h 2676210"/>
              <a:gd name="connsiteX28" fmla="*/ 8985382 w 12192000"/>
              <a:gd name="connsiteY28" fmla="*/ 1798267 h 2676210"/>
              <a:gd name="connsiteX29" fmla="*/ 8906505 w 12192000"/>
              <a:gd name="connsiteY29" fmla="*/ 1834715 h 2676210"/>
              <a:gd name="connsiteX30" fmla="*/ 8796926 w 12192000"/>
              <a:gd name="connsiteY30" fmla="*/ 1869211 h 2676210"/>
              <a:gd name="connsiteX31" fmla="*/ 8705687 w 12192000"/>
              <a:gd name="connsiteY31" fmla="*/ 1848419 h 2676210"/>
              <a:gd name="connsiteX32" fmla="*/ 8700414 w 12192000"/>
              <a:gd name="connsiteY32" fmla="*/ 1857766 h 2676210"/>
              <a:gd name="connsiteX33" fmla="*/ 8643017 w 12192000"/>
              <a:gd name="connsiteY33" fmla="*/ 1865810 h 2676210"/>
              <a:gd name="connsiteX34" fmla="*/ 8428505 w 12192000"/>
              <a:gd name="connsiteY34" fmla="*/ 1838566 h 2676210"/>
              <a:gd name="connsiteX35" fmla="*/ 8316712 w 12192000"/>
              <a:gd name="connsiteY35" fmla="*/ 1855817 h 2676210"/>
              <a:gd name="connsiteX36" fmla="*/ 8279203 w 12192000"/>
              <a:gd name="connsiteY36" fmla="*/ 1870876 h 2676210"/>
              <a:gd name="connsiteX37" fmla="*/ 8216222 w 12192000"/>
              <a:gd name="connsiteY37" fmla="*/ 1895553 h 2676210"/>
              <a:gd name="connsiteX38" fmla="*/ 8119712 w 12192000"/>
              <a:gd name="connsiteY38" fmla="*/ 1947916 h 2676210"/>
              <a:gd name="connsiteX39" fmla="*/ 8100082 w 12192000"/>
              <a:gd name="connsiteY39" fmla="*/ 1922220 h 2676210"/>
              <a:gd name="connsiteX40" fmla="*/ 8043728 w 12192000"/>
              <a:gd name="connsiteY40" fmla="*/ 1944200 h 2676210"/>
              <a:gd name="connsiteX41" fmla="*/ 7958999 w 12192000"/>
              <a:gd name="connsiteY41" fmla="*/ 1980667 h 2676210"/>
              <a:gd name="connsiteX42" fmla="*/ 7908348 w 12192000"/>
              <a:gd name="connsiteY42" fmla="*/ 1994348 h 2676210"/>
              <a:gd name="connsiteX43" fmla="*/ 7771932 w 12192000"/>
              <a:gd name="connsiteY43" fmla="*/ 2039701 h 2676210"/>
              <a:gd name="connsiteX44" fmla="*/ 7579180 w 12192000"/>
              <a:gd name="connsiteY44" fmla="*/ 2150519 h 2676210"/>
              <a:gd name="connsiteX45" fmla="*/ 7571467 w 12192000"/>
              <a:gd name="connsiteY45" fmla="*/ 2153548 h 2676210"/>
              <a:gd name="connsiteX46" fmla="*/ 7549398 w 12192000"/>
              <a:gd name="connsiteY46" fmla="*/ 2153051 h 2676210"/>
              <a:gd name="connsiteX47" fmla="*/ 7540934 w 12192000"/>
              <a:gd name="connsiteY47" fmla="*/ 2151418 h 2676210"/>
              <a:gd name="connsiteX48" fmla="*/ 7528900 w 12192000"/>
              <a:gd name="connsiteY48" fmla="*/ 2152107 h 2676210"/>
              <a:gd name="connsiteX49" fmla="*/ 7528656 w 12192000"/>
              <a:gd name="connsiteY49" fmla="*/ 2152584 h 2676210"/>
              <a:gd name="connsiteX50" fmla="*/ 7517280 w 12192000"/>
              <a:gd name="connsiteY50" fmla="*/ 2152327 h 2676210"/>
              <a:gd name="connsiteX51" fmla="*/ 7460956 w 12192000"/>
              <a:gd name="connsiteY51" fmla="*/ 2145255 h 2676210"/>
              <a:gd name="connsiteX52" fmla="*/ 7393117 w 12192000"/>
              <a:gd name="connsiteY52" fmla="*/ 2193066 h 2676210"/>
              <a:gd name="connsiteX53" fmla="*/ 7363846 w 12192000"/>
              <a:gd name="connsiteY53" fmla="*/ 2202297 h 2676210"/>
              <a:gd name="connsiteX54" fmla="*/ 7348496 w 12192000"/>
              <a:gd name="connsiteY54" fmla="*/ 2209686 h 2676210"/>
              <a:gd name="connsiteX55" fmla="*/ 7347724 w 12192000"/>
              <a:gd name="connsiteY55" fmla="*/ 2211733 h 2676210"/>
              <a:gd name="connsiteX56" fmla="*/ 7293703 w 12192000"/>
              <a:gd name="connsiteY56" fmla="*/ 2204721 h 2676210"/>
              <a:gd name="connsiteX57" fmla="*/ 7286955 w 12192000"/>
              <a:gd name="connsiteY57" fmla="*/ 2207494 h 2676210"/>
              <a:gd name="connsiteX58" fmla="*/ 7251199 w 12192000"/>
              <a:gd name="connsiteY58" fmla="*/ 2198184 h 2676210"/>
              <a:gd name="connsiteX59" fmla="*/ 7233016 w 12192000"/>
              <a:gd name="connsiteY59" fmla="*/ 2195902 h 2676210"/>
              <a:gd name="connsiteX60" fmla="*/ 7227281 w 12192000"/>
              <a:gd name="connsiteY60" fmla="*/ 2190042 h 2676210"/>
              <a:gd name="connsiteX61" fmla="*/ 7200745 w 12192000"/>
              <a:gd name="connsiteY61" fmla="*/ 2189321 h 2676210"/>
              <a:gd name="connsiteX62" fmla="*/ 7197924 w 12192000"/>
              <a:gd name="connsiteY62" fmla="*/ 2191205 h 2676210"/>
              <a:gd name="connsiteX63" fmla="*/ 7175198 w 12192000"/>
              <a:gd name="connsiteY63" fmla="*/ 2183294 h 2676210"/>
              <a:gd name="connsiteX64" fmla="*/ 7155136 w 12192000"/>
              <a:gd name="connsiteY64" fmla="*/ 2167822 h 2676210"/>
              <a:gd name="connsiteX65" fmla="*/ 6932665 w 12192000"/>
              <a:gd name="connsiteY65" fmla="*/ 2189385 h 2676210"/>
              <a:gd name="connsiteX66" fmla="*/ 6731794 w 12192000"/>
              <a:gd name="connsiteY66" fmla="*/ 2131083 h 2676210"/>
              <a:gd name="connsiteX67" fmla="*/ 6271707 w 12192000"/>
              <a:gd name="connsiteY67" fmla="*/ 2183170 h 2676210"/>
              <a:gd name="connsiteX68" fmla="*/ 6196177 w 12192000"/>
              <a:gd name="connsiteY68" fmla="*/ 2200059 h 2676210"/>
              <a:gd name="connsiteX69" fmla="*/ 6125472 w 12192000"/>
              <a:gd name="connsiteY69" fmla="*/ 2178263 h 2676210"/>
              <a:gd name="connsiteX70" fmla="*/ 6098878 w 12192000"/>
              <a:gd name="connsiteY70" fmla="*/ 2192939 h 2676210"/>
              <a:gd name="connsiteX71" fmla="*/ 6094339 w 12192000"/>
              <a:gd name="connsiteY71" fmla="*/ 2195871 h 2676210"/>
              <a:gd name="connsiteX72" fmla="*/ 6075163 w 12192000"/>
              <a:gd name="connsiteY72" fmla="*/ 2198856 h 2676210"/>
              <a:gd name="connsiteX73" fmla="*/ 6071016 w 12192000"/>
              <a:gd name="connsiteY73" fmla="*/ 2210639 h 2676210"/>
              <a:gd name="connsiteX74" fmla="*/ 6043058 w 12192000"/>
              <a:gd name="connsiteY74" fmla="*/ 2222971 h 2676210"/>
              <a:gd name="connsiteX75" fmla="*/ 6007411 w 12192000"/>
              <a:gd name="connsiteY75" fmla="*/ 2225411 h 2676210"/>
              <a:gd name="connsiteX76" fmla="*/ 5836800 w 12192000"/>
              <a:gd name="connsiteY76" fmla="*/ 2224771 h 2676210"/>
              <a:gd name="connsiteX77" fmla="*/ 5735414 w 12192000"/>
              <a:gd name="connsiteY77" fmla="*/ 2231366 h 2676210"/>
              <a:gd name="connsiteX78" fmla="*/ 5697982 w 12192000"/>
              <a:gd name="connsiteY78" fmla="*/ 2244836 h 2676210"/>
              <a:gd name="connsiteX79" fmla="*/ 5644981 w 12192000"/>
              <a:gd name="connsiteY79" fmla="*/ 2256274 h 2676210"/>
              <a:gd name="connsiteX80" fmla="*/ 5552282 w 12192000"/>
              <a:gd name="connsiteY80" fmla="*/ 2284946 h 2676210"/>
              <a:gd name="connsiteX81" fmla="*/ 5426280 w 12192000"/>
              <a:gd name="connsiteY81" fmla="*/ 2308712 h 2676210"/>
              <a:gd name="connsiteX82" fmla="*/ 5329896 w 12192000"/>
              <a:gd name="connsiteY82" fmla="*/ 2279209 h 2676210"/>
              <a:gd name="connsiteX83" fmla="*/ 5322508 w 12192000"/>
              <a:gd name="connsiteY83" fmla="*/ 2288005 h 2676210"/>
              <a:gd name="connsiteX84" fmla="*/ 5258237 w 12192000"/>
              <a:gd name="connsiteY84" fmla="*/ 2290475 h 2676210"/>
              <a:gd name="connsiteX85" fmla="*/ 5027899 w 12192000"/>
              <a:gd name="connsiteY85" fmla="*/ 2242653 h 2676210"/>
              <a:gd name="connsiteX86" fmla="*/ 4902443 w 12192000"/>
              <a:gd name="connsiteY86" fmla="*/ 2249037 h 2676210"/>
              <a:gd name="connsiteX87" fmla="*/ 4858751 w 12192000"/>
              <a:gd name="connsiteY87" fmla="*/ 2260409 h 2676210"/>
              <a:gd name="connsiteX88" fmla="*/ 4785497 w 12192000"/>
              <a:gd name="connsiteY88" fmla="*/ 2278897 h 2676210"/>
              <a:gd name="connsiteX89" fmla="*/ 4732807 w 12192000"/>
              <a:gd name="connsiteY89" fmla="*/ 2315139 h 2676210"/>
              <a:gd name="connsiteX90" fmla="*/ 4670737 w 12192000"/>
              <a:gd name="connsiteY90" fmla="*/ 2321711 h 2676210"/>
              <a:gd name="connsiteX91" fmla="*/ 4653655 w 12192000"/>
              <a:gd name="connsiteY91" fmla="*/ 2294237 h 2676210"/>
              <a:gd name="connsiteX92" fmla="*/ 4489013 w 12192000"/>
              <a:gd name="connsiteY92" fmla="*/ 2338805 h 2676210"/>
              <a:gd name="connsiteX93" fmla="*/ 4431159 w 12192000"/>
              <a:gd name="connsiteY93" fmla="*/ 2347536 h 2676210"/>
              <a:gd name="connsiteX94" fmla="*/ 4273885 w 12192000"/>
              <a:gd name="connsiteY94" fmla="*/ 2379520 h 2676210"/>
              <a:gd name="connsiteX95" fmla="*/ 4116925 w 12192000"/>
              <a:gd name="connsiteY95" fmla="*/ 2417756 h 2676210"/>
              <a:gd name="connsiteX96" fmla="*/ 4027169 w 12192000"/>
              <a:gd name="connsiteY96" fmla="*/ 2475399 h 2676210"/>
              <a:gd name="connsiteX97" fmla="*/ 3897799 w 12192000"/>
              <a:gd name="connsiteY97" fmla="*/ 2503049 h 2676210"/>
              <a:gd name="connsiteX98" fmla="*/ 3876619 w 12192000"/>
              <a:gd name="connsiteY98" fmla="*/ 2512804 h 2676210"/>
              <a:gd name="connsiteX99" fmla="*/ 3721493 w 12192000"/>
              <a:gd name="connsiteY99" fmla="*/ 2497646 h 2676210"/>
              <a:gd name="connsiteX100" fmla="*/ 3504883 w 12192000"/>
              <a:gd name="connsiteY100" fmla="*/ 2503869 h 2676210"/>
              <a:gd name="connsiteX101" fmla="*/ 3431219 w 12192000"/>
              <a:gd name="connsiteY101" fmla="*/ 2502163 h 2676210"/>
              <a:gd name="connsiteX102" fmla="*/ 3151243 w 12192000"/>
              <a:gd name="connsiteY102" fmla="*/ 2492405 h 2676210"/>
              <a:gd name="connsiteX103" fmla="*/ 3057639 w 12192000"/>
              <a:gd name="connsiteY103" fmla="*/ 2507988 h 2676210"/>
              <a:gd name="connsiteX104" fmla="*/ 2916555 w 12192000"/>
              <a:gd name="connsiteY104" fmla="*/ 2472028 h 2676210"/>
              <a:gd name="connsiteX105" fmla="*/ 2846802 w 12192000"/>
              <a:gd name="connsiteY105" fmla="*/ 2461014 h 2676210"/>
              <a:gd name="connsiteX106" fmla="*/ 2739588 w 12192000"/>
              <a:gd name="connsiteY106" fmla="*/ 2457956 h 2676210"/>
              <a:gd name="connsiteX107" fmla="*/ 2706684 w 12192000"/>
              <a:gd name="connsiteY107" fmla="*/ 2454540 h 2676210"/>
              <a:gd name="connsiteX108" fmla="*/ 2348435 w 12192000"/>
              <a:gd name="connsiteY108" fmla="*/ 2449176 h 2676210"/>
              <a:gd name="connsiteX109" fmla="*/ 2194299 w 12192000"/>
              <a:gd name="connsiteY109" fmla="*/ 2475215 h 2676210"/>
              <a:gd name="connsiteX110" fmla="*/ 1985091 w 12192000"/>
              <a:gd name="connsiteY110" fmla="*/ 2503652 h 2676210"/>
              <a:gd name="connsiteX111" fmla="*/ 1917360 w 12192000"/>
              <a:gd name="connsiteY111" fmla="*/ 2472495 h 2676210"/>
              <a:gd name="connsiteX112" fmla="*/ 1885040 w 12192000"/>
              <a:gd name="connsiteY112" fmla="*/ 2475917 h 2676210"/>
              <a:gd name="connsiteX113" fmla="*/ 1832317 w 12192000"/>
              <a:gd name="connsiteY113" fmla="*/ 2485332 h 2676210"/>
              <a:gd name="connsiteX114" fmla="*/ 1748729 w 12192000"/>
              <a:gd name="connsiteY114" fmla="*/ 2475325 h 2676210"/>
              <a:gd name="connsiteX115" fmla="*/ 1584574 w 12192000"/>
              <a:gd name="connsiteY115" fmla="*/ 2491479 h 2676210"/>
              <a:gd name="connsiteX116" fmla="*/ 1300369 w 12192000"/>
              <a:gd name="connsiteY116" fmla="*/ 2444914 h 2676210"/>
              <a:gd name="connsiteX117" fmla="*/ 1045572 w 12192000"/>
              <a:gd name="connsiteY117" fmla="*/ 2476491 h 2676210"/>
              <a:gd name="connsiteX118" fmla="*/ 957561 w 12192000"/>
              <a:gd name="connsiteY118" fmla="*/ 2484124 h 2676210"/>
              <a:gd name="connsiteX119" fmla="*/ 872692 w 12192000"/>
              <a:gd name="connsiteY119" fmla="*/ 2551368 h 2676210"/>
              <a:gd name="connsiteX120" fmla="*/ 653171 w 12192000"/>
              <a:gd name="connsiteY120" fmla="*/ 2607266 h 2676210"/>
              <a:gd name="connsiteX121" fmla="*/ 479703 w 12192000"/>
              <a:gd name="connsiteY121" fmla="*/ 2594204 h 2676210"/>
              <a:gd name="connsiteX122" fmla="*/ 441281 w 12192000"/>
              <a:gd name="connsiteY122" fmla="*/ 2605939 h 2676210"/>
              <a:gd name="connsiteX123" fmla="*/ 315252 w 12192000"/>
              <a:gd name="connsiteY123" fmla="*/ 2675861 h 2676210"/>
              <a:gd name="connsiteX124" fmla="*/ 97385 w 12192000"/>
              <a:gd name="connsiteY124" fmla="*/ 2636063 h 2676210"/>
              <a:gd name="connsiteX125" fmla="*/ 48888 w 12192000"/>
              <a:gd name="connsiteY125" fmla="*/ 2641447 h 2676210"/>
              <a:gd name="connsiteX126" fmla="*/ 0 w 12192000"/>
              <a:gd name="connsiteY126" fmla="*/ 2649426 h 2676210"/>
              <a:gd name="connsiteX127" fmla="*/ 0 w 12192000"/>
              <a:gd name="connsiteY127" fmla="*/ 0 h 2676210"/>
              <a:gd name="connsiteX0" fmla="*/ 0 w 12192000"/>
              <a:gd name="connsiteY0" fmla="*/ 0 h 2676210"/>
              <a:gd name="connsiteX1" fmla="*/ 12192000 w 12192000"/>
              <a:gd name="connsiteY1" fmla="*/ 0 h 2676210"/>
              <a:gd name="connsiteX2" fmla="*/ 12192000 w 12192000"/>
              <a:gd name="connsiteY2" fmla="*/ 1727909 h 2676210"/>
              <a:gd name="connsiteX3" fmla="*/ 12115957 w 12192000"/>
              <a:gd name="connsiteY3" fmla="*/ 1732272 h 2676210"/>
              <a:gd name="connsiteX4" fmla="*/ 12012533 w 12192000"/>
              <a:gd name="connsiteY4" fmla="*/ 1737200 h 2676210"/>
              <a:gd name="connsiteX5" fmla="*/ 11801718 w 12192000"/>
              <a:gd name="connsiteY5" fmla="*/ 1707786 h 2676210"/>
              <a:gd name="connsiteX6" fmla="*/ 11750717 w 12192000"/>
              <a:gd name="connsiteY6" fmla="*/ 1684756 h 2676210"/>
              <a:gd name="connsiteX7" fmla="*/ 11712295 w 12192000"/>
              <a:gd name="connsiteY7" fmla="*/ 1673021 h 2676210"/>
              <a:gd name="connsiteX8" fmla="*/ 11538827 w 12192000"/>
              <a:gd name="connsiteY8" fmla="*/ 1639190 h 2676210"/>
              <a:gd name="connsiteX9" fmla="*/ 11319306 w 12192000"/>
              <a:gd name="connsiteY9" fmla="*/ 1630185 h 2676210"/>
              <a:gd name="connsiteX10" fmla="*/ 11234437 w 12192000"/>
              <a:gd name="connsiteY10" fmla="*/ 1562941 h 2676210"/>
              <a:gd name="connsiteX11" fmla="*/ 11146426 w 12192000"/>
              <a:gd name="connsiteY11" fmla="*/ 1555308 h 2676210"/>
              <a:gd name="connsiteX12" fmla="*/ 10891629 w 12192000"/>
              <a:gd name="connsiteY12" fmla="*/ 1523731 h 2676210"/>
              <a:gd name="connsiteX13" fmla="*/ 10607424 w 12192000"/>
              <a:gd name="connsiteY13" fmla="*/ 1570296 h 2676210"/>
              <a:gd name="connsiteX14" fmla="*/ 10562291 w 12192000"/>
              <a:gd name="connsiteY14" fmla="*/ 1560944 h 2676210"/>
              <a:gd name="connsiteX15" fmla="*/ 10551291 w 12192000"/>
              <a:gd name="connsiteY15" fmla="*/ 1556691 h 2676210"/>
              <a:gd name="connsiteX16" fmla="*/ 10546586 w 12192000"/>
              <a:gd name="connsiteY16" fmla="*/ 1559265 h 2676210"/>
              <a:gd name="connsiteX17" fmla="*/ 10547130 w 12192000"/>
              <a:gd name="connsiteY17" fmla="*/ 1583380 h 2676210"/>
              <a:gd name="connsiteX18" fmla="*/ 10522252 w 12192000"/>
              <a:gd name="connsiteY18" fmla="*/ 1595065 h 2676210"/>
              <a:gd name="connsiteX19" fmla="*/ 10329259 w 12192000"/>
              <a:gd name="connsiteY19" fmla="*/ 1579142 h 2676210"/>
              <a:gd name="connsiteX20" fmla="*/ 10132610 w 12192000"/>
              <a:gd name="connsiteY20" fmla="*/ 1619865 h 2676210"/>
              <a:gd name="connsiteX21" fmla="*/ 9811199 w 12192000"/>
              <a:gd name="connsiteY21" fmla="*/ 1648968 h 2676210"/>
              <a:gd name="connsiteX22" fmla="*/ 9537440 w 12192000"/>
              <a:gd name="connsiteY22" fmla="*/ 1671316 h 2676210"/>
              <a:gd name="connsiteX23" fmla="*/ 9405213 w 12192000"/>
              <a:gd name="connsiteY23" fmla="*/ 1679204 h 2676210"/>
              <a:gd name="connsiteX24" fmla="*/ 9306407 w 12192000"/>
              <a:gd name="connsiteY24" fmla="*/ 1736146 h 2676210"/>
              <a:gd name="connsiteX25" fmla="*/ 9152929 w 12192000"/>
              <a:gd name="connsiteY25" fmla="*/ 1750379 h 2676210"/>
              <a:gd name="connsiteX26" fmla="*/ 9062807 w 12192000"/>
              <a:gd name="connsiteY26" fmla="*/ 1765741 h 2676210"/>
              <a:gd name="connsiteX27" fmla="*/ 9031250 w 12192000"/>
              <a:gd name="connsiteY27" fmla="*/ 1782330 h 2676210"/>
              <a:gd name="connsiteX28" fmla="*/ 8985382 w 12192000"/>
              <a:gd name="connsiteY28" fmla="*/ 1798267 h 2676210"/>
              <a:gd name="connsiteX29" fmla="*/ 8906505 w 12192000"/>
              <a:gd name="connsiteY29" fmla="*/ 1834715 h 2676210"/>
              <a:gd name="connsiteX30" fmla="*/ 8796926 w 12192000"/>
              <a:gd name="connsiteY30" fmla="*/ 1869211 h 2676210"/>
              <a:gd name="connsiteX31" fmla="*/ 8705687 w 12192000"/>
              <a:gd name="connsiteY31" fmla="*/ 1848419 h 2676210"/>
              <a:gd name="connsiteX32" fmla="*/ 8700414 w 12192000"/>
              <a:gd name="connsiteY32" fmla="*/ 1857766 h 2676210"/>
              <a:gd name="connsiteX33" fmla="*/ 8643017 w 12192000"/>
              <a:gd name="connsiteY33" fmla="*/ 1865810 h 2676210"/>
              <a:gd name="connsiteX34" fmla="*/ 8428505 w 12192000"/>
              <a:gd name="connsiteY34" fmla="*/ 1838566 h 2676210"/>
              <a:gd name="connsiteX35" fmla="*/ 8316712 w 12192000"/>
              <a:gd name="connsiteY35" fmla="*/ 1855817 h 2676210"/>
              <a:gd name="connsiteX36" fmla="*/ 8279203 w 12192000"/>
              <a:gd name="connsiteY36" fmla="*/ 1870876 h 2676210"/>
              <a:gd name="connsiteX37" fmla="*/ 8216222 w 12192000"/>
              <a:gd name="connsiteY37" fmla="*/ 1895553 h 2676210"/>
              <a:gd name="connsiteX38" fmla="*/ 8119712 w 12192000"/>
              <a:gd name="connsiteY38" fmla="*/ 1947916 h 2676210"/>
              <a:gd name="connsiteX39" fmla="*/ 8100082 w 12192000"/>
              <a:gd name="connsiteY39" fmla="*/ 1922220 h 2676210"/>
              <a:gd name="connsiteX40" fmla="*/ 8043728 w 12192000"/>
              <a:gd name="connsiteY40" fmla="*/ 1944200 h 2676210"/>
              <a:gd name="connsiteX41" fmla="*/ 7958999 w 12192000"/>
              <a:gd name="connsiteY41" fmla="*/ 1980667 h 2676210"/>
              <a:gd name="connsiteX42" fmla="*/ 7908348 w 12192000"/>
              <a:gd name="connsiteY42" fmla="*/ 1994348 h 2676210"/>
              <a:gd name="connsiteX43" fmla="*/ 7771932 w 12192000"/>
              <a:gd name="connsiteY43" fmla="*/ 2039701 h 2676210"/>
              <a:gd name="connsiteX44" fmla="*/ 7579180 w 12192000"/>
              <a:gd name="connsiteY44" fmla="*/ 2150519 h 2676210"/>
              <a:gd name="connsiteX45" fmla="*/ 7571467 w 12192000"/>
              <a:gd name="connsiteY45" fmla="*/ 2153548 h 2676210"/>
              <a:gd name="connsiteX46" fmla="*/ 7549398 w 12192000"/>
              <a:gd name="connsiteY46" fmla="*/ 2153051 h 2676210"/>
              <a:gd name="connsiteX47" fmla="*/ 7540934 w 12192000"/>
              <a:gd name="connsiteY47" fmla="*/ 2151418 h 2676210"/>
              <a:gd name="connsiteX48" fmla="*/ 7528900 w 12192000"/>
              <a:gd name="connsiteY48" fmla="*/ 2152107 h 2676210"/>
              <a:gd name="connsiteX49" fmla="*/ 7528656 w 12192000"/>
              <a:gd name="connsiteY49" fmla="*/ 2152584 h 2676210"/>
              <a:gd name="connsiteX50" fmla="*/ 7517280 w 12192000"/>
              <a:gd name="connsiteY50" fmla="*/ 2152327 h 2676210"/>
              <a:gd name="connsiteX51" fmla="*/ 7460956 w 12192000"/>
              <a:gd name="connsiteY51" fmla="*/ 2145255 h 2676210"/>
              <a:gd name="connsiteX52" fmla="*/ 7393117 w 12192000"/>
              <a:gd name="connsiteY52" fmla="*/ 2193066 h 2676210"/>
              <a:gd name="connsiteX53" fmla="*/ 7363846 w 12192000"/>
              <a:gd name="connsiteY53" fmla="*/ 2202297 h 2676210"/>
              <a:gd name="connsiteX54" fmla="*/ 7348496 w 12192000"/>
              <a:gd name="connsiteY54" fmla="*/ 2209686 h 2676210"/>
              <a:gd name="connsiteX55" fmla="*/ 7347724 w 12192000"/>
              <a:gd name="connsiteY55" fmla="*/ 2211733 h 2676210"/>
              <a:gd name="connsiteX56" fmla="*/ 7293703 w 12192000"/>
              <a:gd name="connsiteY56" fmla="*/ 2204721 h 2676210"/>
              <a:gd name="connsiteX57" fmla="*/ 7286955 w 12192000"/>
              <a:gd name="connsiteY57" fmla="*/ 2207494 h 2676210"/>
              <a:gd name="connsiteX58" fmla="*/ 7251199 w 12192000"/>
              <a:gd name="connsiteY58" fmla="*/ 2198184 h 2676210"/>
              <a:gd name="connsiteX59" fmla="*/ 7233016 w 12192000"/>
              <a:gd name="connsiteY59" fmla="*/ 2195902 h 2676210"/>
              <a:gd name="connsiteX60" fmla="*/ 7227281 w 12192000"/>
              <a:gd name="connsiteY60" fmla="*/ 2190042 h 2676210"/>
              <a:gd name="connsiteX61" fmla="*/ 7200745 w 12192000"/>
              <a:gd name="connsiteY61" fmla="*/ 2189321 h 2676210"/>
              <a:gd name="connsiteX62" fmla="*/ 7197924 w 12192000"/>
              <a:gd name="connsiteY62" fmla="*/ 2191205 h 2676210"/>
              <a:gd name="connsiteX63" fmla="*/ 7175198 w 12192000"/>
              <a:gd name="connsiteY63" fmla="*/ 2183294 h 2676210"/>
              <a:gd name="connsiteX64" fmla="*/ 7155136 w 12192000"/>
              <a:gd name="connsiteY64" fmla="*/ 2167822 h 2676210"/>
              <a:gd name="connsiteX65" fmla="*/ 6932665 w 12192000"/>
              <a:gd name="connsiteY65" fmla="*/ 2189385 h 2676210"/>
              <a:gd name="connsiteX66" fmla="*/ 6731794 w 12192000"/>
              <a:gd name="connsiteY66" fmla="*/ 2131083 h 2676210"/>
              <a:gd name="connsiteX67" fmla="*/ 6271707 w 12192000"/>
              <a:gd name="connsiteY67" fmla="*/ 2183170 h 2676210"/>
              <a:gd name="connsiteX68" fmla="*/ 6196177 w 12192000"/>
              <a:gd name="connsiteY68" fmla="*/ 2200059 h 2676210"/>
              <a:gd name="connsiteX69" fmla="*/ 6125472 w 12192000"/>
              <a:gd name="connsiteY69" fmla="*/ 2178263 h 2676210"/>
              <a:gd name="connsiteX70" fmla="*/ 6098878 w 12192000"/>
              <a:gd name="connsiteY70" fmla="*/ 2192939 h 2676210"/>
              <a:gd name="connsiteX71" fmla="*/ 6094339 w 12192000"/>
              <a:gd name="connsiteY71" fmla="*/ 2195871 h 2676210"/>
              <a:gd name="connsiteX72" fmla="*/ 6075163 w 12192000"/>
              <a:gd name="connsiteY72" fmla="*/ 2198856 h 2676210"/>
              <a:gd name="connsiteX73" fmla="*/ 6071016 w 12192000"/>
              <a:gd name="connsiteY73" fmla="*/ 2210639 h 2676210"/>
              <a:gd name="connsiteX74" fmla="*/ 6043058 w 12192000"/>
              <a:gd name="connsiteY74" fmla="*/ 2222971 h 2676210"/>
              <a:gd name="connsiteX75" fmla="*/ 6007411 w 12192000"/>
              <a:gd name="connsiteY75" fmla="*/ 2225411 h 2676210"/>
              <a:gd name="connsiteX76" fmla="*/ 5836800 w 12192000"/>
              <a:gd name="connsiteY76" fmla="*/ 2224771 h 2676210"/>
              <a:gd name="connsiteX77" fmla="*/ 5735414 w 12192000"/>
              <a:gd name="connsiteY77" fmla="*/ 2231366 h 2676210"/>
              <a:gd name="connsiteX78" fmla="*/ 5697982 w 12192000"/>
              <a:gd name="connsiteY78" fmla="*/ 2244836 h 2676210"/>
              <a:gd name="connsiteX79" fmla="*/ 5644981 w 12192000"/>
              <a:gd name="connsiteY79" fmla="*/ 2256274 h 2676210"/>
              <a:gd name="connsiteX80" fmla="*/ 5552282 w 12192000"/>
              <a:gd name="connsiteY80" fmla="*/ 2284946 h 2676210"/>
              <a:gd name="connsiteX81" fmla="*/ 5426280 w 12192000"/>
              <a:gd name="connsiteY81" fmla="*/ 2308712 h 2676210"/>
              <a:gd name="connsiteX82" fmla="*/ 5329896 w 12192000"/>
              <a:gd name="connsiteY82" fmla="*/ 2279209 h 2676210"/>
              <a:gd name="connsiteX83" fmla="*/ 5322508 w 12192000"/>
              <a:gd name="connsiteY83" fmla="*/ 2288005 h 2676210"/>
              <a:gd name="connsiteX84" fmla="*/ 5258237 w 12192000"/>
              <a:gd name="connsiteY84" fmla="*/ 2290475 h 2676210"/>
              <a:gd name="connsiteX85" fmla="*/ 5027899 w 12192000"/>
              <a:gd name="connsiteY85" fmla="*/ 2242653 h 2676210"/>
              <a:gd name="connsiteX86" fmla="*/ 4902443 w 12192000"/>
              <a:gd name="connsiteY86" fmla="*/ 2249037 h 2676210"/>
              <a:gd name="connsiteX87" fmla="*/ 4858751 w 12192000"/>
              <a:gd name="connsiteY87" fmla="*/ 2260409 h 2676210"/>
              <a:gd name="connsiteX88" fmla="*/ 4785497 w 12192000"/>
              <a:gd name="connsiteY88" fmla="*/ 2278897 h 2676210"/>
              <a:gd name="connsiteX89" fmla="*/ 4732807 w 12192000"/>
              <a:gd name="connsiteY89" fmla="*/ 2315139 h 2676210"/>
              <a:gd name="connsiteX90" fmla="*/ 4670737 w 12192000"/>
              <a:gd name="connsiteY90" fmla="*/ 2321711 h 2676210"/>
              <a:gd name="connsiteX91" fmla="*/ 4489013 w 12192000"/>
              <a:gd name="connsiteY91" fmla="*/ 2338805 h 2676210"/>
              <a:gd name="connsiteX92" fmla="*/ 4431159 w 12192000"/>
              <a:gd name="connsiteY92" fmla="*/ 2347536 h 2676210"/>
              <a:gd name="connsiteX93" fmla="*/ 4273885 w 12192000"/>
              <a:gd name="connsiteY93" fmla="*/ 2379520 h 2676210"/>
              <a:gd name="connsiteX94" fmla="*/ 4116925 w 12192000"/>
              <a:gd name="connsiteY94" fmla="*/ 2417756 h 2676210"/>
              <a:gd name="connsiteX95" fmla="*/ 4027169 w 12192000"/>
              <a:gd name="connsiteY95" fmla="*/ 2475399 h 2676210"/>
              <a:gd name="connsiteX96" fmla="*/ 3897799 w 12192000"/>
              <a:gd name="connsiteY96" fmla="*/ 2503049 h 2676210"/>
              <a:gd name="connsiteX97" fmla="*/ 3876619 w 12192000"/>
              <a:gd name="connsiteY97" fmla="*/ 2512804 h 2676210"/>
              <a:gd name="connsiteX98" fmla="*/ 3721493 w 12192000"/>
              <a:gd name="connsiteY98" fmla="*/ 2497646 h 2676210"/>
              <a:gd name="connsiteX99" fmla="*/ 3504883 w 12192000"/>
              <a:gd name="connsiteY99" fmla="*/ 2503869 h 2676210"/>
              <a:gd name="connsiteX100" fmla="*/ 3431219 w 12192000"/>
              <a:gd name="connsiteY100" fmla="*/ 2502163 h 2676210"/>
              <a:gd name="connsiteX101" fmla="*/ 3151243 w 12192000"/>
              <a:gd name="connsiteY101" fmla="*/ 2492405 h 2676210"/>
              <a:gd name="connsiteX102" fmla="*/ 3057639 w 12192000"/>
              <a:gd name="connsiteY102" fmla="*/ 2507988 h 2676210"/>
              <a:gd name="connsiteX103" fmla="*/ 2916555 w 12192000"/>
              <a:gd name="connsiteY103" fmla="*/ 2472028 h 2676210"/>
              <a:gd name="connsiteX104" fmla="*/ 2846802 w 12192000"/>
              <a:gd name="connsiteY104" fmla="*/ 2461014 h 2676210"/>
              <a:gd name="connsiteX105" fmla="*/ 2739588 w 12192000"/>
              <a:gd name="connsiteY105" fmla="*/ 2457956 h 2676210"/>
              <a:gd name="connsiteX106" fmla="*/ 2706684 w 12192000"/>
              <a:gd name="connsiteY106" fmla="*/ 2454540 h 2676210"/>
              <a:gd name="connsiteX107" fmla="*/ 2348435 w 12192000"/>
              <a:gd name="connsiteY107" fmla="*/ 2449176 h 2676210"/>
              <a:gd name="connsiteX108" fmla="*/ 2194299 w 12192000"/>
              <a:gd name="connsiteY108" fmla="*/ 2475215 h 2676210"/>
              <a:gd name="connsiteX109" fmla="*/ 1985091 w 12192000"/>
              <a:gd name="connsiteY109" fmla="*/ 2503652 h 2676210"/>
              <a:gd name="connsiteX110" fmla="*/ 1917360 w 12192000"/>
              <a:gd name="connsiteY110" fmla="*/ 2472495 h 2676210"/>
              <a:gd name="connsiteX111" fmla="*/ 1885040 w 12192000"/>
              <a:gd name="connsiteY111" fmla="*/ 2475917 h 2676210"/>
              <a:gd name="connsiteX112" fmla="*/ 1832317 w 12192000"/>
              <a:gd name="connsiteY112" fmla="*/ 2485332 h 2676210"/>
              <a:gd name="connsiteX113" fmla="*/ 1748729 w 12192000"/>
              <a:gd name="connsiteY113" fmla="*/ 2475325 h 2676210"/>
              <a:gd name="connsiteX114" fmla="*/ 1584574 w 12192000"/>
              <a:gd name="connsiteY114" fmla="*/ 2491479 h 2676210"/>
              <a:gd name="connsiteX115" fmla="*/ 1300369 w 12192000"/>
              <a:gd name="connsiteY115" fmla="*/ 2444914 h 2676210"/>
              <a:gd name="connsiteX116" fmla="*/ 1045572 w 12192000"/>
              <a:gd name="connsiteY116" fmla="*/ 2476491 h 2676210"/>
              <a:gd name="connsiteX117" fmla="*/ 957561 w 12192000"/>
              <a:gd name="connsiteY117" fmla="*/ 2484124 h 2676210"/>
              <a:gd name="connsiteX118" fmla="*/ 872692 w 12192000"/>
              <a:gd name="connsiteY118" fmla="*/ 2551368 h 2676210"/>
              <a:gd name="connsiteX119" fmla="*/ 653171 w 12192000"/>
              <a:gd name="connsiteY119" fmla="*/ 2607266 h 2676210"/>
              <a:gd name="connsiteX120" fmla="*/ 479703 w 12192000"/>
              <a:gd name="connsiteY120" fmla="*/ 2594204 h 2676210"/>
              <a:gd name="connsiteX121" fmla="*/ 441281 w 12192000"/>
              <a:gd name="connsiteY121" fmla="*/ 2605939 h 2676210"/>
              <a:gd name="connsiteX122" fmla="*/ 315252 w 12192000"/>
              <a:gd name="connsiteY122" fmla="*/ 2675861 h 2676210"/>
              <a:gd name="connsiteX123" fmla="*/ 97385 w 12192000"/>
              <a:gd name="connsiteY123" fmla="*/ 2636063 h 2676210"/>
              <a:gd name="connsiteX124" fmla="*/ 48888 w 12192000"/>
              <a:gd name="connsiteY124" fmla="*/ 2641447 h 2676210"/>
              <a:gd name="connsiteX125" fmla="*/ 0 w 12192000"/>
              <a:gd name="connsiteY125" fmla="*/ 2649426 h 2676210"/>
              <a:gd name="connsiteX126" fmla="*/ 0 w 12192000"/>
              <a:gd name="connsiteY126" fmla="*/ 0 h 2676210"/>
              <a:gd name="connsiteX0" fmla="*/ 0 w 12192000"/>
              <a:gd name="connsiteY0" fmla="*/ 0 h 2676210"/>
              <a:gd name="connsiteX1" fmla="*/ 12192000 w 12192000"/>
              <a:gd name="connsiteY1" fmla="*/ 0 h 2676210"/>
              <a:gd name="connsiteX2" fmla="*/ 12192000 w 12192000"/>
              <a:gd name="connsiteY2" fmla="*/ 1727909 h 2676210"/>
              <a:gd name="connsiteX3" fmla="*/ 12115957 w 12192000"/>
              <a:gd name="connsiteY3" fmla="*/ 1732272 h 2676210"/>
              <a:gd name="connsiteX4" fmla="*/ 12012533 w 12192000"/>
              <a:gd name="connsiteY4" fmla="*/ 1737200 h 2676210"/>
              <a:gd name="connsiteX5" fmla="*/ 11801718 w 12192000"/>
              <a:gd name="connsiteY5" fmla="*/ 1707786 h 2676210"/>
              <a:gd name="connsiteX6" fmla="*/ 11750717 w 12192000"/>
              <a:gd name="connsiteY6" fmla="*/ 1684756 h 2676210"/>
              <a:gd name="connsiteX7" fmla="*/ 11712295 w 12192000"/>
              <a:gd name="connsiteY7" fmla="*/ 1673021 h 2676210"/>
              <a:gd name="connsiteX8" fmla="*/ 11538827 w 12192000"/>
              <a:gd name="connsiteY8" fmla="*/ 1639190 h 2676210"/>
              <a:gd name="connsiteX9" fmla="*/ 11319306 w 12192000"/>
              <a:gd name="connsiteY9" fmla="*/ 1630185 h 2676210"/>
              <a:gd name="connsiteX10" fmla="*/ 11234437 w 12192000"/>
              <a:gd name="connsiteY10" fmla="*/ 1562941 h 2676210"/>
              <a:gd name="connsiteX11" fmla="*/ 11146426 w 12192000"/>
              <a:gd name="connsiteY11" fmla="*/ 1555308 h 2676210"/>
              <a:gd name="connsiteX12" fmla="*/ 10891629 w 12192000"/>
              <a:gd name="connsiteY12" fmla="*/ 1523731 h 2676210"/>
              <a:gd name="connsiteX13" fmla="*/ 10607424 w 12192000"/>
              <a:gd name="connsiteY13" fmla="*/ 1570296 h 2676210"/>
              <a:gd name="connsiteX14" fmla="*/ 10562291 w 12192000"/>
              <a:gd name="connsiteY14" fmla="*/ 1560944 h 2676210"/>
              <a:gd name="connsiteX15" fmla="*/ 10551291 w 12192000"/>
              <a:gd name="connsiteY15" fmla="*/ 1556691 h 2676210"/>
              <a:gd name="connsiteX16" fmla="*/ 10546586 w 12192000"/>
              <a:gd name="connsiteY16" fmla="*/ 1559265 h 2676210"/>
              <a:gd name="connsiteX17" fmla="*/ 10547130 w 12192000"/>
              <a:gd name="connsiteY17" fmla="*/ 1583380 h 2676210"/>
              <a:gd name="connsiteX18" fmla="*/ 10522252 w 12192000"/>
              <a:gd name="connsiteY18" fmla="*/ 1595065 h 2676210"/>
              <a:gd name="connsiteX19" fmla="*/ 10329259 w 12192000"/>
              <a:gd name="connsiteY19" fmla="*/ 1579142 h 2676210"/>
              <a:gd name="connsiteX20" fmla="*/ 10132610 w 12192000"/>
              <a:gd name="connsiteY20" fmla="*/ 1619865 h 2676210"/>
              <a:gd name="connsiteX21" fmla="*/ 9811199 w 12192000"/>
              <a:gd name="connsiteY21" fmla="*/ 1648968 h 2676210"/>
              <a:gd name="connsiteX22" fmla="*/ 9537440 w 12192000"/>
              <a:gd name="connsiteY22" fmla="*/ 1671316 h 2676210"/>
              <a:gd name="connsiteX23" fmla="*/ 9405213 w 12192000"/>
              <a:gd name="connsiteY23" fmla="*/ 1679204 h 2676210"/>
              <a:gd name="connsiteX24" fmla="*/ 9306407 w 12192000"/>
              <a:gd name="connsiteY24" fmla="*/ 1736146 h 2676210"/>
              <a:gd name="connsiteX25" fmla="*/ 9152929 w 12192000"/>
              <a:gd name="connsiteY25" fmla="*/ 1750379 h 2676210"/>
              <a:gd name="connsiteX26" fmla="*/ 9062807 w 12192000"/>
              <a:gd name="connsiteY26" fmla="*/ 1765741 h 2676210"/>
              <a:gd name="connsiteX27" fmla="*/ 9031250 w 12192000"/>
              <a:gd name="connsiteY27" fmla="*/ 1782330 h 2676210"/>
              <a:gd name="connsiteX28" fmla="*/ 8985382 w 12192000"/>
              <a:gd name="connsiteY28" fmla="*/ 1798267 h 2676210"/>
              <a:gd name="connsiteX29" fmla="*/ 8906505 w 12192000"/>
              <a:gd name="connsiteY29" fmla="*/ 1834715 h 2676210"/>
              <a:gd name="connsiteX30" fmla="*/ 8796926 w 12192000"/>
              <a:gd name="connsiteY30" fmla="*/ 1869211 h 2676210"/>
              <a:gd name="connsiteX31" fmla="*/ 8705687 w 12192000"/>
              <a:gd name="connsiteY31" fmla="*/ 1848419 h 2676210"/>
              <a:gd name="connsiteX32" fmla="*/ 8700414 w 12192000"/>
              <a:gd name="connsiteY32" fmla="*/ 1857766 h 2676210"/>
              <a:gd name="connsiteX33" fmla="*/ 8643017 w 12192000"/>
              <a:gd name="connsiteY33" fmla="*/ 1865810 h 2676210"/>
              <a:gd name="connsiteX34" fmla="*/ 8428505 w 12192000"/>
              <a:gd name="connsiteY34" fmla="*/ 1838566 h 2676210"/>
              <a:gd name="connsiteX35" fmla="*/ 8316712 w 12192000"/>
              <a:gd name="connsiteY35" fmla="*/ 1855817 h 2676210"/>
              <a:gd name="connsiteX36" fmla="*/ 8279203 w 12192000"/>
              <a:gd name="connsiteY36" fmla="*/ 1870876 h 2676210"/>
              <a:gd name="connsiteX37" fmla="*/ 8216222 w 12192000"/>
              <a:gd name="connsiteY37" fmla="*/ 1895553 h 2676210"/>
              <a:gd name="connsiteX38" fmla="*/ 8119712 w 12192000"/>
              <a:gd name="connsiteY38" fmla="*/ 1947916 h 2676210"/>
              <a:gd name="connsiteX39" fmla="*/ 8100082 w 12192000"/>
              <a:gd name="connsiteY39" fmla="*/ 1922220 h 2676210"/>
              <a:gd name="connsiteX40" fmla="*/ 8043728 w 12192000"/>
              <a:gd name="connsiteY40" fmla="*/ 1944200 h 2676210"/>
              <a:gd name="connsiteX41" fmla="*/ 7958999 w 12192000"/>
              <a:gd name="connsiteY41" fmla="*/ 1980667 h 2676210"/>
              <a:gd name="connsiteX42" fmla="*/ 7908348 w 12192000"/>
              <a:gd name="connsiteY42" fmla="*/ 1994348 h 2676210"/>
              <a:gd name="connsiteX43" fmla="*/ 7771932 w 12192000"/>
              <a:gd name="connsiteY43" fmla="*/ 2039701 h 2676210"/>
              <a:gd name="connsiteX44" fmla="*/ 7579180 w 12192000"/>
              <a:gd name="connsiteY44" fmla="*/ 2150519 h 2676210"/>
              <a:gd name="connsiteX45" fmla="*/ 7571467 w 12192000"/>
              <a:gd name="connsiteY45" fmla="*/ 2153548 h 2676210"/>
              <a:gd name="connsiteX46" fmla="*/ 7549398 w 12192000"/>
              <a:gd name="connsiteY46" fmla="*/ 2153051 h 2676210"/>
              <a:gd name="connsiteX47" fmla="*/ 7540934 w 12192000"/>
              <a:gd name="connsiteY47" fmla="*/ 2151418 h 2676210"/>
              <a:gd name="connsiteX48" fmla="*/ 7528900 w 12192000"/>
              <a:gd name="connsiteY48" fmla="*/ 2152107 h 2676210"/>
              <a:gd name="connsiteX49" fmla="*/ 7528656 w 12192000"/>
              <a:gd name="connsiteY49" fmla="*/ 2152584 h 2676210"/>
              <a:gd name="connsiteX50" fmla="*/ 7517280 w 12192000"/>
              <a:gd name="connsiteY50" fmla="*/ 2152327 h 2676210"/>
              <a:gd name="connsiteX51" fmla="*/ 7460956 w 12192000"/>
              <a:gd name="connsiteY51" fmla="*/ 2145255 h 2676210"/>
              <a:gd name="connsiteX52" fmla="*/ 7393117 w 12192000"/>
              <a:gd name="connsiteY52" fmla="*/ 2193066 h 2676210"/>
              <a:gd name="connsiteX53" fmla="*/ 7363846 w 12192000"/>
              <a:gd name="connsiteY53" fmla="*/ 2202297 h 2676210"/>
              <a:gd name="connsiteX54" fmla="*/ 7348496 w 12192000"/>
              <a:gd name="connsiteY54" fmla="*/ 2209686 h 2676210"/>
              <a:gd name="connsiteX55" fmla="*/ 7347724 w 12192000"/>
              <a:gd name="connsiteY55" fmla="*/ 2211733 h 2676210"/>
              <a:gd name="connsiteX56" fmla="*/ 7293703 w 12192000"/>
              <a:gd name="connsiteY56" fmla="*/ 2204721 h 2676210"/>
              <a:gd name="connsiteX57" fmla="*/ 7286955 w 12192000"/>
              <a:gd name="connsiteY57" fmla="*/ 2207494 h 2676210"/>
              <a:gd name="connsiteX58" fmla="*/ 7251199 w 12192000"/>
              <a:gd name="connsiteY58" fmla="*/ 2198184 h 2676210"/>
              <a:gd name="connsiteX59" fmla="*/ 7233016 w 12192000"/>
              <a:gd name="connsiteY59" fmla="*/ 2195902 h 2676210"/>
              <a:gd name="connsiteX60" fmla="*/ 7227281 w 12192000"/>
              <a:gd name="connsiteY60" fmla="*/ 2190042 h 2676210"/>
              <a:gd name="connsiteX61" fmla="*/ 7200745 w 12192000"/>
              <a:gd name="connsiteY61" fmla="*/ 2189321 h 2676210"/>
              <a:gd name="connsiteX62" fmla="*/ 7197924 w 12192000"/>
              <a:gd name="connsiteY62" fmla="*/ 2191205 h 2676210"/>
              <a:gd name="connsiteX63" fmla="*/ 7175198 w 12192000"/>
              <a:gd name="connsiteY63" fmla="*/ 2183294 h 2676210"/>
              <a:gd name="connsiteX64" fmla="*/ 7155136 w 12192000"/>
              <a:gd name="connsiteY64" fmla="*/ 2167822 h 2676210"/>
              <a:gd name="connsiteX65" fmla="*/ 6932665 w 12192000"/>
              <a:gd name="connsiteY65" fmla="*/ 2189385 h 2676210"/>
              <a:gd name="connsiteX66" fmla="*/ 6731794 w 12192000"/>
              <a:gd name="connsiteY66" fmla="*/ 2131083 h 2676210"/>
              <a:gd name="connsiteX67" fmla="*/ 6271707 w 12192000"/>
              <a:gd name="connsiteY67" fmla="*/ 2183170 h 2676210"/>
              <a:gd name="connsiteX68" fmla="*/ 6196177 w 12192000"/>
              <a:gd name="connsiteY68" fmla="*/ 2200059 h 2676210"/>
              <a:gd name="connsiteX69" fmla="*/ 6125472 w 12192000"/>
              <a:gd name="connsiteY69" fmla="*/ 2178263 h 2676210"/>
              <a:gd name="connsiteX70" fmla="*/ 6098878 w 12192000"/>
              <a:gd name="connsiteY70" fmla="*/ 2192939 h 2676210"/>
              <a:gd name="connsiteX71" fmla="*/ 6094339 w 12192000"/>
              <a:gd name="connsiteY71" fmla="*/ 2195871 h 2676210"/>
              <a:gd name="connsiteX72" fmla="*/ 6075163 w 12192000"/>
              <a:gd name="connsiteY72" fmla="*/ 2198856 h 2676210"/>
              <a:gd name="connsiteX73" fmla="*/ 6071016 w 12192000"/>
              <a:gd name="connsiteY73" fmla="*/ 2210639 h 2676210"/>
              <a:gd name="connsiteX74" fmla="*/ 6043058 w 12192000"/>
              <a:gd name="connsiteY74" fmla="*/ 2222971 h 2676210"/>
              <a:gd name="connsiteX75" fmla="*/ 6007411 w 12192000"/>
              <a:gd name="connsiteY75" fmla="*/ 2225411 h 2676210"/>
              <a:gd name="connsiteX76" fmla="*/ 5836800 w 12192000"/>
              <a:gd name="connsiteY76" fmla="*/ 2224771 h 2676210"/>
              <a:gd name="connsiteX77" fmla="*/ 5735414 w 12192000"/>
              <a:gd name="connsiteY77" fmla="*/ 2231366 h 2676210"/>
              <a:gd name="connsiteX78" fmla="*/ 5697982 w 12192000"/>
              <a:gd name="connsiteY78" fmla="*/ 2244836 h 2676210"/>
              <a:gd name="connsiteX79" fmla="*/ 5644981 w 12192000"/>
              <a:gd name="connsiteY79" fmla="*/ 2256274 h 2676210"/>
              <a:gd name="connsiteX80" fmla="*/ 5552282 w 12192000"/>
              <a:gd name="connsiteY80" fmla="*/ 2284946 h 2676210"/>
              <a:gd name="connsiteX81" fmla="*/ 5426280 w 12192000"/>
              <a:gd name="connsiteY81" fmla="*/ 2308712 h 2676210"/>
              <a:gd name="connsiteX82" fmla="*/ 5329896 w 12192000"/>
              <a:gd name="connsiteY82" fmla="*/ 2279209 h 2676210"/>
              <a:gd name="connsiteX83" fmla="*/ 5322508 w 12192000"/>
              <a:gd name="connsiteY83" fmla="*/ 2288005 h 2676210"/>
              <a:gd name="connsiteX84" fmla="*/ 5258237 w 12192000"/>
              <a:gd name="connsiteY84" fmla="*/ 2290475 h 2676210"/>
              <a:gd name="connsiteX85" fmla="*/ 5027899 w 12192000"/>
              <a:gd name="connsiteY85" fmla="*/ 2242653 h 2676210"/>
              <a:gd name="connsiteX86" fmla="*/ 4902443 w 12192000"/>
              <a:gd name="connsiteY86" fmla="*/ 2249037 h 2676210"/>
              <a:gd name="connsiteX87" fmla="*/ 4858751 w 12192000"/>
              <a:gd name="connsiteY87" fmla="*/ 2260409 h 2676210"/>
              <a:gd name="connsiteX88" fmla="*/ 4785497 w 12192000"/>
              <a:gd name="connsiteY88" fmla="*/ 2278897 h 2676210"/>
              <a:gd name="connsiteX89" fmla="*/ 4732807 w 12192000"/>
              <a:gd name="connsiteY89" fmla="*/ 2315139 h 2676210"/>
              <a:gd name="connsiteX90" fmla="*/ 4670737 w 12192000"/>
              <a:gd name="connsiteY90" fmla="*/ 2321711 h 2676210"/>
              <a:gd name="connsiteX91" fmla="*/ 4489013 w 12192000"/>
              <a:gd name="connsiteY91" fmla="*/ 2338805 h 2676210"/>
              <a:gd name="connsiteX92" fmla="*/ 4431159 w 12192000"/>
              <a:gd name="connsiteY92" fmla="*/ 2347536 h 2676210"/>
              <a:gd name="connsiteX93" fmla="*/ 4273885 w 12192000"/>
              <a:gd name="connsiteY93" fmla="*/ 2379520 h 2676210"/>
              <a:gd name="connsiteX94" fmla="*/ 4116925 w 12192000"/>
              <a:gd name="connsiteY94" fmla="*/ 2417756 h 2676210"/>
              <a:gd name="connsiteX95" fmla="*/ 4027169 w 12192000"/>
              <a:gd name="connsiteY95" fmla="*/ 2475399 h 2676210"/>
              <a:gd name="connsiteX96" fmla="*/ 3897799 w 12192000"/>
              <a:gd name="connsiteY96" fmla="*/ 2503049 h 2676210"/>
              <a:gd name="connsiteX97" fmla="*/ 3876619 w 12192000"/>
              <a:gd name="connsiteY97" fmla="*/ 2512804 h 2676210"/>
              <a:gd name="connsiteX98" fmla="*/ 3721493 w 12192000"/>
              <a:gd name="connsiteY98" fmla="*/ 2497646 h 2676210"/>
              <a:gd name="connsiteX99" fmla="*/ 3504883 w 12192000"/>
              <a:gd name="connsiteY99" fmla="*/ 2503869 h 2676210"/>
              <a:gd name="connsiteX100" fmla="*/ 3431219 w 12192000"/>
              <a:gd name="connsiteY100" fmla="*/ 2502163 h 2676210"/>
              <a:gd name="connsiteX101" fmla="*/ 3151243 w 12192000"/>
              <a:gd name="connsiteY101" fmla="*/ 2492405 h 2676210"/>
              <a:gd name="connsiteX102" fmla="*/ 3057639 w 12192000"/>
              <a:gd name="connsiteY102" fmla="*/ 2507988 h 2676210"/>
              <a:gd name="connsiteX103" fmla="*/ 2916555 w 12192000"/>
              <a:gd name="connsiteY103" fmla="*/ 2472028 h 2676210"/>
              <a:gd name="connsiteX104" fmla="*/ 2846802 w 12192000"/>
              <a:gd name="connsiteY104" fmla="*/ 2461014 h 2676210"/>
              <a:gd name="connsiteX105" fmla="*/ 2739588 w 12192000"/>
              <a:gd name="connsiteY105" fmla="*/ 2457956 h 2676210"/>
              <a:gd name="connsiteX106" fmla="*/ 2706684 w 12192000"/>
              <a:gd name="connsiteY106" fmla="*/ 2454540 h 2676210"/>
              <a:gd name="connsiteX107" fmla="*/ 2348435 w 12192000"/>
              <a:gd name="connsiteY107" fmla="*/ 2449176 h 2676210"/>
              <a:gd name="connsiteX108" fmla="*/ 2194299 w 12192000"/>
              <a:gd name="connsiteY108" fmla="*/ 2475215 h 2676210"/>
              <a:gd name="connsiteX109" fmla="*/ 2031983 w 12192000"/>
              <a:gd name="connsiteY109" fmla="*/ 2466138 h 2676210"/>
              <a:gd name="connsiteX110" fmla="*/ 1917360 w 12192000"/>
              <a:gd name="connsiteY110" fmla="*/ 2472495 h 2676210"/>
              <a:gd name="connsiteX111" fmla="*/ 1885040 w 12192000"/>
              <a:gd name="connsiteY111" fmla="*/ 2475917 h 2676210"/>
              <a:gd name="connsiteX112" fmla="*/ 1832317 w 12192000"/>
              <a:gd name="connsiteY112" fmla="*/ 2485332 h 2676210"/>
              <a:gd name="connsiteX113" fmla="*/ 1748729 w 12192000"/>
              <a:gd name="connsiteY113" fmla="*/ 2475325 h 2676210"/>
              <a:gd name="connsiteX114" fmla="*/ 1584574 w 12192000"/>
              <a:gd name="connsiteY114" fmla="*/ 2491479 h 2676210"/>
              <a:gd name="connsiteX115" fmla="*/ 1300369 w 12192000"/>
              <a:gd name="connsiteY115" fmla="*/ 2444914 h 2676210"/>
              <a:gd name="connsiteX116" fmla="*/ 1045572 w 12192000"/>
              <a:gd name="connsiteY116" fmla="*/ 2476491 h 2676210"/>
              <a:gd name="connsiteX117" fmla="*/ 957561 w 12192000"/>
              <a:gd name="connsiteY117" fmla="*/ 2484124 h 2676210"/>
              <a:gd name="connsiteX118" fmla="*/ 872692 w 12192000"/>
              <a:gd name="connsiteY118" fmla="*/ 2551368 h 2676210"/>
              <a:gd name="connsiteX119" fmla="*/ 653171 w 12192000"/>
              <a:gd name="connsiteY119" fmla="*/ 2607266 h 2676210"/>
              <a:gd name="connsiteX120" fmla="*/ 479703 w 12192000"/>
              <a:gd name="connsiteY120" fmla="*/ 2594204 h 2676210"/>
              <a:gd name="connsiteX121" fmla="*/ 441281 w 12192000"/>
              <a:gd name="connsiteY121" fmla="*/ 2605939 h 2676210"/>
              <a:gd name="connsiteX122" fmla="*/ 315252 w 12192000"/>
              <a:gd name="connsiteY122" fmla="*/ 2675861 h 2676210"/>
              <a:gd name="connsiteX123" fmla="*/ 97385 w 12192000"/>
              <a:gd name="connsiteY123" fmla="*/ 2636063 h 2676210"/>
              <a:gd name="connsiteX124" fmla="*/ 48888 w 12192000"/>
              <a:gd name="connsiteY124" fmla="*/ 2641447 h 2676210"/>
              <a:gd name="connsiteX125" fmla="*/ 0 w 12192000"/>
              <a:gd name="connsiteY125" fmla="*/ 2649426 h 2676210"/>
              <a:gd name="connsiteX126" fmla="*/ 0 w 12192000"/>
              <a:gd name="connsiteY126" fmla="*/ 0 h 2676210"/>
              <a:gd name="connsiteX0" fmla="*/ 0 w 12192000"/>
              <a:gd name="connsiteY0" fmla="*/ 0 h 2676210"/>
              <a:gd name="connsiteX1" fmla="*/ 12192000 w 12192000"/>
              <a:gd name="connsiteY1" fmla="*/ 0 h 2676210"/>
              <a:gd name="connsiteX2" fmla="*/ 12192000 w 12192000"/>
              <a:gd name="connsiteY2" fmla="*/ 1727909 h 2676210"/>
              <a:gd name="connsiteX3" fmla="*/ 12115957 w 12192000"/>
              <a:gd name="connsiteY3" fmla="*/ 1732272 h 2676210"/>
              <a:gd name="connsiteX4" fmla="*/ 12012533 w 12192000"/>
              <a:gd name="connsiteY4" fmla="*/ 1737200 h 2676210"/>
              <a:gd name="connsiteX5" fmla="*/ 11801718 w 12192000"/>
              <a:gd name="connsiteY5" fmla="*/ 1707786 h 2676210"/>
              <a:gd name="connsiteX6" fmla="*/ 11750717 w 12192000"/>
              <a:gd name="connsiteY6" fmla="*/ 1684756 h 2676210"/>
              <a:gd name="connsiteX7" fmla="*/ 11712295 w 12192000"/>
              <a:gd name="connsiteY7" fmla="*/ 1673021 h 2676210"/>
              <a:gd name="connsiteX8" fmla="*/ 11538827 w 12192000"/>
              <a:gd name="connsiteY8" fmla="*/ 1639190 h 2676210"/>
              <a:gd name="connsiteX9" fmla="*/ 11319306 w 12192000"/>
              <a:gd name="connsiteY9" fmla="*/ 1630185 h 2676210"/>
              <a:gd name="connsiteX10" fmla="*/ 11234437 w 12192000"/>
              <a:gd name="connsiteY10" fmla="*/ 1562941 h 2676210"/>
              <a:gd name="connsiteX11" fmla="*/ 11146426 w 12192000"/>
              <a:gd name="connsiteY11" fmla="*/ 1555308 h 2676210"/>
              <a:gd name="connsiteX12" fmla="*/ 10891629 w 12192000"/>
              <a:gd name="connsiteY12" fmla="*/ 1523731 h 2676210"/>
              <a:gd name="connsiteX13" fmla="*/ 10607424 w 12192000"/>
              <a:gd name="connsiteY13" fmla="*/ 1570296 h 2676210"/>
              <a:gd name="connsiteX14" fmla="*/ 10562291 w 12192000"/>
              <a:gd name="connsiteY14" fmla="*/ 1560944 h 2676210"/>
              <a:gd name="connsiteX15" fmla="*/ 10551291 w 12192000"/>
              <a:gd name="connsiteY15" fmla="*/ 1556691 h 2676210"/>
              <a:gd name="connsiteX16" fmla="*/ 10546586 w 12192000"/>
              <a:gd name="connsiteY16" fmla="*/ 1559265 h 2676210"/>
              <a:gd name="connsiteX17" fmla="*/ 10547130 w 12192000"/>
              <a:gd name="connsiteY17" fmla="*/ 1583380 h 2676210"/>
              <a:gd name="connsiteX18" fmla="*/ 10522252 w 12192000"/>
              <a:gd name="connsiteY18" fmla="*/ 1595065 h 2676210"/>
              <a:gd name="connsiteX19" fmla="*/ 10329259 w 12192000"/>
              <a:gd name="connsiteY19" fmla="*/ 1579142 h 2676210"/>
              <a:gd name="connsiteX20" fmla="*/ 10132610 w 12192000"/>
              <a:gd name="connsiteY20" fmla="*/ 1619865 h 2676210"/>
              <a:gd name="connsiteX21" fmla="*/ 9811199 w 12192000"/>
              <a:gd name="connsiteY21" fmla="*/ 1648968 h 2676210"/>
              <a:gd name="connsiteX22" fmla="*/ 9537440 w 12192000"/>
              <a:gd name="connsiteY22" fmla="*/ 1671316 h 2676210"/>
              <a:gd name="connsiteX23" fmla="*/ 9405213 w 12192000"/>
              <a:gd name="connsiteY23" fmla="*/ 1679204 h 2676210"/>
              <a:gd name="connsiteX24" fmla="*/ 9306407 w 12192000"/>
              <a:gd name="connsiteY24" fmla="*/ 1736146 h 2676210"/>
              <a:gd name="connsiteX25" fmla="*/ 9152929 w 12192000"/>
              <a:gd name="connsiteY25" fmla="*/ 1750379 h 2676210"/>
              <a:gd name="connsiteX26" fmla="*/ 9062807 w 12192000"/>
              <a:gd name="connsiteY26" fmla="*/ 1765741 h 2676210"/>
              <a:gd name="connsiteX27" fmla="*/ 9031250 w 12192000"/>
              <a:gd name="connsiteY27" fmla="*/ 1782330 h 2676210"/>
              <a:gd name="connsiteX28" fmla="*/ 8985382 w 12192000"/>
              <a:gd name="connsiteY28" fmla="*/ 1798267 h 2676210"/>
              <a:gd name="connsiteX29" fmla="*/ 8906505 w 12192000"/>
              <a:gd name="connsiteY29" fmla="*/ 1834715 h 2676210"/>
              <a:gd name="connsiteX30" fmla="*/ 8796926 w 12192000"/>
              <a:gd name="connsiteY30" fmla="*/ 1869211 h 2676210"/>
              <a:gd name="connsiteX31" fmla="*/ 8705687 w 12192000"/>
              <a:gd name="connsiteY31" fmla="*/ 1848419 h 2676210"/>
              <a:gd name="connsiteX32" fmla="*/ 8700414 w 12192000"/>
              <a:gd name="connsiteY32" fmla="*/ 1857766 h 2676210"/>
              <a:gd name="connsiteX33" fmla="*/ 8643017 w 12192000"/>
              <a:gd name="connsiteY33" fmla="*/ 1865810 h 2676210"/>
              <a:gd name="connsiteX34" fmla="*/ 8428505 w 12192000"/>
              <a:gd name="connsiteY34" fmla="*/ 1838566 h 2676210"/>
              <a:gd name="connsiteX35" fmla="*/ 8316712 w 12192000"/>
              <a:gd name="connsiteY35" fmla="*/ 1855817 h 2676210"/>
              <a:gd name="connsiteX36" fmla="*/ 8279203 w 12192000"/>
              <a:gd name="connsiteY36" fmla="*/ 1870876 h 2676210"/>
              <a:gd name="connsiteX37" fmla="*/ 8216222 w 12192000"/>
              <a:gd name="connsiteY37" fmla="*/ 1895553 h 2676210"/>
              <a:gd name="connsiteX38" fmla="*/ 8119712 w 12192000"/>
              <a:gd name="connsiteY38" fmla="*/ 1947916 h 2676210"/>
              <a:gd name="connsiteX39" fmla="*/ 8100082 w 12192000"/>
              <a:gd name="connsiteY39" fmla="*/ 1922220 h 2676210"/>
              <a:gd name="connsiteX40" fmla="*/ 8043728 w 12192000"/>
              <a:gd name="connsiteY40" fmla="*/ 1944200 h 2676210"/>
              <a:gd name="connsiteX41" fmla="*/ 7958999 w 12192000"/>
              <a:gd name="connsiteY41" fmla="*/ 1980667 h 2676210"/>
              <a:gd name="connsiteX42" fmla="*/ 7908348 w 12192000"/>
              <a:gd name="connsiteY42" fmla="*/ 1994348 h 2676210"/>
              <a:gd name="connsiteX43" fmla="*/ 7771932 w 12192000"/>
              <a:gd name="connsiteY43" fmla="*/ 2039701 h 2676210"/>
              <a:gd name="connsiteX44" fmla="*/ 7579180 w 12192000"/>
              <a:gd name="connsiteY44" fmla="*/ 2150519 h 2676210"/>
              <a:gd name="connsiteX45" fmla="*/ 7571467 w 12192000"/>
              <a:gd name="connsiteY45" fmla="*/ 2153548 h 2676210"/>
              <a:gd name="connsiteX46" fmla="*/ 7549398 w 12192000"/>
              <a:gd name="connsiteY46" fmla="*/ 2153051 h 2676210"/>
              <a:gd name="connsiteX47" fmla="*/ 7540934 w 12192000"/>
              <a:gd name="connsiteY47" fmla="*/ 2151418 h 2676210"/>
              <a:gd name="connsiteX48" fmla="*/ 7528900 w 12192000"/>
              <a:gd name="connsiteY48" fmla="*/ 2152107 h 2676210"/>
              <a:gd name="connsiteX49" fmla="*/ 7528656 w 12192000"/>
              <a:gd name="connsiteY49" fmla="*/ 2152584 h 2676210"/>
              <a:gd name="connsiteX50" fmla="*/ 7517280 w 12192000"/>
              <a:gd name="connsiteY50" fmla="*/ 2152327 h 2676210"/>
              <a:gd name="connsiteX51" fmla="*/ 7460956 w 12192000"/>
              <a:gd name="connsiteY51" fmla="*/ 2145255 h 2676210"/>
              <a:gd name="connsiteX52" fmla="*/ 7393117 w 12192000"/>
              <a:gd name="connsiteY52" fmla="*/ 2193066 h 2676210"/>
              <a:gd name="connsiteX53" fmla="*/ 7363846 w 12192000"/>
              <a:gd name="connsiteY53" fmla="*/ 2202297 h 2676210"/>
              <a:gd name="connsiteX54" fmla="*/ 7348496 w 12192000"/>
              <a:gd name="connsiteY54" fmla="*/ 2209686 h 2676210"/>
              <a:gd name="connsiteX55" fmla="*/ 7347724 w 12192000"/>
              <a:gd name="connsiteY55" fmla="*/ 2211733 h 2676210"/>
              <a:gd name="connsiteX56" fmla="*/ 7293703 w 12192000"/>
              <a:gd name="connsiteY56" fmla="*/ 2204721 h 2676210"/>
              <a:gd name="connsiteX57" fmla="*/ 7286955 w 12192000"/>
              <a:gd name="connsiteY57" fmla="*/ 2207494 h 2676210"/>
              <a:gd name="connsiteX58" fmla="*/ 7251199 w 12192000"/>
              <a:gd name="connsiteY58" fmla="*/ 2198184 h 2676210"/>
              <a:gd name="connsiteX59" fmla="*/ 7233016 w 12192000"/>
              <a:gd name="connsiteY59" fmla="*/ 2195902 h 2676210"/>
              <a:gd name="connsiteX60" fmla="*/ 7227281 w 12192000"/>
              <a:gd name="connsiteY60" fmla="*/ 2190042 h 2676210"/>
              <a:gd name="connsiteX61" fmla="*/ 7200745 w 12192000"/>
              <a:gd name="connsiteY61" fmla="*/ 2189321 h 2676210"/>
              <a:gd name="connsiteX62" fmla="*/ 7197924 w 12192000"/>
              <a:gd name="connsiteY62" fmla="*/ 2191205 h 2676210"/>
              <a:gd name="connsiteX63" fmla="*/ 7175198 w 12192000"/>
              <a:gd name="connsiteY63" fmla="*/ 2183294 h 2676210"/>
              <a:gd name="connsiteX64" fmla="*/ 7155136 w 12192000"/>
              <a:gd name="connsiteY64" fmla="*/ 2167822 h 2676210"/>
              <a:gd name="connsiteX65" fmla="*/ 6932665 w 12192000"/>
              <a:gd name="connsiteY65" fmla="*/ 2189385 h 2676210"/>
              <a:gd name="connsiteX66" fmla="*/ 6731794 w 12192000"/>
              <a:gd name="connsiteY66" fmla="*/ 2131083 h 2676210"/>
              <a:gd name="connsiteX67" fmla="*/ 6271707 w 12192000"/>
              <a:gd name="connsiteY67" fmla="*/ 2183170 h 2676210"/>
              <a:gd name="connsiteX68" fmla="*/ 6196177 w 12192000"/>
              <a:gd name="connsiteY68" fmla="*/ 2200059 h 2676210"/>
              <a:gd name="connsiteX69" fmla="*/ 6125472 w 12192000"/>
              <a:gd name="connsiteY69" fmla="*/ 2178263 h 2676210"/>
              <a:gd name="connsiteX70" fmla="*/ 6098878 w 12192000"/>
              <a:gd name="connsiteY70" fmla="*/ 2192939 h 2676210"/>
              <a:gd name="connsiteX71" fmla="*/ 6094339 w 12192000"/>
              <a:gd name="connsiteY71" fmla="*/ 2195871 h 2676210"/>
              <a:gd name="connsiteX72" fmla="*/ 6075163 w 12192000"/>
              <a:gd name="connsiteY72" fmla="*/ 2198856 h 2676210"/>
              <a:gd name="connsiteX73" fmla="*/ 6071016 w 12192000"/>
              <a:gd name="connsiteY73" fmla="*/ 2210639 h 2676210"/>
              <a:gd name="connsiteX74" fmla="*/ 6043058 w 12192000"/>
              <a:gd name="connsiteY74" fmla="*/ 2222971 h 2676210"/>
              <a:gd name="connsiteX75" fmla="*/ 6007411 w 12192000"/>
              <a:gd name="connsiteY75" fmla="*/ 2225411 h 2676210"/>
              <a:gd name="connsiteX76" fmla="*/ 5836800 w 12192000"/>
              <a:gd name="connsiteY76" fmla="*/ 2224771 h 2676210"/>
              <a:gd name="connsiteX77" fmla="*/ 5735414 w 12192000"/>
              <a:gd name="connsiteY77" fmla="*/ 2231366 h 2676210"/>
              <a:gd name="connsiteX78" fmla="*/ 5697982 w 12192000"/>
              <a:gd name="connsiteY78" fmla="*/ 2244836 h 2676210"/>
              <a:gd name="connsiteX79" fmla="*/ 5644981 w 12192000"/>
              <a:gd name="connsiteY79" fmla="*/ 2256274 h 2676210"/>
              <a:gd name="connsiteX80" fmla="*/ 5552282 w 12192000"/>
              <a:gd name="connsiteY80" fmla="*/ 2284946 h 2676210"/>
              <a:gd name="connsiteX81" fmla="*/ 5426280 w 12192000"/>
              <a:gd name="connsiteY81" fmla="*/ 2308712 h 2676210"/>
              <a:gd name="connsiteX82" fmla="*/ 5329896 w 12192000"/>
              <a:gd name="connsiteY82" fmla="*/ 2279209 h 2676210"/>
              <a:gd name="connsiteX83" fmla="*/ 5322508 w 12192000"/>
              <a:gd name="connsiteY83" fmla="*/ 2288005 h 2676210"/>
              <a:gd name="connsiteX84" fmla="*/ 5258237 w 12192000"/>
              <a:gd name="connsiteY84" fmla="*/ 2290475 h 2676210"/>
              <a:gd name="connsiteX85" fmla="*/ 5027899 w 12192000"/>
              <a:gd name="connsiteY85" fmla="*/ 2242653 h 2676210"/>
              <a:gd name="connsiteX86" fmla="*/ 4902443 w 12192000"/>
              <a:gd name="connsiteY86" fmla="*/ 2249037 h 2676210"/>
              <a:gd name="connsiteX87" fmla="*/ 4858751 w 12192000"/>
              <a:gd name="connsiteY87" fmla="*/ 2260409 h 2676210"/>
              <a:gd name="connsiteX88" fmla="*/ 4785497 w 12192000"/>
              <a:gd name="connsiteY88" fmla="*/ 2278897 h 2676210"/>
              <a:gd name="connsiteX89" fmla="*/ 4732807 w 12192000"/>
              <a:gd name="connsiteY89" fmla="*/ 2315139 h 2676210"/>
              <a:gd name="connsiteX90" fmla="*/ 4670737 w 12192000"/>
              <a:gd name="connsiteY90" fmla="*/ 2321711 h 2676210"/>
              <a:gd name="connsiteX91" fmla="*/ 4489013 w 12192000"/>
              <a:gd name="connsiteY91" fmla="*/ 2338805 h 2676210"/>
              <a:gd name="connsiteX92" fmla="*/ 4431159 w 12192000"/>
              <a:gd name="connsiteY92" fmla="*/ 2347536 h 2676210"/>
              <a:gd name="connsiteX93" fmla="*/ 4273885 w 12192000"/>
              <a:gd name="connsiteY93" fmla="*/ 2379520 h 2676210"/>
              <a:gd name="connsiteX94" fmla="*/ 4116925 w 12192000"/>
              <a:gd name="connsiteY94" fmla="*/ 2417756 h 2676210"/>
              <a:gd name="connsiteX95" fmla="*/ 4027169 w 12192000"/>
              <a:gd name="connsiteY95" fmla="*/ 2475399 h 2676210"/>
              <a:gd name="connsiteX96" fmla="*/ 3897799 w 12192000"/>
              <a:gd name="connsiteY96" fmla="*/ 2503049 h 2676210"/>
              <a:gd name="connsiteX97" fmla="*/ 3876619 w 12192000"/>
              <a:gd name="connsiteY97" fmla="*/ 2512804 h 2676210"/>
              <a:gd name="connsiteX98" fmla="*/ 3721493 w 12192000"/>
              <a:gd name="connsiteY98" fmla="*/ 2497646 h 2676210"/>
              <a:gd name="connsiteX99" fmla="*/ 3504883 w 12192000"/>
              <a:gd name="connsiteY99" fmla="*/ 2503869 h 2676210"/>
              <a:gd name="connsiteX100" fmla="*/ 3431219 w 12192000"/>
              <a:gd name="connsiteY100" fmla="*/ 2502163 h 2676210"/>
              <a:gd name="connsiteX101" fmla="*/ 3151243 w 12192000"/>
              <a:gd name="connsiteY101" fmla="*/ 2492405 h 2676210"/>
              <a:gd name="connsiteX102" fmla="*/ 3057639 w 12192000"/>
              <a:gd name="connsiteY102" fmla="*/ 2507988 h 2676210"/>
              <a:gd name="connsiteX103" fmla="*/ 2916555 w 12192000"/>
              <a:gd name="connsiteY103" fmla="*/ 2472028 h 2676210"/>
              <a:gd name="connsiteX104" fmla="*/ 2846802 w 12192000"/>
              <a:gd name="connsiteY104" fmla="*/ 2461014 h 2676210"/>
              <a:gd name="connsiteX105" fmla="*/ 2739588 w 12192000"/>
              <a:gd name="connsiteY105" fmla="*/ 2457956 h 2676210"/>
              <a:gd name="connsiteX106" fmla="*/ 2706684 w 12192000"/>
              <a:gd name="connsiteY106" fmla="*/ 2454540 h 2676210"/>
              <a:gd name="connsiteX107" fmla="*/ 2348435 w 12192000"/>
              <a:gd name="connsiteY107" fmla="*/ 2449176 h 2676210"/>
              <a:gd name="connsiteX108" fmla="*/ 2194299 w 12192000"/>
              <a:gd name="connsiteY108" fmla="*/ 2475215 h 2676210"/>
              <a:gd name="connsiteX109" fmla="*/ 1917360 w 12192000"/>
              <a:gd name="connsiteY109" fmla="*/ 2472495 h 2676210"/>
              <a:gd name="connsiteX110" fmla="*/ 1885040 w 12192000"/>
              <a:gd name="connsiteY110" fmla="*/ 2475917 h 2676210"/>
              <a:gd name="connsiteX111" fmla="*/ 1832317 w 12192000"/>
              <a:gd name="connsiteY111" fmla="*/ 2485332 h 2676210"/>
              <a:gd name="connsiteX112" fmla="*/ 1748729 w 12192000"/>
              <a:gd name="connsiteY112" fmla="*/ 2475325 h 2676210"/>
              <a:gd name="connsiteX113" fmla="*/ 1584574 w 12192000"/>
              <a:gd name="connsiteY113" fmla="*/ 2491479 h 2676210"/>
              <a:gd name="connsiteX114" fmla="*/ 1300369 w 12192000"/>
              <a:gd name="connsiteY114" fmla="*/ 2444914 h 2676210"/>
              <a:gd name="connsiteX115" fmla="*/ 1045572 w 12192000"/>
              <a:gd name="connsiteY115" fmla="*/ 2476491 h 2676210"/>
              <a:gd name="connsiteX116" fmla="*/ 957561 w 12192000"/>
              <a:gd name="connsiteY116" fmla="*/ 2484124 h 2676210"/>
              <a:gd name="connsiteX117" fmla="*/ 872692 w 12192000"/>
              <a:gd name="connsiteY117" fmla="*/ 2551368 h 2676210"/>
              <a:gd name="connsiteX118" fmla="*/ 653171 w 12192000"/>
              <a:gd name="connsiteY118" fmla="*/ 2607266 h 2676210"/>
              <a:gd name="connsiteX119" fmla="*/ 479703 w 12192000"/>
              <a:gd name="connsiteY119" fmla="*/ 2594204 h 2676210"/>
              <a:gd name="connsiteX120" fmla="*/ 441281 w 12192000"/>
              <a:gd name="connsiteY120" fmla="*/ 2605939 h 2676210"/>
              <a:gd name="connsiteX121" fmla="*/ 315252 w 12192000"/>
              <a:gd name="connsiteY121" fmla="*/ 2675861 h 2676210"/>
              <a:gd name="connsiteX122" fmla="*/ 97385 w 12192000"/>
              <a:gd name="connsiteY122" fmla="*/ 2636063 h 2676210"/>
              <a:gd name="connsiteX123" fmla="*/ 48888 w 12192000"/>
              <a:gd name="connsiteY123" fmla="*/ 2641447 h 2676210"/>
              <a:gd name="connsiteX124" fmla="*/ 0 w 12192000"/>
              <a:gd name="connsiteY124" fmla="*/ 2649426 h 2676210"/>
              <a:gd name="connsiteX125" fmla="*/ 0 w 12192000"/>
              <a:gd name="connsiteY125" fmla="*/ 0 h 2676210"/>
              <a:gd name="connsiteX0" fmla="*/ 0 w 12192000"/>
              <a:gd name="connsiteY0" fmla="*/ 0 h 2676210"/>
              <a:gd name="connsiteX1" fmla="*/ 12192000 w 12192000"/>
              <a:gd name="connsiteY1" fmla="*/ 0 h 2676210"/>
              <a:gd name="connsiteX2" fmla="*/ 12192000 w 12192000"/>
              <a:gd name="connsiteY2" fmla="*/ 1727909 h 2676210"/>
              <a:gd name="connsiteX3" fmla="*/ 12115957 w 12192000"/>
              <a:gd name="connsiteY3" fmla="*/ 1732272 h 2676210"/>
              <a:gd name="connsiteX4" fmla="*/ 12012533 w 12192000"/>
              <a:gd name="connsiteY4" fmla="*/ 1737200 h 2676210"/>
              <a:gd name="connsiteX5" fmla="*/ 11801718 w 12192000"/>
              <a:gd name="connsiteY5" fmla="*/ 1707786 h 2676210"/>
              <a:gd name="connsiteX6" fmla="*/ 11750717 w 12192000"/>
              <a:gd name="connsiteY6" fmla="*/ 1684756 h 2676210"/>
              <a:gd name="connsiteX7" fmla="*/ 11712295 w 12192000"/>
              <a:gd name="connsiteY7" fmla="*/ 1673021 h 2676210"/>
              <a:gd name="connsiteX8" fmla="*/ 11538827 w 12192000"/>
              <a:gd name="connsiteY8" fmla="*/ 1639190 h 2676210"/>
              <a:gd name="connsiteX9" fmla="*/ 11319306 w 12192000"/>
              <a:gd name="connsiteY9" fmla="*/ 1630185 h 2676210"/>
              <a:gd name="connsiteX10" fmla="*/ 11234437 w 12192000"/>
              <a:gd name="connsiteY10" fmla="*/ 1562941 h 2676210"/>
              <a:gd name="connsiteX11" fmla="*/ 11146426 w 12192000"/>
              <a:gd name="connsiteY11" fmla="*/ 1555308 h 2676210"/>
              <a:gd name="connsiteX12" fmla="*/ 10891629 w 12192000"/>
              <a:gd name="connsiteY12" fmla="*/ 1523731 h 2676210"/>
              <a:gd name="connsiteX13" fmla="*/ 10607424 w 12192000"/>
              <a:gd name="connsiteY13" fmla="*/ 1570296 h 2676210"/>
              <a:gd name="connsiteX14" fmla="*/ 10562291 w 12192000"/>
              <a:gd name="connsiteY14" fmla="*/ 1560944 h 2676210"/>
              <a:gd name="connsiteX15" fmla="*/ 10551291 w 12192000"/>
              <a:gd name="connsiteY15" fmla="*/ 1556691 h 2676210"/>
              <a:gd name="connsiteX16" fmla="*/ 10546586 w 12192000"/>
              <a:gd name="connsiteY16" fmla="*/ 1559265 h 2676210"/>
              <a:gd name="connsiteX17" fmla="*/ 10547130 w 12192000"/>
              <a:gd name="connsiteY17" fmla="*/ 1583380 h 2676210"/>
              <a:gd name="connsiteX18" fmla="*/ 10522252 w 12192000"/>
              <a:gd name="connsiteY18" fmla="*/ 1595065 h 2676210"/>
              <a:gd name="connsiteX19" fmla="*/ 10329259 w 12192000"/>
              <a:gd name="connsiteY19" fmla="*/ 1579142 h 2676210"/>
              <a:gd name="connsiteX20" fmla="*/ 10132610 w 12192000"/>
              <a:gd name="connsiteY20" fmla="*/ 1619865 h 2676210"/>
              <a:gd name="connsiteX21" fmla="*/ 9811199 w 12192000"/>
              <a:gd name="connsiteY21" fmla="*/ 1648968 h 2676210"/>
              <a:gd name="connsiteX22" fmla="*/ 9537440 w 12192000"/>
              <a:gd name="connsiteY22" fmla="*/ 1671316 h 2676210"/>
              <a:gd name="connsiteX23" fmla="*/ 9405213 w 12192000"/>
              <a:gd name="connsiteY23" fmla="*/ 1679204 h 2676210"/>
              <a:gd name="connsiteX24" fmla="*/ 9306407 w 12192000"/>
              <a:gd name="connsiteY24" fmla="*/ 1736146 h 2676210"/>
              <a:gd name="connsiteX25" fmla="*/ 9152929 w 12192000"/>
              <a:gd name="connsiteY25" fmla="*/ 1750379 h 2676210"/>
              <a:gd name="connsiteX26" fmla="*/ 9062807 w 12192000"/>
              <a:gd name="connsiteY26" fmla="*/ 1765741 h 2676210"/>
              <a:gd name="connsiteX27" fmla="*/ 9031250 w 12192000"/>
              <a:gd name="connsiteY27" fmla="*/ 1782330 h 2676210"/>
              <a:gd name="connsiteX28" fmla="*/ 8985382 w 12192000"/>
              <a:gd name="connsiteY28" fmla="*/ 1798267 h 2676210"/>
              <a:gd name="connsiteX29" fmla="*/ 8906505 w 12192000"/>
              <a:gd name="connsiteY29" fmla="*/ 1834715 h 2676210"/>
              <a:gd name="connsiteX30" fmla="*/ 8796926 w 12192000"/>
              <a:gd name="connsiteY30" fmla="*/ 1869211 h 2676210"/>
              <a:gd name="connsiteX31" fmla="*/ 8705687 w 12192000"/>
              <a:gd name="connsiteY31" fmla="*/ 1848419 h 2676210"/>
              <a:gd name="connsiteX32" fmla="*/ 8700414 w 12192000"/>
              <a:gd name="connsiteY32" fmla="*/ 1857766 h 2676210"/>
              <a:gd name="connsiteX33" fmla="*/ 8643017 w 12192000"/>
              <a:gd name="connsiteY33" fmla="*/ 1865810 h 2676210"/>
              <a:gd name="connsiteX34" fmla="*/ 8428505 w 12192000"/>
              <a:gd name="connsiteY34" fmla="*/ 1838566 h 2676210"/>
              <a:gd name="connsiteX35" fmla="*/ 8316712 w 12192000"/>
              <a:gd name="connsiteY35" fmla="*/ 1855817 h 2676210"/>
              <a:gd name="connsiteX36" fmla="*/ 8279203 w 12192000"/>
              <a:gd name="connsiteY36" fmla="*/ 1870876 h 2676210"/>
              <a:gd name="connsiteX37" fmla="*/ 8216222 w 12192000"/>
              <a:gd name="connsiteY37" fmla="*/ 1895553 h 2676210"/>
              <a:gd name="connsiteX38" fmla="*/ 8119712 w 12192000"/>
              <a:gd name="connsiteY38" fmla="*/ 1947916 h 2676210"/>
              <a:gd name="connsiteX39" fmla="*/ 8100082 w 12192000"/>
              <a:gd name="connsiteY39" fmla="*/ 1922220 h 2676210"/>
              <a:gd name="connsiteX40" fmla="*/ 8043728 w 12192000"/>
              <a:gd name="connsiteY40" fmla="*/ 1944200 h 2676210"/>
              <a:gd name="connsiteX41" fmla="*/ 7958999 w 12192000"/>
              <a:gd name="connsiteY41" fmla="*/ 1980667 h 2676210"/>
              <a:gd name="connsiteX42" fmla="*/ 7908348 w 12192000"/>
              <a:gd name="connsiteY42" fmla="*/ 1994348 h 2676210"/>
              <a:gd name="connsiteX43" fmla="*/ 7771932 w 12192000"/>
              <a:gd name="connsiteY43" fmla="*/ 2039701 h 2676210"/>
              <a:gd name="connsiteX44" fmla="*/ 7579180 w 12192000"/>
              <a:gd name="connsiteY44" fmla="*/ 2150519 h 2676210"/>
              <a:gd name="connsiteX45" fmla="*/ 7571467 w 12192000"/>
              <a:gd name="connsiteY45" fmla="*/ 2153548 h 2676210"/>
              <a:gd name="connsiteX46" fmla="*/ 7549398 w 12192000"/>
              <a:gd name="connsiteY46" fmla="*/ 2153051 h 2676210"/>
              <a:gd name="connsiteX47" fmla="*/ 7540934 w 12192000"/>
              <a:gd name="connsiteY47" fmla="*/ 2151418 h 2676210"/>
              <a:gd name="connsiteX48" fmla="*/ 7528900 w 12192000"/>
              <a:gd name="connsiteY48" fmla="*/ 2152107 h 2676210"/>
              <a:gd name="connsiteX49" fmla="*/ 7528656 w 12192000"/>
              <a:gd name="connsiteY49" fmla="*/ 2152584 h 2676210"/>
              <a:gd name="connsiteX50" fmla="*/ 7517280 w 12192000"/>
              <a:gd name="connsiteY50" fmla="*/ 2152327 h 2676210"/>
              <a:gd name="connsiteX51" fmla="*/ 7460956 w 12192000"/>
              <a:gd name="connsiteY51" fmla="*/ 2145255 h 2676210"/>
              <a:gd name="connsiteX52" fmla="*/ 7393117 w 12192000"/>
              <a:gd name="connsiteY52" fmla="*/ 2193066 h 2676210"/>
              <a:gd name="connsiteX53" fmla="*/ 7363846 w 12192000"/>
              <a:gd name="connsiteY53" fmla="*/ 2202297 h 2676210"/>
              <a:gd name="connsiteX54" fmla="*/ 7348496 w 12192000"/>
              <a:gd name="connsiteY54" fmla="*/ 2209686 h 2676210"/>
              <a:gd name="connsiteX55" fmla="*/ 7347724 w 12192000"/>
              <a:gd name="connsiteY55" fmla="*/ 2211733 h 2676210"/>
              <a:gd name="connsiteX56" fmla="*/ 7293703 w 12192000"/>
              <a:gd name="connsiteY56" fmla="*/ 2204721 h 2676210"/>
              <a:gd name="connsiteX57" fmla="*/ 7286955 w 12192000"/>
              <a:gd name="connsiteY57" fmla="*/ 2207494 h 2676210"/>
              <a:gd name="connsiteX58" fmla="*/ 7251199 w 12192000"/>
              <a:gd name="connsiteY58" fmla="*/ 2198184 h 2676210"/>
              <a:gd name="connsiteX59" fmla="*/ 7233016 w 12192000"/>
              <a:gd name="connsiteY59" fmla="*/ 2195902 h 2676210"/>
              <a:gd name="connsiteX60" fmla="*/ 7227281 w 12192000"/>
              <a:gd name="connsiteY60" fmla="*/ 2190042 h 2676210"/>
              <a:gd name="connsiteX61" fmla="*/ 7200745 w 12192000"/>
              <a:gd name="connsiteY61" fmla="*/ 2189321 h 2676210"/>
              <a:gd name="connsiteX62" fmla="*/ 7197924 w 12192000"/>
              <a:gd name="connsiteY62" fmla="*/ 2191205 h 2676210"/>
              <a:gd name="connsiteX63" fmla="*/ 7175198 w 12192000"/>
              <a:gd name="connsiteY63" fmla="*/ 2183294 h 2676210"/>
              <a:gd name="connsiteX64" fmla="*/ 7155136 w 12192000"/>
              <a:gd name="connsiteY64" fmla="*/ 2167822 h 2676210"/>
              <a:gd name="connsiteX65" fmla="*/ 6932665 w 12192000"/>
              <a:gd name="connsiteY65" fmla="*/ 2189385 h 2676210"/>
              <a:gd name="connsiteX66" fmla="*/ 6731794 w 12192000"/>
              <a:gd name="connsiteY66" fmla="*/ 2131083 h 2676210"/>
              <a:gd name="connsiteX67" fmla="*/ 6271707 w 12192000"/>
              <a:gd name="connsiteY67" fmla="*/ 2183170 h 2676210"/>
              <a:gd name="connsiteX68" fmla="*/ 6196177 w 12192000"/>
              <a:gd name="connsiteY68" fmla="*/ 2200059 h 2676210"/>
              <a:gd name="connsiteX69" fmla="*/ 6125472 w 12192000"/>
              <a:gd name="connsiteY69" fmla="*/ 2178263 h 2676210"/>
              <a:gd name="connsiteX70" fmla="*/ 6098878 w 12192000"/>
              <a:gd name="connsiteY70" fmla="*/ 2192939 h 2676210"/>
              <a:gd name="connsiteX71" fmla="*/ 6094339 w 12192000"/>
              <a:gd name="connsiteY71" fmla="*/ 2195871 h 2676210"/>
              <a:gd name="connsiteX72" fmla="*/ 6075163 w 12192000"/>
              <a:gd name="connsiteY72" fmla="*/ 2198856 h 2676210"/>
              <a:gd name="connsiteX73" fmla="*/ 6071016 w 12192000"/>
              <a:gd name="connsiteY73" fmla="*/ 2210639 h 2676210"/>
              <a:gd name="connsiteX74" fmla="*/ 6043058 w 12192000"/>
              <a:gd name="connsiteY74" fmla="*/ 2222971 h 2676210"/>
              <a:gd name="connsiteX75" fmla="*/ 6007411 w 12192000"/>
              <a:gd name="connsiteY75" fmla="*/ 2225411 h 2676210"/>
              <a:gd name="connsiteX76" fmla="*/ 5836800 w 12192000"/>
              <a:gd name="connsiteY76" fmla="*/ 2224771 h 2676210"/>
              <a:gd name="connsiteX77" fmla="*/ 5735414 w 12192000"/>
              <a:gd name="connsiteY77" fmla="*/ 2231366 h 2676210"/>
              <a:gd name="connsiteX78" fmla="*/ 5697982 w 12192000"/>
              <a:gd name="connsiteY78" fmla="*/ 2244836 h 2676210"/>
              <a:gd name="connsiteX79" fmla="*/ 5644981 w 12192000"/>
              <a:gd name="connsiteY79" fmla="*/ 2256274 h 2676210"/>
              <a:gd name="connsiteX80" fmla="*/ 5552282 w 12192000"/>
              <a:gd name="connsiteY80" fmla="*/ 2284946 h 2676210"/>
              <a:gd name="connsiteX81" fmla="*/ 5426280 w 12192000"/>
              <a:gd name="connsiteY81" fmla="*/ 2308712 h 2676210"/>
              <a:gd name="connsiteX82" fmla="*/ 5329896 w 12192000"/>
              <a:gd name="connsiteY82" fmla="*/ 2279209 h 2676210"/>
              <a:gd name="connsiteX83" fmla="*/ 5322508 w 12192000"/>
              <a:gd name="connsiteY83" fmla="*/ 2288005 h 2676210"/>
              <a:gd name="connsiteX84" fmla="*/ 5258237 w 12192000"/>
              <a:gd name="connsiteY84" fmla="*/ 2290475 h 2676210"/>
              <a:gd name="connsiteX85" fmla="*/ 5027899 w 12192000"/>
              <a:gd name="connsiteY85" fmla="*/ 2242653 h 2676210"/>
              <a:gd name="connsiteX86" fmla="*/ 4902443 w 12192000"/>
              <a:gd name="connsiteY86" fmla="*/ 2249037 h 2676210"/>
              <a:gd name="connsiteX87" fmla="*/ 4858751 w 12192000"/>
              <a:gd name="connsiteY87" fmla="*/ 2260409 h 2676210"/>
              <a:gd name="connsiteX88" fmla="*/ 4785497 w 12192000"/>
              <a:gd name="connsiteY88" fmla="*/ 2278897 h 2676210"/>
              <a:gd name="connsiteX89" fmla="*/ 4732807 w 12192000"/>
              <a:gd name="connsiteY89" fmla="*/ 2315139 h 2676210"/>
              <a:gd name="connsiteX90" fmla="*/ 4670737 w 12192000"/>
              <a:gd name="connsiteY90" fmla="*/ 2321711 h 2676210"/>
              <a:gd name="connsiteX91" fmla="*/ 4489013 w 12192000"/>
              <a:gd name="connsiteY91" fmla="*/ 2338805 h 2676210"/>
              <a:gd name="connsiteX92" fmla="*/ 4431159 w 12192000"/>
              <a:gd name="connsiteY92" fmla="*/ 2347536 h 2676210"/>
              <a:gd name="connsiteX93" fmla="*/ 4273885 w 12192000"/>
              <a:gd name="connsiteY93" fmla="*/ 2379520 h 2676210"/>
              <a:gd name="connsiteX94" fmla="*/ 4116925 w 12192000"/>
              <a:gd name="connsiteY94" fmla="*/ 2417756 h 2676210"/>
              <a:gd name="connsiteX95" fmla="*/ 4027169 w 12192000"/>
              <a:gd name="connsiteY95" fmla="*/ 2475399 h 2676210"/>
              <a:gd name="connsiteX96" fmla="*/ 3897799 w 12192000"/>
              <a:gd name="connsiteY96" fmla="*/ 2503049 h 2676210"/>
              <a:gd name="connsiteX97" fmla="*/ 3876619 w 12192000"/>
              <a:gd name="connsiteY97" fmla="*/ 2512804 h 2676210"/>
              <a:gd name="connsiteX98" fmla="*/ 3721493 w 12192000"/>
              <a:gd name="connsiteY98" fmla="*/ 2497646 h 2676210"/>
              <a:gd name="connsiteX99" fmla="*/ 3504883 w 12192000"/>
              <a:gd name="connsiteY99" fmla="*/ 2503869 h 2676210"/>
              <a:gd name="connsiteX100" fmla="*/ 3431219 w 12192000"/>
              <a:gd name="connsiteY100" fmla="*/ 2502163 h 2676210"/>
              <a:gd name="connsiteX101" fmla="*/ 3151243 w 12192000"/>
              <a:gd name="connsiteY101" fmla="*/ 2492405 h 2676210"/>
              <a:gd name="connsiteX102" fmla="*/ 3057639 w 12192000"/>
              <a:gd name="connsiteY102" fmla="*/ 2507988 h 2676210"/>
              <a:gd name="connsiteX103" fmla="*/ 2916555 w 12192000"/>
              <a:gd name="connsiteY103" fmla="*/ 2472028 h 2676210"/>
              <a:gd name="connsiteX104" fmla="*/ 2846802 w 12192000"/>
              <a:gd name="connsiteY104" fmla="*/ 2461014 h 2676210"/>
              <a:gd name="connsiteX105" fmla="*/ 2739588 w 12192000"/>
              <a:gd name="connsiteY105" fmla="*/ 2457956 h 2676210"/>
              <a:gd name="connsiteX106" fmla="*/ 2706684 w 12192000"/>
              <a:gd name="connsiteY106" fmla="*/ 2454540 h 2676210"/>
              <a:gd name="connsiteX107" fmla="*/ 2348435 w 12192000"/>
              <a:gd name="connsiteY107" fmla="*/ 2449176 h 2676210"/>
              <a:gd name="connsiteX108" fmla="*/ 2194299 w 12192000"/>
              <a:gd name="connsiteY108" fmla="*/ 2475215 h 2676210"/>
              <a:gd name="connsiteX109" fmla="*/ 1983009 w 12192000"/>
              <a:gd name="connsiteY109" fmla="*/ 2463117 h 2676210"/>
              <a:gd name="connsiteX110" fmla="*/ 1885040 w 12192000"/>
              <a:gd name="connsiteY110" fmla="*/ 2475917 h 2676210"/>
              <a:gd name="connsiteX111" fmla="*/ 1832317 w 12192000"/>
              <a:gd name="connsiteY111" fmla="*/ 2485332 h 2676210"/>
              <a:gd name="connsiteX112" fmla="*/ 1748729 w 12192000"/>
              <a:gd name="connsiteY112" fmla="*/ 2475325 h 2676210"/>
              <a:gd name="connsiteX113" fmla="*/ 1584574 w 12192000"/>
              <a:gd name="connsiteY113" fmla="*/ 2491479 h 2676210"/>
              <a:gd name="connsiteX114" fmla="*/ 1300369 w 12192000"/>
              <a:gd name="connsiteY114" fmla="*/ 2444914 h 2676210"/>
              <a:gd name="connsiteX115" fmla="*/ 1045572 w 12192000"/>
              <a:gd name="connsiteY115" fmla="*/ 2476491 h 2676210"/>
              <a:gd name="connsiteX116" fmla="*/ 957561 w 12192000"/>
              <a:gd name="connsiteY116" fmla="*/ 2484124 h 2676210"/>
              <a:gd name="connsiteX117" fmla="*/ 872692 w 12192000"/>
              <a:gd name="connsiteY117" fmla="*/ 2551368 h 2676210"/>
              <a:gd name="connsiteX118" fmla="*/ 653171 w 12192000"/>
              <a:gd name="connsiteY118" fmla="*/ 2607266 h 2676210"/>
              <a:gd name="connsiteX119" fmla="*/ 479703 w 12192000"/>
              <a:gd name="connsiteY119" fmla="*/ 2594204 h 2676210"/>
              <a:gd name="connsiteX120" fmla="*/ 441281 w 12192000"/>
              <a:gd name="connsiteY120" fmla="*/ 2605939 h 2676210"/>
              <a:gd name="connsiteX121" fmla="*/ 315252 w 12192000"/>
              <a:gd name="connsiteY121" fmla="*/ 2675861 h 2676210"/>
              <a:gd name="connsiteX122" fmla="*/ 97385 w 12192000"/>
              <a:gd name="connsiteY122" fmla="*/ 2636063 h 2676210"/>
              <a:gd name="connsiteX123" fmla="*/ 48888 w 12192000"/>
              <a:gd name="connsiteY123" fmla="*/ 2641447 h 2676210"/>
              <a:gd name="connsiteX124" fmla="*/ 0 w 12192000"/>
              <a:gd name="connsiteY124" fmla="*/ 2649426 h 2676210"/>
              <a:gd name="connsiteX125" fmla="*/ 0 w 12192000"/>
              <a:gd name="connsiteY125" fmla="*/ 0 h 2676210"/>
              <a:gd name="connsiteX0" fmla="*/ 0 w 12192000"/>
              <a:gd name="connsiteY0" fmla="*/ 0 h 2676210"/>
              <a:gd name="connsiteX1" fmla="*/ 12192000 w 12192000"/>
              <a:gd name="connsiteY1" fmla="*/ 0 h 2676210"/>
              <a:gd name="connsiteX2" fmla="*/ 12192000 w 12192000"/>
              <a:gd name="connsiteY2" fmla="*/ 1727909 h 2676210"/>
              <a:gd name="connsiteX3" fmla="*/ 12115957 w 12192000"/>
              <a:gd name="connsiteY3" fmla="*/ 1732272 h 2676210"/>
              <a:gd name="connsiteX4" fmla="*/ 12012533 w 12192000"/>
              <a:gd name="connsiteY4" fmla="*/ 1737200 h 2676210"/>
              <a:gd name="connsiteX5" fmla="*/ 11801718 w 12192000"/>
              <a:gd name="connsiteY5" fmla="*/ 1707786 h 2676210"/>
              <a:gd name="connsiteX6" fmla="*/ 11750717 w 12192000"/>
              <a:gd name="connsiteY6" fmla="*/ 1684756 h 2676210"/>
              <a:gd name="connsiteX7" fmla="*/ 11712295 w 12192000"/>
              <a:gd name="connsiteY7" fmla="*/ 1673021 h 2676210"/>
              <a:gd name="connsiteX8" fmla="*/ 11538827 w 12192000"/>
              <a:gd name="connsiteY8" fmla="*/ 1639190 h 2676210"/>
              <a:gd name="connsiteX9" fmla="*/ 11319306 w 12192000"/>
              <a:gd name="connsiteY9" fmla="*/ 1630185 h 2676210"/>
              <a:gd name="connsiteX10" fmla="*/ 11234437 w 12192000"/>
              <a:gd name="connsiteY10" fmla="*/ 1562941 h 2676210"/>
              <a:gd name="connsiteX11" fmla="*/ 11146426 w 12192000"/>
              <a:gd name="connsiteY11" fmla="*/ 1555308 h 2676210"/>
              <a:gd name="connsiteX12" fmla="*/ 10891629 w 12192000"/>
              <a:gd name="connsiteY12" fmla="*/ 1523731 h 2676210"/>
              <a:gd name="connsiteX13" fmla="*/ 10607424 w 12192000"/>
              <a:gd name="connsiteY13" fmla="*/ 1570296 h 2676210"/>
              <a:gd name="connsiteX14" fmla="*/ 10562291 w 12192000"/>
              <a:gd name="connsiteY14" fmla="*/ 1560944 h 2676210"/>
              <a:gd name="connsiteX15" fmla="*/ 10551291 w 12192000"/>
              <a:gd name="connsiteY15" fmla="*/ 1556691 h 2676210"/>
              <a:gd name="connsiteX16" fmla="*/ 10546586 w 12192000"/>
              <a:gd name="connsiteY16" fmla="*/ 1559265 h 2676210"/>
              <a:gd name="connsiteX17" fmla="*/ 10547130 w 12192000"/>
              <a:gd name="connsiteY17" fmla="*/ 1583380 h 2676210"/>
              <a:gd name="connsiteX18" fmla="*/ 10522252 w 12192000"/>
              <a:gd name="connsiteY18" fmla="*/ 1595065 h 2676210"/>
              <a:gd name="connsiteX19" fmla="*/ 10329259 w 12192000"/>
              <a:gd name="connsiteY19" fmla="*/ 1579142 h 2676210"/>
              <a:gd name="connsiteX20" fmla="*/ 10132610 w 12192000"/>
              <a:gd name="connsiteY20" fmla="*/ 1619865 h 2676210"/>
              <a:gd name="connsiteX21" fmla="*/ 9811199 w 12192000"/>
              <a:gd name="connsiteY21" fmla="*/ 1648968 h 2676210"/>
              <a:gd name="connsiteX22" fmla="*/ 9537440 w 12192000"/>
              <a:gd name="connsiteY22" fmla="*/ 1671316 h 2676210"/>
              <a:gd name="connsiteX23" fmla="*/ 9405213 w 12192000"/>
              <a:gd name="connsiteY23" fmla="*/ 1679204 h 2676210"/>
              <a:gd name="connsiteX24" fmla="*/ 9306407 w 12192000"/>
              <a:gd name="connsiteY24" fmla="*/ 1736146 h 2676210"/>
              <a:gd name="connsiteX25" fmla="*/ 9152929 w 12192000"/>
              <a:gd name="connsiteY25" fmla="*/ 1750379 h 2676210"/>
              <a:gd name="connsiteX26" fmla="*/ 9062807 w 12192000"/>
              <a:gd name="connsiteY26" fmla="*/ 1765741 h 2676210"/>
              <a:gd name="connsiteX27" fmla="*/ 9031250 w 12192000"/>
              <a:gd name="connsiteY27" fmla="*/ 1782330 h 2676210"/>
              <a:gd name="connsiteX28" fmla="*/ 8985382 w 12192000"/>
              <a:gd name="connsiteY28" fmla="*/ 1798267 h 2676210"/>
              <a:gd name="connsiteX29" fmla="*/ 8906505 w 12192000"/>
              <a:gd name="connsiteY29" fmla="*/ 1834715 h 2676210"/>
              <a:gd name="connsiteX30" fmla="*/ 8796926 w 12192000"/>
              <a:gd name="connsiteY30" fmla="*/ 1869211 h 2676210"/>
              <a:gd name="connsiteX31" fmla="*/ 8705687 w 12192000"/>
              <a:gd name="connsiteY31" fmla="*/ 1848419 h 2676210"/>
              <a:gd name="connsiteX32" fmla="*/ 8700414 w 12192000"/>
              <a:gd name="connsiteY32" fmla="*/ 1857766 h 2676210"/>
              <a:gd name="connsiteX33" fmla="*/ 8643017 w 12192000"/>
              <a:gd name="connsiteY33" fmla="*/ 1865810 h 2676210"/>
              <a:gd name="connsiteX34" fmla="*/ 8428505 w 12192000"/>
              <a:gd name="connsiteY34" fmla="*/ 1838566 h 2676210"/>
              <a:gd name="connsiteX35" fmla="*/ 8316712 w 12192000"/>
              <a:gd name="connsiteY35" fmla="*/ 1855817 h 2676210"/>
              <a:gd name="connsiteX36" fmla="*/ 8279203 w 12192000"/>
              <a:gd name="connsiteY36" fmla="*/ 1870876 h 2676210"/>
              <a:gd name="connsiteX37" fmla="*/ 8216222 w 12192000"/>
              <a:gd name="connsiteY37" fmla="*/ 1895553 h 2676210"/>
              <a:gd name="connsiteX38" fmla="*/ 8119712 w 12192000"/>
              <a:gd name="connsiteY38" fmla="*/ 1947916 h 2676210"/>
              <a:gd name="connsiteX39" fmla="*/ 8100082 w 12192000"/>
              <a:gd name="connsiteY39" fmla="*/ 1922220 h 2676210"/>
              <a:gd name="connsiteX40" fmla="*/ 8043728 w 12192000"/>
              <a:gd name="connsiteY40" fmla="*/ 1944200 h 2676210"/>
              <a:gd name="connsiteX41" fmla="*/ 7958999 w 12192000"/>
              <a:gd name="connsiteY41" fmla="*/ 1980667 h 2676210"/>
              <a:gd name="connsiteX42" fmla="*/ 7908348 w 12192000"/>
              <a:gd name="connsiteY42" fmla="*/ 1994348 h 2676210"/>
              <a:gd name="connsiteX43" fmla="*/ 7771932 w 12192000"/>
              <a:gd name="connsiteY43" fmla="*/ 2039701 h 2676210"/>
              <a:gd name="connsiteX44" fmla="*/ 7579180 w 12192000"/>
              <a:gd name="connsiteY44" fmla="*/ 2150519 h 2676210"/>
              <a:gd name="connsiteX45" fmla="*/ 7571467 w 12192000"/>
              <a:gd name="connsiteY45" fmla="*/ 2153548 h 2676210"/>
              <a:gd name="connsiteX46" fmla="*/ 7549398 w 12192000"/>
              <a:gd name="connsiteY46" fmla="*/ 2153051 h 2676210"/>
              <a:gd name="connsiteX47" fmla="*/ 7540934 w 12192000"/>
              <a:gd name="connsiteY47" fmla="*/ 2151418 h 2676210"/>
              <a:gd name="connsiteX48" fmla="*/ 7528900 w 12192000"/>
              <a:gd name="connsiteY48" fmla="*/ 2152107 h 2676210"/>
              <a:gd name="connsiteX49" fmla="*/ 7528656 w 12192000"/>
              <a:gd name="connsiteY49" fmla="*/ 2152584 h 2676210"/>
              <a:gd name="connsiteX50" fmla="*/ 7517280 w 12192000"/>
              <a:gd name="connsiteY50" fmla="*/ 2152327 h 2676210"/>
              <a:gd name="connsiteX51" fmla="*/ 7460956 w 12192000"/>
              <a:gd name="connsiteY51" fmla="*/ 2145255 h 2676210"/>
              <a:gd name="connsiteX52" fmla="*/ 7393117 w 12192000"/>
              <a:gd name="connsiteY52" fmla="*/ 2193066 h 2676210"/>
              <a:gd name="connsiteX53" fmla="*/ 7363846 w 12192000"/>
              <a:gd name="connsiteY53" fmla="*/ 2202297 h 2676210"/>
              <a:gd name="connsiteX54" fmla="*/ 7348496 w 12192000"/>
              <a:gd name="connsiteY54" fmla="*/ 2209686 h 2676210"/>
              <a:gd name="connsiteX55" fmla="*/ 7347724 w 12192000"/>
              <a:gd name="connsiteY55" fmla="*/ 2211733 h 2676210"/>
              <a:gd name="connsiteX56" fmla="*/ 7293703 w 12192000"/>
              <a:gd name="connsiteY56" fmla="*/ 2204721 h 2676210"/>
              <a:gd name="connsiteX57" fmla="*/ 7286955 w 12192000"/>
              <a:gd name="connsiteY57" fmla="*/ 2207494 h 2676210"/>
              <a:gd name="connsiteX58" fmla="*/ 7251199 w 12192000"/>
              <a:gd name="connsiteY58" fmla="*/ 2198184 h 2676210"/>
              <a:gd name="connsiteX59" fmla="*/ 7233016 w 12192000"/>
              <a:gd name="connsiteY59" fmla="*/ 2195902 h 2676210"/>
              <a:gd name="connsiteX60" fmla="*/ 7227281 w 12192000"/>
              <a:gd name="connsiteY60" fmla="*/ 2190042 h 2676210"/>
              <a:gd name="connsiteX61" fmla="*/ 7200745 w 12192000"/>
              <a:gd name="connsiteY61" fmla="*/ 2189321 h 2676210"/>
              <a:gd name="connsiteX62" fmla="*/ 7197924 w 12192000"/>
              <a:gd name="connsiteY62" fmla="*/ 2191205 h 2676210"/>
              <a:gd name="connsiteX63" fmla="*/ 7175198 w 12192000"/>
              <a:gd name="connsiteY63" fmla="*/ 2183294 h 2676210"/>
              <a:gd name="connsiteX64" fmla="*/ 7155136 w 12192000"/>
              <a:gd name="connsiteY64" fmla="*/ 2167822 h 2676210"/>
              <a:gd name="connsiteX65" fmla="*/ 6932665 w 12192000"/>
              <a:gd name="connsiteY65" fmla="*/ 2162157 h 2676210"/>
              <a:gd name="connsiteX66" fmla="*/ 6731794 w 12192000"/>
              <a:gd name="connsiteY66" fmla="*/ 2131083 h 2676210"/>
              <a:gd name="connsiteX67" fmla="*/ 6271707 w 12192000"/>
              <a:gd name="connsiteY67" fmla="*/ 2183170 h 2676210"/>
              <a:gd name="connsiteX68" fmla="*/ 6196177 w 12192000"/>
              <a:gd name="connsiteY68" fmla="*/ 2200059 h 2676210"/>
              <a:gd name="connsiteX69" fmla="*/ 6125472 w 12192000"/>
              <a:gd name="connsiteY69" fmla="*/ 2178263 h 2676210"/>
              <a:gd name="connsiteX70" fmla="*/ 6098878 w 12192000"/>
              <a:gd name="connsiteY70" fmla="*/ 2192939 h 2676210"/>
              <a:gd name="connsiteX71" fmla="*/ 6094339 w 12192000"/>
              <a:gd name="connsiteY71" fmla="*/ 2195871 h 2676210"/>
              <a:gd name="connsiteX72" fmla="*/ 6075163 w 12192000"/>
              <a:gd name="connsiteY72" fmla="*/ 2198856 h 2676210"/>
              <a:gd name="connsiteX73" fmla="*/ 6071016 w 12192000"/>
              <a:gd name="connsiteY73" fmla="*/ 2210639 h 2676210"/>
              <a:gd name="connsiteX74" fmla="*/ 6043058 w 12192000"/>
              <a:gd name="connsiteY74" fmla="*/ 2222971 h 2676210"/>
              <a:gd name="connsiteX75" fmla="*/ 6007411 w 12192000"/>
              <a:gd name="connsiteY75" fmla="*/ 2225411 h 2676210"/>
              <a:gd name="connsiteX76" fmla="*/ 5836800 w 12192000"/>
              <a:gd name="connsiteY76" fmla="*/ 2224771 h 2676210"/>
              <a:gd name="connsiteX77" fmla="*/ 5735414 w 12192000"/>
              <a:gd name="connsiteY77" fmla="*/ 2231366 h 2676210"/>
              <a:gd name="connsiteX78" fmla="*/ 5697982 w 12192000"/>
              <a:gd name="connsiteY78" fmla="*/ 2244836 h 2676210"/>
              <a:gd name="connsiteX79" fmla="*/ 5644981 w 12192000"/>
              <a:gd name="connsiteY79" fmla="*/ 2256274 h 2676210"/>
              <a:gd name="connsiteX80" fmla="*/ 5552282 w 12192000"/>
              <a:gd name="connsiteY80" fmla="*/ 2284946 h 2676210"/>
              <a:gd name="connsiteX81" fmla="*/ 5426280 w 12192000"/>
              <a:gd name="connsiteY81" fmla="*/ 2308712 h 2676210"/>
              <a:gd name="connsiteX82" fmla="*/ 5329896 w 12192000"/>
              <a:gd name="connsiteY82" fmla="*/ 2279209 h 2676210"/>
              <a:gd name="connsiteX83" fmla="*/ 5322508 w 12192000"/>
              <a:gd name="connsiteY83" fmla="*/ 2288005 h 2676210"/>
              <a:gd name="connsiteX84" fmla="*/ 5258237 w 12192000"/>
              <a:gd name="connsiteY84" fmla="*/ 2290475 h 2676210"/>
              <a:gd name="connsiteX85" fmla="*/ 5027899 w 12192000"/>
              <a:gd name="connsiteY85" fmla="*/ 2242653 h 2676210"/>
              <a:gd name="connsiteX86" fmla="*/ 4902443 w 12192000"/>
              <a:gd name="connsiteY86" fmla="*/ 2249037 h 2676210"/>
              <a:gd name="connsiteX87" fmla="*/ 4858751 w 12192000"/>
              <a:gd name="connsiteY87" fmla="*/ 2260409 h 2676210"/>
              <a:gd name="connsiteX88" fmla="*/ 4785497 w 12192000"/>
              <a:gd name="connsiteY88" fmla="*/ 2278897 h 2676210"/>
              <a:gd name="connsiteX89" fmla="*/ 4732807 w 12192000"/>
              <a:gd name="connsiteY89" fmla="*/ 2315139 h 2676210"/>
              <a:gd name="connsiteX90" fmla="*/ 4670737 w 12192000"/>
              <a:gd name="connsiteY90" fmla="*/ 2321711 h 2676210"/>
              <a:gd name="connsiteX91" fmla="*/ 4489013 w 12192000"/>
              <a:gd name="connsiteY91" fmla="*/ 2338805 h 2676210"/>
              <a:gd name="connsiteX92" fmla="*/ 4431159 w 12192000"/>
              <a:gd name="connsiteY92" fmla="*/ 2347536 h 2676210"/>
              <a:gd name="connsiteX93" fmla="*/ 4273885 w 12192000"/>
              <a:gd name="connsiteY93" fmla="*/ 2379520 h 2676210"/>
              <a:gd name="connsiteX94" fmla="*/ 4116925 w 12192000"/>
              <a:gd name="connsiteY94" fmla="*/ 2417756 h 2676210"/>
              <a:gd name="connsiteX95" fmla="*/ 4027169 w 12192000"/>
              <a:gd name="connsiteY95" fmla="*/ 2475399 h 2676210"/>
              <a:gd name="connsiteX96" fmla="*/ 3897799 w 12192000"/>
              <a:gd name="connsiteY96" fmla="*/ 2503049 h 2676210"/>
              <a:gd name="connsiteX97" fmla="*/ 3876619 w 12192000"/>
              <a:gd name="connsiteY97" fmla="*/ 2512804 h 2676210"/>
              <a:gd name="connsiteX98" fmla="*/ 3721493 w 12192000"/>
              <a:gd name="connsiteY98" fmla="*/ 2497646 h 2676210"/>
              <a:gd name="connsiteX99" fmla="*/ 3504883 w 12192000"/>
              <a:gd name="connsiteY99" fmla="*/ 2503869 h 2676210"/>
              <a:gd name="connsiteX100" fmla="*/ 3431219 w 12192000"/>
              <a:gd name="connsiteY100" fmla="*/ 2502163 h 2676210"/>
              <a:gd name="connsiteX101" fmla="*/ 3151243 w 12192000"/>
              <a:gd name="connsiteY101" fmla="*/ 2492405 h 2676210"/>
              <a:gd name="connsiteX102" fmla="*/ 3057639 w 12192000"/>
              <a:gd name="connsiteY102" fmla="*/ 2507988 h 2676210"/>
              <a:gd name="connsiteX103" fmla="*/ 2916555 w 12192000"/>
              <a:gd name="connsiteY103" fmla="*/ 2472028 h 2676210"/>
              <a:gd name="connsiteX104" fmla="*/ 2846802 w 12192000"/>
              <a:gd name="connsiteY104" fmla="*/ 2461014 h 2676210"/>
              <a:gd name="connsiteX105" fmla="*/ 2739588 w 12192000"/>
              <a:gd name="connsiteY105" fmla="*/ 2457956 h 2676210"/>
              <a:gd name="connsiteX106" fmla="*/ 2706684 w 12192000"/>
              <a:gd name="connsiteY106" fmla="*/ 2454540 h 2676210"/>
              <a:gd name="connsiteX107" fmla="*/ 2348435 w 12192000"/>
              <a:gd name="connsiteY107" fmla="*/ 2449176 h 2676210"/>
              <a:gd name="connsiteX108" fmla="*/ 2194299 w 12192000"/>
              <a:gd name="connsiteY108" fmla="*/ 2475215 h 2676210"/>
              <a:gd name="connsiteX109" fmla="*/ 1983009 w 12192000"/>
              <a:gd name="connsiteY109" fmla="*/ 2463117 h 2676210"/>
              <a:gd name="connsiteX110" fmla="*/ 1885040 w 12192000"/>
              <a:gd name="connsiteY110" fmla="*/ 2475917 h 2676210"/>
              <a:gd name="connsiteX111" fmla="*/ 1832317 w 12192000"/>
              <a:gd name="connsiteY111" fmla="*/ 2485332 h 2676210"/>
              <a:gd name="connsiteX112" fmla="*/ 1748729 w 12192000"/>
              <a:gd name="connsiteY112" fmla="*/ 2475325 h 2676210"/>
              <a:gd name="connsiteX113" fmla="*/ 1584574 w 12192000"/>
              <a:gd name="connsiteY113" fmla="*/ 2491479 h 2676210"/>
              <a:gd name="connsiteX114" fmla="*/ 1300369 w 12192000"/>
              <a:gd name="connsiteY114" fmla="*/ 2444914 h 2676210"/>
              <a:gd name="connsiteX115" fmla="*/ 1045572 w 12192000"/>
              <a:gd name="connsiteY115" fmla="*/ 2476491 h 2676210"/>
              <a:gd name="connsiteX116" fmla="*/ 957561 w 12192000"/>
              <a:gd name="connsiteY116" fmla="*/ 2484124 h 2676210"/>
              <a:gd name="connsiteX117" fmla="*/ 872692 w 12192000"/>
              <a:gd name="connsiteY117" fmla="*/ 2551368 h 2676210"/>
              <a:gd name="connsiteX118" fmla="*/ 653171 w 12192000"/>
              <a:gd name="connsiteY118" fmla="*/ 2607266 h 2676210"/>
              <a:gd name="connsiteX119" fmla="*/ 479703 w 12192000"/>
              <a:gd name="connsiteY119" fmla="*/ 2594204 h 2676210"/>
              <a:gd name="connsiteX120" fmla="*/ 441281 w 12192000"/>
              <a:gd name="connsiteY120" fmla="*/ 2605939 h 2676210"/>
              <a:gd name="connsiteX121" fmla="*/ 315252 w 12192000"/>
              <a:gd name="connsiteY121" fmla="*/ 2675861 h 2676210"/>
              <a:gd name="connsiteX122" fmla="*/ 97385 w 12192000"/>
              <a:gd name="connsiteY122" fmla="*/ 2636063 h 2676210"/>
              <a:gd name="connsiteX123" fmla="*/ 48888 w 12192000"/>
              <a:gd name="connsiteY123" fmla="*/ 2641447 h 2676210"/>
              <a:gd name="connsiteX124" fmla="*/ 0 w 12192000"/>
              <a:gd name="connsiteY124" fmla="*/ 2649426 h 2676210"/>
              <a:gd name="connsiteX125" fmla="*/ 0 w 12192000"/>
              <a:gd name="connsiteY125" fmla="*/ 0 h 2676210"/>
              <a:gd name="connsiteX0" fmla="*/ 0 w 12192000"/>
              <a:gd name="connsiteY0" fmla="*/ 0 h 2676210"/>
              <a:gd name="connsiteX1" fmla="*/ 12192000 w 12192000"/>
              <a:gd name="connsiteY1" fmla="*/ 0 h 2676210"/>
              <a:gd name="connsiteX2" fmla="*/ 12192000 w 12192000"/>
              <a:gd name="connsiteY2" fmla="*/ 1727909 h 2676210"/>
              <a:gd name="connsiteX3" fmla="*/ 12115957 w 12192000"/>
              <a:gd name="connsiteY3" fmla="*/ 1732272 h 2676210"/>
              <a:gd name="connsiteX4" fmla="*/ 12012533 w 12192000"/>
              <a:gd name="connsiteY4" fmla="*/ 1737200 h 2676210"/>
              <a:gd name="connsiteX5" fmla="*/ 11801718 w 12192000"/>
              <a:gd name="connsiteY5" fmla="*/ 1707786 h 2676210"/>
              <a:gd name="connsiteX6" fmla="*/ 11750717 w 12192000"/>
              <a:gd name="connsiteY6" fmla="*/ 1684756 h 2676210"/>
              <a:gd name="connsiteX7" fmla="*/ 11712295 w 12192000"/>
              <a:gd name="connsiteY7" fmla="*/ 1673021 h 2676210"/>
              <a:gd name="connsiteX8" fmla="*/ 11538827 w 12192000"/>
              <a:gd name="connsiteY8" fmla="*/ 1639190 h 2676210"/>
              <a:gd name="connsiteX9" fmla="*/ 11319306 w 12192000"/>
              <a:gd name="connsiteY9" fmla="*/ 1630185 h 2676210"/>
              <a:gd name="connsiteX10" fmla="*/ 11234437 w 12192000"/>
              <a:gd name="connsiteY10" fmla="*/ 1562941 h 2676210"/>
              <a:gd name="connsiteX11" fmla="*/ 11146426 w 12192000"/>
              <a:gd name="connsiteY11" fmla="*/ 1555308 h 2676210"/>
              <a:gd name="connsiteX12" fmla="*/ 10891629 w 12192000"/>
              <a:gd name="connsiteY12" fmla="*/ 1523731 h 2676210"/>
              <a:gd name="connsiteX13" fmla="*/ 10607424 w 12192000"/>
              <a:gd name="connsiteY13" fmla="*/ 1570296 h 2676210"/>
              <a:gd name="connsiteX14" fmla="*/ 10562291 w 12192000"/>
              <a:gd name="connsiteY14" fmla="*/ 1560944 h 2676210"/>
              <a:gd name="connsiteX15" fmla="*/ 10551291 w 12192000"/>
              <a:gd name="connsiteY15" fmla="*/ 1556691 h 2676210"/>
              <a:gd name="connsiteX16" fmla="*/ 10546586 w 12192000"/>
              <a:gd name="connsiteY16" fmla="*/ 1559265 h 2676210"/>
              <a:gd name="connsiteX17" fmla="*/ 10547130 w 12192000"/>
              <a:gd name="connsiteY17" fmla="*/ 1583380 h 2676210"/>
              <a:gd name="connsiteX18" fmla="*/ 10522252 w 12192000"/>
              <a:gd name="connsiteY18" fmla="*/ 1595065 h 2676210"/>
              <a:gd name="connsiteX19" fmla="*/ 10329259 w 12192000"/>
              <a:gd name="connsiteY19" fmla="*/ 1579142 h 2676210"/>
              <a:gd name="connsiteX20" fmla="*/ 10132610 w 12192000"/>
              <a:gd name="connsiteY20" fmla="*/ 1619865 h 2676210"/>
              <a:gd name="connsiteX21" fmla="*/ 9811199 w 12192000"/>
              <a:gd name="connsiteY21" fmla="*/ 1648968 h 2676210"/>
              <a:gd name="connsiteX22" fmla="*/ 9537440 w 12192000"/>
              <a:gd name="connsiteY22" fmla="*/ 1671316 h 2676210"/>
              <a:gd name="connsiteX23" fmla="*/ 9405213 w 12192000"/>
              <a:gd name="connsiteY23" fmla="*/ 1679204 h 2676210"/>
              <a:gd name="connsiteX24" fmla="*/ 9306407 w 12192000"/>
              <a:gd name="connsiteY24" fmla="*/ 1736146 h 2676210"/>
              <a:gd name="connsiteX25" fmla="*/ 9152929 w 12192000"/>
              <a:gd name="connsiteY25" fmla="*/ 1750379 h 2676210"/>
              <a:gd name="connsiteX26" fmla="*/ 9062807 w 12192000"/>
              <a:gd name="connsiteY26" fmla="*/ 1765741 h 2676210"/>
              <a:gd name="connsiteX27" fmla="*/ 9031250 w 12192000"/>
              <a:gd name="connsiteY27" fmla="*/ 1782330 h 2676210"/>
              <a:gd name="connsiteX28" fmla="*/ 8985382 w 12192000"/>
              <a:gd name="connsiteY28" fmla="*/ 1798267 h 2676210"/>
              <a:gd name="connsiteX29" fmla="*/ 8906505 w 12192000"/>
              <a:gd name="connsiteY29" fmla="*/ 1834715 h 2676210"/>
              <a:gd name="connsiteX30" fmla="*/ 8796926 w 12192000"/>
              <a:gd name="connsiteY30" fmla="*/ 1869211 h 2676210"/>
              <a:gd name="connsiteX31" fmla="*/ 8705687 w 12192000"/>
              <a:gd name="connsiteY31" fmla="*/ 1848419 h 2676210"/>
              <a:gd name="connsiteX32" fmla="*/ 8700414 w 12192000"/>
              <a:gd name="connsiteY32" fmla="*/ 1857766 h 2676210"/>
              <a:gd name="connsiteX33" fmla="*/ 8643017 w 12192000"/>
              <a:gd name="connsiteY33" fmla="*/ 1865810 h 2676210"/>
              <a:gd name="connsiteX34" fmla="*/ 8428505 w 12192000"/>
              <a:gd name="connsiteY34" fmla="*/ 1838566 h 2676210"/>
              <a:gd name="connsiteX35" fmla="*/ 8316712 w 12192000"/>
              <a:gd name="connsiteY35" fmla="*/ 1855817 h 2676210"/>
              <a:gd name="connsiteX36" fmla="*/ 8279203 w 12192000"/>
              <a:gd name="connsiteY36" fmla="*/ 1870876 h 2676210"/>
              <a:gd name="connsiteX37" fmla="*/ 8216222 w 12192000"/>
              <a:gd name="connsiteY37" fmla="*/ 1895553 h 2676210"/>
              <a:gd name="connsiteX38" fmla="*/ 8119712 w 12192000"/>
              <a:gd name="connsiteY38" fmla="*/ 1947916 h 2676210"/>
              <a:gd name="connsiteX39" fmla="*/ 8100082 w 12192000"/>
              <a:gd name="connsiteY39" fmla="*/ 1922220 h 2676210"/>
              <a:gd name="connsiteX40" fmla="*/ 8043728 w 12192000"/>
              <a:gd name="connsiteY40" fmla="*/ 1944200 h 2676210"/>
              <a:gd name="connsiteX41" fmla="*/ 7958999 w 12192000"/>
              <a:gd name="connsiteY41" fmla="*/ 1980667 h 2676210"/>
              <a:gd name="connsiteX42" fmla="*/ 7908348 w 12192000"/>
              <a:gd name="connsiteY42" fmla="*/ 1994348 h 2676210"/>
              <a:gd name="connsiteX43" fmla="*/ 7771932 w 12192000"/>
              <a:gd name="connsiteY43" fmla="*/ 2039701 h 2676210"/>
              <a:gd name="connsiteX44" fmla="*/ 7579180 w 12192000"/>
              <a:gd name="connsiteY44" fmla="*/ 2150519 h 2676210"/>
              <a:gd name="connsiteX45" fmla="*/ 7571467 w 12192000"/>
              <a:gd name="connsiteY45" fmla="*/ 2153548 h 2676210"/>
              <a:gd name="connsiteX46" fmla="*/ 7549398 w 12192000"/>
              <a:gd name="connsiteY46" fmla="*/ 2153051 h 2676210"/>
              <a:gd name="connsiteX47" fmla="*/ 7540934 w 12192000"/>
              <a:gd name="connsiteY47" fmla="*/ 2151418 h 2676210"/>
              <a:gd name="connsiteX48" fmla="*/ 7528900 w 12192000"/>
              <a:gd name="connsiteY48" fmla="*/ 2152107 h 2676210"/>
              <a:gd name="connsiteX49" fmla="*/ 7528656 w 12192000"/>
              <a:gd name="connsiteY49" fmla="*/ 2152584 h 2676210"/>
              <a:gd name="connsiteX50" fmla="*/ 7517280 w 12192000"/>
              <a:gd name="connsiteY50" fmla="*/ 2152327 h 2676210"/>
              <a:gd name="connsiteX51" fmla="*/ 7460956 w 12192000"/>
              <a:gd name="connsiteY51" fmla="*/ 2145255 h 2676210"/>
              <a:gd name="connsiteX52" fmla="*/ 7393117 w 12192000"/>
              <a:gd name="connsiteY52" fmla="*/ 2193066 h 2676210"/>
              <a:gd name="connsiteX53" fmla="*/ 7363846 w 12192000"/>
              <a:gd name="connsiteY53" fmla="*/ 2202297 h 2676210"/>
              <a:gd name="connsiteX54" fmla="*/ 7348496 w 12192000"/>
              <a:gd name="connsiteY54" fmla="*/ 2209686 h 2676210"/>
              <a:gd name="connsiteX55" fmla="*/ 7347724 w 12192000"/>
              <a:gd name="connsiteY55" fmla="*/ 2211733 h 2676210"/>
              <a:gd name="connsiteX56" fmla="*/ 7293703 w 12192000"/>
              <a:gd name="connsiteY56" fmla="*/ 2204721 h 2676210"/>
              <a:gd name="connsiteX57" fmla="*/ 7286955 w 12192000"/>
              <a:gd name="connsiteY57" fmla="*/ 2207494 h 2676210"/>
              <a:gd name="connsiteX58" fmla="*/ 7251199 w 12192000"/>
              <a:gd name="connsiteY58" fmla="*/ 2198184 h 2676210"/>
              <a:gd name="connsiteX59" fmla="*/ 7233016 w 12192000"/>
              <a:gd name="connsiteY59" fmla="*/ 2195902 h 2676210"/>
              <a:gd name="connsiteX60" fmla="*/ 7227281 w 12192000"/>
              <a:gd name="connsiteY60" fmla="*/ 2190042 h 2676210"/>
              <a:gd name="connsiteX61" fmla="*/ 7200745 w 12192000"/>
              <a:gd name="connsiteY61" fmla="*/ 2189321 h 2676210"/>
              <a:gd name="connsiteX62" fmla="*/ 7197924 w 12192000"/>
              <a:gd name="connsiteY62" fmla="*/ 2191205 h 2676210"/>
              <a:gd name="connsiteX63" fmla="*/ 7175198 w 12192000"/>
              <a:gd name="connsiteY63" fmla="*/ 2183294 h 2676210"/>
              <a:gd name="connsiteX64" fmla="*/ 7155136 w 12192000"/>
              <a:gd name="connsiteY64" fmla="*/ 2167822 h 2676210"/>
              <a:gd name="connsiteX65" fmla="*/ 6932665 w 12192000"/>
              <a:gd name="connsiteY65" fmla="*/ 2162157 h 2676210"/>
              <a:gd name="connsiteX66" fmla="*/ 6700029 w 12192000"/>
              <a:gd name="connsiteY66" fmla="*/ 2158310 h 2676210"/>
              <a:gd name="connsiteX67" fmla="*/ 6271707 w 12192000"/>
              <a:gd name="connsiteY67" fmla="*/ 2183170 h 2676210"/>
              <a:gd name="connsiteX68" fmla="*/ 6196177 w 12192000"/>
              <a:gd name="connsiteY68" fmla="*/ 2200059 h 2676210"/>
              <a:gd name="connsiteX69" fmla="*/ 6125472 w 12192000"/>
              <a:gd name="connsiteY69" fmla="*/ 2178263 h 2676210"/>
              <a:gd name="connsiteX70" fmla="*/ 6098878 w 12192000"/>
              <a:gd name="connsiteY70" fmla="*/ 2192939 h 2676210"/>
              <a:gd name="connsiteX71" fmla="*/ 6094339 w 12192000"/>
              <a:gd name="connsiteY71" fmla="*/ 2195871 h 2676210"/>
              <a:gd name="connsiteX72" fmla="*/ 6075163 w 12192000"/>
              <a:gd name="connsiteY72" fmla="*/ 2198856 h 2676210"/>
              <a:gd name="connsiteX73" fmla="*/ 6071016 w 12192000"/>
              <a:gd name="connsiteY73" fmla="*/ 2210639 h 2676210"/>
              <a:gd name="connsiteX74" fmla="*/ 6043058 w 12192000"/>
              <a:gd name="connsiteY74" fmla="*/ 2222971 h 2676210"/>
              <a:gd name="connsiteX75" fmla="*/ 6007411 w 12192000"/>
              <a:gd name="connsiteY75" fmla="*/ 2225411 h 2676210"/>
              <a:gd name="connsiteX76" fmla="*/ 5836800 w 12192000"/>
              <a:gd name="connsiteY76" fmla="*/ 2224771 h 2676210"/>
              <a:gd name="connsiteX77" fmla="*/ 5735414 w 12192000"/>
              <a:gd name="connsiteY77" fmla="*/ 2231366 h 2676210"/>
              <a:gd name="connsiteX78" fmla="*/ 5697982 w 12192000"/>
              <a:gd name="connsiteY78" fmla="*/ 2244836 h 2676210"/>
              <a:gd name="connsiteX79" fmla="*/ 5644981 w 12192000"/>
              <a:gd name="connsiteY79" fmla="*/ 2256274 h 2676210"/>
              <a:gd name="connsiteX80" fmla="*/ 5552282 w 12192000"/>
              <a:gd name="connsiteY80" fmla="*/ 2284946 h 2676210"/>
              <a:gd name="connsiteX81" fmla="*/ 5426280 w 12192000"/>
              <a:gd name="connsiteY81" fmla="*/ 2308712 h 2676210"/>
              <a:gd name="connsiteX82" fmla="*/ 5329896 w 12192000"/>
              <a:gd name="connsiteY82" fmla="*/ 2279209 h 2676210"/>
              <a:gd name="connsiteX83" fmla="*/ 5322508 w 12192000"/>
              <a:gd name="connsiteY83" fmla="*/ 2288005 h 2676210"/>
              <a:gd name="connsiteX84" fmla="*/ 5258237 w 12192000"/>
              <a:gd name="connsiteY84" fmla="*/ 2290475 h 2676210"/>
              <a:gd name="connsiteX85" fmla="*/ 5027899 w 12192000"/>
              <a:gd name="connsiteY85" fmla="*/ 2242653 h 2676210"/>
              <a:gd name="connsiteX86" fmla="*/ 4902443 w 12192000"/>
              <a:gd name="connsiteY86" fmla="*/ 2249037 h 2676210"/>
              <a:gd name="connsiteX87" fmla="*/ 4858751 w 12192000"/>
              <a:gd name="connsiteY87" fmla="*/ 2260409 h 2676210"/>
              <a:gd name="connsiteX88" fmla="*/ 4785497 w 12192000"/>
              <a:gd name="connsiteY88" fmla="*/ 2278897 h 2676210"/>
              <a:gd name="connsiteX89" fmla="*/ 4732807 w 12192000"/>
              <a:gd name="connsiteY89" fmla="*/ 2315139 h 2676210"/>
              <a:gd name="connsiteX90" fmla="*/ 4670737 w 12192000"/>
              <a:gd name="connsiteY90" fmla="*/ 2321711 h 2676210"/>
              <a:gd name="connsiteX91" fmla="*/ 4489013 w 12192000"/>
              <a:gd name="connsiteY91" fmla="*/ 2338805 h 2676210"/>
              <a:gd name="connsiteX92" fmla="*/ 4431159 w 12192000"/>
              <a:gd name="connsiteY92" fmla="*/ 2347536 h 2676210"/>
              <a:gd name="connsiteX93" fmla="*/ 4273885 w 12192000"/>
              <a:gd name="connsiteY93" fmla="*/ 2379520 h 2676210"/>
              <a:gd name="connsiteX94" fmla="*/ 4116925 w 12192000"/>
              <a:gd name="connsiteY94" fmla="*/ 2417756 h 2676210"/>
              <a:gd name="connsiteX95" fmla="*/ 4027169 w 12192000"/>
              <a:gd name="connsiteY95" fmla="*/ 2475399 h 2676210"/>
              <a:gd name="connsiteX96" fmla="*/ 3897799 w 12192000"/>
              <a:gd name="connsiteY96" fmla="*/ 2503049 h 2676210"/>
              <a:gd name="connsiteX97" fmla="*/ 3876619 w 12192000"/>
              <a:gd name="connsiteY97" fmla="*/ 2512804 h 2676210"/>
              <a:gd name="connsiteX98" fmla="*/ 3721493 w 12192000"/>
              <a:gd name="connsiteY98" fmla="*/ 2497646 h 2676210"/>
              <a:gd name="connsiteX99" fmla="*/ 3504883 w 12192000"/>
              <a:gd name="connsiteY99" fmla="*/ 2503869 h 2676210"/>
              <a:gd name="connsiteX100" fmla="*/ 3431219 w 12192000"/>
              <a:gd name="connsiteY100" fmla="*/ 2502163 h 2676210"/>
              <a:gd name="connsiteX101" fmla="*/ 3151243 w 12192000"/>
              <a:gd name="connsiteY101" fmla="*/ 2492405 h 2676210"/>
              <a:gd name="connsiteX102" fmla="*/ 3057639 w 12192000"/>
              <a:gd name="connsiteY102" fmla="*/ 2507988 h 2676210"/>
              <a:gd name="connsiteX103" fmla="*/ 2916555 w 12192000"/>
              <a:gd name="connsiteY103" fmla="*/ 2472028 h 2676210"/>
              <a:gd name="connsiteX104" fmla="*/ 2846802 w 12192000"/>
              <a:gd name="connsiteY104" fmla="*/ 2461014 h 2676210"/>
              <a:gd name="connsiteX105" fmla="*/ 2739588 w 12192000"/>
              <a:gd name="connsiteY105" fmla="*/ 2457956 h 2676210"/>
              <a:gd name="connsiteX106" fmla="*/ 2706684 w 12192000"/>
              <a:gd name="connsiteY106" fmla="*/ 2454540 h 2676210"/>
              <a:gd name="connsiteX107" fmla="*/ 2348435 w 12192000"/>
              <a:gd name="connsiteY107" fmla="*/ 2449176 h 2676210"/>
              <a:gd name="connsiteX108" fmla="*/ 2194299 w 12192000"/>
              <a:gd name="connsiteY108" fmla="*/ 2475215 h 2676210"/>
              <a:gd name="connsiteX109" fmla="*/ 1983009 w 12192000"/>
              <a:gd name="connsiteY109" fmla="*/ 2463117 h 2676210"/>
              <a:gd name="connsiteX110" fmla="*/ 1885040 w 12192000"/>
              <a:gd name="connsiteY110" fmla="*/ 2475917 h 2676210"/>
              <a:gd name="connsiteX111" fmla="*/ 1832317 w 12192000"/>
              <a:gd name="connsiteY111" fmla="*/ 2485332 h 2676210"/>
              <a:gd name="connsiteX112" fmla="*/ 1748729 w 12192000"/>
              <a:gd name="connsiteY112" fmla="*/ 2475325 h 2676210"/>
              <a:gd name="connsiteX113" fmla="*/ 1584574 w 12192000"/>
              <a:gd name="connsiteY113" fmla="*/ 2491479 h 2676210"/>
              <a:gd name="connsiteX114" fmla="*/ 1300369 w 12192000"/>
              <a:gd name="connsiteY114" fmla="*/ 2444914 h 2676210"/>
              <a:gd name="connsiteX115" fmla="*/ 1045572 w 12192000"/>
              <a:gd name="connsiteY115" fmla="*/ 2476491 h 2676210"/>
              <a:gd name="connsiteX116" fmla="*/ 957561 w 12192000"/>
              <a:gd name="connsiteY116" fmla="*/ 2484124 h 2676210"/>
              <a:gd name="connsiteX117" fmla="*/ 872692 w 12192000"/>
              <a:gd name="connsiteY117" fmla="*/ 2551368 h 2676210"/>
              <a:gd name="connsiteX118" fmla="*/ 653171 w 12192000"/>
              <a:gd name="connsiteY118" fmla="*/ 2607266 h 2676210"/>
              <a:gd name="connsiteX119" fmla="*/ 479703 w 12192000"/>
              <a:gd name="connsiteY119" fmla="*/ 2594204 h 2676210"/>
              <a:gd name="connsiteX120" fmla="*/ 441281 w 12192000"/>
              <a:gd name="connsiteY120" fmla="*/ 2605939 h 2676210"/>
              <a:gd name="connsiteX121" fmla="*/ 315252 w 12192000"/>
              <a:gd name="connsiteY121" fmla="*/ 2675861 h 2676210"/>
              <a:gd name="connsiteX122" fmla="*/ 97385 w 12192000"/>
              <a:gd name="connsiteY122" fmla="*/ 2636063 h 2676210"/>
              <a:gd name="connsiteX123" fmla="*/ 48888 w 12192000"/>
              <a:gd name="connsiteY123" fmla="*/ 2641447 h 2676210"/>
              <a:gd name="connsiteX124" fmla="*/ 0 w 12192000"/>
              <a:gd name="connsiteY124" fmla="*/ 2649426 h 2676210"/>
              <a:gd name="connsiteX125" fmla="*/ 0 w 12192000"/>
              <a:gd name="connsiteY125" fmla="*/ 0 h 2676210"/>
              <a:gd name="connsiteX0" fmla="*/ 0 w 12192000"/>
              <a:gd name="connsiteY0" fmla="*/ 0 h 2676210"/>
              <a:gd name="connsiteX1" fmla="*/ 12192000 w 12192000"/>
              <a:gd name="connsiteY1" fmla="*/ 0 h 2676210"/>
              <a:gd name="connsiteX2" fmla="*/ 12192000 w 12192000"/>
              <a:gd name="connsiteY2" fmla="*/ 1727909 h 2676210"/>
              <a:gd name="connsiteX3" fmla="*/ 12115957 w 12192000"/>
              <a:gd name="connsiteY3" fmla="*/ 1732272 h 2676210"/>
              <a:gd name="connsiteX4" fmla="*/ 12012533 w 12192000"/>
              <a:gd name="connsiteY4" fmla="*/ 1737200 h 2676210"/>
              <a:gd name="connsiteX5" fmla="*/ 11801718 w 12192000"/>
              <a:gd name="connsiteY5" fmla="*/ 1707786 h 2676210"/>
              <a:gd name="connsiteX6" fmla="*/ 11750717 w 12192000"/>
              <a:gd name="connsiteY6" fmla="*/ 1684756 h 2676210"/>
              <a:gd name="connsiteX7" fmla="*/ 11712295 w 12192000"/>
              <a:gd name="connsiteY7" fmla="*/ 1673021 h 2676210"/>
              <a:gd name="connsiteX8" fmla="*/ 11538827 w 12192000"/>
              <a:gd name="connsiteY8" fmla="*/ 1639190 h 2676210"/>
              <a:gd name="connsiteX9" fmla="*/ 11319306 w 12192000"/>
              <a:gd name="connsiteY9" fmla="*/ 1630185 h 2676210"/>
              <a:gd name="connsiteX10" fmla="*/ 11234437 w 12192000"/>
              <a:gd name="connsiteY10" fmla="*/ 1562941 h 2676210"/>
              <a:gd name="connsiteX11" fmla="*/ 11146426 w 12192000"/>
              <a:gd name="connsiteY11" fmla="*/ 1555308 h 2676210"/>
              <a:gd name="connsiteX12" fmla="*/ 10891629 w 12192000"/>
              <a:gd name="connsiteY12" fmla="*/ 1523731 h 2676210"/>
              <a:gd name="connsiteX13" fmla="*/ 10607424 w 12192000"/>
              <a:gd name="connsiteY13" fmla="*/ 1570296 h 2676210"/>
              <a:gd name="connsiteX14" fmla="*/ 10562291 w 12192000"/>
              <a:gd name="connsiteY14" fmla="*/ 1560944 h 2676210"/>
              <a:gd name="connsiteX15" fmla="*/ 10551291 w 12192000"/>
              <a:gd name="connsiteY15" fmla="*/ 1556691 h 2676210"/>
              <a:gd name="connsiteX16" fmla="*/ 10546586 w 12192000"/>
              <a:gd name="connsiteY16" fmla="*/ 1559265 h 2676210"/>
              <a:gd name="connsiteX17" fmla="*/ 10547130 w 12192000"/>
              <a:gd name="connsiteY17" fmla="*/ 1583380 h 2676210"/>
              <a:gd name="connsiteX18" fmla="*/ 10522252 w 12192000"/>
              <a:gd name="connsiteY18" fmla="*/ 1595065 h 2676210"/>
              <a:gd name="connsiteX19" fmla="*/ 10329259 w 12192000"/>
              <a:gd name="connsiteY19" fmla="*/ 1579142 h 2676210"/>
              <a:gd name="connsiteX20" fmla="*/ 10132610 w 12192000"/>
              <a:gd name="connsiteY20" fmla="*/ 1619865 h 2676210"/>
              <a:gd name="connsiteX21" fmla="*/ 9811199 w 12192000"/>
              <a:gd name="connsiteY21" fmla="*/ 1648968 h 2676210"/>
              <a:gd name="connsiteX22" fmla="*/ 9537440 w 12192000"/>
              <a:gd name="connsiteY22" fmla="*/ 1671316 h 2676210"/>
              <a:gd name="connsiteX23" fmla="*/ 9405213 w 12192000"/>
              <a:gd name="connsiteY23" fmla="*/ 1679204 h 2676210"/>
              <a:gd name="connsiteX24" fmla="*/ 9306407 w 12192000"/>
              <a:gd name="connsiteY24" fmla="*/ 1736146 h 2676210"/>
              <a:gd name="connsiteX25" fmla="*/ 9152929 w 12192000"/>
              <a:gd name="connsiteY25" fmla="*/ 1750379 h 2676210"/>
              <a:gd name="connsiteX26" fmla="*/ 9062807 w 12192000"/>
              <a:gd name="connsiteY26" fmla="*/ 1765741 h 2676210"/>
              <a:gd name="connsiteX27" fmla="*/ 9031250 w 12192000"/>
              <a:gd name="connsiteY27" fmla="*/ 1782330 h 2676210"/>
              <a:gd name="connsiteX28" fmla="*/ 8985382 w 12192000"/>
              <a:gd name="connsiteY28" fmla="*/ 1798267 h 2676210"/>
              <a:gd name="connsiteX29" fmla="*/ 8906505 w 12192000"/>
              <a:gd name="connsiteY29" fmla="*/ 1834715 h 2676210"/>
              <a:gd name="connsiteX30" fmla="*/ 8796926 w 12192000"/>
              <a:gd name="connsiteY30" fmla="*/ 1869211 h 2676210"/>
              <a:gd name="connsiteX31" fmla="*/ 8705687 w 12192000"/>
              <a:gd name="connsiteY31" fmla="*/ 1848419 h 2676210"/>
              <a:gd name="connsiteX32" fmla="*/ 8700414 w 12192000"/>
              <a:gd name="connsiteY32" fmla="*/ 1857766 h 2676210"/>
              <a:gd name="connsiteX33" fmla="*/ 8643017 w 12192000"/>
              <a:gd name="connsiteY33" fmla="*/ 1865810 h 2676210"/>
              <a:gd name="connsiteX34" fmla="*/ 8428505 w 12192000"/>
              <a:gd name="connsiteY34" fmla="*/ 1838566 h 2676210"/>
              <a:gd name="connsiteX35" fmla="*/ 8316712 w 12192000"/>
              <a:gd name="connsiteY35" fmla="*/ 1855817 h 2676210"/>
              <a:gd name="connsiteX36" fmla="*/ 8279203 w 12192000"/>
              <a:gd name="connsiteY36" fmla="*/ 1870876 h 2676210"/>
              <a:gd name="connsiteX37" fmla="*/ 8216222 w 12192000"/>
              <a:gd name="connsiteY37" fmla="*/ 1895553 h 2676210"/>
              <a:gd name="connsiteX38" fmla="*/ 8119712 w 12192000"/>
              <a:gd name="connsiteY38" fmla="*/ 1947916 h 2676210"/>
              <a:gd name="connsiteX39" fmla="*/ 8100082 w 12192000"/>
              <a:gd name="connsiteY39" fmla="*/ 1922220 h 2676210"/>
              <a:gd name="connsiteX40" fmla="*/ 8043728 w 12192000"/>
              <a:gd name="connsiteY40" fmla="*/ 1944200 h 2676210"/>
              <a:gd name="connsiteX41" fmla="*/ 7958999 w 12192000"/>
              <a:gd name="connsiteY41" fmla="*/ 1980667 h 2676210"/>
              <a:gd name="connsiteX42" fmla="*/ 7908348 w 12192000"/>
              <a:gd name="connsiteY42" fmla="*/ 1994348 h 2676210"/>
              <a:gd name="connsiteX43" fmla="*/ 7771932 w 12192000"/>
              <a:gd name="connsiteY43" fmla="*/ 2039701 h 2676210"/>
              <a:gd name="connsiteX44" fmla="*/ 7579180 w 12192000"/>
              <a:gd name="connsiteY44" fmla="*/ 2150519 h 2676210"/>
              <a:gd name="connsiteX45" fmla="*/ 7571467 w 12192000"/>
              <a:gd name="connsiteY45" fmla="*/ 2153548 h 2676210"/>
              <a:gd name="connsiteX46" fmla="*/ 7549398 w 12192000"/>
              <a:gd name="connsiteY46" fmla="*/ 2153051 h 2676210"/>
              <a:gd name="connsiteX47" fmla="*/ 7540934 w 12192000"/>
              <a:gd name="connsiteY47" fmla="*/ 2151418 h 2676210"/>
              <a:gd name="connsiteX48" fmla="*/ 7528900 w 12192000"/>
              <a:gd name="connsiteY48" fmla="*/ 2152107 h 2676210"/>
              <a:gd name="connsiteX49" fmla="*/ 7528656 w 12192000"/>
              <a:gd name="connsiteY49" fmla="*/ 2152584 h 2676210"/>
              <a:gd name="connsiteX50" fmla="*/ 7517280 w 12192000"/>
              <a:gd name="connsiteY50" fmla="*/ 2152327 h 2676210"/>
              <a:gd name="connsiteX51" fmla="*/ 7460956 w 12192000"/>
              <a:gd name="connsiteY51" fmla="*/ 2145255 h 2676210"/>
              <a:gd name="connsiteX52" fmla="*/ 7393117 w 12192000"/>
              <a:gd name="connsiteY52" fmla="*/ 2193066 h 2676210"/>
              <a:gd name="connsiteX53" fmla="*/ 7363846 w 12192000"/>
              <a:gd name="connsiteY53" fmla="*/ 2202297 h 2676210"/>
              <a:gd name="connsiteX54" fmla="*/ 7348496 w 12192000"/>
              <a:gd name="connsiteY54" fmla="*/ 2209686 h 2676210"/>
              <a:gd name="connsiteX55" fmla="*/ 7347724 w 12192000"/>
              <a:gd name="connsiteY55" fmla="*/ 2211733 h 2676210"/>
              <a:gd name="connsiteX56" fmla="*/ 7293703 w 12192000"/>
              <a:gd name="connsiteY56" fmla="*/ 2204721 h 2676210"/>
              <a:gd name="connsiteX57" fmla="*/ 7286955 w 12192000"/>
              <a:gd name="connsiteY57" fmla="*/ 2207494 h 2676210"/>
              <a:gd name="connsiteX58" fmla="*/ 7251199 w 12192000"/>
              <a:gd name="connsiteY58" fmla="*/ 2198184 h 2676210"/>
              <a:gd name="connsiteX59" fmla="*/ 7233016 w 12192000"/>
              <a:gd name="connsiteY59" fmla="*/ 2195902 h 2676210"/>
              <a:gd name="connsiteX60" fmla="*/ 7227281 w 12192000"/>
              <a:gd name="connsiteY60" fmla="*/ 2190042 h 2676210"/>
              <a:gd name="connsiteX61" fmla="*/ 7200745 w 12192000"/>
              <a:gd name="connsiteY61" fmla="*/ 2189321 h 2676210"/>
              <a:gd name="connsiteX62" fmla="*/ 7197924 w 12192000"/>
              <a:gd name="connsiteY62" fmla="*/ 2191205 h 2676210"/>
              <a:gd name="connsiteX63" fmla="*/ 7175198 w 12192000"/>
              <a:gd name="connsiteY63" fmla="*/ 2183294 h 2676210"/>
              <a:gd name="connsiteX64" fmla="*/ 7100681 w 12192000"/>
              <a:gd name="connsiteY64" fmla="*/ 2167822 h 2676210"/>
              <a:gd name="connsiteX65" fmla="*/ 6932665 w 12192000"/>
              <a:gd name="connsiteY65" fmla="*/ 2162157 h 2676210"/>
              <a:gd name="connsiteX66" fmla="*/ 6700029 w 12192000"/>
              <a:gd name="connsiteY66" fmla="*/ 2158310 h 2676210"/>
              <a:gd name="connsiteX67" fmla="*/ 6271707 w 12192000"/>
              <a:gd name="connsiteY67" fmla="*/ 2183170 h 2676210"/>
              <a:gd name="connsiteX68" fmla="*/ 6196177 w 12192000"/>
              <a:gd name="connsiteY68" fmla="*/ 2200059 h 2676210"/>
              <a:gd name="connsiteX69" fmla="*/ 6125472 w 12192000"/>
              <a:gd name="connsiteY69" fmla="*/ 2178263 h 2676210"/>
              <a:gd name="connsiteX70" fmla="*/ 6098878 w 12192000"/>
              <a:gd name="connsiteY70" fmla="*/ 2192939 h 2676210"/>
              <a:gd name="connsiteX71" fmla="*/ 6094339 w 12192000"/>
              <a:gd name="connsiteY71" fmla="*/ 2195871 h 2676210"/>
              <a:gd name="connsiteX72" fmla="*/ 6075163 w 12192000"/>
              <a:gd name="connsiteY72" fmla="*/ 2198856 h 2676210"/>
              <a:gd name="connsiteX73" fmla="*/ 6071016 w 12192000"/>
              <a:gd name="connsiteY73" fmla="*/ 2210639 h 2676210"/>
              <a:gd name="connsiteX74" fmla="*/ 6043058 w 12192000"/>
              <a:gd name="connsiteY74" fmla="*/ 2222971 h 2676210"/>
              <a:gd name="connsiteX75" fmla="*/ 6007411 w 12192000"/>
              <a:gd name="connsiteY75" fmla="*/ 2225411 h 2676210"/>
              <a:gd name="connsiteX76" fmla="*/ 5836800 w 12192000"/>
              <a:gd name="connsiteY76" fmla="*/ 2224771 h 2676210"/>
              <a:gd name="connsiteX77" fmla="*/ 5735414 w 12192000"/>
              <a:gd name="connsiteY77" fmla="*/ 2231366 h 2676210"/>
              <a:gd name="connsiteX78" fmla="*/ 5697982 w 12192000"/>
              <a:gd name="connsiteY78" fmla="*/ 2244836 h 2676210"/>
              <a:gd name="connsiteX79" fmla="*/ 5644981 w 12192000"/>
              <a:gd name="connsiteY79" fmla="*/ 2256274 h 2676210"/>
              <a:gd name="connsiteX80" fmla="*/ 5552282 w 12192000"/>
              <a:gd name="connsiteY80" fmla="*/ 2284946 h 2676210"/>
              <a:gd name="connsiteX81" fmla="*/ 5426280 w 12192000"/>
              <a:gd name="connsiteY81" fmla="*/ 2308712 h 2676210"/>
              <a:gd name="connsiteX82" fmla="*/ 5329896 w 12192000"/>
              <a:gd name="connsiteY82" fmla="*/ 2279209 h 2676210"/>
              <a:gd name="connsiteX83" fmla="*/ 5322508 w 12192000"/>
              <a:gd name="connsiteY83" fmla="*/ 2288005 h 2676210"/>
              <a:gd name="connsiteX84" fmla="*/ 5258237 w 12192000"/>
              <a:gd name="connsiteY84" fmla="*/ 2290475 h 2676210"/>
              <a:gd name="connsiteX85" fmla="*/ 5027899 w 12192000"/>
              <a:gd name="connsiteY85" fmla="*/ 2242653 h 2676210"/>
              <a:gd name="connsiteX86" fmla="*/ 4902443 w 12192000"/>
              <a:gd name="connsiteY86" fmla="*/ 2249037 h 2676210"/>
              <a:gd name="connsiteX87" fmla="*/ 4858751 w 12192000"/>
              <a:gd name="connsiteY87" fmla="*/ 2260409 h 2676210"/>
              <a:gd name="connsiteX88" fmla="*/ 4785497 w 12192000"/>
              <a:gd name="connsiteY88" fmla="*/ 2278897 h 2676210"/>
              <a:gd name="connsiteX89" fmla="*/ 4732807 w 12192000"/>
              <a:gd name="connsiteY89" fmla="*/ 2315139 h 2676210"/>
              <a:gd name="connsiteX90" fmla="*/ 4670737 w 12192000"/>
              <a:gd name="connsiteY90" fmla="*/ 2321711 h 2676210"/>
              <a:gd name="connsiteX91" fmla="*/ 4489013 w 12192000"/>
              <a:gd name="connsiteY91" fmla="*/ 2338805 h 2676210"/>
              <a:gd name="connsiteX92" fmla="*/ 4431159 w 12192000"/>
              <a:gd name="connsiteY92" fmla="*/ 2347536 h 2676210"/>
              <a:gd name="connsiteX93" fmla="*/ 4273885 w 12192000"/>
              <a:gd name="connsiteY93" fmla="*/ 2379520 h 2676210"/>
              <a:gd name="connsiteX94" fmla="*/ 4116925 w 12192000"/>
              <a:gd name="connsiteY94" fmla="*/ 2417756 h 2676210"/>
              <a:gd name="connsiteX95" fmla="*/ 4027169 w 12192000"/>
              <a:gd name="connsiteY95" fmla="*/ 2475399 h 2676210"/>
              <a:gd name="connsiteX96" fmla="*/ 3897799 w 12192000"/>
              <a:gd name="connsiteY96" fmla="*/ 2503049 h 2676210"/>
              <a:gd name="connsiteX97" fmla="*/ 3876619 w 12192000"/>
              <a:gd name="connsiteY97" fmla="*/ 2512804 h 2676210"/>
              <a:gd name="connsiteX98" fmla="*/ 3721493 w 12192000"/>
              <a:gd name="connsiteY98" fmla="*/ 2497646 h 2676210"/>
              <a:gd name="connsiteX99" fmla="*/ 3504883 w 12192000"/>
              <a:gd name="connsiteY99" fmla="*/ 2503869 h 2676210"/>
              <a:gd name="connsiteX100" fmla="*/ 3431219 w 12192000"/>
              <a:gd name="connsiteY100" fmla="*/ 2502163 h 2676210"/>
              <a:gd name="connsiteX101" fmla="*/ 3151243 w 12192000"/>
              <a:gd name="connsiteY101" fmla="*/ 2492405 h 2676210"/>
              <a:gd name="connsiteX102" fmla="*/ 3057639 w 12192000"/>
              <a:gd name="connsiteY102" fmla="*/ 2507988 h 2676210"/>
              <a:gd name="connsiteX103" fmla="*/ 2916555 w 12192000"/>
              <a:gd name="connsiteY103" fmla="*/ 2472028 h 2676210"/>
              <a:gd name="connsiteX104" fmla="*/ 2846802 w 12192000"/>
              <a:gd name="connsiteY104" fmla="*/ 2461014 h 2676210"/>
              <a:gd name="connsiteX105" fmla="*/ 2739588 w 12192000"/>
              <a:gd name="connsiteY105" fmla="*/ 2457956 h 2676210"/>
              <a:gd name="connsiteX106" fmla="*/ 2706684 w 12192000"/>
              <a:gd name="connsiteY106" fmla="*/ 2454540 h 2676210"/>
              <a:gd name="connsiteX107" fmla="*/ 2348435 w 12192000"/>
              <a:gd name="connsiteY107" fmla="*/ 2449176 h 2676210"/>
              <a:gd name="connsiteX108" fmla="*/ 2194299 w 12192000"/>
              <a:gd name="connsiteY108" fmla="*/ 2475215 h 2676210"/>
              <a:gd name="connsiteX109" fmla="*/ 1983009 w 12192000"/>
              <a:gd name="connsiteY109" fmla="*/ 2463117 h 2676210"/>
              <a:gd name="connsiteX110" fmla="*/ 1885040 w 12192000"/>
              <a:gd name="connsiteY110" fmla="*/ 2475917 h 2676210"/>
              <a:gd name="connsiteX111" fmla="*/ 1832317 w 12192000"/>
              <a:gd name="connsiteY111" fmla="*/ 2485332 h 2676210"/>
              <a:gd name="connsiteX112" fmla="*/ 1748729 w 12192000"/>
              <a:gd name="connsiteY112" fmla="*/ 2475325 h 2676210"/>
              <a:gd name="connsiteX113" fmla="*/ 1584574 w 12192000"/>
              <a:gd name="connsiteY113" fmla="*/ 2491479 h 2676210"/>
              <a:gd name="connsiteX114" fmla="*/ 1300369 w 12192000"/>
              <a:gd name="connsiteY114" fmla="*/ 2444914 h 2676210"/>
              <a:gd name="connsiteX115" fmla="*/ 1045572 w 12192000"/>
              <a:gd name="connsiteY115" fmla="*/ 2476491 h 2676210"/>
              <a:gd name="connsiteX116" fmla="*/ 957561 w 12192000"/>
              <a:gd name="connsiteY116" fmla="*/ 2484124 h 2676210"/>
              <a:gd name="connsiteX117" fmla="*/ 872692 w 12192000"/>
              <a:gd name="connsiteY117" fmla="*/ 2551368 h 2676210"/>
              <a:gd name="connsiteX118" fmla="*/ 653171 w 12192000"/>
              <a:gd name="connsiteY118" fmla="*/ 2607266 h 2676210"/>
              <a:gd name="connsiteX119" fmla="*/ 479703 w 12192000"/>
              <a:gd name="connsiteY119" fmla="*/ 2594204 h 2676210"/>
              <a:gd name="connsiteX120" fmla="*/ 441281 w 12192000"/>
              <a:gd name="connsiteY120" fmla="*/ 2605939 h 2676210"/>
              <a:gd name="connsiteX121" fmla="*/ 315252 w 12192000"/>
              <a:gd name="connsiteY121" fmla="*/ 2675861 h 2676210"/>
              <a:gd name="connsiteX122" fmla="*/ 97385 w 12192000"/>
              <a:gd name="connsiteY122" fmla="*/ 2636063 h 2676210"/>
              <a:gd name="connsiteX123" fmla="*/ 48888 w 12192000"/>
              <a:gd name="connsiteY123" fmla="*/ 2641447 h 2676210"/>
              <a:gd name="connsiteX124" fmla="*/ 0 w 12192000"/>
              <a:gd name="connsiteY124" fmla="*/ 2649426 h 2676210"/>
              <a:gd name="connsiteX125" fmla="*/ 0 w 12192000"/>
              <a:gd name="connsiteY125" fmla="*/ 0 h 2676210"/>
              <a:gd name="connsiteX0" fmla="*/ 0 w 12192000"/>
              <a:gd name="connsiteY0" fmla="*/ 0 h 2676210"/>
              <a:gd name="connsiteX1" fmla="*/ 12192000 w 12192000"/>
              <a:gd name="connsiteY1" fmla="*/ 0 h 2676210"/>
              <a:gd name="connsiteX2" fmla="*/ 12192000 w 12192000"/>
              <a:gd name="connsiteY2" fmla="*/ 1727909 h 2676210"/>
              <a:gd name="connsiteX3" fmla="*/ 12115957 w 12192000"/>
              <a:gd name="connsiteY3" fmla="*/ 1732272 h 2676210"/>
              <a:gd name="connsiteX4" fmla="*/ 12012533 w 12192000"/>
              <a:gd name="connsiteY4" fmla="*/ 1737200 h 2676210"/>
              <a:gd name="connsiteX5" fmla="*/ 11801718 w 12192000"/>
              <a:gd name="connsiteY5" fmla="*/ 1707786 h 2676210"/>
              <a:gd name="connsiteX6" fmla="*/ 11750717 w 12192000"/>
              <a:gd name="connsiteY6" fmla="*/ 1684756 h 2676210"/>
              <a:gd name="connsiteX7" fmla="*/ 11712295 w 12192000"/>
              <a:gd name="connsiteY7" fmla="*/ 1673021 h 2676210"/>
              <a:gd name="connsiteX8" fmla="*/ 11538827 w 12192000"/>
              <a:gd name="connsiteY8" fmla="*/ 1639190 h 2676210"/>
              <a:gd name="connsiteX9" fmla="*/ 11319306 w 12192000"/>
              <a:gd name="connsiteY9" fmla="*/ 1630185 h 2676210"/>
              <a:gd name="connsiteX10" fmla="*/ 11234437 w 12192000"/>
              <a:gd name="connsiteY10" fmla="*/ 1562941 h 2676210"/>
              <a:gd name="connsiteX11" fmla="*/ 11146426 w 12192000"/>
              <a:gd name="connsiteY11" fmla="*/ 1555308 h 2676210"/>
              <a:gd name="connsiteX12" fmla="*/ 10891629 w 12192000"/>
              <a:gd name="connsiteY12" fmla="*/ 1523731 h 2676210"/>
              <a:gd name="connsiteX13" fmla="*/ 10607424 w 12192000"/>
              <a:gd name="connsiteY13" fmla="*/ 1570296 h 2676210"/>
              <a:gd name="connsiteX14" fmla="*/ 10562291 w 12192000"/>
              <a:gd name="connsiteY14" fmla="*/ 1560944 h 2676210"/>
              <a:gd name="connsiteX15" fmla="*/ 10551291 w 12192000"/>
              <a:gd name="connsiteY15" fmla="*/ 1556691 h 2676210"/>
              <a:gd name="connsiteX16" fmla="*/ 10546586 w 12192000"/>
              <a:gd name="connsiteY16" fmla="*/ 1559265 h 2676210"/>
              <a:gd name="connsiteX17" fmla="*/ 10547130 w 12192000"/>
              <a:gd name="connsiteY17" fmla="*/ 1583380 h 2676210"/>
              <a:gd name="connsiteX18" fmla="*/ 10522252 w 12192000"/>
              <a:gd name="connsiteY18" fmla="*/ 1595065 h 2676210"/>
              <a:gd name="connsiteX19" fmla="*/ 10329259 w 12192000"/>
              <a:gd name="connsiteY19" fmla="*/ 1579142 h 2676210"/>
              <a:gd name="connsiteX20" fmla="*/ 10132610 w 12192000"/>
              <a:gd name="connsiteY20" fmla="*/ 1619865 h 2676210"/>
              <a:gd name="connsiteX21" fmla="*/ 9811199 w 12192000"/>
              <a:gd name="connsiteY21" fmla="*/ 1648968 h 2676210"/>
              <a:gd name="connsiteX22" fmla="*/ 9537440 w 12192000"/>
              <a:gd name="connsiteY22" fmla="*/ 1671316 h 2676210"/>
              <a:gd name="connsiteX23" fmla="*/ 9405213 w 12192000"/>
              <a:gd name="connsiteY23" fmla="*/ 1679204 h 2676210"/>
              <a:gd name="connsiteX24" fmla="*/ 9306407 w 12192000"/>
              <a:gd name="connsiteY24" fmla="*/ 1736146 h 2676210"/>
              <a:gd name="connsiteX25" fmla="*/ 9152929 w 12192000"/>
              <a:gd name="connsiteY25" fmla="*/ 1750379 h 2676210"/>
              <a:gd name="connsiteX26" fmla="*/ 9062807 w 12192000"/>
              <a:gd name="connsiteY26" fmla="*/ 1765741 h 2676210"/>
              <a:gd name="connsiteX27" fmla="*/ 9031250 w 12192000"/>
              <a:gd name="connsiteY27" fmla="*/ 1782330 h 2676210"/>
              <a:gd name="connsiteX28" fmla="*/ 8985382 w 12192000"/>
              <a:gd name="connsiteY28" fmla="*/ 1798267 h 2676210"/>
              <a:gd name="connsiteX29" fmla="*/ 8906505 w 12192000"/>
              <a:gd name="connsiteY29" fmla="*/ 1834715 h 2676210"/>
              <a:gd name="connsiteX30" fmla="*/ 8796926 w 12192000"/>
              <a:gd name="connsiteY30" fmla="*/ 1869211 h 2676210"/>
              <a:gd name="connsiteX31" fmla="*/ 8705687 w 12192000"/>
              <a:gd name="connsiteY31" fmla="*/ 1848419 h 2676210"/>
              <a:gd name="connsiteX32" fmla="*/ 8700414 w 12192000"/>
              <a:gd name="connsiteY32" fmla="*/ 1857766 h 2676210"/>
              <a:gd name="connsiteX33" fmla="*/ 8643017 w 12192000"/>
              <a:gd name="connsiteY33" fmla="*/ 1865810 h 2676210"/>
              <a:gd name="connsiteX34" fmla="*/ 8428505 w 12192000"/>
              <a:gd name="connsiteY34" fmla="*/ 1838566 h 2676210"/>
              <a:gd name="connsiteX35" fmla="*/ 8316712 w 12192000"/>
              <a:gd name="connsiteY35" fmla="*/ 1855817 h 2676210"/>
              <a:gd name="connsiteX36" fmla="*/ 8279203 w 12192000"/>
              <a:gd name="connsiteY36" fmla="*/ 1870876 h 2676210"/>
              <a:gd name="connsiteX37" fmla="*/ 8216222 w 12192000"/>
              <a:gd name="connsiteY37" fmla="*/ 1895553 h 2676210"/>
              <a:gd name="connsiteX38" fmla="*/ 8119712 w 12192000"/>
              <a:gd name="connsiteY38" fmla="*/ 1947916 h 2676210"/>
              <a:gd name="connsiteX39" fmla="*/ 8100082 w 12192000"/>
              <a:gd name="connsiteY39" fmla="*/ 1922220 h 2676210"/>
              <a:gd name="connsiteX40" fmla="*/ 8043728 w 12192000"/>
              <a:gd name="connsiteY40" fmla="*/ 1944200 h 2676210"/>
              <a:gd name="connsiteX41" fmla="*/ 7958999 w 12192000"/>
              <a:gd name="connsiteY41" fmla="*/ 1980667 h 2676210"/>
              <a:gd name="connsiteX42" fmla="*/ 7908348 w 12192000"/>
              <a:gd name="connsiteY42" fmla="*/ 1994348 h 2676210"/>
              <a:gd name="connsiteX43" fmla="*/ 7771932 w 12192000"/>
              <a:gd name="connsiteY43" fmla="*/ 2039701 h 2676210"/>
              <a:gd name="connsiteX44" fmla="*/ 7579180 w 12192000"/>
              <a:gd name="connsiteY44" fmla="*/ 2150519 h 2676210"/>
              <a:gd name="connsiteX45" fmla="*/ 7571467 w 12192000"/>
              <a:gd name="connsiteY45" fmla="*/ 2153548 h 2676210"/>
              <a:gd name="connsiteX46" fmla="*/ 7549398 w 12192000"/>
              <a:gd name="connsiteY46" fmla="*/ 2153051 h 2676210"/>
              <a:gd name="connsiteX47" fmla="*/ 7540934 w 12192000"/>
              <a:gd name="connsiteY47" fmla="*/ 2151418 h 2676210"/>
              <a:gd name="connsiteX48" fmla="*/ 7528900 w 12192000"/>
              <a:gd name="connsiteY48" fmla="*/ 2152107 h 2676210"/>
              <a:gd name="connsiteX49" fmla="*/ 7528656 w 12192000"/>
              <a:gd name="connsiteY49" fmla="*/ 2152584 h 2676210"/>
              <a:gd name="connsiteX50" fmla="*/ 7517280 w 12192000"/>
              <a:gd name="connsiteY50" fmla="*/ 2152327 h 2676210"/>
              <a:gd name="connsiteX51" fmla="*/ 7460956 w 12192000"/>
              <a:gd name="connsiteY51" fmla="*/ 2145255 h 2676210"/>
              <a:gd name="connsiteX52" fmla="*/ 7393117 w 12192000"/>
              <a:gd name="connsiteY52" fmla="*/ 2193066 h 2676210"/>
              <a:gd name="connsiteX53" fmla="*/ 7363846 w 12192000"/>
              <a:gd name="connsiteY53" fmla="*/ 2202297 h 2676210"/>
              <a:gd name="connsiteX54" fmla="*/ 7348496 w 12192000"/>
              <a:gd name="connsiteY54" fmla="*/ 2209686 h 2676210"/>
              <a:gd name="connsiteX55" fmla="*/ 7347724 w 12192000"/>
              <a:gd name="connsiteY55" fmla="*/ 2211733 h 2676210"/>
              <a:gd name="connsiteX56" fmla="*/ 7293703 w 12192000"/>
              <a:gd name="connsiteY56" fmla="*/ 2204721 h 2676210"/>
              <a:gd name="connsiteX57" fmla="*/ 7286955 w 12192000"/>
              <a:gd name="connsiteY57" fmla="*/ 2207494 h 2676210"/>
              <a:gd name="connsiteX58" fmla="*/ 7251199 w 12192000"/>
              <a:gd name="connsiteY58" fmla="*/ 2198184 h 2676210"/>
              <a:gd name="connsiteX59" fmla="*/ 7233016 w 12192000"/>
              <a:gd name="connsiteY59" fmla="*/ 2195902 h 2676210"/>
              <a:gd name="connsiteX60" fmla="*/ 7227281 w 12192000"/>
              <a:gd name="connsiteY60" fmla="*/ 2190042 h 2676210"/>
              <a:gd name="connsiteX61" fmla="*/ 7200745 w 12192000"/>
              <a:gd name="connsiteY61" fmla="*/ 2189321 h 2676210"/>
              <a:gd name="connsiteX62" fmla="*/ 7197924 w 12192000"/>
              <a:gd name="connsiteY62" fmla="*/ 2191205 h 2676210"/>
              <a:gd name="connsiteX63" fmla="*/ 7175198 w 12192000"/>
              <a:gd name="connsiteY63" fmla="*/ 2183294 h 2676210"/>
              <a:gd name="connsiteX64" fmla="*/ 7100681 w 12192000"/>
              <a:gd name="connsiteY64" fmla="*/ 2167822 h 2676210"/>
              <a:gd name="connsiteX65" fmla="*/ 6932665 w 12192000"/>
              <a:gd name="connsiteY65" fmla="*/ 2162157 h 2676210"/>
              <a:gd name="connsiteX66" fmla="*/ 6700029 w 12192000"/>
              <a:gd name="connsiteY66" fmla="*/ 2158310 h 2676210"/>
              <a:gd name="connsiteX67" fmla="*/ 6271707 w 12192000"/>
              <a:gd name="connsiteY67" fmla="*/ 2183170 h 2676210"/>
              <a:gd name="connsiteX68" fmla="*/ 6196177 w 12192000"/>
              <a:gd name="connsiteY68" fmla="*/ 2200059 h 2676210"/>
              <a:gd name="connsiteX69" fmla="*/ 6125472 w 12192000"/>
              <a:gd name="connsiteY69" fmla="*/ 2178263 h 2676210"/>
              <a:gd name="connsiteX70" fmla="*/ 6098878 w 12192000"/>
              <a:gd name="connsiteY70" fmla="*/ 2192939 h 2676210"/>
              <a:gd name="connsiteX71" fmla="*/ 6094339 w 12192000"/>
              <a:gd name="connsiteY71" fmla="*/ 2195871 h 2676210"/>
              <a:gd name="connsiteX72" fmla="*/ 6075163 w 12192000"/>
              <a:gd name="connsiteY72" fmla="*/ 2198856 h 2676210"/>
              <a:gd name="connsiteX73" fmla="*/ 6071016 w 12192000"/>
              <a:gd name="connsiteY73" fmla="*/ 2210639 h 2676210"/>
              <a:gd name="connsiteX74" fmla="*/ 6043058 w 12192000"/>
              <a:gd name="connsiteY74" fmla="*/ 2222971 h 2676210"/>
              <a:gd name="connsiteX75" fmla="*/ 6007411 w 12192000"/>
              <a:gd name="connsiteY75" fmla="*/ 2225411 h 2676210"/>
              <a:gd name="connsiteX76" fmla="*/ 5836800 w 12192000"/>
              <a:gd name="connsiteY76" fmla="*/ 2224771 h 2676210"/>
              <a:gd name="connsiteX77" fmla="*/ 5735414 w 12192000"/>
              <a:gd name="connsiteY77" fmla="*/ 2231366 h 2676210"/>
              <a:gd name="connsiteX78" fmla="*/ 5697982 w 12192000"/>
              <a:gd name="connsiteY78" fmla="*/ 2244836 h 2676210"/>
              <a:gd name="connsiteX79" fmla="*/ 5644981 w 12192000"/>
              <a:gd name="connsiteY79" fmla="*/ 2256274 h 2676210"/>
              <a:gd name="connsiteX80" fmla="*/ 5552282 w 12192000"/>
              <a:gd name="connsiteY80" fmla="*/ 2284946 h 2676210"/>
              <a:gd name="connsiteX81" fmla="*/ 5426280 w 12192000"/>
              <a:gd name="connsiteY81" fmla="*/ 2308712 h 2676210"/>
              <a:gd name="connsiteX82" fmla="*/ 5329896 w 12192000"/>
              <a:gd name="connsiteY82" fmla="*/ 2279209 h 2676210"/>
              <a:gd name="connsiteX83" fmla="*/ 5322508 w 12192000"/>
              <a:gd name="connsiteY83" fmla="*/ 2288005 h 2676210"/>
              <a:gd name="connsiteX84" fmla="*/ 5258237 w 12192000"/>
              <a:gd name="connsiteY84" fmla="*/ 2290475 h 2676210"/>
              <a:gd name="connsiteX85" fmla="*/ 5027899 w 12192000"/>
              <a:gd name="connsiteY85" fmla="*/ 2242653 h 2676210"/>
              <a:gd name="connsiteX86" fmla="*/ 4902443 w 12192000"/>
              <a:gd name="connsiteY86" fmla="*/ 2249037 h 2676210"/>
              <a:gd name="connsiteX87" fmla="*/ 4858751 w 12192000"/>
              <a:gd name="connsiteY87" fmla="*/ 2260409 h 2676210"/>
              <a:gd name="connsiteX88" fmla="*/ 4785497 w 12192000"/>
              <a:gd name="connsiteY88" fmla="*/ 2278897 h 2676210"/>
              <a:gd name="connsiteX89" fmla="*/ 4732807 w 12192000"/>
              <a:gd name="connsiteY89" fmla="*/ 2315139 h 2676210"/>
              <a:gd name="connsiteX90" fmla="*/ 4670737 w 12192000"/>
              <a:gd name="connsiteY90" fmla="*/ 2321711 h 2676210"/>
              <a:gd name="connsiteX91" fmla="*/ 4489013 w 12192000"/>
              <a:gd name="connsiteY91" fmla="*/ 2338805 h 2676210"/>
              <a:gd name="connsiteX92" fmla="*/ 4431159 w 12192000"/>
              <a:gd name="connsiteY92" fmla="*/ 2347536 h 2676210"/>
              <a:gd name="connsiteX93" fmla="*/ 4273885 w 12192000"/>
              <a:gd name="connsiteY93" fmla="*/ 2379520 h 2676210"/>
              <a:gd name="connsiteX94" fmla="*/ 4116925 w 12192000"/>
              <a:gd name="connsiteY94" fmla="*/ 2417756 h 2676210"/>
              <a:gd name="connsiteX95" fmla="*/ 4027169 w 12192000"/>
              <a:gd name="connsiteY95" fmla="*/ 2475399 h 2676210"/>
              <a:gd name="connsiteX96" fmla="*/ 3897799 w 12192000"/>
              <a:gd name="connsiteY96" fmla="*/ 2503049 h 2676210"/>
              <a:gd name="connsiteX97" fmla="*/ 3876619 w 12192000"/>
              <a:gd name="connsiteY97" fmla="*/ 2512804 h 2676210"/>
              <a:gd name="connsiteX98" fmla="*/ 3721493 w 12192000"/>
              <a:gd name="connsiteY98" fmla="*/ 2497646 h 2676210"/>
              <a:gd name="connsiteX99" fmla="*/ 3504883 w 12192000"/>
              <a:gd name="connsiteY99" fmla="*/ 2503869 h 2676210"/>
              <a:gd name="connsiteX100" fmla="*/ 3431219 w 12192000"/>
              <a:gd name="connsiteY100" fmla="*/ 2502163 h 2676210"/>
              <a:gd name="connsiteX101" fmla="*/ 3151243 w 12192000"/>
              <a:gd name="connsiteY101" fmla="*/ 2492405 h 2676210"/>
              <a:gd name="connsiteX102" fmla="*/ 3057639 w 12192000"/>
              <a:gd name="connsiteY102" fmla="*/ 2507988 h 2676210"/>
              <a:gd name="connsiteX103" fmla="*/ 2916555 w 12192000"/>
              <a:gd name="connsiteY103" fmla="*/ 2472028 h 2676210"/>
              <a:gd name="connsiteX104" fmla="*/ 2846802 w 12192000"/>
              <a:gd name="connsiteY104" fmla="*/ 2461014 h 2676210"/>
              <a:gd name="connsiteX105" fmla="*/ 2739588 w 12192000"/>
              <a:gd name="connsiteY105" fmla="*/ 2457956 h 2676210"/>
              <a:gd name="connsiteX106" fmla="*/ 2706684 w 12192000"/>
              <a:gd name="connsiteY106" fmla="*/ 2454540 h 2676210"/>
              <a:gd name="connsiteX107" fmla="*/ 2348435 w 12192000"/>
              <a:gd name="connsiteY107" fmla="*/ 2449176 h 2676210"/>
              <a:gd name="connsiteX108" fmla="*/ 2194299 w 12192000"/>
              <a:gd name="connsiteY108" fmla="*/ 2475215 h 2676210"/>
              <a:gd name="connsiteX109" fmla="*/ 1983009 w 12192000"/>
              <a:gd name="connsiteY109" fmla="*/ 2463117 h 2676210"/>
              <a:gd name="connsiteX110" fmla="*/ 1885040 w 12192000"/>
              <a:gd name="connsiteY110" fmla="*/ 2475917 h 2676210"/>
              <a:gd name="connsiteX111" fmla="*/ 1832317 w 12192000"/>
              <a:gd name="connsiteY111" fmla="*/ 2485332 h 2676210"/>
              <a:gd name="connsiteX112" fmla="*/ 1748729 w 12192000"/>
              <a:gd name="connsiteY112" fmla="*/ 2475325 h 2676210"/>
              <a:gd name="connsiteX113" fmla="*/ 1584574 w 12192000"/>
              <a:gd name="connsiteY113" fmla="*/ 2491479 h 2676210"/>
              <a:gd name="connsiteX114" fmla="*/ 1300369 w 12192000"/>
              <a:gd name="connsiteY114" fmla="*/ 2444914 h 2676210"/>
              <a:gd name="connsiteX115" fmla="*/ 1045572 w 12192000"/>
              <a:gd name="connsiteY115" fmla="*/ 2476491 h 2676210"/>
              <a:gd name="connsiteX116" fmla="*/ 957561 w 12192000"/>
              <a:gd name="connsiteY116" fmla="*/ 2484124 h 2676210"/>
              <a:gd name="connsiteX117" fmla="*/ 872692 w 12192000"/>
              <a:gd name="connsiteY117" fmla="*/ 2551368 h 2676210"/>
              <a:gd name="connsiteX118" fmla="*/ 653171 w 12192000"/>
              <a:gd name="connsiteY118" fmla="*/ 2607266 h 2676210"/>
              <a:gd name="connsiteX119" fmla="*/ 479703 w 12192000"/>
              <a:gd name="connsiteY119" fmla="*/ 2594204 h 2676210"/>
              <a:gd name="connsiteX120" fmla="*/ 441281 w 12192000"/>
              <a:gd name="connsiteY120" fmla="*/ 2605939 h 2676210"/>
              <a:gd name="connsiteX121" fmla="*/ 315252 w 12192000"/>
              <a:gd name="connsiteY121" fmla="*/ 2675861 h 2676210"/>
              <a:gd name="connsiteX122" fmla="*/ 97385 w 12192000"/>
              <a:gd name="connsiteY122" fmla="*/ 2636063 h 2676210"/>
              <a:gd name="connsiteX123" fmla="*/ 48888 w 12192000"/>
              <a:gd name="connsiteY123" fmla="*/ 2641447 h 2676210"/>
              <a:gd name="connsiteX124" fmla="*/ 0 w 12192000"/>
              <a:gd name="connsiteY124" fmla="*/ 2649426 h 2676210"/>
              <a:gd name="connsiteX125" fmla="*/ 0 w 12192000"/>
              <a:gd name="connsiteY125" fmla="*/ 0 h 2676210"/>
              <a:gd name="connsiteX0" fmla="*/ 0 w 12192000"/>
              <a:gd name="connsiteY0" fmla="*/ 0 h 2676210"/>
              <a:gd name="connsiteX1" fmla="*/ 12192000 w 12192000"/>
              <a:gd name="connsiteY1" fmla="*/ 0 h 2676210"/>
              <a:gd name="connsiteX2" fmla="*/ 12192000 w 12192000"/>
              <a:gd name="connsiteY2" fmla="*/ 1727909 h 2676210"/>
              <a:gd name="connsiteX3" fmla="*/ 12115957 w 12192000"/>
              <a:gd name="connsiteY3" fmla="*/ 1732272 h 2676210"/>
              <a:gd name="connsiteX4" fmla="*/ 12012533 w 12192000"/>
              <a:gd name="connsiteY4" fmla="*/ 1737200 h 2676210"/>
              <a:gd name="connsiteX5" fmla="*/ 11801718 w 12192000"/>
              <a:gd name="connsiteY5" fmla="*/ 1707786 h 2676210"/>
              <a:gd name="connsiteX6" fmla="*/ 11750717 w 12192000"/>
              <a:gd name="connsiteY6" fmla="*/ 1684756 h 2676210"/>
              <a:gd name="connsiteX7" fmla="*/ 11712295 w 12192000"/>
              <a:gd name="connsiteY7" fmla="*/ 1673021 h 2676210"/>
              <a:gd name="connsiteX8" fmla="*/ 11538827 w 12192000"/>
              <a:gd name="connsiteY8" fmla="*/ 1639190 h 2676210"/>
              <a:gd name="connsiteX9" fmla="*/ 11319306 w 12192000"/>
              <a:gd name="connsiteY9" fmla="*/ 1630185 h 2676210"/>
              <a:gd name="connsiteX10" fmla="*/ 11234437 w 12192000"/>
              <a:gd name="connsiteY10" fmla="*/ 1562941 h 2676210"/>
              <a:gd name="connsiteX11" fmla="*/ 11146426 w 12192000"/>
              <a:gd name="connsiteY11" fmla="*/ 1555308 h 2676210"/>
              <a:gd name="connsiteX12" fmla="*/ 10891629 w 12192000"/>
              <a:gd name="connsiteY12" fmla="*/ 1523731 h 2676210"/>
              <a:gd name="connsiteX13" fmla="*/ 10607424 w 12192000"/>
              <a:gd name="connsiteY13" fmla="*/ 1570296 h 2676210"/>
              <a:gd name="connsiteX14" fmla="*/ 10562291 w 12192000"/>
              <a:gd name="connsiteY14" fmla="*/ 1560944 h 2676210"/>
              <a:gd name="connsiteX15" fmla="*/ 10551291 w 12192000"/>
              <a:gd name="connsiteY15" fmla="*/ 1556691 h 2676210"/>
              <a:gd name="connsiteX16" fmla="*/ 10546586 w 12192000"/>
              <a:gd name="connsiteY16" fmla="*/ 1559265 h 2676210"/>
              <a:gd name="connsiteX17" fmla="*/ 10547130 w 12192000"/>
              <a:gd name="connsiteY17" fmla="*/ 1583380 h 2676210"/>
              <a:gd name="connsiteX18" fmla="*/ 10522252 w 12192000"/>
              <a:gd name="connsiteY18" fmla="*/ 1595065 h 2676210"/>
              <a:gd name="connsiteX19" fmla="*/ 10329259 w 12192000"/>
              <a:gd name="connsiteY19" fmla="*/ 1579142 h 2676210"/>
              <a:gd name="connsiteX20" fmla="*/ 10132610 w 12192000"/>
              <a:gd name="connsiteY20" fmla="*/ 1619865 h 2676210"/>
              <a:gd name="connsiteX21" fmla="*/ 9811199 w 12192000"/>
              <a:gd name="connsiteY21" fmla="*/ 1648968 h 2676210"/>
              <a:gd name="connsiteX22" fmla="*/ 9537440 w 12192000"/>
              <a:gd name="connsiteY22" fmla="*/ 1671316 h 2676210"/>
              <a:gd name="connsiteX23" fmla="*/ 9405213 w 12192000"/>
              <a:gd name="connsiteY23" fmla="*/ 1679204 h 2676210"/>
              <a:gd name="connsiteX24" fmla="*/ 9306407 w 12192000"/>
              <a:gd name="connsiteY24" fmla="*/ 1736146 h 2676210"/>
              <a:gd name="connsiteX25" fmla="*/ 9152929 w 12192000"/>
              <a:gd name="connsiteY25" fmla="*/ 1750379 h 2676210"/>
              <a:gd name="connsiteX26" fmla="*/ 9062807 w 12192000"/>
              <a:gd name="connsiteY26" fmla="*/ 1765741 h 2676210"/>
              <a:gd name="connsiteX27" fmla="*/ 9031250 w 12192000"/>
              <a:gd name="connsiteY27" fmla="*/ 1782330 h 2676210"/>
              <a:gd name="connsiteX28" fmla="*/ 8985382 w 12192000"/>
              <a:gd name="connsiteY28" fmla="*/ 1798267 h 2676210"/>
              <a:gd name="connsiteX29" fmla="*/ 8906505 w 12192000"/>
              <a:gd name="connsiteY29" fmla="*/ 1834715 h 2676210"/>
              <a:gd name="connsiteX30" fmla="*/ 8796926 w 12192000"/>
              <a:gd name="connsiteY30" fmla="*/ 1869211 h 2676210"/>
              <a:gd name="connsiteX31" fmla="*/ 8705687 w 12192000"/>
              <a:gd name="connsiteY31" fmla="*/ 1848419 h 2676210"/>
              <a:gd name="connsiteX32" fmla="*/ 8700414 w 12192000"/>
              <a:gd name="connsiteY32" fmla="*/ 1857766 h 2676210"/>
              <a:gd name="connsiteX33" fmla="*/ 8643017 w 12192000"/>
              <a:gd name="connsiteY33" fmla="*/ 1865810 h 2676210"/>
              <a:gd name="connsiteX34" fmla="*/ 8428505 w 12192000"/>
              <a:gd name="connsiteY34" fmla="*/ 1838566 h 2676210"/>
              <a:gd name="connsiteX35" fmla="*/ 8316712 w 12192000"/>
              <a:gd name="connsiteY35" fmla="*/ 1855817 h 2676210"/>
              <a:gd name="connsiteX36" fmla="*/ 8279203 w 12192000"/>
              <a:gd name="connsiteY36" fmla="*/ 1870876 h 2676210"/>
              <a:gd name="connsiteX37" fmla="*/ 8216222 w 12192000"/>
              <a:gd name="connsiteY37" fmla="*/ 1895553 h 2676210"/>
              <a:gd name="connsiteX38" fmla="*/ 8119712 w 12192000"/>
              <a:gd name="connsiteY38" fmla="*/ 1947916 h 2676210"/>
              <a:gd name="connsiteX39" fmla="*/ 8100082 w 12192000"/>
              <a:gd name="connsiteY39" fmla="*/ 1922220 h 2676210"/>
              <a:gd name="connsiteX40" fmla="*/ 8043728 w 12192000"/>
              <a:gd name="connsiteY40" fmla="*/ 1944200 h 2676210"/>
              <a:gd name="connsiteX41" fmla="*/ 7958999 w 12192000"/>
              <a:gd name="connsiteY41" fmla="*/ 1980667 h 2676210"/>
              <a:gd name="connsiteX42" fmla="*/ 7908348 w 12192000"/>
              <a:gd name="connsiteY42" fmla="*/ 1994348 h 2676210"/>
              <a:gd name="connsiteX43" fmla="*/ 7771932 w 12192000"/>
              <a:gd name="connsiteY43" fmla="*/ 2039701 h 2676210"/>
              <a:gd name="connsiteX44" fmla="*/ 7579180 w 12192000"/>
              <a:gd name="connsiteY44" fmla="*/ 2150519 h 2676210"/>
              <a:gd name="connsiteX45" fmla="*/ 7571467 w 12192000"/>
              <a:gd name="connsiteY45" fmla="*/ 2153548 h 2676210"/>
              <a:gd name="connsiteX46" fmla="*/ 7549398 w 12192000"/>
              <a:gd name="connsiteY46" fmla="*/ 2153051 h 2676210"/>
              <a:gd name="connsiteX47" fmla="*/ 7540934 w 12192000"/>
              <a:gd name="connsiteY47" fmla="*/ 2151418 h 2676210"/>
              <a:gd name="connsiteX48" fmla="*/ 7528900 w 12192000"/>
              <a:gd name="connsiteY48" fmla="*/ 2152107 h 2676210"/>
              <a:gd name="connsiteX49" fmla="*/ 7528656 w 12192000"/>
              <a:gd name="connsiteY49" fmla="*/ 2152584 h 2676210"/>
              <a:gd name="connsiteX50" fmla="*/ 7517280 w 12192000"/>
              <a:gd name="connsiteY50" fmla="*/ 2152327 h 2676210"/>
              <a:gd name="connsiteX51" fmla="*/ 7460956 w 12192000"/>
              <a:gd name="connsiteY51" fmla="*/ 2145255 h 2676210"/>
              <a:gd name="connsiteX52" fmla="*/ 7393117 w 12192000"/>
              <a:gd name="connsiteY52" fmla="*/ 2193066 h 2676210"/>
              <a:gd name="connsiteX53" fmla="*/ 7363846 w 12192000"/>
              <a:gd name="connsiteY53" fmla="*/ 2202297 h 2676210"/>
              <a:gd name="connsiteX54" fmla="*/ 7348496 w 12192000"/>
              <a:gd name="connsiteY54" fmla="*/ 2209686 h 2676210"/>
              <a:gd name="connsiteX55" fmla="*/ 7338648 w 12192000"/>
              <a:gd name="connsiteY55" fmla="*/ 2198119 h 2676210"/>
              <a:gd name="connsiteX56" fmla="*/ 7293703 w 12192000"/>
              <a:gd name="connsiteY56" fmla="*/ 2204721 h 2676210"/>
              <a:gd name="connsiteX57" fmla="*/ 7286955 w 12192000"/>
              <a:gd name="connsiteY57" fmla="*/ 2207494 h 2676210"/>
              <a:gd name="connsiteX58" fmla="*/ 7251199 w 12192000"/>
              <a:gd name="connsiteY58" fmla="*/ 2198184 h 2676210"/>
              <a:gd name="connsiteX59" fmla="*/ 7233016 w 12192000"/>
              <a:gd name="connsiteY59" fmla="*/ 2195902 h 2676210"/>
              <a:gd name="connsiteX60" fmla="*/ 7227281 w 12192000"/>
              <a:gd name="connsiteY60" fmla="*/ 2190042 h 2676210"/>
              <a:gd name="connsiteX61" fmla="*/ 7200745 w 12192000"/>
              <a:gd name="connsiteY61" fmla="*/ 2189321 h 2676210"/>
              <a:gd name="connsiteX62" fmla="*/ 7197924 w 12192000"/>
              <a:gd name="connsiteY62" fmla="*/ 2191205 h 2676210"/>
              <a:gd name="connsiteX63" fmla="*/ 7175198 w 12192000"/>
              <a:gd name="connsiteY63" fmla="*/ 2183294 h 2676210"/>
              <a:gd name="connsiteX64" fmla="*/ 7100681 w 12192000"/>
              <a:gd name="connsiteY64" fmla="*/ 2167822 h 2676210"/>
              <a:gd name="connsiteX65" fmla="*/ 6932665 w 12192000"/>
              <a:gd name="connsiteY65" fmla="*/ 2162157 h 2676210"/>
              <a:gd name="connsiteX66" fmla="*/ 6700029 w 12192000"/>
              <a:gd name="connsiteY66" fmla="*/ 2158310 h 2676210"/>
              <a:gd name="connsiteX67" fmla="*/ 6271707 w 12192000"/>
              <a:gd name="connsiteY67" fmla="*/ 2183170 h 2676210"/>
              <a:gd name="connsiteX68" fmla="*/ 6196177 w 12192000"/>
              <a:gd name="connsiteY68" fmla="*/ 2200059 h 2676210"/>
              <a:gd name="connsiteX69" fmla="*/ 6125472 w 12192000"/>
              <a:gd name="connsiteY69" fmla="*/ 2178263 h 2676210"/>
              <a:gd name="connsiteX70" fmla="*/ 6098878 w 12192000"/>
              <a:gd name="connsiteY70" fmla="*/ 2192939 h 2676210"/>
              <a:gd name="connsiteX71" fmla="*/ 6094339 w 12192000"/>
              <a:gd name="connsiteY71" fmla="*/ 2195871 h 2676210"/>
              <a:gd name="connsiteX72" fmla="*/ 6075163 w 12192000"/>
              <a:gd name="connsiteY72" fmla="*/ 2198856 h 2676210"/>
              <a:gd name="connsiteX73" fmla="*/ 6071016 w 12192000"/>
              <a:gd name="connsiteY73" fmla="*/ 2210639 h 2676210"/>
              <a:gd name="connsiteX74" fmla="*/ 6043058 w 12192000"/>
              <a:gd name="connsiteY74" fmla="*/ 2222971 h 2676210"/>
              <a:gd name="connsiteX75" fmla="*/ 6007411 w 12192000"/>
              <a:gd name="connsiteY75" fmla="*/ 2225411 h 2676210"/>
              <a:gd name="connsiteX76" fmla="*/ 5836800 w 12192000"/>
              <a:gd name="connsiteY76" fmla="*/ 2224771 h 2676210"/>
              <a:gd name="connsiteX77" fmla="*/ 5735414 w 12192000"/>
              <a:gd name="connsiteY77" fmla="*/ 2231366 h 2676210"/>
              <a:gd name="connsiteX78" fmla="*/ 5697982 w 12192000"/>
              <a:gd name="connsiteY78" fmla="*/ 2244836 h 2676210"/>
              <a:gd name="connsiteX79" fmla="*/ 5644981 w 12192000"/>
              <a:gd name="connsiteY79" fmla="*/ 2256274 h 2676210"/>
              <a:gd name="connsiteX80" fmla="*/ 5552282 w 12192000"/>
              <a:gd name="connsiteY80" fmla="*/ 2284946 h 2676210"/>
              <a:gd name="connsiteX81" fmla="*/ 5426280 w 12192000"/>
              <a:gd name="connsiteY81" fmla="*/ 2308712 h 2676210"/>
              <a:gd name="connsiteX82" fmla="*/ 5329896 w 12192000"/>
              <a:gd name="connsiteY82" fmla="*/ 2279209 h 2676210"/>
              <a:gd name="connsiteX83" fmla="*/ 5322508 w 12192000"/>
              <a:gd name="connsiteY83" fmla="*/ 2288005 h 2676210"/>
              <a:gd name="connsiteX84" fmla="*/ 5258237 w 12192000"/>
              <a:gd name="connsiteY84" fmla="*/ 2290475 h 2676210"/>
              <a:gd name="connsiteX85" fmla="*/ 5027899 w 12192000"/>
              <a:gd name="connsiteY85" fmla="*/ 2242653 h 2676210"/>
              <a:gd name="connsiteX86" fmla="*/ 4902443 w 12192000"/>
              <a:gd name="connsiteY86" fmla="*/ 2249037 h 2676210"/>
              <a:gd name="connsiteX87" fmla="*/ 4858751 w 12192000"/>
              <a:gd name="connsiteY87" fmla="*/ 2260409 h 2676210"/>
              <a:gd name="connsiteX88" fmla="*/ 4785497 w 12192000"/>
              <a:gd name="connsiteY88" fmla="*/ 2278897 h 2676210"/>
              <a:gd name="connsiteX89" fmla="*/ 4732807 w 12192000"/>
              <a:gd name="connsiteY89" fmla="*/ 2315139 h 2676210"/>
              <a:gd name="connsiteX90" fmla="*/ 4670737 w 12192000"/>
              <a:gd name="connsiteY90" fmla="*/ 2321711 h 2676210"/>
              <a:gd name="connsiteX91" fmla="*/ 4489013 w 12192000"/>
              <a:gd name="connsiteY91" fmla="*/ 2338805 h 2676210"/>
              <a:gd name="connsiteX92" fmla="*/ 4431159 w 12192000"/>
              <a:gd name="connsiteY92" fmla="*/ 2347536 h 2676210"/>
              <a:gd name="connsiteX93" fmla="*/ 4273885 w 12192000"/>
              <a:gd name="connsiteY93" fmla="*/ 2379520 h 2676210"/>
              <a:gd name="connsiteX94" fmla="*/ 4116925 w 12192000"/>
              <a:gd name="connsiteY94" fmla="*/ 2417756 h 2676210"/>
              <a:gd name="connsiteX95" fmla="*/ 4027169 w 12192000"/>
              <a:gd name="connsiteY95" fmla="*/ 2475399 h 2676210"/>
              <a:gd name="connsiteX96" fmla="*/ 3897799 w 12192000"/>
              <a:gd name="connsiteY96" fmla="*/ 2503049 h 2676210"/>
              <a:gd name="connsiteX97" fmla="*/ 3876619 w 12192000"/>
              <a:gd name="connsiteY97" fmla="*/ 2512804 h 2676210"/>
              <a:gd name="connsiteX98" fmla="*/ 3721493 w 12192000"/>
              <a:gd name="connsiteY98" fmla="*/ 2497646 h 2676210"/>
              <a:gd name="connsiteX99" fmla="*/ 3504883 w 12192000"/>
              <a:gd name="connsiteY99" fmla="*/ 2503869 h 2676210"/>
              <a:gd name="connsiteX100" fmla="*/ 3431219 w 12192000"/>
              <a:gd name="connsiteY100" fmla="*/ 2502163 h 2676210"/>
              <a:gd name="connsiteX101" fmla="*/ 3151243 w 12192000"/>
              <a:gd name="connsiteY101" fmla="*/ 2492405 h 2676210"/>
              <a:gd name="connsiteX102" fmla="*/ 3057639 w 12192000"/>
              <a:gd name="connsiteY102" fmla="*/ 2507988 h 2676210"/>
              <a:gd name="connsiteX103" fmla="*/ 2916555 w 12192000"/>
              <a:gd name="connsiteY103" fmla="*/ 2472028 h 2676210"/>
              <a:gd name="connsiteX104" fmla="*/ 2846802 w 12192000"/>
              <a:gd name="connsiteY104" fmla="*/ 2461014 h 2676210"/>
              <a:gd name="connsiteX105" fmla="*/ 2739588 w 12192000"/>
              <a:gd name="connsiteY105" fmla="*/ 2457956 h 2676210"/>
              <a:gd name="connsiteX106" fmla="*/ 2706684 w 12192000"/>
              <a:gd name="connsiteY106" fmla="*/ 2454540 h 2676210"/>
              <a:gd name="connsiteX107" fmla="*/ 2348435 w 12192000"/>
              <a:gd name="connsiteY107" fmla="*/ 2449176 h 2676210"/>
              <a:gd name="connsiteX108" fmla="*/ 2194299 w 12192000"/>
              <a:gd name="connsiteY108" fmla="*/ 2475215 h 2676210"/>
              <a:gd name="connsiteX109" fmla="*/ 1983009 w 12192000"/>
              <a:gd name="connsiteY109" fmla="*/ 2463117 h 2676210"/>
              <a:gd name="connsiteX110" fmla="*/ 1885040 w 12192000"/>
              <a:gd name="connsiteY110" fmla="*/ 2475917 h 2676210"/>
              <a:gd name="connsiteX111" fmla="*/ 1832317 w 12192000"/>
              <a:gd name="connsiteY111" fmla="*/ 2485332 h 2676210"/>
              <a:gd name="connsiteX112" fmla="*/ 1748729 w 12192000"/>
              <a:gd name="connsiteY112" fmla="*/ 2475325 h 2676210"/>
              <a:gd name="connsiteX113" fmla="*/ 1584574 w 12192000"/>
              <a:gd name="connsiteY113" fmla="*/ 2491479 h 2676210"/>
              <a:gd name="connsiteX114" fmla="*/ 1300369 w 12192000"/>
              <a:gd name="connsiteY114" fmla="*/ 2444914 h 2676210"/>
              <a:gd name="connsiteX115" fmla="*/ 1045572 w 12192000"/>
              <a:gd name="connsiteY115" fmla="*/ 2476491 h 2676210"/>
              <a:gd name="connsiteX116" fmla="*/ 957561 w 12192000"/>
              <a:gd name="connsiteY116" fmla="*/ 2484124 h 2676210"/>
              <a:gd name="connsiteX117" fmla="*/ 872692 w 12192000"/>
              <a:gd name="connsiteY117" fmla="*/ 2551368 h 2676210"/>
              <a:gd name="connsiteX118" fmla="*/ 653171 w 12192000"/>
              <a:gd name="connsiteY118" fmla="*/ 2607266 h 2676210"/>
              <a:gd name="connsiteX119" fmla="*/ 479703 w 12192000"/>
              <a:gd name="connsiteY119" fmla="*/ 2594204 h 2676210"/>
              <a:gd name="connsiteX120" fmla="*/ 441281 w 12192000"/>
              <a:gd name="connsiteY120" fmla="*/ 2605939 h 2676210"/>
              <a:gd name="connsiteX121" fmla="*/ 315252 w 12192000"/>
              <a:gd name="connsiteY121" fmla="*/ 2675861 h 2676210"/>
              <a:gd name="connsiteX122" fmla="*/ 97385 w 12192000"/>
              <a:gd name="connsiteY122" fmla="*/ 2636063 h 2676210"/>
              <a:gd name="connsiteX123" fmla="*/ 48888 w 12192000"/>
              <a:gd name="connsiteY123" fmla="*/ 2641447 h 2676210"/>
              <a:gd name="connsiteX124" fmla="*/ 0 w 12192000"/>
              <a:gd name="connsiteY124" fmla="*/ 2649426 h 2676210"/>
              <a:gd name="connsiteX125" fmla="*/ 0 w 12192000"/>
              <a:gd name="connsiteY125" fmla="*/ 0 h 2676210"/>
              <a:gd name="connsiteX0" fmla="*/ 0 w 12192000"/>
              <a:gd name="connsiteY0" fmla="*/ 0 h 2676210"/>
              <a:gd name="connsiteX1" fmla="*/ 12192000 w 12192000"/>
              <a:gd name="connsiteY1" fmla="*/ 0 h 2676210"/>
              <a:gd name="connsiteX2" fmla="*/ 12192000 w 12192000"/>
              <a:gd name="connsiteY2" fmla="*/ 1727909 h 2676210"/>
              <a:gd name="connsiteX3" fmla="*/ 12115957 w 12192000"/>
              <a:gd name="connsiteY3" fmla="*/ 1732272 h 2676210"/>
              <a:gd name="connsiteX4" fmla="*/ 12012533 w 12192000"/>
              <a:gd name="connsiteY4" fmla="*/ 1737200 h 2676210"/>
              <a:gd name="connsiteX5" fmla="*/ 11801718 w 12192000"/>
              <a:gd name="connsiteY5" fmla="*/ 1707786 h 2676210"/>
              <a:gd name="connsiteX6" fmla="*/ 11750717 w 12192000"/>
              <a:gd name="connsiteY6" fmla="*/ 1684756 h 2676210"/>
              <a:gd name="connsiteX7" fmla="*/ 11712295 w 12192000"/>
              <a:gd name="connsiteY7" fmla="*/ 1673021 h 2676210"/>
              <a:gd name="connsiteX8" fmla="*/ 11538827 w 12192000"/>
              <a:gd name="connsiteY8" fmla="*/ 1639190 h 2676210"/>
              <a:gd name="connsiteX9" fmla="*/ 11319306 w 12192000"/>
              <a:gd name="connsiteY9" fmla="*/ 1630185 h 2676210"/>
              <a:gd name="connsiteX10" fmla="*/ 11234437 w 12192000"/>
              <a:gd name="connsiteY10" fmla="*/ 1562941 h 2676210"/>
              <a:gd name="connsiteX11" fmla="*/ 11146426 w 12192000"/>
              <a:gd name="connsiteY11" fmla="*/ 1555308 h 2676210"/>
              <a:gd name="connsiteX12" fmla="*/ 10891629 w 12192000"/>
              <a:gd name="connsiteY12" fmla="*/ 1523731 h 2676210"/>
              <a:gd name="connsiteX13" fmla="*/ 10607424 w 12192000"/>
              <a:gd name="connsiteY13" fmla="*/ 1570296 h 2676210"/>
              <a:gd name="connsiteX14" fmla="*/ 10562291 w 12192000"/>
              <a:gd name="connsiteY14" fmla="*/ 1560944 h 2676210"/>
              <a:gd name="connsiteX15" fmla="*/ 10551291 w 12192000"/>
              <a:gd name="connsiteY15" fmla="*/ 1556691 h 2676210"/>
              <a:gd name="connsiteX16" fmla="*/ 10546586 w 12192000"/>
              <a:gd name="connsiteY16" fmla="*/ 1559265 h 2676210"/>
              <a:gd name="connsiteX17" fmla="*/ 10547130 w 12192000"/>
              <a:gd name="connsiteY17" fmla="*/ 1583380 h 2676210"/>
              <a:gd name="connsiteX18" fmla="*/ 10522252 w 12192000"/>
              <a:gd name="connsiteY18" fmla="*/ 1595065 h 2676210"/>
              <a:gd name="connsiteX19" fmla="*/ 10329259 w 12192000"/>
              <a:gd name="connsiteY19" fmla="*/ 1579142 h 2676210"/>
              <a:gd name="connsiteX20" fmla="*/ 10132610 w 12192000"/>
              <a:gd name="connsiteY20" fmla="*/ 1619865 h 2676210"/>
              <a:gd name="connsiteX21" fmla="*/ 9811199 w 12192000"/>
              <a:gd name="connsiteY21" fmla="*/ 1648968 h 2676210"/>
              <a:gd name="connsiteX22" fmla="*/ 9537440 w 12192000"/>
              <a:gd name="connsiteY22" fmla="*/ 1671316 h 2676210"/>
              <a:gd name="connsiteX23" fmla="*/ 9405213 w 12192000"/>
              <a:gd name="connsiteY23" fmla="*/ 1679204 h 2676210"/>
              <a:gd name="connsiteX24" fmla="*/ 9306407 w 12192000"/>
              <a:gd name="connsiteY24" fmla="*/ 1736146 h 2676210"/>
              <a:gd name="connsiteX25" fmla="*/ 9152929 w 12192000"/>
              <a:gd name="connsiteY25" fmla="*/ 1750379 h 2676210"/>
              <a:gd name="connsiteX26" fmla="*/ 9062807 w 12192000"/>
              <a:gd name="connsiteY26" fmla="*/ 1765741 h 2676210"/>
              <a:gd name="connsiteX27" fmla="*/ 9031250 w 12192000"/>
              <a:gd name="connsiteY27" fmla="*/ 1782330 h 2676210"/>
              <a:gd name="connsiteX28" fmla="*/ 8985382 w 12192000"/>
              <a:gd name="connsiteY28" fmla="*/ 1798267 h 2676210"/>
              <a:gd name="connsiteX29" fmla="*/ 8906505 w 12192000"/>
              <a:gd name="connsiteY29" fmla="*/ 1834715 h 2676210"/>
              <a:gd name="connsiteX30" fmla="*/ 8796926 w 12192000"/>
              <a:gd name="connsiteY30" fmla="*/ 1869211 h 2676210"/>
              <a:gd name="connsiteX31" fmla="*/ 8705687 w 12192000"/>
              <a:gd name="connsiteY31" fmla="*/ 1848419 h 2676210"/>
              <a:gd name="connsiteX32" fmla="*/ 8700414 w 12192000"/>
              <a:gd name="connsiteY32" fmla="*/ 1857766 h 2676210"/>
              <a:gd name="connsiteX33" fmla="*/ 8643017 w 12192000"/>
              <a:gd name="connsiteY33" fmla="*/ 1865810 h 2676210"/>
              <a:gd name="connsiteX34" fmla="*/ 8428505 w 12192000"/>
              <a:gd name="connsiteY34" fmla="*/ 1838566 h 2676210"/>
              <a:gd name="connsiteX35" fmla="*/ 8316712 w 12192000"/>
              <a:gd name="connsiteY35" fmla="*/ 1855817 h 2676210"/>
              <a:gd name="connsiteX36" fmla="*/ 8279203 w 12192000"/>
              <a:gd name="connsiteY36" fmla="*/ 1870876 h 2676210"/>
              <a:gd name="connsiteX37" fmla="*/ 8216222 w 12192000"/>
              <a:gd name="connsiteY37" fmla="*/ 1895553 h 2676210"/>
              <a:gd name="connsiteX38" fmla="*/ 8119712 w 12192000"/>
              <a:gd name="connsiteY38" fmla="*/ 1947916 h 2676210"/>
              <a:gd name="connsiteX39" fmla="*/ 8100082 w 12192000"/>
              <a:gd name="connsiteY39" fmla="*/ 1922220 h 2676210"/>
              <a:gd name="connsiteX40" fmla="*/ 8043728 w 12192000"/>
              <a:gd name="connsiteY40" fmla="*/ 1944200 h 2676210"/>
              <a:gd name="connsiteX41" fmla="*/ 7958999 w 12192000"/>
              <a:gd name="connsiteY41" fmla="*/ 1980667 h 2676210"/>
              <a:gd name="connsiteX42" fmla="*/ 7908348 w 12192000"/>
              <a:gd name="connsiteY42" fmla="*/ 1994348 h 2676210"/>
              <a:gd name="connsiteX43" fmla="*/ 7771932 w 12192000"/>
              <a:gd name="connsiteY43" fmla="*/ 2039701 h 2676210"/>
              <a:gd name="connsiteX44" fmla="*/ 7579180 w 12192000"/>
              <a:gd name="connsiteY44" fmla="*/ 2150519 h 2676210"/>
              <a:gd name="connsiteX45" fmla="*/ 7571467 w 12192000"/>
              <a:gd name="connsiteY45" fmla="*/ 2153548 h 2676210"/>
              <a:gd name="connsiteX46" fmla="*/ 7549398 w 12192000"/>
              <a:gd name="connsiteY46" fmla="*/ 2153051 h 2676210"/>
              <a:gd name="connsiteX47" fmla="*/ 7540934 w 12192000"/>
              <a:gd name="connsiteY47" fmla="*/ 2151418 h 2676210"/>
              <a:gd name="connsiteX48" fmla="*/ 7528900 w 12192000"/>
              <a:gd name="connsiteY48" fmla="*/ 2152107 h 2676210"/>
              <a:gd name="connsiteX49" fmla="*/ 7528656 w 12192000"/>
              <a:gd name="connsiteY49" fmla="*/ 2152584 h 2676210"/>
              <a:gd name="connsiteX50" fmla="*/ 7517280 w 12192000"/>
              <a:gd name="connsiteY50" fmla="*/ 2152327 h 2676210"/>
              <a:gd name="connsiteX51" fmla="*/ 7460956 w 12192000"/>
              <a:gd name="connsiteY51" fmla="*/ 2145255 h 2676210"/>
              <a:gd name="connsiteX52" fmla="*/ 7393117 w 12192000"/>
              <a:gd name="connsiteY52" fmla="*/ 2193066 h 2676210"/>
              <a:gd name="connsiteX53" fmla="*/ 7363846 w 12192000"/>
              <a:gd name="connsiteY53" fmla="*/ 2202297 h 2676210"/>
              <a:gd name="connsiteX54" fmla="*/ 7348496 w 12192000"/>
              <a:gd name="connsiteY54" fmla="*/ 2209686 h 2676210"/>
              <a:gd name="connsiteX55" fmla="*/ 7338648 w 12192000"/>
              <a:gd name="connsiteY55" fmla="*/ 2198119 h 2676210"/>
              <a:gd name="connsiteX56" fmla="*/ 7293703 w 12192000"/>
              <a:gd name="connsiteY56" fmla="*/ 2204721 h 2676210"/>
              <a:gd name="connsiteX57" fmla="*/ 7286955 w 12192000"/>
              <a:gd name="connsiteY57" fmla="*/ 2207494 h 2676210"/>
              <a:gd name="connsiteX58" fmla="*/ 7251199 w 12192000"/>
              <a:gd name="connsiteY58" fmla="*/ 2198184 h 2676210"/>
              <a:gd name="connsiteX59" fmla="*/ 7233016 w 12192000"/>
              <a:gd name="connsiteY59" fmla="*/ 2195902 h 2676210"/>
              <a:gd name="connsiteX60" fmla="*/ 7227281 w 12192000"/>
              <a:gd name="connsiteY60" fmla="*/ 2190042 h 2676210"/>
              <a:gd name="connsiteX61" fmla="*/ 7200745 w 12192000"/>
              <a:gd name="connsiteY61" fmla="*/ 2189321 h 2676210"/>
              <a:gd name="connsiteX62" fmla="*/ 7197924 w 12192000"/>
              <a:gd name="connsiteY62" fmla="*/ 2191205 h 2676210"/>
              <a:gd name="connsiteX63" fmla="*/ 7175198 w 12192000"/>
              <a:gd name="connsiteY63" fmla="*/ 2183294 h 2676210"/>
              <a:gd name="connsiteX64" fmla="*/ 7100681 w 12192000"/>
              <a:gd name="connsiteY64" fmla="*/ 2167822 h 2676210"/>
              <a:gd name="connsiteX65" fmla="*/ 6932665 w 12192000"/>
              <a:gd name="connsiteY65" fmla="*/ 2162157 h 2676210"/>
              <a:gd name="connsiteX66" fmla="*/ 6700029 w 12192000"/>
              <a:gd name="connsiteY66" fmla="*/ 2158310 h 2676210"/>
              <a:gd name="connsiteX67" fmla="*/ 6271707 w 12192000"/>
              <a:gd name="connsiteY67" fmla="*/ 2183170 h 2676210"/>
              <a:gd name="connsiteX68" fmla="*/ 6196177 w 12192000"/>
              <a:gd name="connsiteY68" fmla="*/ 2200059 h 2676210"/>
              <a:gd name="connsiteX69" fmla="*/ 6125472 w 12192000"/>
              <a:gd name="connsiteY69" fmla="*/ 2178263 h 2676210"/>
              <a:gd name="connsiteX70" fmla="*/ 6098878 w 12192000"/>
              <a:gd name="connsiteY70" fmla="*/ 2192939 h 2676210"/>
              <a:gd name="connsiteX71" fmla="*/ 6094339 w 12192000"/>
              <a:gd name="connsiteY71" fmla="*/ 2195871 h 2676210"/>
              <a:gd name="connsiteX72" fmla="*/ 6075163 w 12192000"/>
              <a:gd name="connsiteY72" fmla="*/ 2198856 h 2676210"/>
              <a:gd name="connsiteX73" fmla="*/ 6071016 w 12192000"/>
              <a:gd name="connsiteY73" fmla="*/ 2210639 h 2676210"/>
              <a:gd name="connsiteX74" fmla="*/ 6043058 w 12192000"/>
              <a:gd name="connsiteY74" fmla="*/ 2222971 h 2676210"/>
              <a:gd name="connsiteX75" fmla="*/ 6007411 w 12192000"/>
              <a:gd name="connsiteY75" fmla="*/ 2225411 h 2676210"/>
              <a:gd name="connsiteX76" fmla="*/ 5836800 w 12192000"/>
              <a:gd name="connsiteY76" fmla="*/ 2224771 h 2676210"/>
              <a:gd name="connsiteX77" fmla="*/ 5735414 w 12192000"/>
              <a:gd name="connsiteY77" fmla="*/ 2231366 h 2676210"/>
              <a:gd name="connsiteX78" fmla="*/ 5697982 w 12192000"/>
              <a:gd name="connsiteY78" fmla="*/ 2244836 h 2676210"/>
              <a:gd name="connsiteX79" fmla="*/ 5644981 w 12192000"/>
              <a:gd name="connsiteY79" fmla="*/ 2256274 h 2676210"/>
              <a:gd name="connsiteX80" fmla="*/ 5552282 w 12192000"/>
              <a:gd name="connsiteY80" fmla="*/ 2284946 h 2676210"/>
              <a:gd name="connsiteX81" fmla="*/ 5426280 w 12192000"/>
              <a:gd name="connsiteY81" fmla="*/ 2290560 h 2676210"/>
              <a:gd name="connsiteX82" fmla="*/ 5329896 w 12192000"/>
              <a:gd name="connsiteY82" fmla="*/ 2279209 h 2676210"/>
              <a:gd name="connsiteX83" fmla="*/ 5322508 w 12192000"/>
              <a:gd name="connsiteY83" fmla="*/ 2288005 h 2676210"/>
              <a:gd name="connsiteX84" fmla="*/ 5258237 w 12192000"/>
              <a:gd name="connsiteY84" fmla="*/ 2290475 h 2676210"/>
              <a:gd name="connsiteX85" fmla="*/ 5027899 w 12192000"/>
              <a:gd name="connsiteY85" fmla="*/ 2242653 h 2676210"/>
              <a:gd name="connsiteX86" fmla="*/ 4902443 w 12192000"/>
              <a:gd name="connsiteY86" fmla="*/ 2249037 h 2676210"/>
              <a:gd name="connsiteX87" fmla="*/ 4858751 w 12192000"/>
              <a:gd name="connsiteY87" fmla="*/ 2260409 h 2676210"/>
              <a:gd name="connsiteX88" fmla="*/ 4785497 w 12192000"/>
              <a:gd name="connsiteY88" fmla="*/ 2278897 h 2676210"/>
              <a:gd name="connsiteX89" fmla="*/ 4732807 w 12192000"/>
              <a:gd name="connsiteY89" fmla="*/ 2315139 h 2676210"/>
              <a:gd name="connsiteX90" fmla="*/ 4670737 w 12192000"/>
              <a:gd name="connsiteY90" fmla="*/ 2321711 h 2676210"/>
              <a:gd name="connsiteX91" fmla="*/ 4489013 w 12192000"/>
              <a:gd name="connsiteY91" fmla="*/ 2338805 h 2676210"/>
              <a:gd name="connsiteX92" fmla="*/ 4431159 w 12192000"/>
              <a:gd name="connsiteY92" fmla="*/ 2347536 h 2676210"/>
              <a:gd name="connsiteX93" fmla="*/ 4273885 w 12192000"/>
              <a:gd name="connsiteY93" fmla="*/ 2379520 h 2676210"/>
              <a:gd name="connsiteX94" fmla="*/ 4116925 w 12192000"/>
              <a:gd name="connsiteY94" fmla="*/ 2417756 h 2676210"/>
              <a:gd name="connsiteX95" fmla="*/ 4027169 w 12192000"/>
              <a:gd name="connsiteY95" fmla="*/ 2475399 h 2676210"/>
              <a:gd name="connsiteX96" fmla="*/ 3897799 w 12192000"/>
              <a:gd name="connsiteY96" fmla="*/ 2503049 h 2676210"/>
              <a:gd name="connsiteX97" fmla="*/ 3876619 w 12192000"/>
              <a:gd name="connsiteY97" fmla="*/ 2512804 h 2676210"/>
              <a:gd name="connsiteX98" fmla="*/ 3721493 w 12192000"/>
              <a:gd name="connsiteY98" fmla="*/ 2497646 h 2676210"/>
              <a:gd name="connsiteX99" fmla="*/ 3504883 w 12192000"/>
              <a:gd name="connsiteY99" fmla="*/ 2503869 h 2676210"/>
              <a:gd name="connsiteX100" fmla="*/ 3431219 w 12192000"/>
              <a:gd name="connsiteY100" fmla="*/ 2502163 h 2676210"/>
              <a:gd name="connsiteX101" fmla="*/ 3151243 w 12192000"/>
              <a:gd name="connsiteY101" fmla="*/ 2492405 h 2676210"/>
              <a:gd name="connsiteX102" fmla="*/ 3057639 w 12192000"/>
              <a:gd name="connsiteY102" fmla="*/ 2507988 h 2676210"/>
              <a:gd name="connsiteX103" fmla="*/ 2916555 w 12192000"/>
              <a:gd name="connsiteY103" fmla="*/ 2472028 h 2676210"/>
              <a:gd name="connsiteX104" fmla="*/ 2846802 w 12192000"/>
              <a:gd name="connsiteY104" fmla="*/ 2461014 h 2676210"/>
              <a:gd name="connsiteX105" fmla="*/ 2739588 w 12192000"/>
              <a:gd name="connsiteY105" fmla="*/ 2457956 h 2676210"/>
              <a:gd name="connsiteX106" fmla="*/ 2706684 w 12192000"/>
              <a:gd name="connsiteY106" fmla="*/ 2454540 h 2676210"/>
              <a:gd name="connsiteX107" fmla="*/ 2348435 w 12192000"/>
              <a:gd name="connsiteY107" fmla="*/ 2449176 h 2676210"/>
              <a:gd name="connsiteX108" fmla="*/ 2194299 w 12192000"/>
              <a:gd name="connsiteY108" fmla="*/ 2475215 h 2676210"/>
              <a:gd name="connsiteX109" fmla="*/ 1983009 w 12192000"/>
              <a:gd name="connsiteY109" fmla="*/ 2463117 h 2676210"/>
              <a:gd name="connsiteX110" fmla="*/ 1885040 w 12192000"/>
              <a:gd name="connsiteY110" fmla="*/ 2475917 h 2676210"/>
              <a:gd name="connsiteX111" fmla="*/ 1832317 w 12192000"/>
              <a:gd name="connsiteY111" fmla="*/ 2485332 h 2676210"/>
              <a:gd name="connsiteX112" fmla="*/ 1748729 w 12192000"/>
              <a:gd name="connsiteY112" fmla="*/ 2475325 h 2676210"/>
              <a:gd name="connsiteX113" fmla="*/ 1584574 w 12192000"/>
              <a:gd name="connsiteY113" fmla="*/ 2491479 h 2676210"/>
              <a:gd name="connsiteX114" fmla="*/ 1300369 w 12192000"/>
              <a:gd name="connsiteY114" fmla="*/ 2444914 h 2676210"/>
              <a:gd name="connsiteX115" fmla="*/ 1045572 w 12192000"/>
              <a:gd name="connsiteY115" fmla="*/ 2476491 h 2676210"/>
              <a:gd name="connsiteX116" fmla="*/ 957561 w 12192000"/>
              <a:gd name="connsiteY116" fmla="*/ 2484124 h 2676210"/>
              <a:gd name="connsiteX117" fmla="*/ 872692 w 12192000"/>
              <a:gd name="connsiteY117" fmla="*/ 2551368 h 2676210"/>
              <a:gd name="connsiteX118" fmla="*/ 653171 w 12192000"/>
              <a:gd name="connsiteY118" fmla="*/ 2607266 h 2676210"/>
              <a:gd name="connsiteX119" fmla="*/ 479703 w 12192000"/>
              <a:gd name="connsiteY119" fmla="*/ 2594204 h 2676210"/>
              <a:gd name="connsiteX120" fmla="*/ 441281 w 12192000"/>
              <a:gd name="connsiteY120" fmla="*/ 2605939 h 2676210"/>
              <a:gd name="connsiteX121" fmla="*/ 315252 w 12192000"/>
              <a:gd name="connsiteY121" fmla="*/ 2675861 h 2676210"/>
              <a:gd name="connsiteX122" fmla="*/ 97385 w 12192000"/>
              <a:gd name="connsiteY122" fmla="*/ 2636063 h 2676210"/>
              <a:gd name="connsiteX123" fmla="*/ 48888 w 12192000"/>
              <a:gd name="connsiteY123" fmla="*/ 2641447 h 2676210"/>
              <a:gd name="connsiteX124" fmla="*/ 0 w 12192000"/>
              <a:gd name="connsiteY124" fmla="*/ 2649426 h 2676210"/>
              <a:gd name="connsiteX125" fmla="*/ 0 w 12192000"/>
              <a:gd name="connsiteY125" fmla="*/ 0 h 2676210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12533 w 12192000"/>
              <a:gd name="connsiteY4" fmla="*/ 173720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538827 w 12192000"/>
              <a:gd name="connsiteY8" fmla="*/ 1639190 h 2649426"/>
              <a:gd name="connsiteX9" fmla="*/ 11319306 w 12192000"/>
              <a:gd name="connsiteY9" fmla="*/ 1630185 h 2649426"/>
              <a:gd name="connsiteX10" fmla="*/ 11234437 w 12192000"/>
              <a:gd name="connsiteY10" fmla="*/ 1562941 h 2649426"/>
              <a:gd name="connsiteX11" fmla="*/ 11146426 w 12192000"/>
              <a:gd name="connsiteY11" fmla="*/ 1555308 h 2649426"/>
              <a:gd name="connsiteX12" fmla="*/ 10891629 w 12192000"/>
              <a:gd name="connsiteY12" fmla="*/ 1523731 h 2649426"/>
              <a:gd name="connsiteX13" fmla="*/ 10607424 w 12192000"/>
              <a:gd name="connsiteY13" fmla="*/ 1570296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47130 w 12192000"/>
              <a:gd name="connsiteY17" fmla="*/ 1583380 h 2649426"/>
              <a:gd name="connsiteX18" fmla="*/ 10522252 w 12192000"/>
              <a:gd name="connsiteY18" fmla="*/ 1595065 h 2649426"/>
              <a:gd name="connsiteX19" fmla="*/ 10329259 w 12192000"/>
              <a:gd name="connsiteY19" fmla="*/ 1579142 h 2649426"/>
              <a:gd name="connsiteX20" fmla="*/ 10132610 w 12192000"/>
              <a:gd name="connsiteY20" fmla="*/ 1619865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28505 w 12192000"/>
              <a:gd name="connsiteY34" fmla="*/ 1838566 h 2649426"/>
              <a:gd name="connsiteX35" fmla="*/ 8316712 w 12192000"/>
              <a:gd name="connsiteY35" fmla="*/ 1855817 h 2649426"/>
              <a:gd name="connsiteX36" fmla="*/ 8279203 w 12192000"/>
              <a:gd name="connsiteY36" fmla="*/ 1870876 h 2649426"/>
              <a:gd name="connsiteX37" fmla="*/ 8216222 w 12192000"/>
              <a:gd name="connsiteY37" fmla="*/ 1895553 h 2649426"/>
              <a:gd name="connsiteX38" fmla="*/ 8119712 w 12192000"/>
              <a:gd name="connsiteY38" fmla="*/ 1947916 h 2649426"/>
              <a:gd name="connsiteX39" fmla="*/ 8100082 w 12192000"/>
              <a:gd name="connsiteY39" fmla="*/ 1922220 h 2649426"/>
              <a:gd name="connsiteX40" fmla="*/ 8043728 w 12192000"/>
              <a:gd name="connsiteY40" fmla="*/ 1944200 h 2649426"/>
              <a:gd name="connsiteX41" fmla="*/ 7958999 w 12192000"/>
              <a:gd name="connsiteY41" fmla="*/ 1980667 h 2649426"/>
              <a:gd name="connsiteX42" fmla="*/ 7908348 w 12192000"/>
              <a:gd name="connsiteY42" fmla="*/ 1994348 h 2649426"/>
              <a:gd name="connsiteX43" fmla="*/ 7771932 w 12192000"/>
              <a:gd name="connsiteY43" fmla="*/ 2039701 h 2649426"/>
              <a:gd name="connsiteX44" fmla="*/ 7579180 w 12192000"/>
              <a:gd name="connsiteY44" fmla="*/ 2150519 h 2649426"/>
              <a:gd name="connsiteX45" fmla="*/ 7571467 w 12192000"/>
              <a:gd name="connsiteY45" fmla="*/ 2153548 h 2649426"/>
              <a:gd name="connsiteX46" fmla="*/ 7549398 w 12192000"/>
              <a:gd name="connsiteY46" fmla="*/ 2153051 h 2649426"/>
              <a:gd name="connsiteX47" fmla="*/ 7540934 w 12192000"/>
              <a:gd name="connsiteY47" fmla="*/ 2151418 h 2649426"/>
              <a:gd name="connsiteX48" fmla="*/ 7528900 w 12192000"/>
              <a:gd name="connsiteY48" fmla="*/ 2152107 h 2649426"/>
              <a:gd name="connsiteX49" fmla="*/ 7528656 w 12192000"/>
              <a:gd name="connsiteY49" fmla="*/ 2152584 h 2649426"/>
              <a:gd name="connsiteX50" fmla="*/ 7517280 w 12192000"/>
              <a:gd name="connsiteY50" fmla="*/ 2152327 h 2649426"/>
              <a:gd name="connsiteX51" fmla="*/ 7460956 w 12192000"/>
              <a:gd name="connsiteY51" fmla="*/ 2145255 h 2649426"/>
              <a:gd name="connsiteX52" fmla="*/ 7393117 w 12192000"/>
              <a:gd name="connsiteY52" fmla="*/ 2193066 h 2649426"/>
              <a:gd name="connsiteX53" fmla="*/ 7363846 w 12192000"/>
              <a:gd name="connsiteY53" fmla="*/ 2202297 h 2649426"/>
              <a:gd name="connsiteX54" fmla="*/ 7348496 w 12192000"/>
              <a:gd name="connsiteY54" fmla="*/ 2209686 h 2649426"/>
              <a:gd name="connsiteX55" fmla="*/ 7338648 w 12192000"/>
              <a:gd name="connsiteY55" fmla="*/ 2198119 h 2649426"/>
              <a:gd name="connsiteX56" fmla="*/ 7293703 w 12192000"/>
              <a:gd name="connsiteY56" fmla="*/ 2204721 h 2649426"/>
              <a:gd name="connsiteX57" fmla="*/ 7286955 w 12192000"/>
              <a:gd name="connsiteY57" fmla="*/ 2207494 h 2649426"/>
              <a:gd name="connsiteX58" fmla="*/ 7251199 w 12192000"/>
              <a:gd name="connsiteY58" fmla="*/ 2198184 h 2649426"/>
              <a:gd name="connsiteX59" fmla="*/ 7233016 w 12192000"/>
              <a:gd name="connsiteY59" fmla="*/ 2195902 h 2649426"/>
              <a:gd name="connsiteX60" fmla="*/ 7227281 w 12192000"/>
              <a:gd name="connsiteY60" fmla="*/ 2190042 h 2649426"/>
              <a:gd name="connsiteX61" fmla="*/ 7200745 w 12192000"/>
              <a:gd name="connsiteY61" fmla="*/ 2189321 h 2649426"/>
              <a:gd name="connsiteX62" fmla="*/ 7197924 w 12192000"/>
              <a:gd name="connsiteY62" fmla="*/ 2191205 h 2649426"/>
              <a:gd name="connsiteX63" fmla="*/ 7175198 w 12192000"/>
              <a:gd name="connsiteY63" fmla="*/ 2183294 h 2649426"/>
              <a:gd name="connsiteX64" fmla="*/ 7100681 w 12192000"/>
              <a:gd name="connsiteY64" fmla="*/ 2167822 h 2649426"/>
              <a:gd name="connsiteX65" fmla="*/ 6932665 w 12192000"/>
              <a:gd name="connsiteY65" fmla="*/ 2162157 h 2649426"/>
              <a:gd name="connsiteX66" fmla="*/ 6700029 w 12192000"/>
              <a:gd name="connsiteY66" fmla="*/ 2158310 h 2649426"/>
              <a:gd name="connsiteX67" fmla="*/ 6271707 w 12192000"/>
              <a:gd name="connsiteY67" fmla="*/ 2183170 h 2649426"/>
              <a:gd name="connsiteX68" fmla="*/ 6196177 w 12192000"/>
              <a:gd name="connsiteY68" fmla="*/ 2200059 h 2649426"/>
              <a:gd name="connsiteX69" fmla="*/ 6125472 w 12192000"/>
              <a:gd name="connsiteY69" fmla="*/ 2178263 h 2649426"/>
              <a:gd name="connsiteX70" fmla="*/ 6098878 w 12192000"/>
              <a:gd name="connsiteY70" fmla="*/ 2192939 h 2649426"/>
              <a:gd name="connsiteX71" fmla="*/ 6094339 w 12192000"/>
              <a:gd name="connsiteY71" fmla="*/ 2195871 h 2649426"/>
              <a:gd name="connsiteX72" fmla="*/ 6075163 w 12192000"/>
              <a:gd name="connsiteY72" fmla="*/ 2198856 h 2649426"/>
              <a:gd name="connsiteX73" fmla="*/ 6071016 w 12192000"/>
              <a:gd name="connsiteY73" fmla="*/ 2210639 h 2649426"/>
              <a:gd name="connsiteX74" fmla="*/ 6043058 w 12192000"/>
              <a:gd name="connsiteY74" fmla="*/ 2222971 h 2649426"/>
              <a:gd name="connsiteX75" fmla="*/ 6007411 w 12192000"/>
              <a:gd name="connsiteY75" fmla="*/ 2225411 h 2649426"/>
              <a:gd name="connsiteX76" fmla="*/ 5836800 w 12192000"/>
              <a:gd name="connsiteY76" fmla="*/ 2224771 h 2649426"/>
              <a:gd name="connsiteX77" fmla="*/ 5735414 w 12192000"/>
              <a:gd name="connsiteY77" fmla="*/ 2231366 h 2649426"/>
              <a:gd name="connsiteX78" fmla="*/ 5697982 w 12192000"/>
              <a:gd name="connsiteY78" fmla="*/ 2244836 h 2649426"/>
              <a:gd name="connsiteX79" fmla="*/ 5644981 w 12192000"/>
              <a:gd name="connsiteY79" fmla="*/ 2256274 h 2649426"/>
              <a:gd name="connsiteX80" fmla="*/ 5552282 w 12192000"/>
              <a:gd name="connsiteY80" fmla="*/ 2284946 h 2649426"/>
              <a:gd name="connsiteX81" fmla="*/ 5426280 w 12192000"/>
              <a:gd name="connsiteY81" fmla="*/ 2290560 h 2649426"/>
              <a:gd name="connsiteX82" fmla="*/ 5329896 w 12192000"/>
              <a:gd name="connsiteY82" fmla="*/ 2279209 h 2649426"/>
              <a:gd name="connsiteX83" fmla="*/ 5322508 w 12192000"/>
              <a:gd name="connsiteY83" fmla="*/ 2288005 h 2649426"/>
              <a:gd name="connsiteX84" fmla="*/ 5258237 w 12192000"/>
              <a:gd name="connsiteY84" fmla="*/ 2290475 h 2649426"/>
              <a:gd name="connsiteX85" fmla="*/ 5027899 w 12192000"/>
              <a:gd name="connsiteY85" fmla="*/ 2242653 h 2649426"/>
              <a:gd name="connsiteX86" fmla="*/ 4902443 w 12192000"/>
              <a:gd name="connsiteY86" fmla="*/ 2249037 h 2649426"/>
              <a:gd name="connsiteX87" fmla="*/ 4858751 w 12192000"/>
              <a:gd name="connsiteY87" fmla="*/ 2260409 h 2649426"/>
              <a:gd name="connsiteX88" fmla="*/ 4785497 w 12192000"/>
              <a:gd name="connsiteY88" fmla="*/ 2278897 h 2649426"/>
              <a:gd name="connsiteX89" fmla="*/ 4732807 w 12192000"/>
              <a:gd name="connsiteY89" fmla="*/ 2315139 h 2649426"/>
              <a:gd name="connsiteX90" fmla="*/ 4670737 w 12192000"/>
              <a:gd name="connsiteY90" fmla="*/ 2321711 h 2649426"/>
              <a:gd name="connsiteX91" fmla="*/ 4489013 w 12192000"/>
              <a:gd name="connsiteY91" fmla="*/ 2338805 h 2649426"/>
              <a:gd name="connsiteX92" fmla="*/ 4431159 w 12192000"/>
              <a:gd name="connsiteY92" fmla="*/ 2347536 h 2649426"/>
              <a:gd name="connsiteX93" fmla="*/ 4273885 w 12192000"/>
              <a:gd name="connsiteY93" fmla="*/ 2379520 h 2649426"/>
              <a:gd name="connsiteX94" fmla="*/ 4116925 w 12192000"/>
              <a:gd name="connsiteY94" fmla="*/ 2417756 h 2649426"/>
              <a:gd name="connsiteX95" fmla="*/ 4027169 w 12192000"/>
              <a:gd name="connsiteY95" fmla="*/ 2475399 h 2649426"/>
              <a:gd name="connsiteX96" fmla="*/ 3897799 w 12192000"/>
              <a:gd name="connsiteY96" fmla="*/ 2503049 h 2649426"/>
              <a:gd name="connsiteX97" fmla="*/ 3876619 w 12192000"/>
              <a:gd name="connsiteY97" fmla="*/ 2512804 h 2649426"/>
              <a:gd name="connsiteX98" fmla="*/ 3721493 w 12192000"/>
              <a:gd name="connsiteY98" fmla="*/ 2497646 h 2649426"/>
              <a:gd name="connsiteX99" fmla="*/ 3504883 w 12192000"/>
              <a:gd name="connsiteY99" fmla="*/ 2503869 h 2649426"/>
              <a:gd name="connsiteX100" fmla="*/ 3431219 w 12192000"/>
              <a:gd name="connsiteY100" fmla="*/ 2502163 h 2649426"/>
              <a:gd name="connsiteX101" fmla="*/ 3151243 w 12192000"/>
              <a:gd name="connsiteY101" fmla="*/ 2492405 h 2649426"/>
              <a:gd name="connsiteX102" fmla="*/ 3057639 w 12192000"/>
              <a:gd name="connsiteY102" fmla="*/ 2507988 h 2649426"/>
              <a:gd name="connsiteX103" fmla="*/ 2916555 w 12192000"/>
              <a:gd name="connsiteY103" fmla="*/ 2472028 h 2649426"/>
              <a:gd name="connsiteX104" fmla="*/ 2846802 w 12192000"/>
              <a:gd name="connsiteY104" fmla="*/ 2461014 h 2649426"/>
              <a:gd name="connsiteX105" fmla="*/ 2739588 w 12192000"/>
              <a:gd name="connsiteY105" fmla="*/ 2457956 h 2649426"/>
              <a:gd name="connsiteX106" fmla="*/ 2706684 w 12192000"/>
              <a:gd name="connsiteY106" fmla="*/ 2454540 h 2649426"/>
              <a:gd name="connsiteX107" fmla="*/ 2348435 w 12192000"/>
              <a:gd name="connsiteY107" fmla="*/ 2449176 h 2649426"/>
              <a:gd name="connsiteX108" fmla="*/ 2194299 w 12192000"/>
              <a:gd name="connsiteY108" fmla="*/ 2475215 h 2649426"/>
              <a:gd name="connsiteX109" fmla="*/ 1983009 w 12192000"/>
              <a:gd name="connsiteY109" fmla="*/ 2463117 h 2649426"/>
              <a:gd name="connsiteX110" fmla="*/ 1885040 w 12192000"/>
              <a:gd name="connsiteY110" fmla="*/ 2475917 h 2649426"/>
              <a:gd name="connsiteX111" fmla="*/ 1832317 w 12192000"/>
              <a:gd name="connsiteY111" fmla="*/ 2485332 h 2649426"/>
              <a:gd name="connsiteX112" fmla="*/ 1748729 w 12192000"/>
              <a:gd name="connsiteY112" fmla="*/ 2475325 h 2649426"/>
              <a:gd name="connsiteX113" fmla="*/ 1584574 w 12192000"/>
              <a:gd name="connsiteY113" fmla="*/ 2491479 h 2649426"/>
              <a:gd name="connsiteX114" fmla="*/ 1300369 w 12192000"/>
              <a:gd name="connsiteY114" fmla="*/ 2444914 h 2649426"/>
              <a:gd name="connsiteX115" fmla="*/ 1045572 w 12192000"/>
              <a:gd name="connsiteY115" fmla="*/ 2476491 h 2649426"/>
              <a:gd name="connsiteX116" fmla="*/ 957561 w 12192000"/>
              <a:gd name="connsiteY116" fmla="*/ 2484124 h 2649426"/>
              <a:gd name="connsiteX117" fmla="*/ 872692 w 12192000"/>
              <a:gd name="connsiteY117" fmla="*/ 2551368 h 2649426"/>
              <a:gd name="connsiteX118" fmla="*/ 653171 w 12192000"/>
              <a:gd name="connsiteY118" fmla="*/ 2607266 h 2649426"/>
              <a:gd name="connsiteX119" fmla="*/ 479703 w 12192000"/>
              <a:gd name="connsiteY119" fmla="*/ 2594204 h 2649426"/>
              <a:gd name="connsiteX120" fmla="*/ 441281 w 12192000"/>
              <a:gd name="connsiteY120" fmla="*/ 2605939 h 2649426"/>
              <a:gd name="connsiteX121" fmla="*/ 297100 w 12192000"/>
              <a:gd name="connsiteY121" fmla="*/ 2639558 h 2649426"/>
              <a:gd name="connsiteX122" fmla="*/ 97385 w 12192000"/>
              <a:gd name="connsiteY122" fmla="*/ 2636063 h 2649426"/>
              <a:gd name="connsiteX123" fmla="*/ 48888 w 12192000"/>
              <a:gd name="connsiteY123" fmla="*/ 2641447 h 2649426"/>
              <a:gd name="connsiteX124" fmla="*/ 0 w 12192000"/>
              <a:gd name="connsiteY124" fmla="*/ 2649426 h 2649426"/>
              <a:gd name="connsiteX125" fmla="*/ 0 w 12192000"/>
              <a:gd name="connsiteY125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12533 w 12192000"/>
              <a:gd name="connsiteY4" fmla="*/ 173720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538827 w 12192000"/>
              <a:gd name="connsiteY8" fmla="*/ 1639190 h 2649426"/>
              <a:gd name="connsiteX9" fmla="*/ 11319306 w 12192000"/>
              <a:gd name="connsiteY9" fmla="*/ 1630185 h 2649426"/>
              <a:gd name="connsiteX10" fmla="*/ 11234437 w 12192000"/>
              <a:gd name="connsiteY10" fmla="*/ 1562941 h 2649426"/>
              <a:gd name="connsiteX11" fmla="*/ 11146426 w 12192000"/>
              <a:gd name="connsiteY11" fmla="*/ 1555308 h 2649426"/>
              <a:gd name="connsiteX12" fmla="*/ 10891629 w 12192000"/>
              <a:gd name="connsiteY12" fmla="*/ 1523731 h 2649426"/>
              <a:gd name="connsiteX13" fmla="*/ 10607424 w 12192000"/>
              <a:gd name="connsiteY13" fmla="*/ 1570296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47130 w 12192000"/>
              <a:gd name="connsiteY17" fmla="*/ 1583380 h 2649426"/>
              <a:gd name="connsiteX18" fmla="*/ 10522252 w 12192000"/>
              <a:gd name="connsiteY18" fmla="*/ 1595065 h 2649426"/>
              <a:gd name="connsiteX19" fmla="*/ 10329259 w 12192000"/>
              <a:gd name="connsiteY19" fmla="*/ 1579142 h 2649426"/>
              <a:gd name="connsiteX20" fmla="*/ 10132610 w 12192000"/>
              <a:gd name="connsiteY20" fmla="*/ 1619865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28505 w 12192000"/>
              <a:gd name="connsiteY34" fmla="*/ 1838566 h 2649426"/>
              <a:gd name="connsiteX35" fmla="*/ 8316712 w 12192000"/>
              <a:gd name="connsiteY35" fmla="*/ 1855817 h 2649426"/>
              <a:gd name="connsiteX36" fmla="*/ 8279203 w 12192000"/>
              <a:gd name="connsiteY36" fmla="*/ 1870876 h 2649426"/>
              <a:gd name="connsiteX37" fmla="*/ 8216222 w 12192000"/>
              <a:gd name="connsiteY37" fmla="*/ 1895553 h 2649426"/>
              <a:gd name="connsiteX38" fmla="*/ 8119712 w 12192000"/>
              <a:gd name="connsiteY38" fmla="*/ 1947916 h 2649426"/>
              <a:gd name="connsiteX39" fmla="*/ 8100082 w 12192000"/>
              <a:gd name="connsiteY39" fmla="*/ 1922220 h 2649426"/>
              <a:gd name="connsiteX40" fmla="*/ 8043728 w 12192000"/>
              <a:gd name="connsiteY40" fmla="*/ 1944200 h 2649426"/>
              <a:gd name="connsiteX41" fmla="*/ 7958999 w 12192000"/>
              <a:gd name="connsiteY41" fmla="*/ 1980667 h 2649426"/>
              <a:gd name="connsiteX42" fmla="*/ 7908348 w 12192000"/>
              <a:gd name="connsiteY42" fmla="*/ 1994348 h 2649426"/>
              <a:gd name="connsiteX43" fmla="*/ 7771932 w 12192000"/>
              <a:gd name="connsiteY43" fmla="*/ 2039701 h 2649426"/>
              <a:gd name="connsiteX44" fmla="*/ 7579180 w 12192000"/>
              <a:gd name="connsiteY44" fmla="*/ 2150519 h 2649426"/>
              <a:gd name="connsiteX45" fmla="*/ 7571467 w 12192000"/>
              <a:gd name="connsiteY45" fmla="*/ 2153548 h 2649426"/>
              <a:gd name="connsiteX46" fmla="*/ 7549398 w 12192000"/>
              <a:gd name="connsiteY46" fmla="*/ 2153051 h 2649426"/>
              <a:gd name="connsiteX47" fmla="*/ 7540934 w 12192000"/>
              <a:gd name="connsiteY47" fmla="*/ 2151418 h 2649426"/>
              <a:gd name="connsiteX48" fmla="*/ 7528900 w 12192000"/>
              <a:gd name="connsiteY48" fmla="*/ 2152107 h 2649426"/>
              <a:gd name="connsiteX49" fmla="*/ 7528656 w 12192000"/>
              <a:gd name="connsiteY49" fmla="*/ 2152584 h 2649426"/>
              <a:gd name="connsiteX50" fmla="*/ 7517280 w 12192000"/>
              <a:gd name="connsiteY50" fmla="*/ 2152327 h 2649426"/>
              <a:gd name="connsiteX51" fmla="*/ 7460956 w 12192000"/>
              <a:gd name="connsiteY51" fmla="*/ 2145255 h 2649426"/>
              <a:gd name="connsiteX52" fmla="*/ 7393117 w 12192000"/>
              <a:gd name="connsiteY52" fmla="*/ 2193066 h 2649426"/>
              <a:gd name="connsiteX53" fmla="*/ 7363846 w 12192000"/>
              <a:gd name="connsiteY53" fmla="*/ 2202297 h 2649426"/>
              <a:gd name="connsiteX54" fmla="*/ 7348496 w 12192000"/>
              <a:gd name="connsiteY54" fmla="*/ 2209686 h 2649426"/>
              <a:gd name="connsiteX55" fmla="*/ 7338648 w 12192000"/>
              <a:gd name="connsiteY55" fmla="*/ 2198119 h 2649426"/>
              <a:gd name="connsiteX56" fmla="*/ 7293703 w 12192000"/>
              <a:gd name="connsiteY56" fmla="*/ 2204721 h 2649426"/>
              <a:gd name="connsiteX57" fmla="*/ 7286955 w 12192000"/>
              <a:gd name="connsiteY57" fmla="*/ 2207494 h 2649426"/>
              <a:gd name="connsiteX58" fmla="*/ 7251199 w 12192000"/>
              <a:gd name="connsiteY58" fmla="*/ 2198184 h 2649426"/>
              <a:gd name="connsiteX59" fmla="*/ 7233016 w 12192000"/>
              <a:gd name="connsiteY59" fmla="*/ 2195902 h 2649426"/>
              <a:gd name="connsiteX60" fmla="*/ 7227281 w 12192000"/>
              <a:gd name="connsiteY60" fmla="*/ 2190042 h 2649426"/>
              <a:gd name="connsiteX61" fmla="*/ 7200745 w 12192000"/>
              <a:gd name="connsiteY61" fmla="*/ 2189321 h 2649426"/>
              <a:gd name="connsiteX62" fmla="*/ 7197924 w 12192000"/>
              <a:gd name="connsiteY62" fmla="*/ 2191205 h 2649426"/>
              <a:gd name="connsiteX63" fmla="*/ 7175198 w 12192000"/>
              <a:gd name="connsiteY63" fmla="*/ 2183294 h 2649426"/>
              <a:gd name="connsiteX64" fmla="*/ 7100681 w 12192000"/>
              <a:gd name="connsiteY64" fmla="*/ 2167822 h 2649426"/>
              <a:gd name="connsiteX65" fmla="*/ 6932665 w 12192000"/>
              <a:gd name="connsiteY65" fmla="*/ 2162157 h 2649426"/>
              <a:gd name="connsiteX66" fmla="*/ 6700029 w 12192000"/>
              <a:gd name="connsiteY66" fmla="*/ 2158310 h 2649426"/>
              <a:gd name="connsiteX67" fmla="*/ 6271707 w 12192000"/>
              <a:gd name="connsiteY67" fmla="*/ 2183170 h 2649426"/>
              <a:gd name="connsiteX68" fmla="*/ 6196177 w 12192000"/>
              <a:gd name="connsiteY68" fmla="*/ 2200059 h 2649426"/>
              <a:gd name="connsiteX69" fmla="*/ 6125472 w 12192000"/>
              <a:gd name="connsiteY69" fmla="*/ 2178263 h 2649426"/>
              <a:gd name="connsiteX70" fmla="*/ 6098878 w 12192000"/>
              <a:gd name="connsiteY70" fmla="*/ 2192939 h 2649426"/>
              <a:gd name="connsiteX71" fmla="*/ 6094339 w 12192000"/>
              <a:gd name="connsiteY71" fmla="*/ 2195871 h 2649426"/>
              <a:gd name="connsiteX72" fmla="*/ 6075163 w 12192000"/>
              <a:gd name="connsiteY72" fmla="*/ 2198856 h 2649426"/>
              <a:gd name="connsiteX73" fmla="*/ 6071016 w 12192000"/>
              <a:gd name="connsiteY73" fmla="*/ 2210639 h 2649426"/>
              <a:gd name="connsiteX74" fmla="*/ 6043058 w 12192000"/>
              <a:gd name="connsiteY74" fmla="*/ 2222971 h 2649426"/>
              <a:gd name="connsiteX75" fmla="*/ 6007411 w 12192000"/>
              <a:gd name="connsiteY75" fmla="*/ 2225411 h 2649426"/>
              <a:gd name="connsiteX76" fmla="*/ 5836800 w 12192000"/>
              <a:gd name="connsiteY76" fmla="*/ 2224771 h 2649426"/>
              <a:gd name="connsiteX77" fmla="*/ 5735414 w 12192000"/>
              <a:gd name="connsiteY77" fmla="*/ 2231366 h 2649426"/>
              <a:gd name="connsiteX78" fmla="*/ 5697982 w 12192000"/>
              <a:gd name="connsiteY78" fmla="*/ 2244836 h 2649426"/>
              <a:gd name="connsiteX79" fmla="*/ 5644981 w 12192000"/>
              <a:gd name="connsiteY79" fmla="*/ 2256274 h 2649426"/>
              <a:gd name="connsiteX80" fmla="*/ 5552282 w 12192000"/>
              <a:gd name="connsiteY80" fmla="*/ 2284946 h 2649426"/>
              <a:gd name="connsiteX81" fmla="*/ 5426280 w 12192000"/>
              <a:gd name="connsiteY81" fmla="*/ 2290560 h 2649426"/>
              <a:gd name="connsiteX82" fmla="*/ 5329896 w 12192000"/>
              <a:gd name="connsiteY82" fmla="*/ 2279209 h 2649426"/>
              <a:gd name="connsiteX83" fmla="*/ 5322508 w 12192000"/>
              <a:gd name="connsiteY83" fmla="*/ 2288005 h 2649426"/>
              <a:gd name="connsiteX84" fmla="*/ 5258237 w 12192000"/>
              <a:gd name="connsiteY84" fmla="*/ 2290475 h 2649426"/>
              <a:gd name="connsiteX85" fmla="*/ 5027899 w 12192000"/>
              <a:gd name="connsiteY85" fmla="*/ 2242653 h 2649426"/>
              <a:gd name="connsiteX86" fmla="*/ 4902443 w 12192000"/>
              <a:gd name="connsiteY86" fmla="*/ 2249037 h 2649426"/>
              <a:gd name="connsiteX87" fmla="*/ 4858751 w 12192000"/>
              <a:gd name="connsiteY87" fmla="*/ 2260409 h 2649426"/>
              <a:gd name="connsiteX88" fmla="*/ 4785497 w 12192000"/>
              <a:gd name="connsiteY88" fmla="*/ 2278897 h 2649426"/>
              <a:gd name="connsiteX89" fmla="*/ 4732807 w 12192000"/>
              <a:gd name="connsiteY89" fmla="*/ 2315139 h 2649426"/>
              <a:gd name="connsiteX90" fmla="*/ 4670737 w 12192000"/>
              <a:gd name="connsiteY90" fmla="*/ 2321711 h 2649426"/>
              <a:gd name="connsiteX91" fmla="*/ 4489013 w 12192000"/>
              <a:gd name="connsiteY91" fmla="*/ 2338805 h 2649426"/>
              <a:gd name="connsiteX92" fmla="*/ 4431159 w 12192000"/>
              <a:gd name="connsiteY92" fmla="*/ 2347536 h 2649426"/>
              <a:gd name="connsiteX93" fmla="*/ 4273885 w 12192000"/>
              <a:gd name="connsiteY93" fmla="*/ 2379520 h 2649426"/>
              <a:gd name="connsiteX94" fmla="*/ 4116925 w 12192000"/>
              <a:gd name="connsiteY94" fmla="*/ 2417756 h 2649426"/>
              <a:gd name="connsiteX95" fmla="*/ 4027169 w 12192000"/>
              <a:gd name="connsiteY95" fmla="*/ 2475399 h 2649426"/>
              <a:gd name="connsiteX96" fmla="*/ 3897799 w 12192000"/>
              <a:gd name="connsiteY96" fmla="*/ 2503049 h 2649426"/>
              <a:gd name="connsiteX97" fmla="*/ 3876619 w 12192000"/>
              <a:gd name="connsiteY97" fmla="*/ 2512804 h 2649426"/>
              <a:gd name="connsiteX98" fmla="*/ 3721493 w 12192000"/>
              <a:gd name="connsiteY98" fmla="*/ 2497646 h 2649426"/>
              <a:gd name="connsiteX99" fmla="*/ 3504883 w 12192000"/>
              <a:gd name="connsiteY99" fmla="*/ 2503869 h 2649426"/>
              <a:gd name="connsiteX100" fmla="*/ 3431219 w 12192000"/>
              <a:gd name="connsiteY100" fmla="*/ 2502163 h 2649426"/>
              <a:gd name="connsiteX101" fmla="*/ 3151243 w 12192000"/>
              <a:gd name="connsiteY101" fmla="*/ 2492405 h 2649426"/>
              <a:gd name="connsiteX102" fmla="*/ 3057639 w 12192000"/>
              <a:gd name="connsiteY102" fmla="*/ 2507988 h 2649426"/>
              <a:gd name="connsiteX103" fmla="*/ 2916555 w 12192000"/>
              <a:gd name="connsiteY103" fmla="*/ 2472028 h 2649426"/>
              <a:gd name="connsiteX104" fmla="*/ 2846802 w 12192000"/>
              <a:gd name="connsiteY104" fmla="*/ 2461014 h 2649426"/>
              <a:gd name="connsiteX105" fmla="*/ 2739588 w 12192000"/>
              <a:gd name="connsiteY105" fmla="*/ 2457956 h 2649426"/>
              <a:gd name="connsiteX106" fmla="*/ 2706684 w 12192000"/>
              <a:gd name="connsiteY106" fmla="*/ 2454540 h 2649426"/>
              <a:gd name="connsiteX107" fmla="*/ 2348435 w 12192000"/>
              <a:gd name="connsiteY107" fmla="*/ 2449176 h 2649426"/>
              <a:gd name="connsiteX108" fmla="*/ 2194299 w 12192000"/>
              <a:gd name="connsiteY108" fmla="*/ 2475215 h 2649426"/>
              <a:gd name="connsiteX109" fmla="*/ 1983009 w 12192000"/>
              <a:gd name="connsiteY109" fmla="*/ 2463117 h 2649426"/>
              <a:gd name="connsiteX110" fmla="*/ 1885040 w 12192000"/>
              <a:gd name="connsiteY110" fmla="*/ 2475917 h 2649426"/>
              <a:gd name="connsiteX111" fmla="*/ 1832317 w 12192000"/>
              <a:gd name="connsiteY111" fmla="*/ 2485332 h 2649426"/>
              <a:gd name="connsiteX112" fmla="*/ 1748729 w 12192000"/>
              <a:gd name="connsiteY112" fmla="*/ 2475325 h 2649426"/>
              <a:gd name="connsiteX113" fmla="*/ 1584574 w 12192000"/>
              <a:gd name="connsiteY113" fmla="*/ 2491479 h 2649426"/>
              <a:gd name="connsiteX114" fmla="*/ 1300369 w 12192000"/>
              <a:gd name="connsiteY114" fmla="*/ 2444914 h 2649426"/>
              <a:gd name="connsiteX115" fmla="*/ 1045572 w 12192000"/>
              <a:gd name="connsiteY115" fmla="*/ 2476491 h 2649426"/>
              <a:gd name="connsiteX116" fmla="*/ 957561 w 12192000"/>
              <a:gd name="connsiteY116" fmla="*/ 2484124 h 2649426"/>
              <a:gd name="connsiteX117" fmla="*/ 872692 w 12192000"/>
              <a:gd name="connsiteY117" fmla="*/ 2551368 h 2649426"/>
              <a:gd name="connsiteX118" fmla="*/ 653171 w 12192000"/>
              <a:gd name="connsiteY118" fmla="*/ 2607266 h 2649426"/>
              <a:gd name="connsiteX119" fmla="*/ 479703 w 12192000"/>
              <a:gd name="connsiteY119" fmla="*/ 2594204 h 2649426"/>
              <a:gd name="connsiteX120" fmla="*/ 441281 w 12192000"/>
              <a:gd name="connsiteY120" fmla="*/ 2605939 h 2649426"/>
              <a:gd name="connsiteX121" fmla="*/ 297100 w 12192000"/>
              <a:gd name="connsiteY121" fmla="*/ 2639558 h 2649426"/>
              <a:gd name="connsiteX122" fmla="*/ 97385 w 12192000"/>
              <a:gd name="connsiteY122" fmla="*/ 2636063 h 2649426"/>
              <a:gd name="connsiteX123" fmla="*/ 48888 w 12192000"/>
              <a:gd name="connsiteY123" fmla="*/ 2641447 h 2649426"/>
              <a:gd name="connsiteX124" fmla="*/ 0 w 12192000"/>
              <a:gd name="connsiteY124" fmla="*/ 2649426 h 2649426"/>
              <a:gd name="connsiteX125" fmla="*/ 0 w 12192000"/>
              <a:gd name="connsiteY125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12533 w 12192000"/>
              <a:gd name="connsiteY4" fmla="*/ 173720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538827 w 12192000"/>
              <a:gd name="connsiteY8" fmla="*/ 1639190 h 2649426"/>
              <a:gd name="connsiteX9" fmla="*/ 11319306 w 12192000"/>
              <a:gd name="connsiteY9" fmla="*/ 1630185 h 2649426"/>
              <a:gd name="connsiteX10" fmla="*/ 11234437 w 12192000"/>
              <a:gd name="connsiteY10" fmla="*/ 1562941 h 2649426"/>
              <a:gd name="connsiteX11" fmla="*/ 11146426 w 12192000"/>
              <a:gd name="connsiteY11" fmla="*/ 1555308 h 2649426"/>
              <a:gd name="connsiteX12" fmla="*/ 10891629 w 12192000"/>
              <a:gd name="connsiteY12" fmla="*/ 1523731 h 2649426"/>
              <a:gd name="connsiteX13" fmla="*/ 10607424 w 12192000"/>
              <a:gd name="connsiteY13" fmla="*/ 1570296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47130 w 12192000"/>
              <a:gd name="connsiteY17" fmla="*/ 1583380 h 2649426"/>
              <a:gd name="connsiteX18" fmla="*/ 10522252 w 12192000"/>
              <a:gd name="connsiteY18" fmla="*/ 1595065 h 2649426"/>
              <a:gd name="connsiteX19" fmla="*/ 10329259 w 12192000"/>
              <a:gd name="connsiteY19" fmla="*/ 1579142 h 2649426"/>
              <a:gd name="connsiteX20" fmla="*/ 10132610 w 12192000"/>
              <a:gd name="connsiteY20" fmla="*/ 1619865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28505 w 12192000"/>
              <a:gd name="connsiteY34" fmla="*/ 1838566 h 2649426"/>
              <a:gd name="connsiteX35" fmla="*/ 8316712 w 12192000"/>
              <a:gd name="connsiteY35" fmla="*/ 1855817 h 2649426"/>
              <a:gd name="connsiteX36" fmla="*/ 8279203 w 12192000"/>
              <a:gd name="connsiteY36" fmla="*/ 1870876 h 2649426"/>
              <a:gd name="connsiteX37" fmla="*/ 8216222 w 12192000"/>
              <a:gd name="connsiteY37" fmla="*/ 1895553 h 2649426"/>
              <a:gd name="connsiteX38" fmla="*/ 8119712 w 12192000"/>
              <a:gd name="connsiteY38" fmla="*/ 1947916 h 2649426"/>
              <a:gd name="connsiteX39" fmla="*/ 8100082 w 12192000"/>
              <a:gd name="connsiteY39" fmla="*/ 1922220 h 2649426"/>
              <a:gd name="connsiteX40" fmla="*/ 8043728 w 12192000"/>
              <a:gd name="connsiteY40" fmla="*/ 1944200 h 2649426"/>
              <a:gd name="connsiteX41" fmla="*/ 7958999 w 12192000"/>
              <a:gd name="connsiteY41" fmla="*/ 1980667 h 2649426"/>
              <a:gd name="connsiteX42" fmla="*/ 7908348 w 12192000"/>
              <a:gd name="connsiteY42" fmla="*/ 1994348 h 2649426"/>
              <a:gd name="connsiteX43" fmla="*/ 7771932 w 12192000"/>
              <a:gd name="connsiteY43" fmla="*/ 2039701 h 2649426"/>
              <a:gd name="connsiteX44" fmla="*/ 7579180 w 12192000"/>
              <a:gd name="connsiteY44" fmla="*/ 2150519 h 2649426"/>
              <a:gd name="connsiteX45" fmla="*/ 7571467 w 12192000"/>
              <a:gd name="connsiteY45" fmla="*/ 2153548 h 2649426"/>
              <a:gd name="connsiteX46" fmla="*/ 7549398 w 12192000"/>
              <a:gd name="connsiteY46" fmla="*/ 2153051 h 2649426"/>
              <a:gd name="connsiteX47" fmla="*/ 7540934 w 12192000"/>
              <a:gd name="connsiteY47" fmla="*/ 2151418 h 2649426"/>
              <a:gd name="connsiteX48" fmla="*/ 7528900 w 12192000"/>
              <a:gd name="connsiteY48" fmla="*/ 2152107 h 2649426"/>
              <a:gd name="connsiteX49" fmla="*/ 7528656 w 12192000"/>
              <a:gd name="connsiteY49" fmla="*/ 2152584 h 2649426"/>
              <a:gd name="connsiteX50" fmla="*/ 7517280 w 12192000"/>
              <a:gd name="connsiteY50" fmla="*/ 2152327 h 2649426"/>
              <a:gd name="connsiteX51" fmla="*/ 7460956 w 12192000"/>
              <a:gd name="connsiteY51" fmla="*/ 2145255 h 2649426"/>
              <a:gd name="connsiteX52" fmla="*/ 7393117 w 12192000"/>
              <a:gd name="connsiteY52" fmla="*/ 2193066 h 2649426"/>
              <a:gd name="connsiteX53" fmla="*/ 7363846 w 12192000"/>
              <a:gd name="connsiteY53" fmla="*/ 2202297 h 2649426"/>
              <a:gd name="connsiteX54" fmla="*/ 7348496 w 12192000"/>
              <a:gd name="connsiteY54" fmla="*/ 2209686 h 2649426"/>
              <a:gd name="connsiteX55" fmla="*/ 7338648 w 12192000"/>
              <a:gd name="connsiteY55" fmla="*/ 2198119 h 2649426"/>
              <a:gd name="connsiteX56" fmla="*/ 7293703 w 12192000"/>
              <a:gd name="connsiteY56" fmla="*/ 2204721 h 2649426"/>
              <a:gd name="connsiteX57" fmla="*/ 7286955 w 12192000"/>
              <a:gd name="connsiteY57" fmla="*/ 2207494 h 2649426"/>
              <a:gd name="connsiteX58" fmla="*/ 7251199 w 12192000"/>
              <a:gd name="connsiteY58" fmla="*/ 2198184 h 2649426"/>
              <a:gd name="connsiteX59" fmla="*/ 7233016 w 12192000"/>
              <a:gd name="connsiteY59" fmla="*/ 2195902 h 2649426"/>
              <a:gd name="connsiteX60" fmla="*/ 7227281 w 12192000"/>
              <a:gd name="connsiteY60" fmla="*/ 2190042 h 2649426"/>
              <a:gd name="connsiteX61" fmla="*/ 7200745 w 12192000"/>
              <a:gd name="connsiteY61" fmla="*/ 2189321 h 2649426"/>
              <a:gd name="connsiteX62" fmla="*/ 7197924 w 12192000"/>
              <a:gd name="connsiteY62" fmla="*/ 2191205 h 2649426"/>
              <a:gd name="connsiteX63" fmla="*/ 7175198 w 12192000"/>
              <a:gd name="connsiteY63" fmla="*/ 2183294 h 2649426"/>
              <a:gd name="connsiteX64" fmla="*/ 7100681 w 12192000"/>
              <a:gd name="connsiteY64" fmla="*/ 2167822 h 2649426"/>
              <a:gd name="connsiteX65" fmla="*/ 6932665 w 12192000"/>
              <a:gd name="connsiteY65" fmla="*/ 2162157 h 2649426"/>
              <a:gd name="connsiteX66" fmla="*/ 6700029 w 12192000"/>
              <a:gd name="connsiteY66" fmla="*/ 2158310 h 2649426"/>
              <a:gd name="connsiteX67" fmla="*/ 6271707 w 12192000"/>
              <a:gd name="connsiteY67" fmla="*/ 2183170 h 2649426"/>
              <a:gd name="connsiteX68" fmla="*/ 6196177 w 12192000"/>
              <a:gd name="connsiteY68" fmla="*/ 2200059 h 2649426"/>
              <a:gd name="connsiteX69" fmla="*/ 6125472 w 12192000"/>
              <a:gd name="connsiteY69" fmla="*/ 2178263 h 2649426"/>
              <a:gd name="connsiteX70" fmla="*/ 6098878 w 12192000"/>
              <a:gd name="connsiteY70" fmla="*/ 2192939 h 2649426"/>
              <a:gd name="connsiteX71" fmla="*/ 6094339 w 12192000"/>
              <a:gd name="connsiteY71" fmla="*/ 2195871 h 2649426"/>
              <a:gd name="connsiteX72" fmla="*/ 6075163 w 12192000"/>
              <a:gd name="connsiteY72" fmla="*/ 2198856 h 2649426"/>
              <a:gd name="connsiteX73" fmla="*/ 6071016 w 12192000"/>
              <a:gd name="connsiteY73" fmla="*/ 2210639 h 2649426"/>
              <a:gd name="connsiteX74" fmla="*/ 6043058 w 12192000"/>
              <a:gd name="connsiteY74" fmla="*/ 2222971 h 2649426"/>
              <a:gd name="connsiteX75" fmla="*/ 6007411 w 12192000"/>
              <a:gd name="connsiteY75" fmla="*/ 2225411 h 2649426"/>
              <a:gd name="connsiteX76" fmla="*/ 5836800 w 12192000"/>
              <a:gd name="connsiteY76" fmla="*/ 2224771 h 2649426"/>
              <a:gd name="connsiteX77" fmla="*/ 5735414 w 12192000"/>
              <a:gd name="connsiteY77" fmla="*/ 2231366 h 2649426"/>
              <a:gd name="connsiteX78" fmla="*/ 5697982 w 12192000"/>
              <a:gd name="connsiteY78" fmla="*/ 2244836 h 2649426"/>
              <a:gd name="connsiteX79" fmla="*/ 5644981 w 12192000"/>
              <a:gd name="connsiteY79" fmla="*/ 2256274 h 2649426"/>
              <a:gd name="connsiteX80" fmla="*/ 5552282 w 12192000"/>
              <a:gd name="connsiteY80" fmla="*/ 2284946 h 2649426"/>
              <a:gd name="connsiteX81" fmla="*/ 5426280 w 12192000"/>
              <a:gd name="connsiteY81" fmla="*/ 2290560 h 2649426"/>
              <a:gd name="connsiteX82" fmla="*/ 5329896 w 12192000"/>
              <a:gd name="connsiteY82" fmla="*/ 2279209 h 2649426"/>
              <a:gd name="connsiteX83" fmla="*/ 5322508 w 12192000"/>
              <a:gd name="connsiteY83" fmla="*/ 2288005 h 2649426"/>
              <a:gd name="connsiteX84" fmla="*/ 5258237 w 12192000"/>
              <a:gd name="connsiteY84" fmla="*/ 2290475 h 2649426"/>
              <a:gd name="connsiteX85" fmla="*/ 5027899 w 12192000"/>
              <a:gd name="connsiteY85" fmla="*/ 2242653 h 2649426"/>
              <a:gd name="connsiteX86" fmla="*/ 4902443 w 12192000"/>
              <a:gd name="connsiteY86" fmla="*/ 2249037 h 2649426"/>
              <a:gd name="connsiteX87" fmla="*/ 4858751 w 12192000"/>
              <a:gd name="connsiteY87" fmla="*/ 2260409 h 2649426"/>
              <a:gd name="connsiteX88" fmla="*/ 4785497 w 12192000"/>
              <a:gd name="connsiteY88" fmla="*/ 2278897 h 2649426"/>
              <a:gd name="connsiteX89" fmla="*/ 4732807 w 12192000"/>
              <a:gd name="connsiteY89" fmla="*/ 2315139 h 2649426"/>
              <a:gd name="connsiteX90" fmla="*/ 4670737 w 12192000"/>
              <a:gd name="connsiteY90" fmla="*/ 2321711 h 2649426"/>
              <a:gd name="connsiteX91" fmla="*/ 4489013 w 12192000"/>
              <a:gd name="connsiteY91" fmla="*/ 2338805 h 2649426"/>
              <a:gd name="connsiteX92" fmla="*/ 4431159 w 12192000"/>
              <a:gd name="connsiteY92" fmla="*/ 2347536 h 2649426"/>
              <a:gd name="connsiteX93" fmla="*/ 4273885 w 12192000"/>
              <a:gd name="connsiteY93" fmla="*/ 2379520 h 2649426"/>
              <a:gd name="connsiteX94" fmla="*/ 4116925 w 12192000"/>
              <a:gd name="connsiteY94" fmla="*/ 2417756 h 2649426"/>
              <a:gd name="connsiteX95" fmla="*/ 4027169 w 12192000"/>
              <a:gd name="connsiteY95" fmla="*/ 2475399 h 2649426"/>
              <a:gd name="connsiteX96" fmla="*/ 3897799 w 12192000"/>
              <a:gd name="connsiteY96" fmla="*/ 2503049 h 2649426"/>
              <a:gd name="connsiteX97" fmla="*/ 3876619 w 12192000"/>
              <a:gd name="connsiteY97" fmla="*/ 2512804 h 2649426"/>
              <a:gd name="connsiteX98" fmla="*/ 3721493 w 12192000"/>
              <a:gd name="connsiteY98" fmla="*/ 2497646 h 2649426"/>
              <a:gd name="connsiteX99" fmla="*/ 3504883 w 12192000"/>
              <a:gd name="connsiteY99" fmla="*/ 2503869 h 2649426"/>
              <a:gd name="connsiteX100" fmla="*/ 3431219 w 12192000"/>
              <a:gd name="connsiteY100" fmla="*/ 2502163 h 2649426"/>
              <a:gd name="connsiteX101" fmla="*/ 3151243 w 12192000"/>
              <a:gd name="connsiteY101" fmla="*/ 2492405 h 2649426"/>
              <a:gd name="connsiteX102" fmla="*/ 3057639 w 12192000"/>
              <a:gd name="connsiteY102" fmla="*/ 2507988 h 2649426"/>
              <a:gd name="connsiteX103" fmla="*/ 2916555 w 12192000"/>
              <a:gd name="connsiteY103" fmla="*/ 2472028 h 2649426"/>
              <a:gd name="connsiteX104" fmla="*/ 2846802 w 12192000"/>
              <a:gd name="connsiteY104" fmla="*/ 2461014 h 2649426"/>
              <a:gd name="connsiteX105" fmla="*/ 2739588 w 12192000"/>
              <a:gd name="connsiteY105" fmla="*/ 2457956 h 2649426"/>
              <a:gd name="connsiteX106" fmla="*/ 2706684 w 12192000"/>
              <a:gd name="connsiteY106" fmla="*/ 2454540 h 2649426"/>
              <a:gd name="connsiteX107" fmla="*/ 2348435 w 12192000"/>
              <a:gd name="connsiteY107" fmla="*/ 2449176 h 2649426"/>
              <a:gd name="connsiteX108" fmla="*/ 2194299 w 12192000"/>
              <a:gd name="connsiteY108" fmla="*/ 2475215 h 2649426"/>
              <a:gd name="connsiteX109" fmla="*/ 1983009 w 12192000"/>
              <a:gd name="connsiteY109" fmla="*/ 2463117 h 2649426"/>
              <a:gd name="connsiteX110" fmla="*/ 1885040 w 12192000"/>
              <a:gd name="connsiteY110" fmla="*/ 2475917 h 2649426"/>
              <a:gd name="connsiteX111" fmla="*/ 1832317 w 12192000"/>
              <a:gd name="connsiteY111" fmla="*/ 2485332 h 2649426"/>
              <a:gd name="connsiteX112" fmla="*/ 1748729 w 12192000"/>
              <a:gd name="connsiteY112" fmla="*/ 2475325 h 2649426"/>
              <a:gd name="connsiteX113" fmla="*/ 1584574 w 12192000"/>
              <a:gd name="connsiteY113" fmla="*/ 2491479 h 2649426"/>
              <a:gd name="connsiteX114" fmla="*/ 1300369 w 12192000"/>
              <a:gd name="connsiteY114" fmla="*/ 2444914 h 2649426"/>
              <a:gd name="connsiteX115" fmla="*/ 1045572 w 12192000"/>
              <a:gd name="connsiteY115" fmla="*/ 2476491 h 2649426"/>
              <a:gd name="connsiteX116" fmla="*/ 957561 w 12192000"/>
              <a:gd name="connsiteY116" fmla="*/ 2484124 h 2649426"/>
              <a:gd name="connsiteX117" fmla="*/ 872692 w 12192000"/>
              <a:gd name="connsiteY117" fmla="*/ 2551368 h 2649426"/>
              <a:gd name="connsiteX118" fmla="*/ 653171 w 12192000"/>
              <a:gd name="connsiteY118" fmla="*/ 2607266 h 2649426"/>
              <a:gd name="connsiteX119" fmla="*/ 479703 w 12192000"/>
              <a:gd name="connsiteY119" fmla="*/ 2594204 h 2649426"/>
              <a:gd name="connsiteX120" fmla="*/ 441281 w 12192000"/>
              <a:gd name="connsiteY120" fmla="*/ 2605939 h 2649426"/>
              <a:gd name="connsiteX121" fmla="*/ 297100 w 12192000"/>
              <a:gd name="connsiteY121" fmla="*/ 2639558 h 2649426"/>
              <a:gd name="connsiteX122" fmla="*/ 97385 w 12192000"/>
              <a:gd name="connsiteY122" fmla="*/ 2636063 h 2649426"/>
              <a:gd name="connsiteX123" fmla="*/ 48888 w 12192000"/>
              <a:gd name="connsiteY123" fmla="*/ 2641447 h 2649426"/>
              <a:gd name="connsiteX124" fmla="*/ 0 w 12192000"/>
              <a:gd name="connsiteY124" fmla="*/ 2649426 h 2649426"/>
              <a:gd name="connsiteX125" fmla="*/ 0 w 12192000"/>
              <a:gd name="connsiteY125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12533 w 12192000"/>
              <a:gd name="connsiteY4" fmla="*/ 173720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538827 w 12192000"/>
              <a:gd name="connsiteY8" fmla="*/ 1639190 h 2649426"/>
              <a:gd name="connsiteX9" fmla="*/ 11319306 w 12192000"/>
              <a:gd name="connsiteY9" fmla="*/ 1630185 h 2649426"/>
              <a:gd name="connsiteX10" fmla="*/ 11234437 w 12192000"/>
              <a:gd name="connsiteY10" fmla="*/ 1562941 h 2649426"/>
              <a:gd name="connsiteX11" fmla="*/ 11146426 w 12192000"/>
              <a:gd name="connsiteY11" fmla="*/ 1555308 h 2649426"/>
              <a:gd name="connsiteX12" fmla="*/ 10891629 w 12192000"/>
              <a:gd name="connsiteY12" fmla="*/ 1523731 h 2649426"/>
              <a:gd name="connsiteX13" fmla="*/ 10607424 w 12192000"/>
              <a:gd name="connsiteY13" fmla="*/ 1570296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47130 w 12192000"/>
              <a:gd name="connsiteY17" fmla="*/ 1583380 h 2649426"/>
              <a:gd name="connsiteX18" fmla="*/ 10522252 w 12192000"/>
              <a:gd name="connsiteY18" fmla="*/ 1595065 h 2649426"/>
              <a:gd name="connsiteX19" fmla="*/ 10329259 w 12192000"/>
              <a:gd name="connsiteY19" fmla="*/ 1579142 h 2649426"/>
              <a:gd name="connsiteX20" fmla="*/ 10132610 w 12192000"/>
              <a:gd name="connsiteY20" fmla="*/ 1619865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28505 w 12192000"/>
              <a:gd name="connsiteY34" fmla="*/ 1838566 h 2649426"/>
              <a:gd name="connsiteX35" fmla="*/ 8316712 w 12192000"/>
              <a:gd name="connsiteY35" fmla="*/ 1855817 h 2649426"/>
              <a:gd name="connsiteX36" fmla="*/ 8279203 w 12192000"/>
              <a:gd name="connsiteY36" fmla="*/ 1870876 h 2649426"/>
              <a:gd name="connsiteX37" fmla="*/ 8216222 w 12192000"/>
              <a:gd name="connsiteY37" fmla="*/ 1895553 h 2649426"/>
              <a:gd name="connsiteX38" fmla="*/ 8119712 w 12192000"/>
              <a:gd name="connsiteY38" fmla="*/ 1947916 h 2649426"/>
              <a:gd name="connsiteX39" fmla="*/ 8100082 w 12192000"/>
              <a:gd name="connsiteY39" fmla="*/ 1922220 h 2649426"/>
              <a:gd name="connsiteX40" fmla="*/ 8043728 w 12192000"/>
              <a:gd name="connsiteY40" fmla="*/ 1944200 h 2649426"/>
              <a:gd name="connsiteX41" fmla="*/ 7958999 w 12192000"/>
              <a:gd name="connsiteY41" fmla="*/ 1980667 h 2649426"/>
              <a:gd name="connsiteX42" fmla="*/ 7908348 w 12192000"/>
              <a:gd name="connsiteY42" fmla="*/ 1994348 h 2649426"/>
              <a:gd name="connsiteX43" fmla="*/ 7771932 w 12192000"/>
              <a:gd name="connsiteY43" fmla="*/ 2039701 h 2649426"/>
              <a:gd name="connsiteX44" fmla="*/ 7579180 w 12192000"/>
              <a:gd name="connsiteY44" fmla="*/ 2150519 h 2649426"/>
              <a:gd name="connsiteX45" fmla="*/ 7571467 w 12192000"/>
              <a:gd name="connsiteY45" fmla="*/ 2153548 h 2649426"/>
              <a:gd name="connsiteX46" fmla="*/ 7549398 w 12192000"/>
              <a:gd name="connsiteY46" fmla="*/ 2153051 h 2649426"/>
              <a:gd name="connsiteX47" fmla="*/ 7540934 w 12192000"/>
              <a:gd name="connsiteY47" fmla="*/ 2151418 h 2649426"/>
              <a:gd name="connsiteX48" fmla="*/ 7528900 w 12192000"/>
              <a:gd name="connsiteY48" fmla="*/ 2152107 h 2649426"/>
              <a:gd name="connsiteX49" fmla="*/ 7528656 w 12192000"/>
              <a:gd name="connsiteY49" fmla="*/ 2152584 h 2649426"/>
              <a:gd name="connsiteX50" fmla="*/ 7517280 w 12192000"/>
              <a:gd name="connsiteY50" fmla="*/ 2152327 h 2649426"/>
              <a:gd name="connsiteX51" fmla="*/ 7460956 w 12192000"/>
              <a:gd name="connsiteY51" fmla="*/ 2145255 h 2649426"/>
              <a:gd name="connsiteX52" fmla="*/ 7393117 w 12192000"/>
              <a:gd name="connsiteY52" fmla="*/ 2193066 h 2649426"/>
              <a:gd name="connsiteX53" fmla="*/ 7363846 w 12192000"/>
              <a:gd name="connsiteY53" fmla="*/ 2202297 h 2649426"/>
              <a:gd name="connsiteX54" fmla="*/ 7348496 w 12192000"/>
              <a:gd name="connsiteY54" fmla="*/ 2209686 h 2649426"/>
              <a:gd name="connsiteX55" fmla="*/ 7338648 w 12192000"/>
              <a:gd name="connsiteY55" fmla="*/ 2198119 h 2649426"/>
              <a:gd name="connsiteX56" fmla="*/ 7293703 w 12192000"/>
              <a:gd name="connsiteY56" fmla="*/ 2204721 h 2649426"/>
              <a:gd name="connsiteX57" fmla="*/ 7286955 w 12192000"/>
              <a:gd name="connsiteY57" fmla="*/ 2207494 h 2649426"/>
              <a:gd name="connsiteX58" fmla="*/ 7251199 w 12192000"/>
              <a:gd name="connsiteY58" fmla="*/ 2198184 h 2649426"/>
              <a:gd name="connsiteX59" fmla="*/ 7233016 w 12192000"/>
              <a:gd name="connsiteY59" fmla="*/ 2195902 h 2649426"/>
              <a:gd name="connsiteX60" fmla="*/ 7227281 w 12192000"/>
              <a:gd name="connsiteY60" fmla="*/ 2190042 h 2649426"/>
              <a:gd name="connsiteX61" fmla="*/ 7200745 w 12192000"/>
              <a:gd name="connsiteY61" fmla="*/ 2189321 h 2649426"/>
              <a:gd name="connsiteX62" fmla="*/ 7197924 w 12192000"/>
              <a:gd name="connsiteY62" fmla="*/ 2191205 h 2649426"/>
              <a:gd name="connsiteX63" fmla="*/ 7175198 w 12192000"/>
              <a:gd name="connsiteY63" fmla="*/ 2183294 h 2649426"/>
              <a:gd name="connsiteX64" fmla="*/ 7100681 w 12192000"/>
              <a:gd name="connsiteY64" fmla="*/ 2167822 h 2649426"/>
              <a:gd name="connsiteX65" fmla="*/ 6932665 w 12192000"/>
              <a:gd name="connsiteY65" fmla="*/ 2162157 h 2649426"/>
              <a:gd name="connsiteX66" fmla="*/ 6700029 w 12192000"/>
              <a:gd name="connsiteY66" fmla="*/ 2158310 h 2649426"/>
              <a:gd name="connsiteX67" fmla="*/ 6271707 w 12192000"/>
              <a:gd name="connsiteY67" fmla="*/ 2183170 h 2649426"/>
              <a:gd name="connsiteX68" fmla="*/ 6196177 w 12192000"/>
              <a:gd name="connsiteY68" fmla="*/ 2200059 h 2649426"/>
              <a:gd name="connsiteX69" fmla="*/ 6125472 w 12192000"/>
              <a:gd name="connsiteY69" fmla="*/ 2178263 h 2649426"/>
              <a:gd name="connsiteX70" fmla="*/ 6098878 w 12192000"/>
              <a:gd name="connsiteY70" fmla="*/ 2192939 h 2649426"/>
              <a:gd name="connsiteX71" fmla="*/ 6094339 w 12192000"/>
              <a:gd name="connsiteY71" fmla="*/ 2195871 h 2649426"/>
              <a:gd name="connsiteX72" fmla="*/ 6075163 w 12192000"/>
              <a:gd name="connsiteY72" fmla="*/ 2198856 h 2649426"/>
              <a:gd name="connsiteX73" fmla="*/ 6071016 w 12192000"/>
              <a:gd name="connsiteY73" fmla="*/ 2210639 h 2649426"/>
              <a:gd name="connsiteX74" fmla="*/ 6043058 w 12192000"/>
              <a:gd name="connsiteY74" fmla="*/ 2222971 h 2649426"/>
              <a:gd name="connsiteX75" fmla="*/ 6007411 w 12192000"/>
              <a:gd name="connsiteY75" fmla="*/ 2225411 h 2649426"/>
              <a:gd name="connsiteX76" fmla="*/ 5836800 w 12192000"/>
              <a:gd name="connsiteY76" fmla="*/ 2224771 h 2649426"/>
              <a:gd name="connsiteX77" fmla="*/ 5735414 w 12192000"/>
              <a:gd name="connsiteY77" fmla="*/ 2231366 h 2649426"/>
              <a:gd name="connsiteX78" fmla="*/ 5697982 w 12192000"/>
              <a:gd name="connsiteY78" fmla="*/ 2244836 h 2649426"/>
              <a:gd name="connsiteX79" fmla="*/ 5644981 w 12192000"/>
              <a:gd name="connsiteY79" fmla="*/ 2256274 h 2649426"/>
              <a:gd name="connsiteX80" fmla="*/ 5552282 w 12192000"/>
              <a:gd name="connsiteY80" fmla="*/ 2284946 h 2649426"/>
              <a:gd name="connsiteX81" fmla="*/ 5426280 w 12192000"/>
              <a:gd name="connsiteY81" fmla="*/ 2290560 h 2649426"/>
              <a:gd name="connsiteX82" fmla="*/ 5329896 w 12192000"/>
              <a:gd name="connsiteY82" fmla="*/ 2279209 h 2649426"/>
              <a:gd name="connsiteX83" fmla="*/ 5322508 w 12192000"/>
              <a:gd name="connsiteY83" fmla="*/ 2288005 h 2649426"/>
              <a:gd name="connsiteX84" fmla="*/ 5258237 w 12192000"/>
              <a:gd name="connsiteY84" fmla="*/ 2290475 h 2649426"/>
              <a:gd name="connsiteX85" fmla="*/ 5027899 w 12192000"/>
              <a:gd name="connsiteY85" fmla="*/ 2242653 h 2649426"/>
              <a:gd name="connsiteX86" fmla="*/ 4902443 w 12192000"/>
              <a:gd name="connsiteY86" fmla="*/ 2249037 h 2649426"/>
              <a:gd name="connsiteX87" fmla="*/ 4858751 w 12192000"/>
              <a:gd name="connsiteY87" fmla="*/ 2260409 h 2649426"/>
              <a:gd name="connsiteX88" fmla="*/ 4785497 w 12192000"/>
              <a:gd name="connsiteY88" fmla="*/ 2278897 h 2649426"/>
              <a:gd name="connsiteX89" fmla="*/ 4732807 w 12192000"/>
              <a:gd name="connsiteY89" fmla="*/ 2315139 h 2649426"/>
              <a:gd name="connsiteX90" fmla="*/ 4670737 w 12192000"/>
              <a:gd name="connsiteY90" fmla="*/ 2321711 h 2649426"/>
              <a:gd name="connsiteX91" fmla="*/ 4489013 w 12192000"/>
              <a:gd name="connsiteY91" fmla="*/ 2338805 h 2649426"/>
              <a:gd name="connsiteX92" fmla="*/ 4431159 w 12192000"/>
              <a:gd name="connsiteY92" fmla="*/ 2347536 h 2649426"/>
              <a:gd name="connsiteX93" fmla="*/ 4273885 w 12192000"/>
              <a:gd name="connsiteY93" fmla="*/ 2379520 h 2649426"/>
              <a:gd name="connsiteX94" fmla="*/ 4116925 w 12192000"/>
              <a:gd name="connsiteY94" fmla="*/ 2417756 h 2649426"/>
              <a:gd name="connsiteX95" fmla="*/ 4027169 w 12192000"/>
              <a:gd name="connsiteY95" fmla="*/ 2475399 h 2649426"/>
              <a:gd name="connsiteX96" fmla="*/ 3897799 w 12192000"/>
              <a:gd name="connsiteY96" fmla="*/ 2503049 h 2649426"/>
              <a:gd name="connsiteX97" fmla="*/ 3876619 w 12192000"/>
              <a:gd name="connsiteY97" fmla="*/ 2512804 h 2649426"/>
              <a:gd name="connsiteX98" fmla="*/ 3721493 w 12192000"/>
              <a:gd name="connsiteY98" fmla="*/ 2497646 h 2649426"/>
              <a:gd name="connsiteX99" fmla="*/ 3504883 w 12192000"/>
              <a:gd name="connsiteY99" fmla="*/ 2503869 h 2649426"/>
              <a:gd name="connsiteX100" fmla="*/ 3431219 w 12192000"/>
              <a:gd name="connsiteY100" fmla="*/ 2502163 h 2649426"/>
              <a:gd name="connsiteX101" fmla="*/ 3151243 w 12192000"/>
              <a:gd name="connsiteY101" fmla="*/ 2492405 h 2649426"/>
              <a:gd name="connsiteX102" fmla="*/ 3057639 w 12192000"/>
              <a:gd name="connsiteY102" fmla="*/ 2507988 h 2649426"/>
              <a:gd name="connsiteX103" fmla="*/ 2916555 w 12192000"/>
              <a:gd name="connsiteY103" fmla="*/ 2472028 h 2649426"/>
              <a:gd name="connsiteX104" fmla="*/ 2846802 w 12192000"/>
              <a:gd name="connsiteY104" fmla="*/ 2461014 h 2649426"/>
              <a:gd name="connsiteX105" fmla="*/ 2739588 w 12192000"/>
              <a:gd name="connsiteY105" fmla="*/ 2457956 h 2649426"/>
              <a:gd name="connsiteX106" fmla="*/ 2706684 w 12192000"/>
              <a:gd name="connsiteY106" fmla="*/ 2454540 h 2649426"/>
              <a:gd name="connsiteX107" fmla="*/ 2348435 w 12192000"/>
              <a:gd name="connsiteY107" fmla="*/ 2449176 h 2649426"/>
              <a:gd name="connsiteX108" fmla="*/ 2194299 w 12192000"/>
              <a:gd name="connsiteY108" fmla="*/ 2475215 h 2649426"/>
              <a:gd name="connsiteX109" fmla="*/ 1983009 w 12192000"/>
              <a:gd name="connsiteY109" fmla="*/ 2463117 h 2649426"/>
              <a:gd name="connsiteX110" fmla="*/ 1885040 w 12192000"/>
              <a:gd name="connsiteY110" fmla="*/ 2475917 h 2649426"/>
              <a:gd name="connsiteX111" fmla="*/ 1832317 w 12192000"/>
              <a:gd name="connsiteY111" fmla="*/ 2485332 h 2649426"/>
              <a:gd name="connsiteX112" fmla="*/ 1748729 w 12192000"/>
              <a:gd name="connsiteY112" fmla="*/ 2475325 h 2649426"/>
              <a:gd name="connsiteX113" fmla="*/ 1584574 w 12192000"/>
              <a:gd name="connsiteY113" fmla="*/ 2491479 h 2649426"/>
              <a:gd name="connsiteX114" fmla="*/ 1300369 w 12192000"/>
              <a:gd name="connsiteY114" fmla="*/ 2444914 h 2649426"/>
              <a:gd name="connsiteX115" fmla="*/ 1081876 w 12192000"/>
              <a:gd name="connsiteY115" fmla="*/ 2476491 h 2649426"/>
              <a:gd name="connsiteX116" fmla="*/ 957561 w 12192000"/>
              <a:gd name="connsiteY116" fmla="*/ 2484124 h 2649426"/>
              <a:gd name="connsiteX117" fmla="*/ 872692 w 12192000"/>
              <a:gd name="connsiteY117" fmla="*/ 2551368 h 2649426"/>
              <a:gd name="connsiteX118" fmla="*/ 653171 w 12192000"/>
              <a:gd name="connsiteY118" fmla="*/ 2607266 h 2649426"/>
              <a:gd name="connsiteX119" fmla="*/ 479703 w 12192000"/>
              <a:gd name="connsiteY119" fmla="*/ 2594204 h 2649426"/>
              <a:gd name="connsiteX120" fmla="*/ 441281 w 12192000"/>
              <a:gd name="connsiteY120" fmla="*/ 2605939 h 2649426"/>
              <a:gd name="connsiteX121" fmla="*/ 297100 w 12192000"/>
              <a:gd name="connsiteY121" fmla="*/ 2639558 h 2649426"/>
              <a:gd name="connsiteX122" fmla="*/ 97385 w 12192000"/>
              <a:gd name="connsiteY122" fmla="*/ 2636063 h 2649426"/>
              <a:gd name="connsiteX123" fmla="*/ 48888 w 12192000"/>
              <a:gd name="connsiteY123" fmla="*/ 2641447 h 2649426"/>
              <a:gd name="connsiteX124" fmla="*/ 0 w 12192000"/>
              <a:gd name="connsiteY124" fmla="*/ 2649426 h 2649426"/>
              <a:gd name="connsiteX125" fmla="*/ 0 w 12192000"/>
              <a:gd name="connsiteY125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12533 w 12192000"/>
              <a:gd name="connsiteY4" fmla="*/ 173720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538827 w 12192000"/>
              <a:gd name="connsiteY8" fmla="*/ 1639190 h 2649426"/>
              <a:gd name="connsiteX9" fmla="*/ 11319306 w 12192000"/>
              <a:gd name="connsiteY9" fmla="*/ 1630185 h 2649426"/>
              <a:gd name="connsiteX10" fmla="*/ 11234437 w 12192000"/>
              <a:gd name="connsiteY10" fmla="*/ 1562941 h 2649426"/>
              <a:gd name="connsiteX11" fmla="*/ 11146426 w 12192000"/>
              <a:gd name="connsiteY11" fmla="*/ 1555308 h 2649426"/>
              <a:gd name="connsiteX12" fmla="*/ 10891629 w 12192000"/>
              <a:gd name="connsiteY12" fmla="*/ 1523731 h 2649426"/>
              <a:gd name="connsiteX13" fmla="*/ 10607424 w 12192000"/>
              <a:gd name="connsiteY13" fmla="*/ 1570296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47130 w 12192000"/>
              <a:gd name="connsiteY17" fmla="*/ 1583380 h 2649426"/>
              <a:gd name="connsiteX18" fmla="*/ 10522252 w 12192000"/>
              <a:gd name="connsiteY18" fmla="*/ 1595065 h 2649426"/>
              <a:gd name="connsiteX19" fmla="*/ 10329259 w 12192000"/>
              <a:gd name="connsiteY19" fmla="*/ 1579142 h 2649426"/>
              <a:gd name="connsiteX20" fmla="*/ 10132610 w 12192000"/>
              <a:gd name="connsiteY20" fmla="*/ 1619865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28505 w 12192000"/>
              <a:gd name="connsiteY34" fmla="*/ 1838566 h 2649426"/>
              <a:gd name="connsiteX35" fmla="*/ 8316712 w 12192000"/>
              <a:gd name="connsiteY35" fmla="*/ 1855817 h 2649426"/>
              <a:gd name="connsiteX36" fmla="*/ 8279203 w 12192000"/>
              <a:gd name="connsiteY36" fmla="*/ 1870876 h 2649426"/>
              <a:gd name="connsiteX37" fmla="*/ 8216222 w 12192000"/>
              <a:gd name="connsiteY37" fmla="*/ 1895553 h 2649426"/>
              <a:gd name="connsiteX38" fmla="*/ 8119712 w 12192000"/>
              <a:gd name="connsiteY38" fmla="*/ 1947916 h 2649426"/>
              <a:gd name="connsiteX39" fmla="*/ 8100082 w 12192000"/>
              <a:gd name="connsiteY39" fmla="*/ 1922220 h 2649426"/>
              <a:gd name="connsiteX40" fmla="*/ 8043728 w 12192000"/>
              <a:gd name="connsiteY40" fmla="*/ 1944200 h 2649426"/>
              <a:gd name="connsiteX41" fmla="*/ 7958999 w 12192000"/>
              <a:gd name="connsiteY41" fmla="*/ 1980667 h 2649426"/>
              <a:gd name="connsiteX42" fmla="*/ 7908348 w 12192000"/>
              <a:gd name="connsiteY42" fmla="*/ 1994348 h 2649426"/>
              <a:gd name="connsiteX43" fmla="*/ 7771932 w 12192000"/>
              <a:gd name="connsiteY43" fmla="*/ 2039701 h 2649426"/>
              <a:gd name="connsiteX44" fmla="*/ 7579180 w 12192000"/>
              <a:gd name="connsiteY44" fmla="*/ 2150519 h 2649426"/>
              <a:gd name="connsiteX45" fmla="*/ 7571467 w 12192000"/>
              <a:gd name="connsiteY45" fmla="*/ 2153548 h 2649426"/>
              <a:gd name="connsiteX46" fmla="*/ 7549398 w 12192000"/>
              <a:gd name="connsiteY46" fmla="*/ 2153051 h 2649426"/>
              <a:gd name="connsiteX47" fmla="*/ 7540934 w 12192000"/>
              <a:gd name="connsiteY47" fmla="*/ 2151418 h 2649426"/>
              <a:gd name="connsiteX48" fmla="*/ 7528900 w 12192000"/>
              <a:gd name="connsiteY48" fmla="*/ 2152107 h 2649426"/>
              <a:gd name="connsiteX49" fmla="*/ 7528656 w 12192000"/>
              <a:gd name="connsiteY49" fmla="*/ 2152584 h 2649426"/>
              <a:gd name="connsiteX50" fmla="*/ 7517280 w 12192000"/>
              <a:gd name="connsiteY50" fmla="*/ 2152327 h 2649426"/>
              <a:gd name="connsiteX51" fmla="*/ 7460956 w 12192000"/>
              <a:gd name="connsiteY51" fmla="*/ 2145255 h 2649426"/>
              <a:gd name="connsiteX52" fmla="*/ 7393117 w 12192000"/>
              <a:gd name="connsiteY52" fmla="*/ 2193066 h 2649426"/>
              <a:gd name="connsiteX53" fmla="*/ 7363846 w 12192000"/>
              <a:gd name="connsiteY53" fmla="*/ 2202297 h 2649426"/>
              <a:gd name="connsiteX54" fmla="*/ 7348496 w 12192000"/>
              <a:gd name="connsiteY54" fmla="*/ 2209686 h 2649426"/>
              <a:gd name="connsiteX55" fmla="*/ 7338648 w 12192000"/>
              <a:gd name="connsiteY55" fmla="*/ 2198119 h 2649426"/>
              <a:gd name="connsiteX56" fmla="*/ 7293703 w 12192000"/>
              <a:gd name="connsiteY56" fmla="*/ 2204721 h 2649426"/>
              <a:gd name="connsiteX57" fmla="*/ 7286955 w 12192000"/>
              <a:gd name="connsiteY57" fmla="*/ 2207494 h 2649426"/>
              <a:gd name="connsiteX58" fmla="*/ 7251199 w 12192000"/>
              <a:gd name="connsiteY58" fmla="*/ 2198184 h 2649426"/>
              <a:gd name="connsiteX59" fmla="*/ 7233016 w 12192000"/>
              <a:gd name="connsiteY59" fmla="*/ 2195902 h 2649426"/>
              <a:gd name="connsiteX60" fmla="*/ 7227281 w 12192000"/>
              <a:gd name="connsiteY60" fmla="*/ 2190042 h 2649426"/>
              <a:gd name="connsiteX61" fmla="*/ 7200745 w 12192000"/>
              <a:gd name="connsiteY61" fmla="*/ 2189321 h 2649426"/>
              <a:gd name="connsiteX62" fmla="*/ 7197924 w 12192000"/>
              <a:gd name="connsiteY62" fmla="*/ 2191205 h 2649426"/>
              <a:gd name="connsiteX63" fmla="*/ 7175198 w 12192000"/>
              <a:gd name="connsiteY63" fmla="*/ 2183294 h 2649426"/>
              <a:gd name="connsiteX64" fmla="*/ 7100681 w 12192000"/>
              <a:gd name="connsiteY64" fmla="*/ 2167822 h 2649426"/>
              <a:gd name="connsiteX65" fmla="*/ 6932665 w 12192000"/>
              <a:gd name="connsiteY65" fmla="*/ 2162157 h 2649426"/>
              <a:gd name="connsiteX66" fmla="*/ 6700029 w 12192000"/>
              <a:gd name="connsiteY66" fmla="*/ 2158310 h 2649426"/>
              <a:gd name="connsiteX67" fmla="*/ 6271707 w 12192000"/>
              <a:gd name="connsiteY67" fmla="*/ 2183170 h 2649426"/>
              <a:gd name="connsiteX68" fmla="*/ 6196177 w 12192000"/>
              <a:gd name="connsiteY68" fmla="*/ 2200059 h 2649426"/>
              <a:gd name="connsiteX69" fmla="*/ 6125472 w 12192000"/>
              <a:gd name="connsiteY69" fmla="*/ 2178263 h 2649426"/>
              <a:gd name="connsiteX70" fmla="*/ 6098878 w 12192000"/>
              <a:gd name="connsiteY70" fmla="*/ 2192939 h 2649426"/>
              <a:gd name="connsiteX71" fmla="*/ 6094339 w 12192000"/>
              <a:gd name="connsiteY71" fmla="*/ 2195871 h 2649426"/>
              <a:gd name="connsiteX72" fmla="*/ 6075163 w 12192000"/>
              <a:gd name="connsiteY72" fmla="*/ 2198856 h 2649426"/>
              <a:gd name="connsiteX73" fmla="*/ 6071016 w 12192000"/>
              <a:gd name="connsiteY73" fmla="*/ 2210639 h 2649426"/>
              <a:gd name="connsiteX74" fmla="*/ 6043058 w 12192000"/>
              <a:gd name="connsiteY74" fmla="*/ 2222971 h 2649426"/>
              <a:gd name="connsiteX75" fmla="*/ 6007411 w 12192000"/>
              <a:gd name="connsiteY75" fmla="*/ 2225411 h 2649426"/>
              <a:gd name="connsiteX76" fmla="*/ 5836800 w 12192000"/>
              <a:gd name="connsiteY76" fmla="*/ 2224771 h 2649426"/>
              <a:gd name="connsiteX77" fmla="*/ 5735414 w 12192000"/>
              <a:gd name="connsiteY77" fmla="*/ 2231366 h 2649426"/>
              <a:gd name="connsiteX78" fmla="*/ 5697982 w 12192000"/>
              <a:gd name="connsiteY78" fmla="*/ 2244836 h 2649426"/>
              <a:gd name="connsiteX79" fmla="*/ 5644981 w 12192000"/>
              <a:gd name="connsiteY79" fmla="*/ 2256274 h 2649426"/>
              <a:gd name="connsiteX80" fmla="*/ 5552282 w 12192000"/>
              <a:gd name="connsiteY80" fmla="*/ 2284946 h 2649426"/>
              <a:gd name="connsiteX81" fmla="*/ 5426280 w 12192000"/>
              <a:gd name="connsiteY81" fmla="*/ 2290560 h 2649426"/>
              <a:gd name="connsiteX82" fmla="*/ 5329896 w 12192000"/>
              <a:gd name="connsiteY82" fmla="*/ 2279209 h 2649426"/>
              <a:gd name="connsiteX83" fmla="*/ 5322508 w 12192000"/>
              <a:gd name="connsiteY83" fmla="*/ 2288005 h 2649426"/>
              <a:gd name="connsiteX84" fmla="*/ 5258237 w 12192000"/>
              <a:gd name="connsiteY84" fmla="*/ 2290475 h 2649426"/>
              <a:gd name="connsiteX85" fmla="*/ 5027899 w 12192000"/>
              <a:gd name="connsiteY85" fmla="*/ 2242653 h 2649426"/>
              <a:gd name="connsiteX86" fmla="*/ 4902443 w 12192000"/>
              <a:gd name="connsiteY86" fmla="*/ 2249037 h 2649426"/>
              <a:gd name="connsiteX87" fmla="*/ 4858751 w 12192000"/>
              <a:gd name="connsiteY87" fmla="*/ 2260409 h 2649426"/>
              <a:gd name="connsiteX88" fmla="*/ 4785497 w 12192000"/>
              <a:gd name="connsiteY88" fmla="*/ 2278897 h 2649426"/>
              <a:gd name="connsiteX89" fmla="*/ 4732807 w 12192000"/>
              <a:gd name="connsiteY89" fmla="*/ 2315139 h 2649426"/>
              <a:gd name="connsiteX90" fmla="*/ 4670737 w 12192000"/>
              <a:gd name="connsiteY90" fmla="*/ 2321711 h 2649426"/>
              <a:gd name="connsiteX91" fmla="*/ 4489013 w 12192000"/>
              <a:gd name="connsiteY91" fmla="*/ 2338805 h 2649426"/>
              <a:gd name="connsiteX92" fmla="*/ 4431159 w 12192000"/>
              <a:gd name="connsiteY92" fmla="*/ 2347536 h 2649426"/>
              <a:gd name="connsiteX93" fmla="*/ 4273885 w 12192000"/>
              <a:gd name="connsiteY93" fmla="*/ 2379520 h 2649426"/>
              <a:gd name="connsiteX94" fmla="*/ 4116925 w 12192000"/>
              <a:gd name="connsiteY94" fmla="*/ 2417756 h 2649426"/>
              <a:gd name="connsiteX95" fmla="*/ 4027169 w 12192000"/>
              <a:gd name="connsiteY95" fmla="*/ 2475399 h 2649426"/>
              <a:gd name="connsiteX96" fmla="*/ 3897799 w 12192000"/>
              <a:gd name="connsiteY96" fmla="*/ 2503049 h 2649426"/>
              <a:gd name="connsiteX97" fmla="*/ 3876619 w 12192000"/>
              <a:gd name="connsiteY97" fmla="*/ 2512804 h 2649426"/>
              <a:gd name="connsiteX98" fmla="*/ 3721493 w 12192000"/>
              <a:gd name="connsiteY98" fmla="*/ 2497646 h 2649426"/>
              <a:gd name="connsiteX99" fmla="*/ 3504883 w 12192000"/>
              <a:gd name="connsiteY99" fmla="*/ 2503869 h 2649426"/>
              <a:gd name="connsiteX100" fmla="*/ 3431219 w 12192000"/>
              <a:gd name="connsiteY100" fmla="*/ 2502163 h 2649426"/>
              <a:gd name="connsiteX101" fmla="*/ 3151243 w 12192000"/>
              <a:gd name="connsiteY101" fmla="*/ 2492405 h 2649426"/>
              <a:gd name="connsiteX102" fmla="*/ 3057639 w 12192000"/>
              <a:gd name="connsiteY102" fmla="*/ 2507988 h 2649426"/>
              <a:gd name="connsiteX103" fmla="*/ 2916555 w 12192000"/>
              <a:gd name="connsiteY103" fmla="*/ 2472028 h 2649426"/>
              <a:gd name="connsiteX104" fmla="*/ 2846802 w 12192000"/>
              <a:gd name="connsiteY104" fmla="*/ 2461014 h 2649426"/>
              <a:gd name="connsiteX105" fmla="*/ 2739588 w 12192000"/>
              <a:gd name="connsiteY105" fmla="*/ 2457956 h 2649426"/>
              <a:gd name="connsiteX106" fmla="*/ 2706684 w 12192000"/>
              <a:gd name="connsiteY106" fmla="*/ 2454540 h 2649426"/>
              <a:gd name="connsiteX107" fmla="*/ 2348435 w 12192000"/>
              <a:gd name="connsiteY107" fmla="*/ 2449176 h 2649426"/>
              <a:gd name="connsiteX108" fmla="*/ 2194299 w 12192000"/>
              <a:gd name="connsiteY108" fmla="*/ 2475215 h 2649426"/>
              <a:gd name="connsiteX109" fmla="*/ 1983009 w 12192000"/>
              <a:gd name="connsiteY109" fmla="*/ 2463117 h 2649426"/>
              <a:gd name="connsiteX110" fmla="*/ 1885040 w 12192000"/>
              <a:gd name="connsiteY110" fmla="*/ 2475917 h 2649426"/>
              <a:gd name="connsiteX111" fmla="*/ 1832317 w 12192000"/>
              <a:gd name="connsiteY111" fmla="*/ 2485332 h 2649426"/>
              <a:gd name="connsiteX112" fmla="*/ 1748729 w 12192000"/>
              <a:gd name="connsiteY112" fmla="*/ 2475325 h 2649426"/>
              <a:gd name="connsiteX113" fmla="*/ 1584574 w 12192000"/>
              <a:gd name="connsiteY113" fmla="*/ 2491479 h 2649426"/>
              <a:gd name="connsiteX114" fmla="*/ 1300369 w 12192000"/>
              <a:gd name="connsiteY114" fmla="*/ 2444914 h 2649426"/>
              <a:gd name="connsiteX115" fmla="*/ 1081876 w 12192000"/>
              <a:gd name="connsiteY115" fmla="*/ 2476491 h 2649426"/>
              <a:gd name="connsiteX116" fmla="*/ 957561 w 12192000"/>
              <a:gd name="connsiteY116" fmla="*/ 2484124 h 2649426"/>
              <a:gd name="connsiteX117" fmla="*/ 872692 w 12192000"/>
              <a:gd name="connsiteY117" fmla="*/ 2551368 h 2649426"/>
              <a:gd name="connsiteX118" fmla="*/ 653171 w 12192000"/>
              <a:gd name="connsiteY118" fmla="*/ 2607266 h 2649426"/>
              <a:gd name="connsiteX119" fmla="*/ 479703 w 12192000"/>
              <a:gd name="connsiteY119" fmla="*/ 2594204 h 2649426"/>
              <a:gd name="connsiteX120" fmla="*/ 441281 w 12192000"/>
              <a:gd name="connsiteY120" fmla="*/ 2605939 h 2649426"/>
              <a:gd name="connsiteX121" fmla="*/ 297100 w 12192000"/>
              <a:gd name="connsiteY121" fmla="*/ 2639558 h 2649426"/>
              <a:gd name="connsiteX122" fmla="*/ 97385 w 12192000"/>
              <a:gd name="connsiteY122" fmla="*/ 2636063 h 2649426"/>
              <a:gd name="connsiteX123" fmla="*/ 48888 w 12192000"/>
              <a:gd name="connsiteY123" fmla="*/ 2641447 h 2649426"/>
              <a:gd name="connsiteX124" fmla="*/ 0 w 12192000"/>
              <a:gd name="connsiteY124" fmla="*/ 2649426 h 2649426"/>
              <a:gd name="connsiteX125" fmla="*/ 0 w 12192000"/>
              <a:gd name="connsiteY125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12533 w 12192000"/>
              <a:gd name="connsiteY4" fmla="*/ 173720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538827 w 12192000"/>
              <a:gd name="connsiteY8" fmla="*/ 1639190 h 2649426"/>
              <a:gd name="connsiteX9" fmla="*/ 11319306 w 12192000"/>
              <a:gd name="connsiteY9" fmla="*/ 1630185 h 2649426"/>
              <a:gd name="connsiteX10" fmla="*/ 11234437 w 12192000"/>
              <a:gd name="connsiteY10" fmla="*/ 1562941 h 2649426"/>
              <a:gd name="connsiteX11" fmla="*/ 11146426 w 12192000"/>
              <a:gd name="connsiteY11" fmla="*/ 1555308 h 2649426"/>
              <a:gd name="connsiteX12" fmla="*/ 10891629 w 12192000"/>
              <a:gd name="connsiteY12" fmla="*/ 1523731 h 2649426"/>
              <a:gd name="connsiteX13" fmla="*/ 10607424 w 12192000"/>
              <a:gd name="connsiteY13" fmla="*/ 1570296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47130 w 12192000"/>
              <a:gd name="connsiteY17" fmla="*/ 1583380 h 2649426"/>
              <a:gd name="connsiteX18" fmla="*/ 10522252 w 12192000"/>
              <a:gd name="connsiteY18" fmla="*/ 1595065 h 2649426"/>
              <a:gd name="connsiteX19" fmla="*/ 10329259 w 12192000"/>
              <a:gd name="connsiteY19" fmla="*/ 1579142 h 2649426"/>
              <a:gd name="connsiteX20" fmla="*/ 10132610 w 12192000"/>
              <a:gd name="connsiteY20" fmla="*/ 1619865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28505 w 12192000"/>
              <a:gd name="connsiteY34" fmla="*/ 1838566 h 2649426"/>
              <a:gd name="connsiteX35" fmla="*/ 8316712 w 12192000"/>
              <a:gd name="connsiteY35" fmla="*/ 1855817 h 2649426"/>
              <a:gd name="connsiteX36" fmla="*/ 8279203 w 12192000"/>
              <a:gd name="connsiteY36" fmla="*/ 1870876 h 2649426"/>
              <a:gd name="connsiteX37" fmla="*/ 8216222 w 12192000"/>
              <a:gd name="connsiteY37" fmla="*/ 1895553 h 2649426"/>
              <a:gd name="connsiteX38" fmla="*/ 8119712 w 12192000"/>
              <a:gd name="connsiteY38" fmla="*/ 1947916 h 2649426"/>
              <a:gd name="connsiteX39" fmla="*/ 8100082 w 12192000"/>
              <a:gd name="connsiteY39" fmla="*/ 1922220 h 2649426"/>
              <a:gd name="connsiteX40" fmla="*/ 8043728 w 12192000"/>
              <a:gd name="connsiteY40" fmla="*/ 1944200 h 2649426"/>
              <a:gd name="connsiteX41" fmla="*/ 7958999 w 12192000"/>
              <a:gd name="connsiteY41" fmla="*/ 1980667 h 2649426"/>
              <a:gd name="connsiteX42" fmla="*/ 7908348 w 12192000"/>
              <a:gd name="connsiteY42" fmla="*/ 1994348 h 2649426"/>
              <a:gd name="connsiteX43" fmla="*/ 7771932 w 12192000"/>
              <a:gd name="connsiteY43" fmla="*/ 2039701 h 2649426"/>
              <a:gd name="connsiteX44" fmla="*/ 7579180 w 12192000"/>
              <a:gd name="connsiteY44" fmla="*/ 2150519 h 2649426"/>
              <a:gd name="connsiteX45" fmla="*/ 7571467 w 12192000"/>
              <a:gd name="connsiteY45" fmla="*/ 2153548 h 2649426"/>
              <a:gd name="connsiteX46" fmla="*/ 7549398 w 12192000"/>
              <a:gd name="connsiteY46" fmla="*/ 2153051 h 2649426"/>
              <a:gd name="connsiteX47" fmla="*/ 7540934 w 12192000"/>
              <a:gd name="connsiteY47" fmla="*/ 2151418 h 2649426"/>
              <a:gd name="connsiteX48" fmla="*/ 7528900 w 12192000"/>
              <a:gd name="connsiteY48" fmla="*/ 2152107 h 2649426"/>
              <a:gd name="connsiteX49" fmla="*/ 7528656 w 12192000"/>
              <a:gd name="connsiteY49" fmla="*/ 2152584 h 2649426"/>
              <a:gd name="connsiteX50" fmla="*/ 7517280 w 12192000"/>
              <a:gd name="connsiteY50" fmla="*/ 2152327 h 2649426"/>
              <a:gd name="connsiteX51" fmla="*/ 7460956 w 12192000"/>
              <a:gd name="connsiteY51" fmla="*/ 2145255 h 2649426"/>
              <a:gd name="connsiteX52" fmla="*/ 7393117 w 12192000"/>
              <a:gd name="connsiteY52" fmla="*/ 2193066 h 2649426"/>
              <a:gd name="connsiteX53" fmla="*/ 7363846 w 12192000"/>
              <a:gd name="connsiteY53" fmla="*/ 2202297 h 2649426"/>
              <a:gd name="connsiteX54" fmla="*/ 7348496 w 12192000"/>
              <a:gd name="connsiteY54" fmla="*/ 2209686 h 2649426"/>
              <a:gd name="connsiteX55" fmla="*/ 7338648 w 12192000"/>
              <a:gd name="connsiteY55" fmla="*/ 2198119 h 2649426"/>
              <a:gd name="connsiteX56" fmla="*/ 7293703 w 12192000"/>
              <a:gd name="connsiteY56" fmla="*/ 2204721 h 2649426"/>
              <a:gd name="connsiteX57" fmla="*/ 7286955 w 12192000"/>
              <a:gd name="connsiteY57" fmla="*/ 2207494 h 2649426"/>
              <a:gd name="connsiteX58" fmla="*/ 7251199 w 12192000"/>
              <a:gd name="connsiteY58" fmla="*/ 2198184 h 2649426"/>
              <a:gd name="connsiteX59" fmla="*/ 7233016 w 12192000"/>
              <a:gd name="connsiteY59" fmla="*/ 2195902 h 2649426"/>
              <a:gd name="connsiteX60" fmla="*/ 7227281 w 12192000"/>
              <a:gd name="connsiteY60" fmla="*/ 2190042 h 2649426"/>
              <a:gd name="connsiteX61" fmla="*/ 7200745 w 12192000"/>
              <a:gd name="connsiteY61" fmla="*/ 2189321 h 2649426"/>
              <a:gd name="connsiteX62" fmla="*/ 7197924 w 12192000"/>
              <a:gd name="connsiteY62" fmla="*/ 2191205 h 2649426"/>
              <a:gd name="connsiteX63" fmla="*/ 7175198 w 12192000"/>
              <a:gd name="connsiteY63" fmla="*/ 2183294 h 2649426"/>
              <a:gd name="connsiteX64" fmla="*/ 7100681 w 12192000"/>
              <a:gd name="connsiteY64" fmla="*/ 2167822 h 2649426"/>
              <a:gd name="connsiteX65" fmla="*/ 6932665 w 12192000"/>
              <a:gd name="connsiteY65" fmla="*/ 2162157 h 2649426"/>
              <a:gd name="connsiteX66" fmla="*/ 6700029 w 12192000"/>
              <a:gd name="connsiteY66" fmla="*/ 2158310 h 2649426"/>
              <a:gd name="connsiteX67" fmla="*/ 6271707 w 12192000"/>
              <a:gd name="connsiteY67" fmla="*/ 2183170 h 2649426"/>
              <a:gd name="connsiteX68" fmla="*/ 6196177 w 12192000"/>
              <a:gd name="connsiteY68" fmla="*/ 2200059 h 2649426"/>
              <a:gd name="connsiteX69" fmla="*/ 6125472 w 12192000"/>
              <a:gd name="connsiteY69" fmla="*/ 2178263 h 2649426"/>
              <a:gd name="connsiteX70" fmla="*/ 6098878 w 12192000"/>
              <a:gd name="connsiteY70" fmla="*/ 2192939 h 2649426"/>
              <a:gd name="connsiteX71" fmla="*/ 6094339 w 12192000"/>
              <a:gd name="connsiteY71" fmla="*/ 2195871 h 2649426"/>
              <a:gd name="connsiteX72" fmla="*/ 6075163 w 12192000"/>
              <a:gd name="connsiteY72" fmla="*/ 2198856 h 2649426"/>
              <a:gd name="connsiteX73" fmla="*/ 6071016 w 12192000"/>
              <a:gd name="connsiteY73" fmla="*/ 2210639 h 2649426"/>
              <a:gd name="connsiteX74" fmla="*/ 6043058 w 12192000"/>
              <a:gd name="connsiteY74" fmla="*/ 2222971 h 2649426"/>
              <a:gd name="connsiteX75" fmla="*/ 6007411 w 12192000"/>
              <a:gd name="connsiteY75" fmla="*/ 2225411 h 2649426"/>
              <a:gd name="connsiteX76" fmla="*/ 5836800 w 12192000"/>
              <a:gd name="connsiteY76" fmla="*/ 2224771 h 2649426"/>
              <a:gd name="connsiteX77" fmla="*/ 5735414 w 12192000"/>
              <a:gd name="connsiteY77" fmla="*/ 2231366 h 2649426"/>
              <a:gd name="connsiteX78" fmla="*/ 5697982 w 12192000"/>
              <a:gd name="connsiteY78" fmla="*/ 2244836 h 2649426"/>
              <a:gd name="connsiteX79" fmla="*/ 5644981 w 12192000"/>
              <a:gd name="connsiteY79" fmla="*/ 2256274 h 2649426"/>
              <a:gd name="connsiteX80" fmla="*/ 5552282 w 12192000"/>
              <a:gd name="connsiteY80" fmla="*/ 2284946 h 2649426"/>
              <a:gd name="connsiteX81" fmla="*/ 5426280 w 12192000"/>
              <a:gd name="connsiteY81" fmla="*/ 2290560 h 2649426"/>
              <a:gd name="connsiteX82" fmla="*/ 5329896 w 12192000"/>
              <a:gd name="connsiteY82" fmla="*/ 2279209 h 2649426"/>
              <a:gd name="connsiteX83" fmla="*/ 5322508 w 12192000"/>
              <a:gd name="connsiteY83" fmla="*/ 2288005 h 2649426"/>
              <a:gd name="connsiteX84" fmla="*/ 5258237 w 12192000"/>
              <a:gd name="connsiteY84" fmla="*/ 2290475 h 2649426"/>
              <a:gd name="connsiteX85" fmla="*/ 5027899 w 12192000"/>
              <a:gd name="connsiteY85" fmla="*/ 2242653 h 2649426"/>
              <a:gd name="connsiteX86" fmla="*/ 4902443 w 12192000"/>
              <a:gd name="connsiteY86" fmla="*/ 2249037 h 2649426"/>
              <a:gd name="connsiteX87" fmla="*/ 4858751 w 12192000"/>
              <a:gd name="connsiteY87" fmla="*/ 2260409 h 2649426"/>
              <a:gd name="connsiteX88" fmla="*/ 4785497 w 12192000"/>
              <a:gd name="connsiteY88" fmla="*/ 2278897 h 2649426"/>
              <a:gd name="connsiteX89" fmla="*/ 4732807 w 12192000"/>
              <a:gd name="connsiteY89" fmla="*/ 2315139 h 2649426"/>
              <a:gd name="connsiteX90" fmla="*/ 4670737 w 12192000"/>
              <a:gd name="connsiteY90" fmla="*/ 2321711 h 2649426"/>
              <a:gd name="connsiteX91" fmla="*/ 4489013 w 12192000"/>
              <a:gd name="connsiteY91" fmla="*/ 2338805 h 2649426"/>
              <a:gd name="connsiteX92" fmla="*/ 4431159 w 12192000"/>
              <a:gd name="connsiteY92" fmla="*/ 2347536 h 2649426"/>
              <a:gd name="connsiteX93" fmla="*/ 4273885 w 12192000"/>
              <a:gd name="connsiteY93" fmla="*/ 2379520 h 2649426"/>
              <a:gd name="connsiteX94" fmla="*/ 4116925 w 12192000"/>
              <a:gd name="connsiteY94" fmla="*/ 2417756 h 2649426"/>
              <a:gd name="connsiteX95" fmla="*/ 4027169 w 12192000"/>
              <a:gd name="connsiteY95" fmla="*/ 2475399 h 2649426"/>
              <a:gd name="connsiteX96" fmla="*/ 3897799 w 12192000"/>
              <a:gd name="connsiteY96" fmla="*/ 2503049 h 2649426"/>
              <a:gd name="connsiteX97" fmla="*/ 3876619 w 12192000"/>
              <a:gd name="connsiteY97" fmla="*/ 2512804 h 2649426"/>
              <a:gd name="connsiteX98" fmla="*/ 3721493 w 12192000"/>
              <a:gd name="connsiteY98" fmla="*/ 2497646 h 2649426"/>
              <a:gd name="connsiteX99" fmla="*/ 3504883 w 12192000"/>
              <a:gd name="connsiteY99" fmla="*/ 2503869 h 2649426"/>
              <a:gd name="connsiteX100" fmla="*/ 3431219 w 12192000"/>
              <a:gd name="connsiteY100" fmla="*/ 2502163 h 2649426"/>
              <a:gd name="connsiteX101" fmla="*/ 3151243 w 12192000"/>
              <a:gd name="connsiteY101" fmla="*/ 2492405 h 2649426"/>
              <a:gd name="connsiteX102" fmla="*/ 3057639 w 12192000"/>
              <a:gd name="connsiteY102" fmla="*/ 2507988 h 2649426"/>
              <a:gd name="connsiteX103" fmla="*/ 2916555 w 12192000"/>
              <a:gd name="connsiteY103" fmla="*/ 2472028 h 2649426"/>
              <a:gd name="connsiteX104" fmla="*/ 2846802 w 12192000"/>
              <a:gd name="connsiteY104" fmla="*/ 2461014 h 2649426"/>
              <a:gd name="connsiteX105" fmla="*/ 2739588 w 12192000"/>
              <a:gd name="connsiteY105" fmla="*/ 2457956 h 2649426"/>
              <a:gd name="connsiteX106" fmla="*/ 2706684 w 12192000"/>
              <a:gd name="connsiteY106" fmla="*/ 2454540 h 2649426"/>
              <a:gd name="connsiteX107" fmla="*/ 2348435 w 12192000"/>
              <a:gd name="connsiteY107" fmla="*/ 2449176 h 2649426"/>
              <a:gd name="connsiteX108" fmla="*/ 2194299 w 12192000"/>
              <a:gd name="connsiteY108" fmla="*/ 2475215 h 2649426"/>
              <a:gd name="connsiteX109" fmla="*/ 1983009 w 12192000"/>
              <a:gd name="connsiteY109" fmla="*/ 2463117 h 2649426"/>
              <a:gd name="connsiteX110" fmla="*/ 1885040 w 12192000"/>
              <a:gd name="connsiteY110" fmla="*/ 2475917 h 2649426"/>
              <a:gd name="connsiteX111" fmla="*/ 1832317 w 12192000"/>
              <a:gd name="connsiteY111" fmla="*/ 2485332 h 2649426"/>
              <a:gd name="connsiteX112" fmla="*/ 1748729 w 12192000"/>
              <a:gd name="connsiteY112" fmla="*/ 2475325 h 2649426"/>
              <a:gd name="connsiteX113" fmla="*/ 1584574 w 12192000"/>
              <a:gd name="connsiteY113" fmla="*/ 2491479 h 2649426"/>
              <a:gd name="connsiteX114" fmla="*/ 1300369 w 12192000"/>
              <a:gd name="connsiteY114" fmla="*/ 2444914 h 2649426"/>
              <a:gd name="connsiteX115" fmla="*/ 1081876 w 12192000"/>
              <a:gd name="connsiteY115" fmla="*/ 2476491 h 2649426"/>
              <a:gd name="connsiteX116" fmla="*/ 957561 w 12192000"/>
              <a:gd name="connsiteY116" fmla="*/ 2484124 h 2649426"/>
              <a:gd name="connsiteX117" fmla="*/ 872692 w 12192000"/>
              <a:gd name="connsiteY117" fmla="*/ 2551368 h 2649426"/>
              <a:gd name="connsiteX118" fmla="*/ 653171 w 12192000"/>
              <a:gd name="connsiteY118" fmla="*/ 2607266 h 2649426"/>
              <a:gd name="connsiteX119" fmla="*/ 479703 w 12192000"/>
              <a:gd name="connsiteY119" fmla="*/ 2594204 h 2649426"/>
              <a:gd name="connsiteX120" fmla="*/ 441281 w 12192000"/>
              <a:gd name="connsiteY120" fmla="*/ 2605939 h 2649426"/>
              <a:gd name="connsiteX121" fmla="*/ 297100 w 12192000"/>
              <a:gd name="connsiteY121" fmla="*/ 2639558 h 2649426"/>
              <a:gd name="connsiteX122" fmla="*/ 97385 w 12192000"/>
              <a:gd name="connsiteY122" fmla="*/ 2636063 h 2649426"/>
              <a:gd name="connsiteX123" fmla="*/ 48888 w 12192000"/>
              <a:gd name="connsiteY123" fmla="*/ 2641447 h 2649426"/>
              <a:gd name="connsiteX124" fmla="*/ 0 w 12192000"/>
              <a:gd name="connsiteY124" fmla="*/ 2649426 h 2649426"/>
              <a:gd name="connsiteX125" fmla="*/ 0 w 12192000"/>
              <a:gd name="connsiteY125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12533 w 12192000"/>
              <a:gd name="connsiteY4" fmla="*/ 173720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538827 w 12192000"/>
              <a:gd name="connsiteY8" fmla="*/ 1639190 h 2649426"/>
              <a:gd name="connsiteX9" fmla="*/ 11319306 w 12192000"/>
              <a:gd name="connsiteY9" fmla="*/ 1630185 h 2649426"/>
              <a:gd name="connsiteX10" fmla="*/ 11234437 w 12192000"/>
              <a:gd name="connsiteY10" fmla="*/ 1562941 h 2649426"/>
              <a:gd name="connsiteX11" fmla="*/ 11146426 w 12192000"/>
              <a:gd name="connsiteY11" fmla="*/ 1555308 h 2649426"/>
              <a:gd name="connsiteX12" fmla="*/ 10891629 w 12192000"/>
              <a:gd name="connsiteY12" fmla="*/ 1523731 h 2649426"/>
              <a:gd name="connsiteX13" fmla="*/ 10607424 w 12192000"/>
              <a:gd name="connsiteY13" fmla="*/ 1570296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47130 w 12192000"/>
              <a:gd name="connsiteY17" fmla="*/ 1583380 h 2649426"/>
              <a:gd name="connsiteX18" fmla="*/ 10522252 w 12192000"/>
              <a:gd name="connsiteY18" fmla="*/ 1595065 h 2649426"/>
              <a:gd name="connsiteX19" fmla="*/ 10329259 w 12192000"/>
              <a:gd name="connsiteY19" fmla="*/ 1579142 h 2649426"/>
              <a:gd name="connsiteX20" fmla="*/ 10132610 w 12192000"/>
              <a:gd name="connsiteY20" fmla="*/ 1619865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28505 w 12192000"/>
              <a:gd name="connsiteY34" fmla="*/ 1838566 h 2649426"/>
              <a:gd name="connsiteX35" fmla="*/ 8316712 w 12192000"/>
              <a:gd name="connsiteY35" fmla="*/ 1855817 h 2649426"/>
              <a:gd name="connsiteX36" fmla="*/ 8279203 w 12192000"/>
              <a:gd name="connsiteY36" fmla="*/ 1870876 h 2649426"/>
              <a:gd name="connsiteX37" fmla="*/ 8216222 w 12192000"/>
              <a:gd name="connsiteY37" fmla="*/ 1895553 h 2649426"/>
              <a:gd name="connsiteX38" fmla="*/ 8119712 w 12192000"/>
              <a:gd name="connsiteY38" fmla="*/ 1947916 h 2649426"/>
              <a:gd name="connsiteX39" fmla="*/ 8100082 w 12192000"/>
              <a:gd name="connsiteY39" fmla="*/ 1922220 h 2649426"/>
              <a:gd name="connsiteX40" fmla="*/ 8043728 w 12192000"/>
              <a:gd name="connsiteY40" fmla="*/ 1944200 h 2649426"/>
              <a:gd name="connsiteX41" fmla="*/ 7958999 w 12192000"/>
              <a:gd name="connsiteY41" fmla="*/ 1980667 h 2649426"/>
              <a:gd name="connsiteX42" fmla="*/ 7908348 w 12192000"/>
              <a:gd name="connsiteY42" fmla="*/ 1994348 h 2649426"/>
              <a:gd name="connsiteX43" fmla="*/ 7771932 w 12192000"/>
              <a:gd name="connsiteY43" fmla="*/ 2039701 h 2649426"/>
              <a:gd name="connsiteX44" fmla="*/ 7579180 w 12192000"/>
              <a:gd name="connsiteY44" fmla="*/ 2150519 h 2649426"/>
              <a:gd name="connsiteX45" fmla="*/ 7571467 w 12192000"/>
              <a:gd name="connsiteY45" fmla="*/ 2153548 h 2649426"/>
              <a:gd name="connsiteX46" fmla="*/ 7549398 w 12192000"/>
              <a:gd name="connsiteY46" fmla="*/ 2153051 h 2649426"/>
              <a:gd name="connsiteX47" fmla="*/ 7540934 w 12192000"/>
              <a:gd name="connsiteY47" fmla="*/ 2151418 h 2649426"/>
              <a:gd name="connsiteX48" fmla="*/ 7528900 w 12192000"/>
              <a:gd name="connsiteY48" fmla="*/ 2152107 h 2649426"/>
              <a:gd name="connsiteX49" fmla="*/ 7528656 w 12192000"/>
              <a:gd name="connsiteY49" fmla="*/ 2152584 h 2649426"/>
              <a:gd name="connsiteX50" fmla="*/ 7517280 w 12192000"/>
              <a:gd name="connsiteY50" fmla="*/ 2152327 h 2649426"/>
              <a:gd name="connsiteX51" fmla="*/ 7460956 w 12192000"/>
              <a:gd name="connsiteY51" fmla="*/ 2145255 h 2649426"/>
              <a:gd name="connsiteX52" fmla="*/ 7393117 w 12192000"/>
              <a:gd name="connsiteY52" fmla="*/ 2193066 h 2649426"/>
              <a:gd name="connsiteX53" fmla="*/ 7363846 w 12192000"/>
              <a:gd name="connsiteY53" fmla="*/ 2202297 h 2649426"/>
              <a:gd name="connsiteX54" fmla="*/ 7348496 w 12192000"/>
              <a:gd name="connsiteY54" fmla="*/ 2209686 h 2649426"/>
              <a:gd name="connsiteX55" fmla="*/ 7338648 w 12192000"/>
              <a:gd name="connsiteY55" fmla="*/ 2198119 h 2649426"/>
              <a:gd name="connsiteX56" fmla="*/ 7293703 w 12192000"/>
              <a:gd name="connsiteY56" fmla="*/ 2204721 h 2649426"/>
              <a:gd name="connsiteX57" fmla="*/ 7286955 w 12192000"/>
              <a:gd name="connsiteY57" fmla="*/ 2207494 h 2649426"/>
              <a:gd name="connsiteX58" fmla="*/ 7251199 w 12192000"/>
              <a:gd name="connsiteY58" fmla="*/ 2198184 h 2649426"/>
              <a:gd name="connsiteX59" fmla="*/ 7233016 w 12192000"/>
              <a:gd name="connsiteY59" fmla="*/ 2195902 h 2649426"/>
              <a:gd name="connsiteX60" fmla="*/ 7227281 w 12192000"/>
              <a:gd name="connsiteY60" fmla="*/ 2190042 h 2649426"/>
              <a:gd name="connsiteX61" fmla="*/ 7200745 w 12192000"/>
              <a:gd name="connsiteY61" fmla="*/ 2189321 h 2649426"/>
              <a:gd name="connsiteX62" fmla="*/ 7197924 w 12192000"/>
              <a:gd name="connsiteY62" fmla="*/ 2191205 h 2649426"/>
              <a:gd name="connsiteX63" fmla="*/ 7175198 w 12192000"/>
              <a:gd name="connsiteY63" fmla="*/ 2183294 h 2649426"/>
              <a:gd name="connsiteX64" fmla="*/ 7100681 w 12192000"/>
              <a:gd name="connsiteY64" fmla="*/ 2167822 h 2649426"/>
              <a:gd name="connsiteX65" fmla="*/ 6932665 w 12192000"/>
              <a:gd name="connsiteY65" fmla="*/ 2162157 h 2649426"/>
              <a:gd name="connsiteX66" fmla="*/ 6700029 w 12192000"/>
              <a:gd name="connsiteY66" fmla="*/ 2158310 h 2649426"/>
              <a:gd name="connsiteX67" fmla="*/ 6271707 w 12192000"/>
              <a:gd name="connsiteY67" fmla="*/ 2183170 h 2649426"/>
              <a:gd name="connsiteX68" fmla="*/ 6196177 w 12192000"/>
              <a:gd name="connsiteY68" fmla="*/ 2200059 h 2649426"/>
              <a:gd name="connsiteX69" fmla="*/ 6125472 w 12192000"/>
              <a:gd name="connsiteY69" fmla="*/ 2178263 h 2649426"/>
              <a:gd name="connsiteX70" fmla="*/ 6098878 w 12192000"/>
              <a:gd name="connsiteY70" fmla="*/ 2192939 h 2649426"/>
              <a:gd name="connsiteX71" fmla="*/ 6094339 w 12192000"/>
              <a:gd name="connsiteY71" fmla="*/ 2195871 h 2649426"/>
              <a:gd name="connsiteX72" fmla="*/ 6075163 w 12192000"/>
              <a:gd name="connsiteY72" fmla="*/ 2198856 h 2649426"/>
              <a:gd name="connsiteX73" fmla="*/ 6071016 w 12192000"/>
              <a:gd name="connsiteY73" fmla="*/ 2210639 h 2649426"/>
              <a:gd name="connsiteX74" fmla="*/ 6043058 w 12192000"/>
              <a:gd name="connsiteY74" fmla="*/ 2222971 h 2649426"/>
              <a:gd name="connsiteX75" fmla="*/ 6007411 w 12192000"/>
              <a:gd name="connsiteY75" fmla="*/ 2225411 h 2649426"/>
              <a:gd name="connsiteX76" fmla="*/ 5836800 w 12192000"/>
              <a:gd name="connsiteY76" fmla="*/ 2224771 h 2649426"/>
              <a:gd name="connsiteX77" fmla="*/ 5735414 w 12192000"/>
              <a:gd name="connsiteY77" fmla="*/ 2231366 h 2649426"/>
              <a:gd name="connsiteX78" fmla="*/ 5697982 w 12192000"/>
              <a:gd name="connsiteY78" fmla="*/ 2244836 h 2649426"/>
              <a:gd name="connsiteX79" fmla="*/ 5644981 w 12192000"/>
              <a:gd name="connsiteY79" fmla="*/ 2256274 h 2649426"/>
              <a:gd name="connsiteX80" fmla="*/ 5552282 w 12192000"/>
              <a:gd name="connsiteY80" fmla="*/ 2284946 h 2649426"/>
              <a:gd name="connsiteX81" fmla="*/ 5426280 w 12192000"/>
              <a:gd name="connsiteY81" fmla="*/ 2290560 h 2649426"/>
              <a:gd name="connsiteX82" fmla="*/ 5329896 w 12192000"/>
              <a:gd name="connsiteY82" fmla="*/ 2279209 h 2649426"/>
              <a:gd name="connsiteX83" fmla="*/ 5322508 w 12192000"/>
              <a:gd name="connsiteY83" fmla="*/ 2288005 h 2649426"/>
              <a:gd name="connsiteX84" fmla="*/ 5258237 w 12192000"/>
              <a:gd name="connsiteY84" fmla="*/ 2290475 h 2649426"/>
              <a:gd name="connsiteX85" fmla="*/ 5027899 w 12192000"/>
              <a:gd name="connsiteY85" fmla="*/ 2242653 h 2649426"/>
              <a:gd name="connsiteX86" fmla="*/ 4902443 w 12192000"/>
              <a:gd name="connsiteY86" fmla="*/ 2249037 h 2649426"/>
              <a:gd name="connsiteX87" fmla="*/ 4858751 w 12192000"/>
              <a:gd name="connsiteY87" fmla="*/ 2260409 h 2649426"/>
              <a:gd name="connsiteX88" fmla="*/ 4785497 w 12192000"/>
              <a:gd name="connsiteY88" fmla="*/ 2278897 h 2649426"/>
              <a:gd name="connsiteX89" fmla="*/ 4732807 w 12192000"/>
              <a:gd name="connsiteY89" fmla="*/ 2315139 h 2649426"/>
              <a:gd name="connsiteX90" fmla="*/ 4670737 w 12192000"/>
              <a:gd name="connsiteY90" fmla="*/ 2321711 h 2649426"/>
              <a:gd name="connsiteX91" fmla="*/ 4489013 w 12192000"/>
              <a:gd name="connsiteY91" fmla="*/ 2338805 h 2649426"/>
              <a:gd name="connsiteX92" fmla="*/ 4431159 w 12192000"/>
              <a:gd name="connsiteY92" fmla="*/ 2347536 h 2649426"/>
              <a:gd name="connsiteX93" fmla="*/ 4273885 w 12192000"/>
              <a:gd name="connsiteY93" fmla="*/ 2379520 h 2649426"/>
              <a:gd name="connsiteX94" fmla="*/ 4116925 w 12192000"/>
              <a:gd name="connsiteY94" fmla="*/ 2417756 h 2649426"/>
              <a:gd name="connsiteX95" fmla="*/ 4027169 w 12192000"/>
              <a:gd name="connsiteY95" fmla="*/ 2475399 h 2649426"/>
              <a:gd name="connsiteX96" fmla="*/ 3897799 w 12192000"/>
              <a:gd name="connsiteY96" fmla="*/ 2503049 h 2649426"/>
              <a:gd name="connsiteX97" fmla="*/ 3876619 w 12192000"/>
              <a:gd name="connsiteY97" fmla="*/ 2512804 h 2649426"/>
              <a:gd name="connsiteX98" fmla="*/ 3721493 w 12192000"/>
              <a:gd name="connsiteY98" fmla="*/ 2497646 h 2649426"/>
              <a:gd name="connsiteX99" fmla="*/ 3504883 w 12192000"/>
              <a:gd name="connsiteY99" fmla="*/ 2503869 h 2649426"/>
              <a:gd name="connsiteX100" fmla="*/ 3431219 w 12192000"/>
              <a:gd name="connsiteY100" fmla="*/ 2502163 h 2649426"/>
              <a:gd name="connsiteX101" fmla="*/ 3151243 w 12192000"/>
              <a:gd name="connsiteY101" fmla="*/ 2492405 h 2649426"/>
              <a:gd name="connsiteX102" fmla="*/ 3057639 w 12192000"/>
              <a:gd name="connsiteY102" fmla="*/ 2507988 h 2649426"/>
              <a:gd name="connsiteX103" fmla="*/ 2916555 w 12192000"/>
              <a:gd name="connsiteY103" fmla="*/ 2472028 h 2649426"/>
              <a:gd name="connsiteX104" fmla="*/ 2846802 w 12192000"/>
              <a:gd name="connsiteY104" fmla="*/ 2461014 h 2649426"/>
              <a:gd name="connsiteX105" fmla="*/ 2739588 w 12192000"/>
              <a:gd name="connsiteY105" fmla="*/ 2457956 h 2649426"/>
              <a:gd name="connsiteX106" fmla="*/ 2706684 w 12192000"/>
              <a:gd name="connsiteY106" fmla="*/ 2454540 h 2649426"/>
              <a:gd name="connsiteX107" fmla="*/ 2348435 w 12192000"/>
              <a:gd name="connsiteY107" fmla="*/ 2449176 h 2649426"/>
              <a:gd name="connsiteX108" fmla="*/ 2194299 w 12192000"/>
              <a:gd name="connsiteY108" fmla="*/ 2475215 h 2649426"/>
              <a:gd name="connsiteX109" fmla="*/ 1983009 w 12192000"/>
              <a:gd name="connsiteY109" fmla="*/ 2463117 h 2649426"/>
              <a:gd name="connsiteX110" fmla="*/ 1885040 w 12192000"/>
              <a:gd name="connsiteY110" fmla="*/ 2475917 h 2649426"/>
              <a:gd name="connsiteX111" fmla="*/ 1832317 w 12192000"/>
              <a:gd name="connsiteY111" fmla="*/ 2485332 h 2649426"/>
              <a:gd name="connsiteX112" fmla="*/ 1748729 w 12192000"/>
              <a:gd name="connsiteY112" fmla="*/ 2475325 h 2649426"/>
              <a:gd name="connsiteX113" fmla="*/ 1543732 w 12192000"/>
              <a:gd name="connsiteY113" fmla="*/ 2477865 h 2649426"/>
              <a:gd name="connsiteX114" fmla="*/ 1300369 w 12192000"/>
              <a:gd name="connsiteY114" fmla="*/ 2444914 h 2649426"/>
              <a:gd name="connsiteX115" fmla="*/ 1081876 w 12192000"/>
              <a:gd name="connsiteY115" fmla="*/ 2476491 h 2649426"/>
              <a:gd name="connsiteX116" fmla="*/ 957561 w 12192000"/>
              <a:gd name="connsiteY116" fmla="*/ 2484124 h 2649426"/>
              <a:gd name="connsiteX117" fmla="*/ 872692 w 12192000"/>
              <a:gd name="connsiteY117" fmla="*/ 2551368 h 2649426"/>
              <a:gd name="connsiteX118" fmla="*/ 653171 w 12192000"/>
              <a:gd name="connsiteY118" fmla="*/ 2607266 h 2649426"/>
              <a:gd name="connsiteX119" fmla="*/ 479703 w 12192000"/>
              <a:gd name="connsiteY119" fmla="*/ 2594204 h 2649426"/>
              <a:gd name="connsiteX120" fmla="*/ 441281 w 12192000"/>
              <a:gd name="connsiteY120" fmla="*/ 2605939 h 2649426"/>
              <a:gd name="connsiteX121" fmla="*/ 297100 w 12192000"/>
              <a:gd name="connsiteY121" fmla="*/ 2639558 h 2649426"/>
              <a:gd name="connsiteX122" fmla="*/ 97385 w 12192000"/>
              <a:gd name="connsiteY122" fmla="*/ 2636063 h 2649426"/>
              <a:gd name="connsiteX123" fmla="*/ 48888 w 12192000"/>
              <a:gd name="connsiteY123" fmla="*/ 2641447 h 2649426"/>
              <a:gd name="connsiteX124" fmla="*/ 0 w 12192000"/>
              <a:gd name="connsiteY124" fmla="*/ 2649426 h 2649426"/>
              <a:gd name="connsiteX125" fmla="*/ 0 w 12192000"/>
              <a:gd name="connsiteY125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12533 w 12192000"/>
              <a:gd name="connsiteY4" fmla="*/ 173720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538827 w 12192000"/>
              <a:gd name="connsiteY8" fmla="*/ 1639190 h 2649426"/>
              <a:gd name="connsiteX9" fmla="*/ 11319306 w 12192000"/>
              <a:gd name="connsiteY9" fmla="*/ 1630185 h 2649426"/>
              <a:gd name="connsiteX10" fmla="*/ 11234437 w 12192000"/>
              <a:gd name="connsiteY10" fmla="*/ 1562941 h 2649426"/>
              <a:gd name="connsiteX11" fmla="*/ 11146426 w 12192000"/>
              <a:gd name="connsiteY11" fmla="*/ 1555308 h 2649426"/>
              <a:gd name="connsiteX12" fmla="*/ 10891629 w 12192000"/>
              <a:gd name="connsiteY12" fmla="*/ 1523731 h 2649426"/>
              <a:gd name="connsiteX13" fmla="*/ 10607424 w 12192000"/>
              <a:gd name="connsiteY13" fmla="*/ 1570296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47130 w 12192000"/>
              <a:gd name="connsiteY17" fmla="*/ 1583380 h 2649426"/>
              <a:gd name="connsiteX18" fmla="*/ 10522252 w 12192000"/>
              <a:gd name="connsiteY18" fmla="*/ 1595065 h 2649426"/>
              <a:gd name="connsiteX19" fmla="*/ 10329259 w 12192000"/>
              <a:gd name="connsiteY19" fmla="*/ 1579142 h 2649426"/>
              <a:gd name="connsiteX20" fmla="*/ 10132610 w 12192000"/>
              <a:gd name="connsiteY20" fmla="*/ 1619865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28505 w 12192000"/>
              <a:gd name="connsiteY34" fmla="*/ 1838566 h 2649426"/>
              <a:gd name="connsiteX35" fmla="*/ 8316712 w 12192000"/>
              <a:gd name="connsiteY35" fmla="*/ 1855817 h 2649426"/>
              <a:gd name="connsiteX36" fmla="*/ 8279203 w 12192000"/>
              <a:gd name="connsiteY36" fmla="*/ 1870876 h 2649426"/>
              <a:gd name="connsiteX37" fmla="*/ 8216222 w 12192000"/>
              <a:gd name="connsiteY37" fmla="*/ 1895553 h 2649426"/>
              <a:gd name="connsiteX38" fmla="*/ 8119712 w 12192000"/>
              <a:gd name="connsiteY38" fmla="*/ 1947916 h 2649426"/>
              <a:gd name="connsiteX39" fmla="*/ 8100082 w 12192000"/>
              <a:gd name="connsiteY39" fmla="*/ 1922220 h 2649426"/>
              <a:gd name="connsiteX40" fmla="*/ 8043728 w 12192000"/>
              <a:gd name="connsiteY40" fmla="*/ 1944200 h 2649426"/>
              <a:gd name="connsiteX41" fmla="*/ 7958999 w 12192000"/>
              <a:gd name="connsiteY41" fmla="*/ 1980667 h 2649426"/>
              <a:gd name="connsiteX42" fmla="*/ 7908348 w 12192000"/>
              <a:gd name="connsiteY42" fmla="*/ 1994348 h 2649426"/>
              <a:gd name="connsiteX43" fmla="*/ 7771932 w 12192000"/>
              <a:gd name="connsiteY43" fmla="*/ 2039701 h 2649426"/>
              <a:gd name="connsiteX44" fmla="*/ 7579180 w 12192000"/>
              <a:gd name="connsiteY44" fmla="*/ 2150519 h 2649426"/>
              <a:gd name="connsiteX45" fmla="*/ 7571467 w 12192000"/>
              <a:gd name="connsiteY45" fmla="*/ 2153548 h 2649426"/>
              <a:gd name="connsiteX46" fmla="*/ 7549398 w 12192000"/>
              <a:gd name="connsiteY46" fmla="*/ 2153051 h 2649426"/>
              <a:gd name="connsiteX47" fmla="*/ 7540934 w 12192000"/>
              <a:gd name="connsiteY47" fmla="*/ 2151418 h 2649426"/>
              <a:gd name="connsiteX48" fmla="*/ 7528900 w 12192000"/>
              <a:gd name="connsiteY48" fmla="*/ 2152107 h 2649426"/>
              <a:gd name="connsiteX49" fmla="*/ 7528656 w 12192000"/>
              <a:gd name="connsiteY49" fmla="*/ 2152584 h 2649426"/>
              <a:gd name="connsiteX50" fmla="*/ 7517280 w 12192000"/>
              <a:gd name="connsiteY50" fmla="*/ 2152327 h 2649426"/>
              <a:gd name="connsiteX51" fmla="*/ 7460956 w 12192000"/>
              <a:gd name="connsiteY51" fmla="*/ 2145255 h 2649426"/>
              <a:gd name="connsiteX52" fmla="*/ 7393117 w 12192000"/>
              <a:gd name="connsiteY52" fmla="*/ 2193066 h 2649426"/>
              <a:gd name="connsiteX53" fmla="*/ 7363846 w 12192000"/>
              <a:gd name="connsiteY53" fmla="*/ 2202297 h 2649426"/>
              <a:gd name="connsiteX54" fmla="*/ 7348496 w 12192000"/>
              <a:gd name="connsiteY54" fmla="*/ 2209686 h 2649426"/>
              <a:gd name="connsiteX55" fmla="*/ 7338648 w 12192000"/>
              <a:gd name="connsiteY55" fmla="*/ 2198119 h 2649426"/>
              <a:gd name="connsiteX56" fmla="*/ 7293703 w 12192000"/>
              <a:gd name="connsiteY56" fmla="*/ 2204721 h 2649426"/>
              <a:gd name="connsiteX57" fmla="*/ 7286955 w 12192000"/>
              <a:gd name="connsiteY57" fmla="*/ 2207494 h 2649426"/>
              <a:gd name="connsiteX58" fmla="*/ 7251199 w 12192000"/>
              <a:gd name="connsiteY58" fmla="*/ 2198184 h 2649426"/>
              <a:gd name="connsiteX59" fmla="*/ 7233016 w 12192000"/>
              <a:gd name="connsiteY59" fmla="*/ 2195902 h 2649426"/>
              <a:gd name="connsiteX60" fmla="*/ 7227281 w 12192000"/>
              <a:gd name="connsiteY60" fmla="*/ 2190042 h 2649426"/>
              <a:gd name="connsiteX61" fmla="*/ 7200745 w 12192000"/>
              <a:gd name="connsiteY61" fmla="*/ 2189321 h 2649426"/>
              <a:gd name="connsiteX62" fmla="*/ 7197924 w 12192000"/>
              <a:gd name="connsiteY62" fmla="*/ 2191205 h 2649426"/>
              <a:gd name="connsiteX63" fmla="*/ 7175198 w 12192000"/>
              <a:gd name="connsiteY63" fmla="*/ 2183294 h 2649426"/>
              <a:gd name="connsiteX64" fmla="*/ 7100681 w 12192000"/>
              <a:gd name="connsiteY64" fmla="*/ 2167822 h 2649426"/>
              <a:gd name="connsiteX65" fmla="*/ 6932665 w 12192000"/>
              <a:gd name="connsiteY65" fmla="*/ 2162157 h 2649426"/>
              <a:gd name="connsiteX66" fmla="*/ 6700029 w 12192000"/>
              <a:gd name="connsiteY66" fmla="*/ 2158310 h 2649426"/>
              <a:gd name="connsiteX67" fmla="*/ 6271707 w 12192000"/>
              <a:gd name="connsiteY67" fmla="*/ 2183170 h 2649426"/>
              <a:gd name="connsiteX68" fmla="*/ 6196177 w 12192000"/>
              <a:gd name="connsiteY68" fmla="*/ 2200059 h 2649426"/>
              <a:gd name="connsiteX69" fmla="*/ 6125472 w 12192000"/>
              <a:gd name="connsiteY69" fmla="*/ 2178263 h 2649426"/>
              <a:gd name="connsiteX70" fmla="*/ 6098878 w 12192000"/>
              <a:gd name="connsiteY70" fmla="*/ 2192939 h 2649426"/>
              <a:gd name="connsiteX71" fmla="*/ 6094339 w 12192000"/>
              <a:gd name="connsiteY71" fmla="*/ 2195871 h 2649426"/>
              <a:gd name="connsiteX72" fmla="*/ 6075163 w 12192000"/>
              <a:gd name="connsiteY72" fmla="*/ 2198856 h 2649426"/>
              <a:gd name="connsiteX73" fmla="*/ 6071016 w 12192000"/>
              <a:gd name="connsiteY73" fmla="*/ 2210639 h 2649426"/>
              <a:gd name="connsiteX74" fmla="*/ 6043058 w 12192000"/>
              <a:gd name="connsiteY74" fmla="*/ 2222971 h 2649426"/>
              <a:gd name="connsiteX75" fmla="*/ 6007411 w 12192000"/>
              <a:gd name="connsiteY75" fmla="*/ 2225411 h 2649426"/>
              <a:gd name="connsiteX76" fmla="*/ 5836800 w 12192000"/>
              <a:gd name="connsiteY76" fmla="*/ 2224771 h 2649426"/>
              <a:gd name="connsiteX77" fmla="*/ 5735414 w 12192000"/>
              <a:gd name="connsiteY77" fmla="*/ 2231366 h 2649426"/>
              <a:gd name="connsiteX78" fmla="*/ 5697982 w 12192000"/>
              <a:gd name="connsiteY78" fmla="*/ 2244836 h 2649426"/>
              <a:gd name="connsiteX79" fmla="*/ 5644981 w 12192000"/>
              <a:gd name="connsiteY79" fmla="*/ 2256274 h 2649426"/>
              <a:gd name="connsiteX80" fmla="*/ 5552282 w 12192000"/>
              <a:gd name="connsiteY80" fmla="*/ 2284946 h 2649426"/>
              <a:gd name="connsiteX81" fmla="*/ 5426280 w 12192000"/>
              <a:gd name="connsiteY81" fmla="*/ 2290560 h 2649426"/>
              <a:gd name="connsiteX82" fmla="*/ 5329896 w 12192000"/>
              <a:gd name="connsiteY82" fmla="*/ 2279209 h 2649426"/>
              <a:gd name="connsiteX83" fmla="*/ 5322508 w 12192000"/>
              <a:gd name="connsiteY83" fmla="*/ 2288005 h 2649426"/>
              <a:gd name="connsiteX84" fmla="*/ 5258237 w 12192000"/>
              <a:gd name="connsiteY84" fmla="*/ 2290475 h 2649426"/>
              <a:gd name="connsiteX85" fmla="*/ 5027899 w 12192000"/>
              <a:gd name="connsiteY85" fmla="*/ 2242653 h 2649426"/>
              <a:gd name="connsiteX86" fmla="*/ 4902443 w 12192000"/>
              <a:gd name="connsiteY86" fmla="*/ 2249037 h 2649426"/>
              <a:gd name="connsiteX87" fmla="*/ 4858751 w 12192000"/>
              <a:gd name="connsiteY87" fmla="*/ 2260409 h 2649426"/>
              <a:gd name="connsiteX88" fmla="*/ 4785497 w 12192000"/>
              <a:gd name="connsiteY88" fmla="*/ 2278897 h 2649426"/>
              <a:gd name="connsiteX89" fmla="*/ 4732807 w 12192000"/>
              <a:gd name="connsiteY89" fmla="*/ 2315139 h 2649426"/>
              <a:gd name="connsiteX90" fmla="*/ 4670737 w 12192000"/>
              <a:gd name="connsiteY90" fmla="*/ 2321711 h 2649426"/>
              <a:gd name="connsiteX91" fmla="*/ 4489013 w 12192000"/>
              <a:gd name="connsiteY91" fmla="*/ 2338805 h 2649426"/>
              <a:gd name="connsiteX92" fmla="*/ 4431159 w 12192000"/>
              <a:gd name="connsiteY92" fmla="*/ 2347536 h 2649426"/>
              <a:gd name="connsiteX93" fmla="*/ 4273885 w 12192000"/>
              <a:gd name="connsiteY93" fmla="*/ 2379520 h 2649426"/>
              <a:gd name="connsiteX94" fmla="*/ 4116925 w 12192000"/>
              <a:gd name="connsiteY94" fmla="*/ 2417756 h 2649426"/>
              <a:gd name="connsiteX95" fmla="*/ 4027169 w 12192000"/>
              <a:gd name="connsiteY95" fmla="*/ 2475399 h 2649426"/>
              <a:gd name="connsiteX96" fmla="*/ 3897799 w 12192000"/>
              <a:gd name="connsiteY96" fmla="*/ 2503049 h 2649426"/>
              <a:gd name="connsiteX97" fmla="*/ 3876619 w 12192000"/>
              <a:gd name="connsiteY97" fmla="*/ 2512804 h 2649426"/>
              <a:gd name="connsiteX98" fmla="*/ 3721493 w 12192000"/>
              <a:gd name="connsiteY98" fmla="*/ 2497646 h 2649426"/>
              <a:gd name="connsiteX99" fmla="*/ 3504883 w 12192000"/>
              <a:gd name="connsiteY99" fmla="*/ 2503869 h 2649426"/>
              <a:gd name="connsiteX100" fmla="*/ 3431219 w 12192000"/>
              <a:gd name="connsiteY100" fmla="*/ 2502163 h 2649426"/>
              <a:gd name="connsiteX101" fmla="*/ 3151243 w 12192000"/>
              <a:gd name="connsiteY101" fmla="*/ 2492405 h 2649426"/>
              <a:gd name="connsiteX102" fmla="*/ 3057639 w 12192000"/>
              <a:gd name="connsiteY102" fmla="*/ 2507988 h 2649426"/>
              <a:gd name="connsiteX103" fmla="*/ 2916555 w 12192000"/>
              <a:gd name="connsiteY103" fmla="*/ 2472028 h 2649426"/>
              <a:gd name="connsiteX104" fmla="*/ 2846802 w 12192000"/>
              <a:gd name="connsiteY104" fmla="*/ 2461014 h 2649426"/>
              <a:gd name="connsiteX105" fmla="*/ 2739588 w 12192000"/>
              <a:gd name="connsiteY105" fmla="*/ 2457956 h 2649426"/>
              <a:gd name="connsiteX106" fmla="*/ 2706684 w 12192000"/>
              <a:gd name="connsiteY106" fmla="*/ 2454540 h 2649426"/>
              <a:gd name="connsiteX107" fmla="*/ 2348435 w 12192000"/>
              <a:gd name="connsiteY107" fmla="*/ 2449176 h 2649426"/>
              <a:gd name="connsiteX108" fmla="*/ 2194299 w 12192000"/>
              <a:gd name="connsiteY108" fmla="*/ 2475215 h 2649426"/>
              <a:gd name="connsiteX109" fmla="*/ 1983009 w 12192000"/>
              <a:gd name="connsiteY109" fmla="*/ 2463117 h 2649426"/>
              <a:gd name="connsiteX110" fmla="*/ 1885040 w 12192000"/>
              <a:gd name="connsiteY110" fmla="*/ 2475917 h 2649426"/>
              <a:gd name="connsiteX111" fmla="*/ 1832317 w 12192000"/>
              <a:gd name="connsiteY111" fmla="*/ 2485332 h 2649426"/>
              <a:gd name="connsiteX112" fmla="*/ 1748729 w 12192000"/>
              <a:gd name="connsiteY112" fmla="*/ 2475325 h 2649426"/>
              <a:gd name="connsiteX113" fmla="*/ 1543732 w 12192000"/>
              <a:gd name="connsiteY113" fmla="*/ 2477865 h 2649426"/>
              <a:gd name="connsiteX114" fmla="*/ 1300369 w 12192000"/>
              <a:gd name="connsiteY114" fmla="*/ 2444914 h 2649426"/>
              <a:gd name="connsiteX115" fmla="*/ 1081876 w 12192000"/>
              <a:gd name="connsiteY115" fmla="*/ 2476491 h 2649426"/>
              <a:gd name="connsiteX116" fmla="*/ 957561 w 12192000"/>
              <a:gd name="connsiteY116" fmla="*/ 2484124 h 2649426"/>
              <a:gd name="connsiteX117" fmla="*/ 872692 w 12192000"/>
              <a:gd name="connsiteY117" fmla="*/ 2551368 h 2649426"/>
              <a:gd name="connsiteX118" fmla="*/ 653171 w 12192000"/>
              <a:gd name="connsiteY118" fmla="*/ 2607266 h 2649426"/>
              <a:gd name="connsiteX119" fmla="*/ 479703 w 12192000"/>
              <a:gd name="connsiteY119" fmla="*/ 2594204 h 2649426"/>
              <a:gd name="connsiteX120" fmla="*/ 441281 w 12192000"/>
              <a:gd name="connsiteY120" fmla="*/ 2605939 h 2649426"/>
              <a:gd name="connsiteX121" fmla="*/ 297100 w 12192000"/>
              <a:gd name="connsiteY121" fmla="*/ 2639558 h 2649426"/>
              <a:gd name="connsiteX122" fmla="*/ 97385 w 12192000"/>
              <a:gd name="connsiteY122" fmla="*/ 2636063 h 2649426"/>
              <a:gd name="connsiteX123" fmla="*/ 48888 w 12192000"/>
              <a:gd name="connsiteY123" fmla="*/ 2641447 h 2649426"/>
              <a:gd name="connsiteX124" fmla="*/ 0 w 12192000"/>
              <a:gd name="connsiteY124" fmla="*/ 2649426 h 2649426"/>
              <a:gd name="connsiteX125" fmla="*/ 0 w 12192000"/>
              <a:gd name="connsiteY125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12533 w 12192000"/>
              <a:gd name="connsiteY4" fmla="*/ 173720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538827 w 12192000"/>
              <a:gd name="connsiteY8" fmla="*/ 1639190 h 2649426"/>
              <a:gd name="connsiteX9" fmla="*/ 11319306 w 12192000"/>
              <a:gd name="connsiteY9" fmla="*/ 1630185 h 2649426"/>
              <a:gd name="connsiteX10" fmla="*/ 11234437 w 12192000"/>
              <a:gd name="connsiteY10" fmla="*/ 1562941 h 2649426"/>
              <a:gd name="connsiteX11" fmla="*/ 11146426 w 12192000"/>
              <a:gd name="connsiteY11" fmla="*/ 1555308 h 2649426"/>
              <a:gd name="connsiteX12" fmla="*/ 10891629 w 12192000"/>
              <a:gd name="connsiteY12" fmla="*/ 1523731 h 2649426"/>
              <a:gd name="connsiteX13" fmla="*/ 10607424 w 12192000"/>
              <a:gd name="connsiteY13" fmla="*/ 1570296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47130 w 12192000"/>
              <a:gd name="connsiteY17" fmla="*/ 1583380 h 2649426"/>
              <a:gd name="connsiteX18" fmla="*/ 10522252 w 12192000"/>
              <a:gd name="connsiteY18" fmla="*/ 1595065 h 2649426"/>
              <a:gd name="connsiteX19" fmla="*/ 10329259 w 12192000"/>
              <a:gd name="connsiteY19" fmla="*/ 1579142 h 2649426"/>
              <a:gd name="connsiteX20" fmla="*/ 10132610 w 12192000"/>
              <a:gd name="connsiteY20" fmla="*/ 1619865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28505 w 12192000"/>
              <a:gd name="connsiteY34" fmla="*/ 1838566 h 2649426"/>
              <a:gd name="connsiteX35" fmla="*/ 8316712 w 12192000"/>
              <a:gd name="connsiteY35" fmla="*/ 1855817 h 2649426"/>
              <a:gd name="connsiteX36" fmla="*/ 8279203 w 12192000"/>
              <a:gd name="connsiteY36" fmla="*/ 1870876 h 2649426"/>
              <a:gd name="connsiteX37" fmla="*/ 8216222 w 12192000"/>
              <a:gd name="connsiteY37" fmla="*/ 1895553 h 2649426"/>
              <a:gd name="connsiteX38" fmla="*/ 8119712 w 12192000"/>
              <a:gd name="connsiteY38" fmla="*/ 1947916 h 2649426"/>
              <a:gd name="connsiteX39" fmla="*/ 8100082 w 12192000"/>
              <a:gd name="connsiteY39" fmla="*/ 1922220 h 2649426"/>
              <a:gd name="connsiteX40" fmla="*/ 8043728 w 12192000"/>
              <a:gd name="connsiteY40" fmla="*/ 1944200 h 2649426"/>
              <a:gd name="connsiteX41" fmla="*/ 7958999 w 12192000"/>
              <a:gd name="connsiteY41" fmla="*/ 1980667 h 2649426"/>
              <a:gd name="connsiteX42" fmla="*/ 7908348 w 12192000"/>
              <a:gd name="connsiteY42" fmla="*/ 1994348 h 2649426"/>
              <a:gd name="connsiteX43" fmla="*/ 7771932 w 12192000"/>
              <a:gd name="connsiteY43" fmla="*/ 2039701 h 2649426"/>
              <a:gd name="connsiteX44" fmla="*/ 7579180 w 12192000"/>
              <a:gd name="connsiteY44" fmla="*/ 2150519 h 2649426"/>
              <a:gd name="connsiteX45" fmla="*/ 7571467 w 12192000"/>
              <a:gd name="connsiteY45" fmla="*/ 2153548 h 2649426"/>
              <a:gd name="connsiteX46" fmla="*/ 7549398 w 12192000"/>
              <a:gd name="connsiteY46" fmla="*/ 2153051 h 2649426"/>
              <a:gd name="connsiteX47" fmla="*/ 7540934 w 12192000"/>
              <a:gd name="connsiteY47" fmla="*/ 2151418 h 2649426"/>
              <a:gd name="connsiteX48" fmla="*/ 7528900 w 12192000"/>
              <a:gd name="connsiteY48" fmla="*/ 2152107 h 2649426"/>
              <a:gd name="connsiteX49" fmla="*/ 7528656 w 12192000"/>
              <a:gd name="connsiteY49" fmla="*/ 2152584 h 2649426"/>
              <a:gd name="connsiteX50" fmla="*/ 7517280 w 12192000"/>
              <a:gd name="connsiteY50" fmla="*/ 2152327 h 2649426"/>
              <a:gd name="connsiteX51" fmla="*/ 7460956 w 12192000"/>
              <a:gd name="connsiteY51" fmla="*/ 2145255 h 2649426"/>
              <a:gd name="connsiteX52" fmla="*/ 7393117 w 12192000"/>
              <a:gd name="connsiteY52" fmla="*/ 2193066 h 2649426"/>
              <a:gd name="connsiteX53" fmla="*/ 7363846 w 12192000"/>
              <a:gd name="connsiteY53" fmla="*/ 2202297 h 2649426"/>
              <a:gd name="connsiteX54" fmla="*/ 7348496 w 12192000"/>
              <a:gd name="connsiteY54" fmla="*/ 2209686 h 2649426"/>
              <a:gd name="connsiteX55" fmla="*/ 7338648 w 12192000"/>
              <a:gd name="connsiteY55" fmla="*/ 2198119 h 2649426"/>
              <a:gd name="connsiteX56" fmla="*/ 7293703 w 12192000"/>
              <a:gd name="connsiteY56" fmla="*/ 2204721 h 2649426"/>
              <a:gd name="connsiteX57" fmla="*/ 7286955 w 12192000"/>
              <a:gd name="connsiteY57" fmla="*/ 2207494 h 2649426"/>
              <a:gd name="connsiteX58" fmla="*/ 7251199 w 12192000"/>
              <a:gd name="connsiteY58" fmla="*/ 2198184 h 2649426"/>
              <a:gd name="connsiteX59" fmla="*/ 7233016 w 12192000"/>
              <a:gd name="connsiteY59" fmla="*/ 2195902 h 2649426"/>
              <a:gd name="connsiteX60" fmla="*/ 7227281 w 12192000"/>
              <a:gd name="connsiteY60" fmla="*/ 2190042 h 2649426"/>
              <a:gd name="connsiteX61" fmla="*/ 7200745 w 12192000"/>
              <a:gd name="connsiteY61" fmla="*/ 2189321 h 2649426"/>
              <a:gd name="connsiteX62" fmla="*/ 7197924 w 12192000"/>
              <a:gd name="connsiteY62" fmla="*/ 2191205 h 2649426"/>
              <a:gd name="connsiteX63" fmla="*/ 7175198 w 12192000"/>
              <a:gd name="connsiteY63" fmla="*/ 2183294 h 2649426"/>
              <a:gd name="connsiteX64" fmla="*/ 7100681 w 12192000"/>
              <a:gd name="connsiteY64" fmla="*/ 2167822 h 2649426"/>
              <a:gd name="connsiteX65" fmla="*/ 6932665 w 12192000"/>
              <a:gd name="connsiteY65" fmla="*/ 2162157 h 2649426"/>
              <a:gd name="connsiteX66" fmla="*/ 6700029 w 12192000"/>
              <a:gd name="connsiteY66" fmla="*/ 2158310 h 2649426"/>
              <a:gd name="connsiteX67" fmla="*/ 6271707 w 12192000"/>
              <a:gd name="connsiteY67" fmla="*/ 2183170 h 2649426"/>
              <a:gd name="connsiteX68" fmla="*/ 6196177 w 12192000"/>
              <a:gd name="connsiteY68" fmla="*/ 2200059 h 2649426"/>
              <a:gd name="connsiteX69" fmla="*/ 6125472 w 12192000"/>
              <a:gd name="connsiteY69" fmla="*/ 2178263 h 2649426"/>
              <a:gd name="connsiteX70" fmla="*/ 6098878 w 12192000"/>
              <a:gd name="connsiteY70" fmla="*/ 2192939 h 2649426"/>
              <a:gd name="connsiteX71" fmla="*/ 6094339 w 12192000"/>
              <a:gd name="connsiteY71" fmla="*/ 2195871 h 2649426"/>
              <a:gd name="connsiteX72" fmla="*/ 6075163 w 12192000"/>
              <a:gd name="connsiteY72" fmla="*/ 2198856 h 2649426"/>
              <a:gd name="connsiteX73" fmla="*/ 6071016 w 12192000"/>
              <a:gd name="connsiteY73" fmla="*/ 2210639 h 2649426"/>
              <a:gd name="connsiteX74" fmla="*/ 6043058 w 12192000"/>
              <a:gd name="connsiteY74" fmla="*/ 2222971 h 2649426"/>
              <a:gd name="connsiteX75" fmla="*/ 6007411 w 12192000"/>
              <a:gd name="connsiteY75" fmla="*/ 2225411 h 2649426"/>
              <a:gd name="connsiteX76" fmla="*/ 5836800 w 12192000"/>
              <a:gd name="connsiteY76" fmla="*/ 2224771 h 2649426"/>
              <a:gd name="connsiteX77" fmla="*/ 5735414 w 12192000"/>
              <a:gd name="connsiteY77" fmla="*/ 2231366 h 2649426"/>
              <a:gd name="connsiteX78" fmla="*/ 5697982 w 12192000"/>
              <a:gd name="connsiteY78" fmla="*/ 2244836 h 2649426"/>
              <a:gd name="connsiteX79" fmla="*/ 5644981 w 12192000"/>
              <a:gd name="connsiteY79" fmla="*/ 2256274 h 2649426"/>
              <a:gd name="connsiteX80" fmla="*/ 5552282 w 12192000"/>
              <a:gd name="connsiteY80" fmla="*/ 2284946 h 2649426"/>
              <a:gd name="connsiteX81" fmla="*/ 5426280 w 12192000"/>
              <a:gd name="connsiteY81" fmla="*/ 2290560 h 2649426"/>
              <a:gd name="connsiteX82" fmla="*/ 5329896 w 12192000"/>
              <a:gd name="connsiteY82" fmla="*/ 2279209 h 2649426"/>
              <a:gd name="connsiteX83" fmla="*/ 5322508 w 12192000"/>
              <a:gd name="connsiteY83" fmla="*/ 2288005 h 2649426"/>
              <a:gd name="connsiteX84" fmla="*/ 5258237 w 12192000"/>
              <a:gd name="connsiteY84" fmla="*/ 2290475 h 2649426"/>
              <a:gd name="connsiteX85" fmla="*/ 5027899 w 12192000"/>
              <a:gd name="connsiteY85" fmla="*/ 2242653 h 2649426"/>
              <a:gd name="connsiteX86" fmla="*/ 4902443 w 12192000"/>
              <a:gd name="connsiteY86" fmla="*/ 2249037 h 2649426"/>
              <a:gd name="connsiteX87" fmla="*/ 4858751 w 12192000"/>
              <a:gd name="connsiteY87" fmla="*/ 2260409 h 2649426"/>
              <a:gd name="connsiteX88" fmla="*/ 4785497 w 12192000"/>
              <a:gd name="connsiteY88" fmla="*/ 2278897 h 2649426"/>
              <a:gd name="connsiteX89" fmla="*/ 4732807 w 12192000"/>
              <a:gd name="connsiteY89" fmla="*/ 2315139 h 2649426"/>
              <a:gd name="connsiteX90" fmla="*/ 4670737 w 12192000"/>
              <a:gd name="connsiteY90" fmla="*/ 2321711 h 2649426"/>
              <a:gd name="connsiteX91" fmla="*/ 4489013 w 12192000"/>
              <a:gd name="connsiteY91" fmla="*/ 2338805 h 2649426"/>
              <a:gd name="connsiteX92" fmla="*/ 4431159 w 12192000"/>
              <a:gd name="connsiteY92" fmla="*/ 2347536 h 2649426"/>
              <a:gd name="connsiteX93" fmla="*/ 4273885 w 12192000"/>
              <a:gd name="connsiteY93" fmla="*/ 2379520 h 2649426"/>
              <a:gd name="connsiteX94" fmla="*/ 4116925 w 12192000"/>
              <a:gd name="connsiteY94" fmla="*/ 2417756 h 2649426"/>
              <a:gd name="connsiteX95" fmla="*/ 4027169 w 12192000"/>
              <a:gd name="connsiteY95" fmla="*/ 2475399 h 2649426"/>
              <a:gd name="connsiteX96" fmla="*/ 3897799 w 12192000"/>
              <a:gd name="connsiteY96" fmla="*/ 2503049 h 2649426"/>
              <a:gd name="connsiteX97" fmla="*/ 3876619 w 12192000"/>
              <a:gd name="connsiteY97" fmla="*/ 2512804 h 2649426"/>
              <a:gd name="connsiteX98" fmla="*/ 3721493 w 12192000"/>
              <a:gd name="connsiteY98" fmla="*/ 2497646 h 2649426"/>
              <a:gd name="connsiteX99" fmla="*/ 3504883 w 12192000"/>
              <a:gd name="connsiteY99" fmla="*/ 2503869 h 2649426"/>
              <a:gd name="connsiteX100" fmla="*/ 3431219 w 12192000"/>
              <a:gd name="connsiteY100" fmla="*/ 2502163 h 2649426"/>
              <a:gd name="connsiteX101" fmla="*/ 3151243 w 12192000"/>
              <a:gd name="connsiteY101" fmla="*/ 2492405 h 2649426"/>
              <a:gd name="connsiteX102" fmla="*/ 3057639 w 12192000"/>
              <a:gd name="connsiteY102" fmla="*/ 2507988 h 2649426"/>
              <a:gd name="connsiteX103" fmla="*/ 2916555 w 12192000"/>
              <a:gd name="connsiteY103" fmla="*/ 2472028 h 2649426"/>
              <a:gd name="connsiteX104" fmla="*/ 2846802 w 12192000"/>
              <a:gd name="connsiteY104" fmla="*/ 2461014 h 2649426"/>
              <a:gd name="connsiteX105" fmla="*/ 2739588 w 12192000"/>
              <a:gd name="connsiteY105" fmla="*/ 2457956 h 2649426"/>
              <a:gd name="connsiteX106" fmla="*/ 2706684 w 12192000"/>
              <a:gd name="connsiteY106" fmla="*/ 2454540 h 2649426"/>
              <a:gd name="connsiteX107" fmla="*/ 2348435 w 12192000"/>
              <a:gd name="connsiteY107" fmla="*/ 2449176 h 2649426"/>
              <a:gd name="connsiteX108" fmla="*/ 2194299 w 12192000"/>
              <a:gd name="connsiteY108" fmla="*/ 2475215 h 2649426"/>
              <a:gd name="connsiteX109" fmla="*/ 1983009 w 12192000"/>
              <a:gd name="connsiteY109" fmla="*/ 2463117 h 2649426"/>
              <a:gd name="connsiteX110" fmla="*/ 1885040 w 12192000"/>
              <a:gd name="connsiteY110" fmla="*/ 2475917 h 2649426"/>
              <a:gd name="connsiteX111" fmla="*/ 1832317 w 12192000"/>
              <a:gd name="connsiteY111" fmla="*/ 2485332 h 2649426"/>
              <a:gd name="connsiteX112" fmla="*/ 1685197 w 12192000"/>
              <a:gd name="connsiteY112" fmla="*/ 2466249 h 2649426"/>
              <a:gd name="connsiteX113" fmla="*/ 1543732 w 12192000"/>
              <a:gd name="connsiteY113" fmla="*/ 2477865 h 2649426"/>
              <a:gd name="connsiteX114" fmla="*/ 1300369 w 12192000"/>
              <a:gd name="connsiteY114" fmla="*/ 2444914 h 2649426"/>
              <a:gd name="connsiteX115" fmla="*/ 1081876 w 12192000"/>
              <a:gd name="connsiteY115" fmla="*/ 2476491 h 2649426"/>
              <a:gd name="connsiteX116" fmla="*/ 957561 w 12192000"/>
              <a:gd name="connsiteY116" fmla="*/ 2484124 h 2649426"/>
              <a:gd name="connsiteX117" fmla="*/ 872692 w 12192000"/>
              <a:gd name="connsiteY117" fmla="*/ 2551368 h 2649426"/>
              <a:gd name="connsiteX118" fmla="*/ 653171 w 12192000"/>
              <a:gd name="connsiteY118" fmla="*/ 2607266 h 2649426"/>
              <a:gd name="connsiteX119" fmla="*/ 479703 w 12192000"/>
              <a:gd name="connsiteY119" fmla="*/ 2594204 h 2649426"/>
              <a:gd name="connsiteX120" fmla="*/ 441281 w 12192000"/>
              <a:gd name="connsiteY120" fmla="*/ 2605939 h 2649426"/>
              <a:gd name="connsiteX121" fmla="*/ 297100 w 12192000"/>
              <a:gd name="connsiteY121" fmla="*/ 2639558 h 2649426"/>
              <a:gd name="connsiteX122" fmla="*/ 97385 w 12192000"/>
              <a:gd name="connsiteY122" fmla="*/ 2636063 h 2649426"/>
              <a:gd name="connsiteX123" fmla="*/ 48888 w 12192000"/>
              <a:gd name="connsiteY123" fmla="*/ 2641447 h 2649426"/>
              <a:gd name="connsiteX124" fmla="*/ 0 w 12192000"/>
              <a:gd name="connsiteY124" fmla="*/ 2649426 h 2649426"/>
              <a:gd name="connsiteX125" fmla="*/ 0 w 12192000"/>
              <a:gd name="connsiteY125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12533 w 12192000"/>
              <a:gd name="connsiteY4" fmla="*/ 173720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538827 w 12192000"/>
              <a:gd name="connsiteY8" fmla="*/ 1639190 h 2649426"/>
              <a:gd name="connsiteX9" fmla="*/ 11319306 w 12192000"/>
              <a:gd name="connsiteY9" fmla="*/ 1630185 h 2649426"/>
              <a:gd name="connsiteX10" fmla="*/ 11234437 w 12192000"/>
              <a:gd name="connsiteY10" fmla="*/ 1562941 h 2649426"/>
              <a:gd name="connsiteX11" fmla="*/ 11146426 w 12192000"/>
              <a:gd name="connsiteY11" fmla="*/ 1555308 h 2649426"/>
              <a:gd name="connsiteX12" fmla="*/ 10891629 w 12192000"/>
              <a:gd name="connsiteY12" fmla="*/ 1523731 h 2649426"/>
              <a:gd name="connsiteX13" fmla="*/ 10607424 w 12192000"/>
              <a:gd name="connsiteY13" fmla="*/ 1570296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47130 w 12192000"/>
              <a:gd name="connsiteY17" fmla="*/ 1583380 h 2649426"/>
              <a:gd name="connsiteX18" fmla="*/ 10522252 w 12192000"/>
              <a:gd name="connsiteY18" fmla="*/ 1595065 h 2649426"/>
              <a:gd name="connsiteX19" fmla="*/ 10329259 w 12192000"/>
              <a:gd name="connsiteY19" fmla="*/ 1579142 h 2649426"/>
              <a:gd name="connsiteX20" fmla="*/ 10132610 w 12192000"/>
              <a:gd name="connsiteY20" fmla="*/ 1619865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28505 w 12192000"/>
              <a:gd name="connsiteY34" fmla="*/ 1838566 h 2649426"/>
              <a:gd name="connsiteX35" fmla="*/ 8316712 w 12192000"/>
              <a:gd name="connsiteY35" fmla="*/ 1855817 h 2649426"/>
              <a:gd name="connsiteX36" fmla="*/ 8279203 w 12192000"/>
              <a:gd name="connsiteY36" fmla="*/ 1870876 h 2649426"/>
              <a:gd name="connsiteX37" fmla="*/ 8216222 w 12192000"/>
              <a:gd name="connsiteY37" fmla="*/ 1895553 h 2649426"/>
              <a:gd name="connsiteX38" fmla="*/ 8119712 w 12192000"/>
              <a:gd name="connsiteY38" fmla="*/ 1947916 h 2649426"/>
              <a:gd name="connsiteX39" fmla="*/ 8100082 w 12192000"/>
              <a:gd name="connsiteY39" fmla="*/ 1922220 h 2649426"/>
              <a:gd name="connsiteX40" fmla="*/ 8043728 w 12192000"/>
              <a:gd name="connsiteY40" fmla="*/ 1944200 h 2649426"/>
              <a:gd name="connsiteX41" fmla="*/ 7958999 w 12192000"/>
              <a:gd name="connsiteY41" fmla="*/ 1980667 h 2649426"/>
              <a:gd name="connsiteX42" fmla="*/ 7908348 w 12192000"/>
              <a:gd name="connsiteY42" fmla="*/ 1994348 h 2649426"/>
              <a:gd name="connsiteX43" fmla="*/ 7771932 w 12192000"/>
              <a:gd name="connsiteY43" fmla="*/ 2039701 h 2649426"/>
              <a:gd name="connsiteX44" fmla="*/ 7579180 w 12192000"/>
              <a:gd name="connsiteY44" fmla="*/ 2150519 h 2649426"/>
              <a:gd name="connsiteX45" fmla="*/ 7571467 w 12192000"/>
              <a:gd name="connsiteY45" fmla="*/ 2153548 h 2649426"/>
              <a:gd name="connsiteX46" fmla="*/ 7549398 w 12192000"/>
              <a:gd name="connsiteY46" fmla="*/ 2153051 h 2649426"/>
              <a:gd name="connsiteX47" fmla="*/ 7540934 w 12192000"/>
              <a:gd name="connsiteY47" fmla="*/ 2151418 h 2649426"/>
              <a:gd name="connsiteX48" fmla="*/ 7528900 w 12192000"/>
              <a:gd name="connsiteY48" fmla="*/ 2152107 h 2649426"/>
              <a:gd name="connsiteX49" fmla="*/ 7528656 w 12192000"/>
              <a:gd name="connsiteY49" fmla="*/ 2152584 h 2649426"/>
              <a:gd name="connsiteX50" fmla="*/ 7517280 w 12192000"/>
              <a:gd name="connsiteY50" fmla="*/ 2152327 h 2649426"/>
              <a:gd name="connsiteX51" fmla="*/ 7460956 w 12192000"/>
              <a:gd name="connsiteY51" fmla="*/ 2145255 h 2649426"/>
              <a:gd name="connsiteX52" fmla="*/ 7393117 w 12192000"/>
              <a:gd name="connsiteY52" fmla="*/ 2193066 h 2649426"/>
              <a:gd name="connsiteX53" fmla="*/ 7363846 w 12192000"/>
              <a:gd name="connsiteY53" fmla="*/ 2202297 h 2649426"/>
              <a:gd name="connsiteX54" fmla="*/ 7348496 w 12192000"/>
              <a:gd name="connsiteY54" fmla="*/ 2209686 h 2649426"/>
              <a:gd name="connsiteX55" fmla="*/ 7338648 w 12192000"/>
              <a:gd name="connsiteY55" fmla="*/ 2198119 h 2649426"/>
              <a:gd name="connsiteX56" fmla="*/ 7293703 w 12192000"/>
              <a:gd name="connsiteY56" fmla="*/ 2204721 h 2649426"/>
              <a:gd name="connsiteX57" fmla="*/ 7286955 w 12192000"/>
              <a:gd name="connsiteY57" fmla="*/ 2207494 h 2649426"/>
              <a:gd name="connsiteX58" fmla="*/ 7251199 w 12192000"/>
              <a:gd name="connsiteY58" fmla="*/ 2198184 h 2649426"/>
              <a:gd name="connsiteX59" fmla="*/ 7233016 w 12192000"/>
              <a:gd name="connsiteY59" fmla="*/ 2195902 h 2649426"/>
              <a:gd name="connsiteX60" fmla="*/ 7227281 w 12192000"/>
              <a:gd name="connsiteY60" fmla="*/ 2190042 h 2649426"/>
              <a:gd name="connsiteX61" fmla="*/ 7200745 w 12192000"/>
              <a:gd name="connsiteY61" fmla="*/ 2189321 h 2649426"/>
              <a:gd name="connsiteX62" fmla="*/ 7197924 w 12192000"/>
              <a:gd name="connsiteY62" fmla="*/ 2191205 h 2649426"/>
              <a:gd name="connsiteX63" fmla="*/ 7175198 w 12192000"/>
              <a:gd name="connsiteY63" fmla="*/ 2183294 h 2649426"/>
              <a:gd name="connsiteX64" fmla="*/ 7100681 w 12192000"/>
              <a:gd name="connsiteY64" fmla="*/ 2167822 h 2649426"/>
              <a:gd name="connsiteX65" fmla="*/ 6932665 w 12192000"/>
              <a:gd name="connsiteY65" fmla="*/ 2162157 h 2649426"/>
              <a:gd name="connsiteX66" fmla="*/ 6700029 w 12192000"/>
              <a:gd name="connsiteY66" fmla="*/ 2158310 h 2649426"/>
              <a:gd name="connsiteX67" fmla="*/ 6271707 w 12192000"/>
              <a:gd name="connsiteY67" fmla="*/ 2183170 h 2649426"/>
              <a:gd name="connsiteX68" fmla="*/ 6196177 w 12192000"/>
              <a:gd name="connsiteY68" fmla="*/ 2200059 h 2649426"/>
              <a:gd name="connsiteX69" fmla="*/ 6125472 w 12192000"/>
              <a:gd name="connsiteY69" fmla="*/ 2178263 h 2649426"/>
              <a:gd name="connsiteX70" fmla="*/ 6098878 w 12192000"/>
              <a:gd name="connsiteY70" fmla="*/ 2192939 h 2649426"/>
              <a:gd name="connsiteX71" fmla="*/ 6094339 w 12192000"/>
              <a:gd name="connsiteY71" fmla="*/ 2195871 h 2649426"/>
              <a:gd name="connsiteX72" fmla="*/ 6075163 w 12192000"/>
              <a:gd name="connsiteY72" fmla="*/ 2198856 h 2649426"/>
              <a:gd name="connsiteX73" fmla="*/ 6071016 w 12192000"/>
              <a:gd name="connsiteY73" fmla="*/ 2210639 h 2649426"/>
              <a:gd name="connsiteX74" fmla="*/ 6043058 w 12192000"/>
              <a:gd name="connsiteY74" fmla="*/ 2222971 h 2649426"/>
              <a:gd name="connsiteX75" fmla="*/ 6007411 w 12192000"/>
              <a:gd name="connsiteY75" fmla="*/ 2225411 h 2649426"/>
              <a:gd name="connsiteX76" fmla="*/ 5836800 w 12192000"/>
              <a:gd name="connsiteY76" fmla="*/ 2224771 h 2649426"/>
              <a:gd name="connsiteX77" fmla="*/ 5735414 w 12192000"/>
              <a:gd name="connsiteY77" fmla="*/ 2231366 h 2649426"/>
              <a:gd name="connsiteX78" fmla="*/ 5697982 w 12192000"/>
              <a:gd name="connsiteY78" fmla="*/ 2244836 h 2649426"/>
              <a:gd name="connsiteX79" fmla="*/ 5644981 w 12192000"/>
              <a:gd name="connsiteY79" fmla="*/ 2256274 h 2649426"/>
              <a:gd name="connsiteX80" fmla="*/ 5552282 w 12192000"/>
              <a:gd name="connsiteY80" fmla="*/ 2284946 h 2649426"/>
              <a:gd name="connsiteX81" fmla="*/ 5426280 w 12192000"/>
              <a:gd name="connsiteY81" fmla="*/ 2290560 h 2649426"/>
              <a:gd name="connsiteX82" fmla="*/ 5329896 w 12192000"/>
              <a:gd name="connsiteY82" fmla="*/ 2279209 h 2649426"/>
              <a:gd name="connsiteX83" fmla="*/ 5322508 w 12192000"/>
              <a:gd name="connsiteY83" fmla="*/ 2288005 h 2649426"/>
              <a:gd name="connsiteX84" fmla="*/ 5258237 w 12192000"/>
              <a:gd name="connsiteY84" fmla="*/ 2290475 h 2649426"/>
              <a:gd name="connsiteX85" fmla="*/ 5027899 w 12192000"/>
              <a:gd name="connsiteY85" fmla="*/ 2242653 h 2649426"/>
              <a:gd name="connsiteX86" fmla="*/ 4902443 w 12192000"/>
              <a:gd name="connsiteY86" fmla="*/ 2249037 h 2649426"/>
              <a:gd name="connsiteX87" fmla="*/ 4858751 w 12192000"/>
              <a:gd name="connsiteY87" fmla="*/ 2260409 h 2649426"/>
              <a:gd name="connsiteX88" fmla="*/ 4785497 w 12192000"/>
              <a:gd name="connsiteY88" fmla="*/ 2278897 h 2649426"/>
              <a:gd name="connsiteX89" fmla="*/ 4732807 w 12192000"/>
              <a:gd name="connsiteY89" fmla="*/ 2315139 h 2649426"/>
              <a:gd name="connsiteX90" fmla="*/ 4670737 w 12192000"/>
              <a:gd name="connsiteY90" fmla="*/ 2321711 h 2649426"/>
              <a:gd name="connsiteX91" fmla="*/ 4489013 w 12192000"/>
              <a:gd name="connsiteY91" fmla="*/ 2338805 h 2649426"/>
              <a:gd name="connsiteX92" fmla="*/ 4431159 w 12192000"/>
              <a:gd name="connsiteY92" fmla="*/ 2347536 h 2649426"/>
              <a:gd name="connsiteX93" fmla="*/ 4273885 w 12192000"/>
              <a:gd name="connsiteY93" fmla="*/ 2379520 h 2649426"/>
              <a:gd name="connsiteX94" fmla="*/ 4116925 w 12192000"/>
              <a:gd name="connsiteY94" fmla="*/ 2417756 h 2649426"/>
              <a:gd name="connsiteX95" fmla="*/ 4027169 w 12192000"/>
              <a:gd name="connsiteY95" fmla="*/ 2475399 h 2649426"/>
              <a:gd name="connsiteX96" fmla="*/ 3897799 w 12192000"/>
              <a:gd name="connsiteY96" fmla="*/ 2503049 h 2649426"/>
              <a:gd name="connsiteX97" fmla="*/ 3876619 w 12192000"/>
              <a:gd name="connsiteY97" fmla="*/ 2512804 h 2649426"/>
              <a:gd name="connsiteX98" fmla="*/ 3721493 w 12192000"/>
              <a:gd name="connsiteY98" fmla="*/ 2497646 h 2649426"/>
              <a:gd name="connsiteX99" fmla="*/ 3504883 w 12192000"/>
              <a:gd name="connsiteY99" fmla="*/ 2503869 h 2649426"/>
              <a:gd name="connsiteX100" fmla="*/ 3431219 w 12192000"/>
              <a:gd name="connsiteY100" fmla="*/ 2502163 h 2649426"/>
              <a:gd name="connsiteX101" fmla="*/ 3151243 w 12192000"/>
              <a:gd name="connsiteY101" fmla="*/ 2492405 h 2649426"/>
              <a:gd name="connsiteX102" fmla="*/ 3057639 w 12192000"/>
              <a:gd name="connsiteY102" fmla="*/ 2507988 h 2649426"/>
              <a:gd name="connsiteX103" fmla="*/ 2916555 w 12192000"/>
              <a:gd name="connsiteY103" fmla="*/ 2472028 h 2649426"/>
              <a:gd name="connsiteX104" fmla="*/ 2846802 w 12192000"/>
              <a:gd name="connsiteY104" fmla="*/ 2461014 h 2649426"/>
              <a:gd name="connsiteX105" fmla="*/ 2739588 w 12192000"/>
              <a:gd name="connsiteY105" fmla="*/ 2457956 h 2649426"/>
              <a:gd name="connsiteX106" fmla="*/ 2706684 w 12192000"/>
              <a:gd name="connsiteY106" fmla="*/ 2454540 h 2649426"/>
              <a:gd name="connsiteX107" fmla="*/ 2348435 w 12192000"/>
              <a:gd name="connsiteY107" fmla="*/ 2449176 h 2649426"/>
              <a:gd name="connsiteX108" fmla="*/ 2194299 w 12192000"/>
              <a:gd name="connsiteY108" fmla="*/ 2475215 h 2649426"/>
              <a:gd name="connsiteX109" fmla="*/ 1983009 w 12192000"/>
              <a:gd name="connsiteY109" fmla="*/ 2463117 h 2649426"/>
              <a:gd name="connsiteX110" fmla="*/ 1885040 w 12192000"/>
              <a:gd name="connsiteY110" fmla="*/ 2475917 h 2649426"/>
              <a:gd name="connsiteX111" fmla="*/ 1773324 w 12192000"/>
              <a:gd name="connsiteY111" fmla="*/ 2471718 h 2649426"/>
              <a:gd name="connsiteX112" fmla="*/ 1685197 w 12192000"/>
              <a:gd name="connsiteY112" fmla="*/ 2466249 h 2649426"/>
              <a:gd name="connsiteX113" fmla="*/ 1543732 w 12192000"/>
              <a:gd name="connsiteY113" fmla="*/ 2477865 h 2649426"/>
              <a:gd name="connsiteX114" fmla="*/ 1300369 w 12192000"/>
              <a:gd name="connsiteY114" fmla="*/ 2444914 h 2649426"/>
              <a:gd name="connsiteX115" fmla="*/ 1081876 w 12192000"/>
              <a:gd name="connsiteY115" fmla="*/ 2476491 h 2649426"/>
              <a:gd name="connsiteX116" fmla="*/ 957561 w 12192000"/>
              <a:gd name="connsiteY116" fmla="*/ 2484124 h 2649426"/>
              <a:gd name="connsiteX117" fmla="*/ 872692 w 12192000"/>
              <a:gd name="connsiteY117" fmla="*/ 2551368 h 2649426"/>
              <a:gd name="connsiteX118" fmla="*/ 653171 w 12192000"/>
              <a:gd name="connsiteY118" fmla="*/ 2607266 h 2649426"/>
              <a:gd name="connsiteX119" fmla="*/ 479703 w 12192000"/>
              <a:gd name="connsiteY119" fmla="*/ 2594204 h 2649426"/>
              <a:gd name="connsiteX120" fmla="*/ 441281 w 12192000"/>
              <a:gd name="connsiteY120" fmla="*/ 2605939 h 2649426"/>
              <a:gd name="connsiteX121" fmla="*/ 297100 w 12192000"/>
              <a:gd name="connsiteY121" fmla="*/ 2639558 h 2649426"/>
              <a:gd name="connsiteX122" fmla="*/ 97385 w 12192000"/>
              <a:gd name="connsiteY122" fmla="*/ 2636063 h 2649426"/>
              <a:gd name="connsiteX123" fmla="*/ 48888 w 12192000"/>
              <a:gd name="connsiteY123" fmla="*/ 2641447 h 2649426"/>
              <a:gd name="connsiteX124" fmla="*/ 0 w 12192000"/>
              <a:gd name="connsiteY124" fmla="*/ 2649426 h 2649426"/>
              <a:gd name="connsiteX125" fmla="*/ 0 w 12192000"/>
              <a:gd name="connsiteY125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12533 w 12192000"/>
              <a:gd name="connsiteY4" fmla="*/ 173720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538827 w 12192000"/>
              <a:gd name="connsiteY8" fmla="*/ 1639190 h 2649426"/>
              <a:gd name="connsiteX9" fmla="*/ 11319306 w 12192000"/>
              <a:gd name="connsiteY9" fmla="*/ 1630185 h 2649426"/>
              <a:gd name="connsiteX10" fmla="*/ 11234437 w 12192000"/>
              <a:gd name="connsiteY10" fmla="*/ 1562941 h 2649426"/>
              <a:gd name="connsiteX11" fmla="*/ 11146426 w 12192000"/>
              <a:gd name="connsiteY11" fmla="*/ 1555308 h 2649426"/>
              <a:gd name="connsiteX12" fmla="*/ 10891629 w 12192000"/>
              <a:gd name="connsiteY12" fmla="*/ 1523731 h 2649426"/>
              <a:gd name="connsiteX13" fmla="*/ 10607424 w 12192000"/>
              <a:gd name="connsiteY13" fmla="*/ 1570296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47130 w 12192000"/>
              <a:gd name="connsiteY17" fmla="*/ 1583380 h 2649426"/>
              <a:gd name="connsiteX18" fmla="*/ 10522252 w 12192000"/>
              <a:gd name="connsiteY18" fmla="*/ 1595065 h 2649426"/>
              <a:gd name="connsiteX19" fmla="*/ 10329259 w 12192000"/>
              <a:gd name="connsiteY19" fmla="*/ 1579142 h 2649426"/>
              <a:gd name="connsiteX20" fmla="*/ 10132610 w 12192000"/>
              <a:gd name="connsiteY20" fmla="*/ 1619865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28505 w 12192000"/>
              <a:gd name="connsiteY34" fmla="*/ 1838566 h 2649426"/>
              <a:gd name="connsiteX35" fmla="*/ 8316712 w 12192000"/>
              <a:gd name="connsiteY35" fmla="*/ 1855817 h 2649426"/>
              <a:gd name="connsiteX36" fmla="*/ 8279203 w 12192000"/>
              <a:gd name="connsiteY36" fmla="*/ 1870876 h 2649426"/>
              <a:gd name="connsiteX37" fmla="*/ 8216222 w 12192000"/>
              <a:gd name="connsiteY37" fmla="*/ 1895553 h 2649426"/>
              <a:gd name="connsiteX38" fmla="*/ 8119712 w 12192000"/>
              <a:gd name="connsiteY38" fmla="*/ 1947916 h 2649426"/>
              <a:gd name="connsiteX39" fmla="*/ 8100082 w 12192000"/>
              <a:gd name="connsiteY39" fmla="*/ 1922220 h 2649426"/>
              <a:gd name="connsiteX40" fmla="*/ 8043728 w 12192000"/>
              <a:gd name="connsiteY40" fmla="*/ 1944200 h 2649426"/>
              <a:gd name="connsiteX41" fmla="*/ 7958999 w 12192000"/>
              <a:gd name="connsiteY41" fmla="*/ 1980667 h 2649426"/>
              <a:gd name="connsiteX42" fmla="*/ 7908348 w 12192000"/>
              <a:gd name="connsiteY42" fmla="*/ 1994348 h 2649426"/>
              <a:gd name="connsiteX43" fmla="*/ 7771932 w 12192000"/>
              <a:gd name="connsiteY43" fmla="*/ 2039701 h 2649426"/>
              <a:gd name="connsiteX44" fmla="*/ 7579180 w 12192000"/>
              <a:gd name="connsiteY44" fmla="*/ 2150519 h 2649426"/>
              <a:gd name="connsiteX45" fmla="*/ 7571467 w 12192000"/>
              <a:gd name="connsiteY45" fmla="*/ 2153548 h 2649426"/>
              <a:gd name="connsiteX46" fmla="*/ 7549398 w 12192000"/>
              <a:gd name="connsiteY46" fmla="*/ 2153051 h 2649426"/>
              <a:gd name="connsiteX47" fmla="*/ 7540934 w 12192000"/>
              <a:gd name="connsiteY47" fmla="*/ 2151418 h 2649426"/>
              <a:gd name="connsiteX48" fmla="*/ 7528900 w 12192000"/>
              <a:gd name="connsiteY48" fmla="*/ 2152107 h 2649426"/>
              <a:gd name="connsiteX49" fmla="*/ 7528656 w 12192000"/>
              <a:gd name="connsiteY49" fmla="*/ 2152584 h 2649426"/>
              <a:gd name="connsiteX50" fmla="*/ 7517280 w 12192000"/>
              <a:gd name="connsiteY50" fmla="*/ 2152327 h 2649426"/>
              <a:gd name="connsiteX51" fmla="*/ 7460956 w 12192000"/>
              <a:gd name="connsiteY51" fmla="*/ 2145255 h 2649426"/>
              <a:gd name="connsiteX52" fmla="*/ 7393117 w 12192000"/>
              <a:gd name="connsiteY52" fmla="*/ 2193066 h 2649426"/>
              <a:gd name="connsiteX53" fmla="*/ 7363846 w 12192000"/>
              <a:gd name="connsiteY53" fmla="*/ 2202297 h 2649426"/>
              <a:gd name="connsiteX54" fmla="*/ 7348496 w 12192000"/>
              <a:gd name="connsiteY54" fmla="*/ 2209686 h 2649426"/>
              <a:gd name="connsiteX55" fmla="*/ 7338648 w 12192000"/>
              <a:gd name="connsiteY55" fmla="*/ 2198119 h 2649426"/>
              <a:gd name="connsiteX56" fmla="*/ 7293703 w 12192000"/>
              <a:gd name="connsiteY56" fmla="*/ 2204721 h 2649426"/>
              <a:gd name="connsiteX57" fmla="*/ 7286955 w 12192000"/>
              <a:gd name="connsiteY57" fmla="*/ 2207494 h 2649426"/>
              <a:gd name="connsiteX58" fmla="*/ 7251199 w 12192000"/>
              <a:gd name="connsiteY58" fmla="*/ 2198184 h 2649426"/>
              <a:gd name="connsiteX59" fmla="*/ 7233016 w 12192000"/>
              <a:gd name="connsiteY59" fmla="*/ 2195902 h 2649426"/>
              <a:gd name="connsiteX60" fmla="*/ 7227281 w 12192000"/>
              <a:gd name="connsiteY60" fmla="*/ 2190042 h 2649426"/>
              <a:gd name="connsiteX61" fmla="*/ 7200745 w 12192000"/>
              <a:gd name="connsiteY61" fmla="*/ 2189321 h 2649426"/>
              <a:gd name="connsiteX62" fmla="*/ 7197924 w 12192000"/>
              <a:gd name="connsiteY62" fmla="*/ 2191205 h 2649426"/>
              <a:gd name="connsiteX63" fmla="*/ 7175198 w 12192000"/>
              <a:gd name="connsiteY63" fmla="*/ 2183294 h 2649426"/>
              <a:gd name="connsiteX64" fmla="*/ 7100681 w 12192000"/>
              <a:gd name="connsiteY64" fmla="*/ 2167822 h 2649426"/>
              <a:gd name="connsiteX65" fmla="*/ 6932665 w 12192000"/>
              <a:gd name="connsiteY65" fmla="*/ 2162157 h 2649426"/>
              <a:gd name="connsiteX66" fmla="*/ 6700029 w 12192000"/>
              <a:gd name="connsiteY66" fmla="*/ 2158310 h 2649426"/>
              <a:gd name="connsiteX67" fmla="*/ 6271707 w 12192000"/>
              <a:gd name="connsiteY67" fmla="*/ 2183170 h 2649426"/>
              <a:gd name="connsiteX68" fmla="*/ 6196177 w 12192000"/>
              <a:gd name="connsiteY68" fmla="*/ 2200059 h 2649426"/>
              <a:gd name="connsiteX69" fmla="*/ 6125472 w 12192000"/>
              <a:gd name="connsiteY69" fmla="*/ 2178263 h 2649426"/>
              <a:gd name="connsiteX70" fmla="*/ 6098878 w 12192000"/>
              <a:gd name="connsiteY70" fmla="*/ 2192939 h 2649426"/>
              <a:gd name="connsiteX71" fmla="*/ 6094339 w 12192000"/>
              <a:gd name="connsiteY71" fmla="*/ 2195871 h 2649426"/>
              <a:gd name="connsiteX72" fmla="*/ 6075163 w 12192000"/>
              <a:gd name="connsiteY72" fmla="*/ 2198856 h 2649426"/>
              <a:gd name="connsiteX73" fmla="*/ 6071016 w 12192000"/>
              <a:gd name="connsiteY73" fmla="*/ 2210639 h 2649426"/>
              <a:gd name="connsiteX74" fmla="*/ 6043058 w 12192000"/>
              <a:gd name="connsiteY74" fmla="*/ 2222971 h 2649426"/>
              <a:gd name="connsiteX75" fmla="*/ 6007411 w 12192000"/>
              <a:gd name="connsiteY75" fmla="*/ 2225411 h 2649426"/>
              <a:gd name="connsiteX76" fmla="*/ 5836800 w 12192000"/>
              <a:gd name="connsiteY76" fmla="*/ 2224771 h 2649426"/>
              <a:gd name="connsiteX77" fmla="*/ 5735414 w 12192000"/>
              <a:gd name="connsiteY77" fmla="*/ 2231366 h 2649426"/>
              <a:gd name="connsiteX78" fmla="*/ 5697982 w 12192000"/>
              <a:gd name="connsiteY78" fmla="*/ 2244836 h 2649426"/>
              <a:gd name="connsiteX79" fmla="*/ 5644981 w 12192000"/>
              <a:gd name="connsiteY79" fmla="*/ 2256274 h 2649426"/>
              <a:gd name="connsiteX80" fmla="*/ 5552282 w 12192000"/>
              <a:gd name="connsiteY80" fmla="*/ 2284946 h 2649426"/>
              <a:gd name="connsiteX81" fmla="*/ 5426280 w 12192000"/>
              <a:gd name="connsiteY81" fmla="*/ 2290560 h 2649426"/>
              <a:gd name="connsiteX82" fmla="*/ 5329896 w 12192000"/>
              <a:gd name="connsiteY82" fmla="*/ 2279209 h 2649426"/>
              <a:gd name="connsiteX83" fmla="*/ 5322508 w 12192000"/>
              <a:gd name="connsiteY83" fmla="*/ 2288005 h 2649426"/>
              <a:gd name="connsiteX84" fmla="*/ 5258237 w 12192000"/>
              <a:gd name="connsiteY84" fmla="*/ 2290475 h 2649426"/>
              <a:gd name="connsiteX85" fmla="*/ 5027899 w 12192000"/>
              <a:gd name="connsiteY85" fmla="*/ 2242653 h 2649426"/>
              <a:gd name="connsiteX86" fmla="*/ 4902443 w 12192000"/>
              <a:gd name="connsiteY86" fmla="*/ 2249037 h 2649426"/>
              <a:gd name="connsiteX87" fmla="*/ 4858751 w 12192000"/>
              <a:gd name="connsiteY87" fmla="*/ 2260409 h 2649426"/>
              <a:gd name="connsiteX88" fmla="*/ 4785497 w 12192000"/>
              <a:gd name="connsiteY88" fmla="*/ 2278897 h 2649426"/>
              <a:gd name="connsiteX89" fmla="*/ 4732807 w 12192000"/>
              <a:gd name="connsiteY89" fmla="*/ 2315139 h 2649426"/>
              <a:gd name="connsiteX90" fmla="*/ 4670737 w 12192000"/>
              <a:gd name="connsiteY90" fmla="*/ 2321711 h 2649426"/>
              <a:gd name="connsiteX91" fmla="*/ 4489013 w 12192000"/>
              <a:gd name="connsiteY91" fmla="*/ 2338805 h 2649426"/>
              <a:gd name="connsiteX92" fmla="*/ 4431159 w 12192000"/>
              <a:gd name="connsiteY92" fmla="*/ 2347536 h 2649426"/>
              <a:gd name="connsiteX93" fmla="*/ 4273885 w 12192000"/>
              <a:gd name="connsiteY93" fmla="*/ 2379520 h 2649426"/>
              <a:gd name="connsiteX94" fmla="*/ 4116925 w 12192000"/>
              <a:gd name="connsiteY94" fmla="*/ 2417756 h 2649426"/>
              <a:gd name="connsiteX95" fmla="*/ 4027169 w 12192000"/>
              <a:gd name="connsiteY95" fmla="*/ 2475399 h 2649426"/>
              <a:gd name="connsiteX96" fmla="*/ 3897799 w 12192000"/>
              <a:gd name="connsiteY96" fmla="*/ 2503049 h 2649426"/>
              <a:gd name="connsiteX97" fmla="*/ 3876619 w 12192000"/>
              <a:gd name="connsiteY97" fmla="*/ 2512804 h 2649426"/>
              <a:gd name="connsiteX98" fmla="*/ 3721493 w 12192000"/>
              <a:gd name="connsiteY98" fmla="*/ 2497646 h 2649426"/>
              <a:gd name="connsiteX99" fmla="*/ 3504883 w 12192000"/>
              <a:gd name="connsiteY99" fmla="*/ 2503869 h 2649426"/>
              <a:gd name="connsiteX100" fmla="*/ 3431219 w 12192000"/>
              <a:gd name="connsiteY100" fmla="*/ 2502163 h 2649426"/>
              <a:gd name="connsiteX101" fmla="*/ 3151243 w 12192000"/>
              <a:gd name="connsiteY101" fmla="*/ 2492405 h 2649426"/>
              <a:gd name="connsiteX102" fmla="*/ 3057639 w 12192000"/>
              <a:gd name="connsiteY102" fmla="*/ 2507988 h 2649426"/>
              <a:gd name="connsiteX103" fmla="*/ 2916555 w 12192000"/>
              <a:gd name="connsiteY103" fmla="*/ 2472028 h 2649426"/>
              <a:gd name="connsiteX104" fmla="*/ 2846802 w 12192000"/>
              <a:gd name="connsiteY104" fmla="*/ 2461014 h 2649426"/>
              <a:gd name="connsiteX105" fmla="*/ 2739588 w 12192000"/>
              <a:gd name="connsiteY105" fmla="*/ 2457956 h 2649426"/>
              <a:gd name="connsiteX106" fmla="*/ 2706684 w 12192000"/>
              <a:gd name="connsiteY106" fmla="*/ 2454540 h 2649426"/>
              <a:gd name="connsiteX107" fmla="*/ 2348435 w 12192000"/>
              <a:gd name="connsiteY107" fmla="*/ 2449176 h 2649426"/>
              <a:gd name="connsiteX108" fmla="*/ 2194299 w 12192000"/>
              <a:gd name="connsiteY108" fmla="*/ 2475215 h 2649426"/>
              <a:gd name="connsiteX109" fmla="*/ 1983009 w 12192000"/>
              <a:gd name="connsiteY109" fmla="*/ 2463117 h 2649426"/>
              <a:gd name="connsiteX110" fmla="*/ 1885040 w 12192000"/>
              <a:gd name="connsiteY110" fmla="*/ 2475917 h 2649426"/>
              <a:gd name="connsiteX111" fmla="*/ 1773324 w 12192000"/>
              <a:gd name="connsiteY111" fmla="*/ 2471718 h 2649426"/>
              <a:gd name="connsiteX112" fmla="*/ 1685197 w 12192000"/>
              <a:gd name="connsiteY112" fmla="*/ 2466249 h 2649426"/>
              <a:gd name="connsiteX113" fmla="*/ 1543732 w 12192000"/>
              <a:gd name="connsiteY113" fmla="*/ 2477865 h 2649426"/>
              <a:gd name="connsiteX114" fmla="*/ 1300369 w 12192000"/>
              <a:gd name="connsiteY114" fmla="*/ 2444914 h 2649426"/>
              <a:gd name="connsiteX115" fmla="*/ 1081876 w 12192000"/>
              <a:gd name="connsiteY115" fmla="*/ 2476491 h 2649426"/>
              <a:gd name="connsiteX116" fmla="*/ 957561 w 12192000"/>
              <a:gd name="connsiteY116" fmla="*/ 2484124 h 2649426"/>
              <a:gd name="connsiteX117" fmla="*/ 872692 w 12192000"/>
              <a:gd name="connsiteY117" fmla="*/ 2551368 h 2649426"/>
              <a:gd name="connsiteX118" fmla="*/ 653171 w 12192000"/>
              <a:gd name="connsiteY118" fmla="*/ 2607266 h 2649426"/>
              <a:gd name="connsiteX119" fmla="*/ 479703 w 12192000"/>
              <a:gd name="connsiteY119" fmla="*/ 2594204 h 2649426"/>
              <a:gd name="connsiteX120" fmla="*/ 441281 w 12192000"/>
              <a:gd name="connsiteY120" fmla="*/ 2605939 h 2649426"/>
              <a:gd name="connsiteX121" fmla="*/ 297100 w 12192000"/>
              <a:gd name="connsiteY121" fmla="*/ 2639558 h 2649426"/>
              <a:gd name="connsiteX122" fmla="*/ 97385 w 12192000"/>
              <a:gd name="connsiteY122" fmla="*/ 2636063 h 2649426"/>
              <a:gd name="connsiteX123" fmla="*/ 48888 w 12192000"/>
              <a:gd name="connsiteY123" fmla="*/ 2641447 h 2649426"/>
              <a:gd name="connsiteX124" fmla="*/ 0 w 12192000"/>
              <a:gd name="connsiteY124" fmla="*/ 2649426 h 2649426"/>
              <a:gd name="connsiteX125" fmla="*/ 0 w 12192000"/>
              <a:gd name="connsiteY125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12533 w 12192000"/>
              <a:gd name="connsiteY4" fmla="*/ 173720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538827 w 12192000"/>
              <a:gd name="connsiteY8" fmla="*/ 1639190 h 2649426"/>
              <a:gd name="connsiteX9" fmla="*/ 11319306 w 12192000"/>
              <a:gd name="connsiteY9" fmla="*/ 1630185 h 2649426"/>
              <a:gd name="connsiteX10" fmla="*/ 11234437 w 12192000"/>
              <a:gd name="connsiteY10" fmla="*/ 1562941 h 2649426"/>
              <a:gd name="connsiteX11" fmla="*/ 11146426 w 12192000"/>
              <a:gd name="connsiteY11" fmla="*/ 1555308 h 2649426"/>
              <a:gd name="connsiteX12" fmla="*/ 10891629 w 12192000"/>
              <a:gd name="connsiteY12" fmla="*/ 1523731 h 2649426"/>
              <a:gd name="connsiteX13" fmla="*/ 10607424 w 12192000"/>
              <a:gd name="connsiteY13" fmla="*/ 1570296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47130 w 12192000"/>
              <a:gd name="connsiteY17" fmla="*/ 1583380 h 2649426"/>
              <a:gd name="connsiteX18" fmla="*/ 10522252 w 12192000"/>
              <a:gd name="connsiteY18" fmla="*/ 1595065 h 2649426"/>
              <a:gd name="connsiteX19" fmla="*/ 10329259 w 12192000"/>
              <a:gd name="connsiteY19" fmla="*/ 1579142 h 2649426"/>
              <a:gd name="connsiteX20" fmla="*/ 10132610 w 12192000"/>
              <a:gd name="connsiteY20" fmla="*/ 1619865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28505 w 12192000"/>
              <a:gd name="connsiteY34" fmla="*/ 1838566 h 2649426"/>
              <a:gd name="connsiteX35" fmla="*/ 8316712 w 12192000"/>
              <a:gd name="connsiteY35" fmla="*/ 1855817 h 2649426"/>
              <a:gd name="connsiteX36" fmla="*/ 8279203 w 12192000"/>
              <a:gd name="connsiteY36" fmla="*/ 1870876 h 2649426"/>
              <a:gd name="connsiteX37" fmla="*/ 8216222 w 12192000"/>
              <a:gd name="connsiteY37" fmla="*/ 1895553 h 2649426"/>
              <a:gd name="connsiteX38" fmla="*/ 8119712 w 12192000"/>
              <a:gd name="connsiteY38" fmla="*/ 1947916 h 2649426"/>
              <a:gd name="connsiteX39" fmla="*/ 8100082 w 12192000"/>
              <a:gd name="connsiteY39" fmla="*/ 1922220 h 2649426"/>
              <a:gd name="connsiteX40" fmla="*/ 8043728 w 12192000"/>
              <a:gd name="connsiteY40" fmla="*/ 1944200 h 2649426"/>
              <a:gd name="connsiteX41" fmla="*/ 7958999 w 12192000"/>
              <a:gd name="connsiteY41" fmla="*/ 1980667 h 2649426"/>
              <a:gd name="connsiteX42" fmla="*/ 7908348 w 12192000"/>
              <a:gd name="connsiteY42" fmla="*/ 1994348 h 2649426"/>
              <a:gd name="connsiteX43" fmla="*/ 7771932 w 12192000"/>
              <a:gd name="connsiteY43" fmla="*/ 2039701 h 2649426"/>
              <a:gd name="connsiteX44" fmla="*/ 7579180 w 12192000"/>
              <a:gd name="connsiteY44" fmla="*/ 2150519 h 2649426"/>
              <a:gd name="connsiteX45" fmla="*/ 7571467 w 12192000"/>
              <a:gd name="connsiteY45" fmla="*/ 2153548 h 2649426"/>
              <a:gd name="connsiteX46" fmla="*/ 7549398 w 12192000"/>
              <a:gd name="connsiteY46" fmla="*/ 2153051 h 2649426"/>
              <a:gd name="connsiteX47" fmla="*/ 7540934 w 12192000"/>
              <a:gd name="connsiteY47" fmla="*/ 2151418 h 2649426"/>
              <a:gd name="connsiteX48" fmla="*/ 7528900 w 12192000"/>
              <a:gd name="connsiteY48" fmla="*/ 2152107 h 2649426"/>
              <a:gd name="connsiteX49" fmla="*/ 7528656 w 12192000"/>
              <a:gd name="connsiteY49" fmla="*/ 2152584 h 2649426"/>
              <a:gd name="connsiteX50" fmla="*/ 7517280 w 12192000"/>
              <a:gd name="connsiteY50" fmla="*/ 2152327 h 2649426"/>
              <a:gd name="connsiteX51" fmla="*/ 7460956 w 12192000"/>
              <a:gd name="connsiteY51" fmla="*/ 2145255 h 2649426"/>
              <a:gd name="connsiteX52" fmla="*/ 7393117 w 12192000"/>
              <a:gd name="connsiteY52" fmla="*/ 2193066 h 2649426"/>
              <a:gd name="connsiteX53" fmla="*/ 7363846 w 12192000"/>
              <a:gd name="connsiteY53" fmla="*/ 2202297 h 2649426"/>
              <a:gd name="connsiteX54" fmla="*/ 7348496 w 12192000"/>
              <a:gd name="connsiteY54" fmla="*/ 2209686 h 2649426"/>
              <a:gd name="connsiteX55" fmla="*/ 7338648 w 12192000"/>
              <a:gd name="connsiteY55" fmla="*/ 2198119 h 2649426"/>
              <a:gd name="connsiteX56" fmla="*/ 7293703 w 12192000"/>
              <a:gd name="connsiteY56" fmla="*/ 2204721 h 2649426"/>
              <a:gd name="connsiteX57" fmla="*/ 7286955 w 12192000"/>
              <a:gd name="connsiteY57" fmla="*/ 2207494 h 2649426"/>
              <a:gd name="connsiteX58" fmla="*/ 7251199 w 12192000"/>
              <a:gd name="connsiteY58" fmla="*/ 2198184 h 2649426"/>
              <a:gd name="connsiteX59" fmla="*/ 7233016 w 12192000"/>
              <a:gd name="connsiteY59" fmla="*/ 2195902 h 2649426"/>
              <a:gd name="connsiteX60" fmla="*/ 7227281 w 12192000"/>
              <a:gd name="connsiteY60" fmla="*/ 2190042 h 2649426"/>
              <a:gd name="connsiteX61" fmla="*/ 7200745 w 12192000"/>
              <a:gd name="connsiteY61" fmla="*/ 2189321 h 2649426"/>
              <a:gd name="connsiteX62" fmla="*/ 7197924 w 12192000"/>
              <a:gd name="connsiteY62" fmla="*/ 2191205 h 2649426"/>
              <a:gd name="connsiteX63" fmla="*/ 7175198 w 12192000"/>
              <a:gd name="connsiteY63" fmla="*/ 2183294 h 2649426"/>
              <a:gd name="connsiteX64" fmla="*/ 7100681 w 12192000"/>
              <a:gd name="connsiteY64" fmla="*/ 2167822 h 2649426"/>
              <a:gd name="connsiteX65" fmla="*/ 6932665 w 12192000"/>
              <a:gd name="connsiteY65" fmla="*/ 2162157 h 2649426"/>
              <a:gd name="connsiteX66" fmla="*/ 6700029 w 12192000"/>
              <a:gd name="connsiteY66" fmla="*/ 2158310 h 2649426"/>
              <a:gd name="connsiteX67" fmla="*/ 6271707 w 12192000"/>
              <a:gd name="connsiteY67" fmla="*/ 2183170 h 2649426"/>
              <a:gd name="connsiteX68" fmla="*/ 6196177 w 12192000"/>
              <a:gd name="connsiteY68" fmla="*/ 2200059 h 2649426"/>
              <a:gd name="connsiteX69" fmla="*/ 6125472 w 12192000"/>
              <a:gd name="connsiteY69" fmla="*/ 2178263 h 2649426"/>
              <a:gd name="connsiteX70" fmla="*/ 6098878 w 12192000"/>
              <a:gd name="connsiteY70" fmla="*/ 2192939 h 2649426"/>
              <a:gd name="connsiteX71" fmla="*/ 6094339 w 12192000"/>
              <a:gd name="connsiteY71" fmla="*/ 2195871 h 2649426"/>
              <a:gd name="connsiteX72" fmla="*/ 6075163 w 12192000"/>
              <a:gd name="connsiteY72" fmla="*/ 2198856 h 2649426"/>
              <a:gd name="connsiteX73" fmla="*/ 6071016 w 12192000"/>
              <a:gd name="connsiteY73" fmla="*/ 2210639 h 2649426"/>
              <a:gd name="connsiteX74" fmla="*/ 6043058 w 12192000"/>
              <a:gd name="connsiteY74" fmla="*/ 2222971 h 2649426"/>
              <a:gd name="connsiteX75" fmla="*/ 6007411 w 12192000"/>
              <a:gd name="connsiteY75" fmla="*/ 2225411 h 2649426"/>
              <a:gd name="connsiteX76" fmla="*/ 5836800 w 12192000"/>
              <a:gd name="connsiteY76" fmla="*/ 2224771 h 2649426"/>
              <a:gd name="connsiteX77" fmla="*/ 5735414 w 12192000"/>
              <a:gd name="connsiteY77" fmla="*/ 2231366 h 2649426"/>
              <a:gd name="connsiteX78" fmla="*/ 5697982 w 12192000"/>
              <a:gd name="connsiteY78" fmla="*/ 2244836 h 2649426"/>
              <a:gd name="connsiteX79" fmla="*/ 5644981 w 12192000"/>
              <a:gd name="connsiteY79" fmla="*/ 2256274 h 2649426"/>
              <a:gd name="connsiteX80" fmla="*/ 5552282 w 12192000"/>
              <a:gd name="connsiteY80" fmla="*/ 2284946 h 2649426"/>
              <a:gd name="connsiteX81" fmla="*/ 5426280 w 12192000"/>
              <a:gd name="connsiteY81" fmla="*/ 2290560 h 2649426"/>
              <a:gd name="connsiteX82" fmla="*/ 5329896 w 12192000"/>
              <a:gd name="connsiteY82" fmla="*/ 2279209 h 2649426"/>
              <a:gd name="connsiteX83" fmla="*/ 5322508 w 12192000"/>
              <a:gd name="connsiteY83" fmla="*/ 2288005 h 2649426"/>
              <a:gd name="connsiteX84" fmla="*/ 5258237 w 12192000"/>
              <a:gd name="connsiteY84" fmla="*/ 2290475 h 2649426"/>
              <a:gd name="connsiteX85" fmla="*/ 5027899 w 12192000"/>
              <a:gd name="connsiteY85" fmla="*/ 2242653 h 2649426"/>
              <a:gd name="connsiteX86" fmla="*/ 4902443 w 12192000"/>
              <a:gd name="connsiteY86" fmla="*/ 2249037 h 2649426"/>
              <a:gd name="connsiteX87" fmla="*/ 4858751 w 12192000"/>
              <a:gd name="connsiteY87" fmla="*/ 2260409 h 2649426"/>
              <a:gd name="connsiteX88" fmla="*/ 4785497 w 12192000"/>
              <a:gd name="connsiteY88" fmla="*/ 2278897 h 2649426"/>
              <a:gd name="connsiteX89" fmla="*/ 4732807 w 12192000"/>
              <a:gd name="connsiteY89" fmla="*/ 2315139 h 2649426"/>
              <a:gd name="connsiteX90" fmla="*/ 4670737 w 12192000"/>
              <a:gd name="connsiteY90" fmla="*/ 2321711 h 2649426"/>
              <a:gd name="connsiteX91" fmla="*/ 4489013 w 12192000"/>
              <a:gd name="connsiteY91" fmla="*/ 2338805 h 2649426"/>
              <a:gd name="connsiteX92" fmla="*/ 4431159 w 12192000"/>
              <a:gd name="connsiteY92" fmla="*/ 2347536 h 2649426"/>
              <a:gd name="connsiteX93" fmla="*/ 4273885 w 12192000"/>
              <a:gd name="connsiteY93" fmla="*/ 2379520 h 2649426"/>
              <a:gd name="connsiteX94" fmla="*/ 4116925 w 12192000"/>
              <a:gd name="connsiteY94" fmla="*/ 2417756 h 2649426"/>
              <a:gd name="connsiteX95" fmla="*/ 4027169 w 12192000"/>
              <a:gd name="connsiteY95" fmla="*/ 2475399 h 2649426"/>
              <a:gd name="connsiteX96" fmla="*/ 3897799 w 12192000"/>
              <a:gd name="connsiteY96" fmla="*/ 2503049 h 2649426"/>
              <a:gd name="connsiteX97" fmla="*/ 3876619 w 12192000"/>
              <a:gd name="connsiteY97" fmla="*/ 2512804 h 2649426"/>
              <a:gd name="connsiteX98" fmla="*/ 3721493 w 12192000"/>
              <a:gd name="connsiteY98" fmla="*/ 2497646 h 2649426"/>
              <a:gd name="connsiteX99" fmla="*/ 3504883 w 12192000"/>
              <a:gd name="connsiteY99" fmla="*/ 2503869 h 2649426"/>
              <a:gd name="connsiteX100" fmla="*/ 3431219 w 12192000"/>
              <a:gd name="connsiteY100" fmla="*/ 2502163 h 2649426"/>
              <a:gd name="connsiteX101" fmla="*/ 3151243 w 12192000"/>
              <a:gd name="connsiteY101" fmla="*/ 2492405 h 2649426"/>
              <a:gd name="connsiteX102" fmla="*/ 3057639 w 12192000"/>
              <a:gd name="connsiteY102" fmla="*/ 2507988 h 2649426"/>
              <a:gd name="connsiteX103" fmla="*/ 2916555 w 12192000"/>
              <a:gd name="connsiteY103" fmla="*/ 2472028 h 2649426"/>
              <a:gd name="connsiteX104" fmla="*/ 2846802 w 12192000"/>
              <a:gd name="connsiteY104" fmla="*/ 2461014 h 2649426"/>
              <a:gd name="connsiteX105" fmla="*/ 2739588 w 12192000"/>
              <a:gd name="connsiteY105" fmla="*/ 2457956 h 2649426"/>
              <a:gd name="connsiteX106" fmla="*/ 2706684 w 12192000"/>
              <a:gd name="connsiteY106" fmla="*/ 2454540 h 2649426"/>
              <a:gd name="connsiteX107" fmla="*/ 2348435 w 12192000"/>
              <a:gd name="connsiteY107" fmla="*/ 2449176 h 2649426"/>
              <a:gd name="connsiteX108" fmla="*/ 2194299 w 12192000"/>
              <a:gd name="connsiteY108" fmla="*/ 2475215 h 2649426"/>
              <a:gd name="connsiteX109" fmla="*/ 1983009 w 12192000"/>
              <a:gd name="connsiteY109" fmla="*/ 2463117 h 2649426"/>
              <a:gd name="connsiteX110" fmla="*/ 1885040 w 12192000"/>
              <a:gd name="connsiteY110" fmla="*/ 2475917 h 2649426"/>
              <a:gd name="connsiteX111" fmla="*/ 1773324 w 12192000"/>
              <a:gd name="connsiteY111" fmla="*/ 2471718 h 2649426"/>
              <a:gd name="connsiteX112" fmla="*/ 1685197 w 12192000"/>
              <a:gd name="connsiteY112" fmla="*/ 2466249 h 2649426"/>
              <a:gd name="connsiteX113" fmla="*/ 1543732 w 12192000"/>
              <a:gd name="connsiteY113" fmla="*/ 2477865 h 2649426"/>
              <a:gd name="connsiteX114" fmla="*/ 1300369 w 12192000"/>
              <a:gd name="connsiteY114" fmla="*/ 2444914 h 2649426"/>
              <a:gd name="connsiteX115" fmla="*/ 1081876 w 12192000"/>
              <a:gd name="connsiteY115" fmla="*/ 2476491 h 2649426"/>
              <a:gd name="connsiteX116" fmla="*/ 957561 w 12192000"/>
              <a:gd name="connsiteY116" fmla="*/ 2484124 h 2649426"/>
              <a:gd name="connsiteX117" fmla="*/ 822775 w 12192000"/>
              <a:gd name="connsiteY117" fmla="*/ 2542292 h 2649426"/>
              <a:gd name="connsiteX118" fmla="*/ 653171 w 12192000"/>
              <a:gd name="connsiteY118" fmla="*/ 2607266 h 2649426"/>
              <a:gd name="connsiteX119" fmla="*/ 479703 w 12192000"/>
              <a:gd name="connsiteY119" fmla="*/ 2594204 h 2649426"/>
              <a:gd name="connsiteX120" fmla="*/ 441281 w 12192000"/>
              <a:gd name="connsiteY120" fmla="*/ 2605939 h 2649426"/>
              <a:gd name="connsiteX121" fmla="*/ 297100 w 12192000"/>
              <a:gd name="connsiteY121" fmla="*/ 2639558 h 2649426"/>
              <a:gd name="connsiteX122" fmla="*/ 97385 w 12192000"/>
              <a:gd name="connsiteY122" fmla="*/ 2636063 h 2649426"/>
              <a:gd name="connsiteX123" fmla="*/ 48888 w 12192000"/>
              <a:gd name="connsiteY123" fmla="*/ 2641447 h 2649426"/>
              <a:gd name="connsiteX124" fmla="*/ 0 w 12192000"/>
              <a:gd name="connsiteY124" fmla="*/ 2649426 h 2649426"/>
              <a:gd name="connsiteX125" fmla="*/ 0 w 12192000"/>
              <a:gd name="connsiteY125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12533 w 12192000"/>
              <a:gd name="connsiteY4" fmla="*/ 173720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538827 w 12192000"/>
              <a:gd name="connsiteY8" fmla="*/ 1639190 h 2649426"/>
              <a:gd name="connsiteX9" fmla="*/ 11319306 w 12192000"/>
              <a:gd name="connsiteY9" fmla="*/ 1630185 h 2649426"/>
              <a:gd name="connsiteX10" fmla="*/ 11234437 w 12192000"/>
              <a:gd name="connsiteY10" fmla="*/ 1562941 h 2649426"/>
              <a:gd name="connsiteX11" fmla="*/ 11146426 w 12192000"/>
              <a:gd name="connsiteY11" fmla="*/ 1555308 h 2649426"/>
              <a:gd name="connsiteX12" fmla="*/ 10891629 w 12192000"/>
              <a:gd name="connsiteY12" fmla="*/ 1523731 h 2649426"/>
              <a:gd name="connsiteX13" fmla="*/ 10607424 w 12192000"/>
              <a:gd name="connsiteY13" fmla="*/ 1570296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47130 w 12192000"/>
              <a:gd name="connsiteY17" fmla="*/ 1583380 h 2649426"/>
              <a:gd name="connsiteX18" fmla="*/ 10522252 w 12192000"/>
              <a:gd name="connsiteY18" fmla="*/ 1595065 h 2649426"/>
              <a:gd name="connsiteX19" fmla="*/ 10329259 w 12192000"/>
              <a:gd name="connsiteY19" fmla="*/ 1579142 h 2649426"/>
              <a:gd name="connsiteX20" fmla="*/ 10132610 w 12192000"/>
              <a:gd name="connsiteY20" fmla="*/ 1619865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28505 w 12192000"/>
              <a:gd name="connsiteY34" fmla="*/ 1838566 h 2649426"/>
              <a:gd name="connsiteX35" fmla="*/ 8316712 w 12192000"/>
              <a:gd name="connsiteY35" fmla="*/ 1855817 h 2649426"/>
              <a:gd name="connsiteX36" fmla="*/ 8279203 w 12192000"/>
              <a:gd name="connsiteY36" fmla="*/ 1870876 h 2649426"/>
              <a:gd name="connsiteX37" fmla="*/ 8216222 w 12192000"/>
              <a:gd name="connsiteY37" fmla="*/ 1895553 h 2649426"/>
              <a:gd name="connsiteX38" fmla="*/ 8119712 w 12192000"/>
              <a:gd name="connsiteY38" fmla="*/ 1947916 h 2649426"/>
              <a:gd name="connsiteX39" fmla="*/ 8100082 w 12192000"/>
              <a:gd name="connsiteY39" fmla="*/ 1922220 h 2649426"/>
              <a:gd name="connsiteX40" fmla="*/ 8043728 w 12192000"/>
              <a:gd name="connsiteY40" fmla="*/ 1944200 h 2649426"/>
              <a:gd name="connsiteX41" fmla="*/ 7958999 w 12192000"/>
              <a:gd name="connsiteY41" fmla="*/ 1980667 h 2649426"/>
              <a:gd name="connsiteX42" fmla="*/ 7908348 w 12192000"/>
              <a:gd name="connsiteY42" fmla="*/ 1994348 h 2649426"/>
              <a:gd name="connsiteX43" fmla="*/ 7771932 w 12192000"/>
              <a:gd name="connsiteY43" fmla="*/ 2039701 h 2649426"/>
              <a:gd name="connsiteX44" fmla="*/ 7579180 w 12192000"/>
              <a:gd name="connsiteY44" fmla="*/ 2150519 h 2649426"/>
              <a:gd name="connsiteX45" fmla="*/ 7571467 w 12192000"/>
              <a:gd name="connsiteY45" fmla="*/ 2153548 h 2649426"/>
              <a:gd name="connsiteX46" fmla="*/ 7549398 w 12192000"/>
              <a:gd name="connsiteY46" fmla="*/ 2153051 h 2649426"/>
              <a:gd name="connsiteX47" fmla="*/ 7540934 w 12192000"/>
              <a:gd name="connsiteY47" fmla="*/ 2151418 h 2649426"/>
              <a:gd name="connsiteX48" fmla="*/ 7528900 w 12192000"/>
              <a:gd name="connsiteY48" fmla="*/ 2152107 h 2649426"/>
              <a:gd name="connsiteX49" fmla="*/ 7528656 w 12192000"/>
              <a:gd name="connsiteY49" fmla="*/ 2152584 h 2649426"/>
              <a:gd name="connsiteX50" fmla="*/ 7517280 w 12192000"/>
              <a:gd name="connsiteY50" fmla="*/ 2152327 h 2649426"/>
              <a:gd name="connsiteX51" fmla="*/ 7460956 w 12192000"/>
              <a:gd name="connsiteY51" fmla="*/ 2145255 h 2649426"/>
              <a:gd name="connsiteX52" fmla="*/ 7393117 w 12192000"/>
              <a:gd name="connsiteY52" fmla="*/ 2193066 h 2649426"/>
              <a:gd name="connsiteX53" fmla="*/ 7363846 w 12192000"/>
              <a:gd name="connsiteY53" fmla="*/ 2202297 h 2649426"/>
              <a:gd name="connsiteX54" fmla="*/ 7348496 w 12192000"/>
              <a:gd name="connsiteY54" fmla="*/ 2209686 h 2649426"/>
              <a:gd name="connsiteX55" fmla="*/ 7338648 w 12192000"/>
              <a:gd name="connsiteY55" fmla="*/ 2198119 h 2649426"/>
              <a:gd name="connsiteX56" fmla="*/ 7293703 w 12192000"/>
              <a:gd name="connsiteY56" fmla="*/ 2204721 h 2649426"/>
              <a:gd name="connsiteX57" fmla="*/ 7286955 w 12192000"/>
              <a:gd name="connsiteY57" fmla="*/ 2207494 h 2649426"/>
              <a:gd name="connsiteX58" fmla="*/ 7251199 w 12192000"/>
              <a:gd name="connsiteY58" fmla="*/ 2198184 h 2649426"/>
              <a:gd name="connsiteX59" fmla="*/ 7233016 w 12192000"/>
              <a:gd name="connsiteY59" fmla="*/ 2195902 h 2649426"/>
              <a:gd name="connsiteX60" fmla="*/ 7227281 w 12192000"/>
              <a:gd name="connsiteY60" fmla="*/ 2190042 h 2649426"/>
              <a:gd name="connsiteX61" fmla="*/ 7200745 w 12192000"/>
              <a:gd name="connsiteY61" fmla="*/ 2189321 h 2649426"/>
              <a:gd name="connsiteX62" fmla="*/ 7197924 w 12192000"/>
              <a:gd name="connsiteY62" fmla="*/ 2191205 h 2649426"/>
              <a:gd name="connsiteX63" fmla="*/ 7175198 w 12192000"/>
              <a:gd name="connsiteY63" fmla="*/ 2183294 h 2649426"/>
              <a:gd name="connsiteX64" fmla="*/ 7100681 w 12192000"/>
              <a:gd name="connsiteY64" fmla="*/ 2167822 h 2649426"/>
              <a:gd name="connsiteX65" fmla="*/ 6932665 w 12192000"/>
              <a:gd name="connsiteY65" fmla="*/ 2162157 h 2649426"/>
              <a:gd name="connsiteX66" fmla="*/ 6700029 w 12192000"/>
              <a:gd name="connsiteY66" fmla="*/ 2158310 h 2649426"/>
              <a:gd name="connsiteX67" fmla="*/ 6271707 w 12192000"/>
              <a:gd name="connsiteY67" fmla="*/ 2183170 h 2649426"/>
              <a:gd name="connsiteX68" fmla="*/ 6196177 w 12192000"/>
              <a:gd name="connsiteY68" fmla="*/ 2200059 h 2649426"/>
              <a:gd name="connsiteX69" fmla="*/ 6125472 w 12192000"/>
              <a:gd name="connsiteY69" fmla="*/ 2178263 h 2649426"/>
              <a:gd name="connsiteX70" fmla="*/ 6098878 w 12192000"/>
              <a:gd name="connsiteY70" fmla="*/ 2192939 h 2649426"/>
              <a:gd name="connsiteX71" fmla="*/ 6094339 w 12192000"/>
              <a:gd name="connsiteY71" fmla="*/ 2195871 h 2649426"/>
              <a:gd name="connsiteX72" fmla="*/ 6075163 w 12192000"/>
              <a:gd name="connsiteY72" fmla="*/ 2198856 h 2649426"/>
              <a:gd name="connsiteX73" fmla="*/ 6071016 w 12192000"/>
              <a:gd name="connsiteY73" fmla="*/ 2210639 h 2649426"/>
              <a:gd name="connsiteX74" fmla="*/ 6043058 w 12192000"/>
              <a:gd name="connsiteY74" fmla="*/ 2222971 h 2649426"/>
              <a:gd name="connsiteX75" fmla="*/ 6007411 w 12192000"/>
              <a:gd name="connsiteY75" fmla="*/ 2225411 h 2649426"/>
              <a:gd name="connsiteX76" fmla="*/ 5836800 w 12192000"/>
              <a:gd name="connsiteY76" fmla="*/ 2224771 h 2649426"/>
              <a:gd name="connsiteX77" fmla="*/ 5735414 w 12192000"/>
              <a:gd name="connsiteY77" fmla="*/ 2231366 h 2649426"/>
              <a:gd name="connsiteX78" fmla="*/ 5697982 w 12192000"/>
              <a:gd name="connsiteY78" fmla="*/ 2244836 h 2649426"/>
              <a:gd name="connsiteX79" fmla="*/ 5644981 w 12192000"/>
              <a:gd name="connsiteY79" fmla="*/ 2256274 h 2649426"/>
              <a:gd name="connsiteX80" fmla="*/ 5552282 w 12192000"/>
              <a:gd name="connsiteY80" fmla="*/ 2284946 h 2649426"/>
              <a:gd name="connsiteX81" fmla="*/ 5426280 w 12192000"/>
              <a:gd name="connsiteY81" fmla="*/ 2290560 h 2649426"/>
              <a:gd name="connsiteX82" fmla="*/ 5329896 w 12192000"/>
              <a:gd name="connsiteY82" fmla="*/ 2279209 h 2649426"/>
              <a:gd name="connsiteX83" fmla="*/ 5322508 w 12192000"/>
              <a:gd name="connsiteY83" fmla="*/ 2288005 h 2649426"/>
              <a:gd name="connsiteX84" fmla="*/ 5258237 w 12192000"/>
              <a:gd name="connsiteY84" fmla="*/ 2290475 h 2649426"/>
              <a:gd name="connsiteX85" fmla="*/ 5027899 w 12192000"/>
              <a:gd name="connsiteY85" fmla="*/ 2242653 h 2649426"/>
              <a:gd name="connsiteX86" fmla="*/ 4902443 w 12192000"/>
              <a:gd name="connsiteY86" fmla="*/ 2249037 h 2649426"/>
              <a:gd name="connsiteX87" fmla="*/ 4858751 w 12192000"/>
              <a:gd name="connsiteY87" fmla="*/ 2260409 h 2649426"/>
              <a:gd name="connsiteX88" fmla="*/ 4785497 w 12192000"/>
              <a:gd name="connsiteY88" fmla="*/ 2278897 h 2649426"/>
              <a:gd name="connsiteX89" fmla="*/ 4732807 w 12192000"/>
              <a:gd name="connsiteY89" fmla="*/ 2315139 h 2649426"/>
              <a:gd name="connsiteX90" fmla="*/ 4670737 w 12192000"/>
              <a:gd name="connsiteY90" fmla="*/ 2321711 h 2649426"/>
              <a:gd name="connsiteX91" fmla="*/ 4489013 w 12192000"/>
              <a:gd name="connsiteY91" fmla="*/ 2338805 h 2649426"/>
              <a:gd name="connsiteX92" fmla="*/ 4431159 w 12192000"/>
              <a:gd name="connsiteY92" fmla="*/ 2347536 h 2649426"/>
              <a:gd name="connsiteX93" fmla="*/ 4273885 w 12192000"/>
              <a:gd name="connsiteY93" fmla="*/ 2379520 h 2649426"/>
              <a:gd name="connsiteX94" fmla="*/ 4116925 w 12192000"/>
              <a:gd name="connsiteY94" fmla="*/ 2417756 h 2649426"/>
              <a:gd name="connsiteX95" fmla="*/ 4027169 w 12192000"/>
              <a:gd name="connsiteY95" fmla="*/ 2475399 h 2649426"/>
              <a:gd name="connsiteX96" fmla="*/ 3897799 w 12192000"/>
              <a:gd name="connsiteY96" fmla="*/ 2503049 h 2649426"/>
              <a:gd name="connsiteX97" fmla="*/ 3876619 w 12192000"/>
              <a:gd name="connsiteY97" fmla="*/ 2512804 h 2649426"/>
              <a:gd name="connsiteX98" fmla="*/ 3721493 w 12192000"/>
              <a:gd name="connsiteY98" fmla="*/ 2497646 h 2649426"/>
              <a:gd name="connsiteX99" fmla="*/ 3504883 w 12192000"/>
              <a:gd name="connsiteY99" fmla="*/ 2503869 h 2649426"/>
              <a:gd name="connsiteX100" fmla="*/ 3431219 w 12192000"/>
              <a:gd name="connsiteY100" fmla="*/ 2502163 h 2649426"/>
              <a:gd name="connsiteX101" fmla="*/ 3151243 w 12192000"/>
              <a:gd name="connsiteY101" fmla="*/ 2492405 h 2649426"/>
              <a:gd name="connsiteX102" fmla="*/ 3057639 w 12192000"/>
              <a:gd name="connsiteY102" fmla="*/ 2507988 h 2649426"/>
              <a:gd name="connsiteX103" fmla="*/ 2916555 w 12192000"/>
              <a:gd name="connsiteY103" fmla="*/ 2472028 h 2649426"/>
              <a:gd name="connsiteX104" fmla="*/ 2846802 w 12192000"/>
              <a:gd name="connsiteY104" fmla="*/ 2461014 h 2649426"/>
              <a:gd name="connsiteX105" fmla="*/ 2739588 w 12192000"/>
              <a:gd name="connsiteY105" fmla="*/ 2457956 h 2649426"/>
              <a:gd name="connsiteX106" fmla="*/ 2706684 w 12192000"/>
              <a:gd name="connsiteY106" fmla="*/ 2454540 h 2649426"/>
              <a:gd name="connsiteX107" fmla="*/ 2348435 w 12192000"/>
              <a:gd name="connsiteY107" fmla="*/ 2449176 h 2649426"/>
              <a:gd name="connsiteX108" fmla="*/ 2194299 w 12192000"/>
              <a:gd name="connsiteY108" fmla="*/ 2475215 h 2649426"/>
              <a:gd name="connsiteX109" fmla="*/ 1983009 w 12192000"/>
              <a:gd name="connsiteY109" fmla="*/ 2463117 h 2649426"/>
              <a:gd name="connsiteX110" fmla="*/ 1885040 w 12192000"/>
              <a:gd name="connsiteY110" fmla="*/ 2475917 h 2649426"/>
              <a:gd name="connsiteX111" fmla="*/ 1773324 w 12192000"/>
              <a:gd name="connsiteY111" fmla="*/ 2471718 h 2649426"/>
              <a:gd name="connsiteX112" fmla="*/ 1685197 w 12192000"/>
              <a:gd name="connsiteY112" fmla="*/ 2466249 h 2649426"/>
              <a:gd name="connsiteX113" fmla="*/ 1543732 w 12192000"/>
              <a:gd name="connsiteY113" fmla="*/ 2477865 h 2649426"/>
              <a:gd name="connsiteX114" fmla="*/ 1300369 w 12192000"/>
              <a:gd name="connsiteY114" fmla="*/ 2444914 h 2649426"/>
              <a:gd name="connsiteX115" fmla="*/ 1081876 w 12192000"/>
              <a:gd name="connsiteY115" fmla="*/ 2476491 h 2649426"/>
              <a:gd name="connsiteX116" fmla="*/ 957561 w 12192000"/>
              <a:gd name="connsiteY116" fmla="*/ 2484124 h 2649426"/>
              <a:gd name="connsiteX117" fmla="*/ 822775 w 12192000"/>
              <a:gd name="connsiteY117" fmla="*/ 2542292 h 2649426"/>
              <a:gd name="connsiteX118" fmla="*/ 653171 w 12192000"/>
              <a:gd name="connsiteY118" fmla="*/ 2607266 h 2649426"/>
              <a:gd name="connsiteX119" fmla="*/ 479703 w 12192000"/>
              <a:gd name="connsiteY119" fmla="*/ 2594204 h 2649426"/>
              <a:gd name="connsiteX120" fmla="*/ 441281 w 12192000"/>
              <a:gd name="connsiteY120" fmla="*/ 2605939 h 2649426"/>
              <a:gd name="connsiteX121" fmla="*/ 297100 w 12192000"/>
              <a:gd name="connsiteY121" fmla="*/ 2639558 h 2649426"/>
              <a:gd name="connsiteX122" fmla="*/ 97385 w 12192000"/>
              <a:gd name="connsiteY122" fmla="*/ 2636063 h 2649426"/>
              <a:gd name="connsiteX123" fmla="*/ 48888 w 12192000"/>
              <a:gd name="connsiteY123" fmla="*/ 2641447 h 2649426"/>
              <a:gd name="connsiteX124" fmla="*/ 0 w 12192000"/>
              <a:gd name="connsiteY124" fmla="*/ 2649426 h 2649426"/>
              <a:gd name="connsiteX125" fmla="*/ 0 w 12192000"/>
              <a:gd name="connsiteY125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12533 w 12192000"/>
              <a:gd name="connsiteY4" fmla="*/ 173720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538827 w 12192000"/>
              <a:gd name="connsiteY8" fmla="*/ 1639190 h 2649426"/>
              <a:gd name="connsiteX9" fmla="*/ 11319306 w 12192000"/>
              <a:gd name="connsiteY9" fmla="*/ 1630185 h 2649426"/>
              <a:gd name="connsiteX10" fmla="*/ 11234437 w 12192000"/>
              <a:gd name="connsiteY10" fmla="*/ 1562941 h 2649426"/>
              <a:gd name="connsiteX11" fmla="*/ 11146426 w 12192000"/>
              <a:gd name="connsiteY11" fmla="*/ 1555308 h 2649426"/>
              <a:gd name="connsiteX12" fmla="*/ 10891629 w 12192000"/>
              <a:gd name="connsiteY12" fmla="*/ 1523731 h 2649426"/>
              <a:gd name="connsiteX13" fmla="*/ 10607424 w 12192000"/>
              <a:gd name="connsiteY13" fmla="*/ 1570296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47130 w 12192000"/>
              <a:gd name="connsiteY17" fmla="*/ 1583380 h 2649426"/>
              <a:gd name="connsiteX18" fmla="*/ 10522252 w 12192000"/>
              <a:gd name="connsiteY18" fmla="*/ 1595065 h 2649426"/>
              <a:gd name="connsiteX19" fmla="*/ 10329259 w 12192000"/>
              <a:gd name="connsiteY19" fmla="*/ 1579142 h 2649426"/>
              <a:gd name="connsiteX20" fmla="*/ 10132610 w 12192000"/>
              <a:gd name="connsiteY20" fmla="*/ 1619865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28505 w 12192000"/>
              <a:gd name="connsiteY34" fmla="*/ 1838566 h 2649426"/>
              <a:gd name="connsiteX35" fmla="*/ 8316712 w 12192000"/>
              <a:gd name="connsiteY35" fmla="*/ 1855817 h 2649426"/>
              <a:gd name="connsiteX36" fmla="*/ 8279203 w 12192000"/>
              <a:gd name="connsiteY36" fmla="*/ 1870876 h 2649426"/>
              <a:gd name="connsiteX37" fmla="*/ 8216222 w 12192000"/>
              <a:gd name="connsiteY37" fmla="*/ 1895553 h 2649426"/>
              <a:gd name="connsiteX38" fmla="*/ 8119712 w 12192000"/>
              <a:gd name="connsiteY38" fmla="*/ 1947916 h 2649426"/>
              <a:gd name="connsiteX39" fmla="*/ 8100082 w 12192000"/>
              <a:gd name="connsiteY39" fmla="*/ 1922220 h 2649426"/>
              <a:gd name="connsiteX40" fmla="*/ 8043728 w 12192000"/>
              <a:gd name="connsiteY40" fmla="*/ 1944200 h 2649426"/>
              <a:gd name="connsiteX41" fmla="*/ 7958999 w 12192000"/>
              <a:gd name="connsiteY41" fmla="*/ 1980667 h 2649426"/>
              <a:gd name="connsiteX42" fmla="*/ 7908348 w 12192000"/>
              <a:gd name="connsiteY42" fmla="*/ 1994348 h 2649426"/>
              <a:gd name="connsiteX43" fmla="*/ 7771932 w 12192000"/>
              <a:gd name="connsiteY43" fmla="*/ 2039701 h 2649426"/>
              <a:gd name="connsiteX44" fmla="*/ 7579180 w 12192000"/>
              <a:gd name="connsiteY44" fmla="*/ 2150519 h 2649426"/>
              <a:gd name="connsiteX45" fmla="*/ 7571467 w 12192000"/>
              <a:gd name="connsiteY45" fmla="*/ 2153548 h 2649426"/>
              <a:gd name="connsiteX46" fmla="*/ 7549398 w 12192000"/>
              <a:gd name="connsiteY46" fmla="*/ 2153051 h 2649426"/>
              <a:gd name="connsiteX47" fmla="*/ 7540934 w 12192000"/>
              <a:gd name="connsiteY47" fmla="*/ 2151418 h 2649426"/>
              <a:gd name="connsiteX48" fmla="*/ 7528900 w 12192000"/>
              <a:gd name="connsiteY48" fmla="*/ 2152107 h 2649426"/>
              <a:gd name="connsiteX49" fmla="*/ 7528656 w 12192000"/>
              <a:gd name="connsiteY49" fmla="*/ 2152584 h 2649426"/>
              <a:gd name="connsiteX50" fmla="*/ 7517280 w 12192000"/>
              <a:gd name="connsiteY50" fmla="*/ 2152327 h 2649426"/>
              <a:gd name="connsiteX51" fmla="*/ 7460956 w 12192000"/>
              <a:gd name="connsiteY51" fmla="*/ 2145255 h 2649426"/>
              <a:gd name="connsiteX52" fmla="*/ 7393117 w 12192000"/>
              <a:gd name="connsiteY52" fmla="*/ 2193066 h 2649426"/>
              <a:gd name="connsiteX53" fmla="*/ 7363846 w 12192000"/>
              <a:gd name="connsiteY53" fmla="*/ 2202297 h 2649426"/>
              <a:gd name="connsiteX54" fmla="*/ 7348496 w 12192000"/>
              <a:gd name="connsiteY54" fmla="*/ 2209686 h 2649426"/>
              <a:gd name="connsiteX55" fmla="*/ 7338648 w 12192000"/>
              <a:gd name="connsiteY55" fmla="*/ 2198119 h 2649426"/>
              <a:gd name="connsiteX56" fmla="*/ 7293703 w 12192000"/>
              <a:gd name="connsiteY56" fmla="*/ 2204721 h 2649426"/>
              <a:gd name="connsiteX57" fmla="*/ 7286955 w 12192000"/>
              <a:gd name="connsiteY57" fmla="*/ 2207494 h 2649426"/>
              <a:gd name="connsiteX58" fmla="*/ 7251199 w 12192000"/>
              <a:gd name="connsiteY58" fmla="*/ 2198184 h 2649426"/>
              <a:gd name="connsiteX59" fmla="*/ 7233016 w 12192000"/>
              <a:gd name="connsiteY59" fmla="*/ 2195902 h 2649426"/>
              <a:gd name="connsiteX60" fmla="*/ 7227281 w 12192000"/>
              <a:gd name="connsiteY60" fmla="*/ 2190042 h 2649426"/>
              <a:gd name="connsiteX61" fmla="*/ 7200745 w 12192000"/>
              <a:gd name="connsiteY61" fmla="*/ 2189321 h 2649426"/>
              <a:gd name="connsiteX62" fmla="*/ 7197924 w 12192000"/>
              <a:gd name="connsiteY62" fmla="*/ 2191205 h 2649426"/>
              <a:gd name="connsiteX63" fmla="*/ 7175198 w 12192000"/>
              <a:gd name="connsiteY63" fmla="*/ 2183294 h 2649426"/>
              <a:gd name="connsiteX64" fmla="*/ 7100681 w 12192000"/>
              <a:gd name="connsiteY64" fmla="*/ 2167822 h 2649426"/>
              <a:gd name="connsiteX65" fmla="*/ 6932665 w 12192000"/>
              <a:gd name="connsiteY65" fmla="*/ 2162157 h 2649426"/>
              <a:gd name="connsiteX66" fmla="*/ 6700029 w 12192000"/>
              <a:gd name="connsiteY66" fmla="*/ 2158310 h 2649426"/>
              <a:gd name="connsiteX67" fmla="*/ 6271707 w 12192000"/>
              <a:gd name="connsiteY67" fmla="*/ 2183170 h 2649426"/>
              <a:gd name="connsiteX68" fmla="*/ 6196177 w 12192000"/>
              <a:gd name="connsiteY68" fmla="*/ 2200059 h 2649426"/>
              <a:gd name="connsiteX69" fmla="*/ 6125472 w 12192000"/>
              <a:gd name="connsiteY69" fmla="*/ 2178263 h 2649426"/>
              <a:gd name="connsiteX70" fmla="*/ 6098878 w 12192000"/>
              <a:gd name="connsiteY70" fmla="*/ 2192939 h 2649426"/>
              <a:gd name="connsiteX71" fmla="*/ 6094339 w 12192000"/>
              <a:gd name="connsiteY71" fmla="*/ 2195871 h 2649426"/>
              <a:gd name="connsiteX72" fmla="*/ 6075163 w 12192000"/>
              <a:gd name="connsiteY72" fmla="*/ 2198856 h 2649426"/>
              <a:gd name="connsiteX73" fmla="*/ 6071016 w 12192000"/>
              <a:gd name="connsiteY73" fmla="*/ 2210639 h 2649426"/>
              <a:gd name="connsiteX74" fmla="*/ 6043058 w 12192000"/>
              <a:gd name="connsiteY74" fmla="*/ 2222971 h 2649426"/>
              <a:gd name="connsiteX75" fmla="*/ 6007411 w 12192000"/>
              <a:gd name="connsiteY75" fmla="*/ 2225411 h 2649426"/>
              <a:gd name="connsiteX76" fmla="*/ 5836800 w 12192000"/>
              <a:gd name="connsiteY76" fmla="*/ 2224771 h 2649426"/>
              <a:gd name="connsiteX77" fmla="*/ 5735414 w 12192000"/>
              <a:gd name="connsiteY77" fmla="*/ 2231366 h 2649426"/>
              <a:gd name="connsiteX78" fmla="*/ 5697982 w 12192000"/>
              <a:gd name="connsiteY78" fmla="*/ 2244836 h 2649426"/>
              <a:gd name="connsiteX79" fmla="*/ 5644981 w 12192000"/>
              <a:gd name="connsiteY79" fmla="*/ 2256274 h 2649426"/>
              <a:gd name="connsiteX80" fmla="*/ 5552282 w 12192000"/>
              <a:gd name="connsiteY80" fmla="*/ 2284946 h 2649426"/>
              <a:gd name="connsiteX81" fmla="*/ 5426280 w 12192000"/>
              <a:gd name="connsiteY81" fmla="*/ 2290560 h 2649426"/>
              <a:gd name="connsiteX82" fmla="*/ 5329896 w 12192000"/>
              <a:gd name="connsiteY82" fmla="*/ 2279209 h 2649426"/>
              <a:gd name="connsiteX83" fmla="*/ 5322508 w 12192000"/>
              <a:gd name="connsiteY83" fmla="*/ 2288005 h 2649426"/>
              <a:gd name="connsiteX84" fmla="*/ 5258237 w 12192000"/>
              <a:gd name="connsiteY84" fmla="*/ 2290475 h 2649426"/>
              <a:gd name="connsiteX85" fmla="*/ 5027899 w 12192000"/>
              <a:gd name="connsiteY85" fmla="*/ 2242653 h 2649426"/>
              <a:gd name="connsiteX86" fmla="*/ 4902443 w 12192000"/>
              <a:gd name="connsiteY86" fmla="*/ 2249037 h 2649426"/>
              <a:gd name="connsiteX87" fmla="*/ 4858751 w 12192000"/>
              <a:gd name="connsiteY87" fmla="*/ 2260409 h 2649426"/>
              <a:gd name="connsiteX88" fmla="*/ 4785497 w 12192000"/>
              <a:gd name="connsiteY88" fmla="*/ 2278897 h 2649426"/>
              <a:gd name="connsiteX89" fmla="*/ 4732807 w 12192000"/>
              <a:gd name="connsiteY89" fmla="*/ 2315139 h 2649426"/>
              <a:gd name="connsiteX90" fmla="*/ 4670737 w 12192000"/>
              <a:gd name="connsiteY90" fmla="*/ 2321711 h 2649426"/>
              <a:gd name="connsiteX91" fmla="*/ 4489013 w 12192000"/>
              <a:gd name="connsiteY91" fmla="*/ 2338805 h 2649426"/>
              <a:gd name="connsiteX92" fmla="*/ 4431159 w 12192000"/>
              <a:gd name="connsiteY92" fmla="*/ 2347536 h 2649426"/>
              <a:gd name="connsiteX93" fmla="*/ 4273885 w 12192000"/>
              <a:gd name="connsiteY93" fmla="*/ 2379520 h 2649426"/>
              <a:gd name="connsiteX94" fmla="*/ 4116925 w 12192000"/>
              <a:gd name="connsiteY94" fmla="*/ 2417756 h 2649426"/>
              <a:gd name="connsiteX95" fmla="*/ 4027169 w 12192000"/>
              <a:gd name="connsiteY95" fmla="*/ 2475399 h 2649426"/>
              <a:gd name="connsiteX96" fmla="*/ 3897799 w 12192000"/>
              <a:gd name="connsiteY96" fmla="*/ 2503049 h 2649426"/>
              <a:gd name="connsiteX97" fmla="*/ 3876619 w 12192000"/>
              <a:gd name="connsiteY97" fmla="*/ 2512804 h 2649426"/>
              <a:gd name="connsiteX98" fmla="*/ 3721493 w 12192000"/>
              <a:gd name="connsiteY98" fmla="*/ 2497646 h 2649426"/>
              <a:gd name="connsiteX99" fmla="*/ 3504883 w 12192000"/>
              <a:gd name="connsiteY99" fmla="*/ 2503869 h 2649426"/>
              <a:gd name="connsiteX100" fmla="*/ 3431219 w 12192000"/>
              <a:gd name="connsiteY100" fmla="*/ 2502163 h 2649426"/>
              <a:gd name="connsiteX101" fmla="*/ 3151243 w 12192000"/>
              <a:gd name="connsiteY101" fmla="*/ 2492405 h 2649426"/>
              <a:gd name="connsiteX102" fmla="*/ 3057639 w 12192000"/>
              <a:gd name="connsiteY102" fmla="*/ 2507988 h 2649426"/>
              <a:gd name="connsiteX103" fmla="*/ 2916555 w 12192000"/>
              <a:gd name="connsiteY103" fmla="*/ 2472028 h 2649426"/>
              <a:gd name="connsiteX104" fmla="*/ 2846802 w 12192000"/>
              <a:gd name="connsiteY104" fmla="*/ 2461014 h 2649426"/>
              <a:gd name="connsiteX105" fmla="*/ 2739588 w 12192000"/>
              <a:gd name="connsiteY105" fmla="*/ 2457956 h 2649426"/>
              <a:gd name="connsiteX106" fmla="*/ 2706684 w 12192000"/>
              <a:gd name="connsiteY106" fmla="*/ 2454540 h 2649426"/>
              <a:gd name="connsiteX107" fmla="*/ 2348435 w 12192000"/>
              <a:gd name="connsiteY107" fmla="*/ 2449176 h 2649426"/>
              <a:gd name="connsiteX108" fmla="*/ 2194299 w 12192000"/>
              <a:gd name="connsiteY108" fmla="*/ 2475215 h 2649426"/>
              <a:gd name="connsiteX109" fmla="*/ 1983009 w 12192000"/>
              <a:gd name="connsiteY109" fmla="*/ 2463117 h 2649426"/>
              <a:gd name="connsiteX110" fmla="*/ 1885040 w 12192000"/>
              <a:gd name="connsiteY110" fmla="*/ 2475917 h 2649426"/>
              <a:gd name="connsiteX111" fmla="*/ 1773324 w 12192000"/>
              <a:gd name="connsiteY111" fmla="*/ 2471718 h 2649426"/>
              <a:gd name="connsiteX112" fmla="*/ 1685197 w 12192000"/>
              <a:gd name="connsiteY112" fmla="*/ 2466249 h 2649426"/>
              <a:gd name="connsiteX113" fmla="*/ 1543732 w 12192000"/>
              <a:gd name="connsiteY113" fmla="*/ 2477865 h 2649426"/>
              <a:gd name="connsiteX114" fmla="*/ 1300369 w 12192000"/>
              <a:gd name="connsiteY114" fmla="*/ 2444914 h 2649426"/>
              <a:gd name="connsiteX115" fmla="*/ 1081876 w 12192000"/>
              <a:gd name="connsiteY115" fmla="*/ 2476491 h 2649426"/>
              <a:gd name="connsiteX116" fmla="*/ 957561 w 12192000"/>
              <a:gd name="connsiteY116" fmla="*/ 2484124 h 2649426"/>
              <a:gd name="connsiteX117" fmla="*/ 822775 w 12192000"/>
              <a:gd name="connsiteY117" fmla="*/ 2542292 h 2649426"/>
              <a:gd name="connsiteX118" fmla="*/ 653171 w 12192000"/>
              <a:gd name="connsiteY118" fmla="*/ 2607266 h 2649426"/>
              <a:gd name="connsiteX119" fmla="*/ 511469 w 12192000"/>
              <a:gd name="connsiteY119" fmla="*/ 2598742 h 2649426"/>
              <a:gd name="connsiteX120" fmla="*/ 441281 w 12192000"/>
              <a:gd name="connsiteY120" fmla="*/ 2605939 h 2649426"/>
              <a:gd name="connsiteX121" fmla="*/ 297100 w 12192000"/>
              <a:gd name="connsiteY121" fmla="*/ 2639558 h 2649426"/>
              <a:gd name="connsiteX122" fmla="*/ 97385 w 12192000"/>
              <a:gd name="connsiteY122" fmla="*/ 2636063 h 2649426"/>
              <a:gd name="connsiteX123" fmla="*/ 48888 w 12192000"/>
              <a:gd name="connsiteY123" fmla="*/ 2641447 h 2649426"/>
              <a:gd name="connsiteX124" fmla="*/ 0 w 12192000"/>
              <a:gd name="connsiteY124" fmla="*/ 2649426 h 2649426"/>
              <a:gd name="connsiteX125" fmla="*/ 0 w 12192000"/>
              <a:gd name="connsiteY125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12533 w 12192000"/>
              <a:gd name="connsiteY4" fmla="*/ 173720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538827 w 12192000"/>
              <a:gd name="connsiteY8" fmla="*/ 1639190 h 2649426"/>
              <a:gd name="connsiteX9" fmla="*/ 11319306 w 12192000"/>
              <a:gd name="connsiteY9" fmla="*/ 1630185 h 2649426"/>
              <a:gd name="connsiteX10" fmla="*/ 11234437 w 12192000"/>
              <a:gd name="connsiteY10" fmla="*/ 1562941 h 2649426"/>
              <a:gd name="connsiteX11" fmla="*/ 11146426 w 12192000"/>
              <a:gd name="connsiteY11" fmla="*/ 1555308 h 2649426"/>
              <a:gd name="connsiteX12" fmla="*/ 10891629 w 12192000"/>
              <a:gd name="connsiteY12" fmla="*/ 1523731 h 2649426"/>
              <a:gd name="connsiteX13" fmla="*/ 10607424 w 12192000"/>
              <a:gd name="connsiteY13" fmla="*/ 1570296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47130 w 12192000"/>
              <a:gd name="connsiteY17" fmla="*/ 1583380 h 2649426"/>
              <a:gd name="connsiteX18" fmla="*/ 10522252 w 12192000"/>
              <a:gd name="connsiteY18" fmla="*/ 1595065 h 2649426"/>
              <a:gd name="connsiteX19" fmla="*/ 10329259 w 12192000"/>
              <a:gd name="connsiteY19" fmla="*/ 1579142 h 2649426"/>
              <a:gd name="connsiteX20" fmla="*/ 10132610 w 12192000"/>
              <a:gd name="connsiteY20" fmla="*/ 1619865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28505 w 12192000"/>
              <a:gd name="connsiteY34" fmla="*/ 1838566 h 2649426"/>
              <a:gd name="connsiteX35" fmla="*/ 8316712 w 12192000"/>
              <a:gd name="connsiteY35" fmla="*/ 1855817 h 2649426"/>
              <a:gd name="connsiteX36" fmla="*/ 8279203 w 12192000"/>
              <a:gd name="connsiteY36" fmla="*/ 1870876 h 2649426"/>
              <a:gd name="connsiteX37" fmla="*/ 8216222 w 12192000"/>
              <a:gd name="connsiteY37" fmla="*/ 1895553 h 2649426"/>
              <a:gd name="connsiteX38" fmla="*/ 8119712 w 12192000"/>
              <a:gd name="connsiteY38" fmla="*/ 1947916 h 2649426"/>
              <a:gd name="connsiteX39" fmla="*/ 8100082 w 12192000"/>
              <a:gd name="connsiteY39" fmla="*/ 1922220 h 2649426"/>
              <a:gd name="connsiteX40" fmla="*/ 8043728 w 12192000"/>
              <a:gd name="connsiteY40" fmla="*/ 1944200 h 2649426"/>
              <a:gd name="connsiteX41" fmla="*/ 7958999 w 12192000"/>
              <a:gd name="connsiteY41" fmla="*/ 1980667 h 2649426"/>
              <a:gd name="connsiteX42" fmla="*/ 7908348 w 12192000"/>
              <a:gd name="connsiteY42" fmla="*/ 1994348 h 2649426"/>
              <a:gd name="connsiteX43" fmla="*/ 7771932 w 12192000"/>
              <a:gd name="connsiteY43" fmla="*/ 2039701 h 2649426"/>
              <a:gd name="connsiteX44" fmla="*/ 7579180 w 12192000"/>
              <a:gd name="connsiteY44" fmla="*/ 2150519 h 2649426"/>
              <a:gd name="connsiteX45" fmla="*/ 7571467 w 12192000"/>
              <a:gd name="connsiteY45" fmla="*/ 2153548 h 2649426"/>
              <a:gd name="connsiteX46" fmla="*/ 7549398 w 12192000"/>
              <a:gd name="connsiteY46" fmla="*/ 2153051 h 2649426"/>
              <a:gd name="connsiteX47" fmla="*/ 7540934 w 12192000"/>
              <a:gd name="connsiteY47" fmla="*/ 2151418 h 2649426"/>
              <a:gd name="connsiteX48" fmla="*/ 7528900 w 12192000"/>
              <a:gd name="connsiteY48" fmla="*/ 2152107 h 2649426"/>
              <a:gd name="connsiteX49" fmla="*/ 7528656 w 12192000"/>
              <a:gd name="connsiteY49" fmla="*/ 2152584 h 2649426"/>
              <a:gd name="connsiteX50" fmla="*/ 7517280 w 12192000"/>
              <a:gd name="connsiteY50" fmla="*/ 2152327 h 2649426"/>
              <a:gd name="connsiteX51" fmla="*/ 7460956 w 12192000"/>
              <a:gd name="connsiteY51" fmla="*/ 2145255 h 2649426"/>
              <a:gd name="connsiteX52" fmla="*/ 7393117 w 12192000"/>
              <a:gd name="connsiteY52" fmla="*/ 2193066 h 2649426"/>
              <a:gd name="connsiteX53" fmla="*/ 7363846 w 12192000"/>
              <a:gd name="connsiteY53" fmla="*/ 2202297 h 2649426"/>
              <a:gd name="connsiteX54" fmla="*/ 7348496 w 12192000"/>
              <a:gd name="connsiteY54" fmla="*/ 2209686 h 2649426"/>
              <a:gd name="connsiteX55" fmla="*/ 7338648 w 12192000"/>
              <a:gd name="connsiteY55" fmla="*/ 2198119 h 2649426"/>
              <a:gd name="connsiteX56" fmla="*/ 7293703 w 12192000"/>
              <a:gd name="connsiteY56" fmla="*/ 2204721 h 2649426"/>
              <a:gd name="connsiteX57" fmla="*/ 7286955 w 12192000"/>
              <a:gd name="connsiteY57" fmla="*/ 2207494 h 2649426"/>
              <a:gd name="connsiteX58" fmla="*/ 7251199 w 12192000"/>
              <a:gd name="connsiteY58" fmla="*/ 2198184 h 2649426"/>
              <a:gd name="connsiteX59" fmla="*/ 7233016 w 12192000"/>
              <a:gd name="connsiteY59" fmla="*/ 2195902 h 2649426"/>
              <a:gd name="connsiteX60" fmla="*/ 7227281 w 12192000"/>
              <a:gd name="connsiteY60" fmla="*/ 2190042 h 2649426"/>
              <a:gd name="connsiteX61" fmla="*/ 7200745 w 12192000"/>
              <a:gd name="connsiteY61" fmla="*/ 2189321 h 2649426"/>
              <a:gd name="connsiteX62" fmla="*/ 7197924 w 12192000"/>
              <a:gd name="connsiteY62" fmla="*/ 2191205 h 2649426"/>
              <a:gd name="connsiteX63" fmla="*/ 7175198 w 12192000"/>
              <a:gd name="connsiteY63" fmla="*/ 2183294 h 2649426"/>
              <a:gd name="connsiteX64" fmla="*/ 7100681 w 12192000"/>
              <a:gd name="connsiteY64" fmla="*/ 2167822 h 2649426"/>
              <a:gd name="connsiteX65" fmla="*/ 6932665 w 12192000"/>
              <a:gd name="connsiteY65" fmla="*/ 2162157 h 2649426"/>
              <a:gd name="connsiteX66" fmla="*/ 6700029 w 12192000"/>
              <a:gd name="connsiteY66" fmla="*/ 2158310 h 2649426"/>
              <a:gd name="connsiteX67" fmla="*/ 6271707 w 12192000"/>
              <a:gd name="connsiteY67" fmla="*/ 2183170 h 2649426"/>
              <a:gd name="connsiteX68" fmla="*/ 6196177 w 12192000"/>
              <a:gd name="connsiteY68" fmla="*/ 2200059 h 2649426"/>
              <a:gd name="connsiteX69" fmla="*/ 6125472 w 12192000"/>
              <a:gd name="connsiteY69" fmla="*/ 2178263 h 2649426"/>
              <a:gd name="connsiteX70" fmla="*/ 6098878 w 12192000"/>
              <a:gd name="connsiteY70" fmla="*/ 2192939 h 2649426"/>
              <a:gd name="connsiteX71" fmla="*/ 6094339 w 12192000"/>
              <a:gd name="connsiteY71" fmla="*/ 2195871 h 2649426"/>
              <a:gd name="connsiteX72" fmla="*/ 6075163 w 12192000"/>
              <a:gd name="connsiteY72" fmla="*/ 2198856 h 2649426"/>
              <a:gd name="connsiteX73" fmla="*/ 6071016 w 12192000"/>
              <a:gd name="connsiteY73" fmla="*/ 2210639 h 2649426"/>
              <a:gd name="connsiteX74" fmla="*/ 6043058 w 12192000"/>
              <a:gd name="connsiteY74" fmla="*/ 2222971 h 2649426"/>
              <a:gd name="connsiteX75" fmla="*/ 6007411 w 12192000"/>
              <a:gd name="connsiteY75" fmla="*/ 2225411 h 2649426"/>
              <a:gd name="connsiteX76" fmla="*/ 5836800 w 12192000"/>
              <a:gd name="connsiteY76" fmla="*/ 2224771 h 2649426"/>
              <a:gd name="connsiteX77" fmla="*/ 5735414 w 12192000"/>
              <a:gd name="connsiteY77" fmla="*/ 2231366 h 2649426"/>
              <a:gd name="connsiteX78" fmla="*/ 5697982 w 12192000"/>
              <a:gd name="connsiteY78" fmla="*/ 2244836 h 2649426"/>
              <a:gd name="connsiteX79" fmla="*/ 5644981 w 12192000"/>
              <a:gd name="connsiteY79" fmla="*/ 2256274 h 2649426"/>
              <a:gd name="connsiteX80" fmla="*/ 5552282 w 12192000"/>
              <a:gd name="connsiteY80" fmla="*/ 2284946 h 2649426"/>
              <a:gd name="connsiteX81" fmla="*/ 5426280 w 12192000"/>
              <a:gd name="connsiteY81" fmla="*/ 2290560 h 2649426"/>
              <a:gd name="connsiteX82" fmla="*/ 5329896 w 12192000"/>
              <a:gd name="connsiteY82" fmla="*/ 2279209 h 2649426"/>
              <a:gd name="connsiteX83" fmla="*/ 5322508 w 12192000"/>
              <a:gd name="connsiteY83" fmla="*/ 2288005 h 2649426"/>
              <a:gd name="connsiteX84" fmla="*/ 5258237 w 12192000"/>
              <a:gd name="connsiteY84" fmla="*/ 2290475 h 2649426"/>
              <a:gd name="connsiteX85" fmla="*/ 5027899 w 12192000"/>
              <a:gd name="connsiteY85" fmla="*/ 2242653 h 2649426"/>
              <a:gd name="connsiteX86" fmla="*/ 4902443 w 12192000"/>
              <a:gd name="connsiteY86" fmla="*/ 2249037 h 2649426"/>
              <a:gd name="connsiteX87" fmla="*/ 4858751 w 12192000"/>
              <a:gd name="connsiteY87" fmla="*/ 2260409 h 2649426"/>
              <a:gd name="connsiteX88" fmla="*/ 4785497 w 12192000"/>
              <a:gd name="connsiteY88" fmla="*/ 2278897 h 2649426"/>
              <a:gd name="connsiteX89" fmla="*/ 4732807 w 12192000"/>
              <a:gd name="connsiteY89" fmla="*/ 2315139 h 2649426"/>
              <a:gd name="connsiteX90" fmla="*/ 4670737 w 12192000"/>
              <a:gd name="connsiteY90" fmla="*/ 2321711 h 2649426"/>
              <a:gd name="connsiteX91" fmla="*/ 4489013 w 12192000"/>
              <a:gd name="connsiteY91" fmla="*/ 2338805 h 2649426"/>
              <a:gd name="connsiteX92" fmla="*/ 4431159 w 12192000"/>
              <a:gd name="connsiteY92" fmla="*/ 2347536 h 2649426"/>
              <a:gd name="connsiteX93" fmla="*/ 4273885 w 12192000"/>
              <a:gd name="connsiteY93" fmla="*/ 2379520 h 2649426"/>
              <a:gd name="connsiteX94" fmla="*/ 4116925 w 12192000"/>
              <a:gd name="connsiteY94" fmla="*/ 2417756 h 2649426"/>
              <a:gd name="connsiteX95" fmla="*/ 4027169 w 12192000"/>
              <a:gd name="connsiteY95" fmla="*/ 2475399 h 2649426"/>
              <a:gd name="connsiteX96" fmla="*/ 3897799 w 12192000"/>
              <a:gd name="connsiteY96" fmla="*/ 2503049 h 2649426"/>
              <a:gd name="connsiteX97" fmla="*/ 3876619 w 12192000"/>
              <a:gd name="connsiteY97" fmla="*/ 2512804 h 2649426"/>
              <a:gd name="connsiteX98" fmla="*/ 3721493 w 12192000"/>
              <a:gd name="connsiteY98" fmla="*/ 2497646 h 2649426"/>
              <a:gd name="connsiteX99" fmla="*/ 3504883 w 12192000"/>
              <a:gd name="connsiteY99" fmla="*/ 2503869 h 2649426"/>
              <a:gd name="connsiteX100" fmla="*/ 3431219 w 12192000"/>
              <a:gd name="connsiteY100" fmla="*/ 2502163 h 2649426"/>
              <a:gd name="connsiteX101" fmla="*/ 3151243 w 12192000"/>
              <a:gd name="connsiteY101" fmla="*/ 2492405 h 2649426"/>
              <a:gd name="connsiteX102" fmla="*/ 3057639 w 12192000"/>
              <a:gd name="connsiteY102" fmla="*/ 2507988 h 2649426"/>
              <a:gd name="connsiteX103" fmla="*/ 2916555 w 12192000"/>
              <a:gd name="connsiteY103" fmla="*/ 2472028 h 2649426"/>
              <a:gd name="connsiteX104" fmla="*/ 2846802 w 12192000"/>
              <a:gd name="connsiteY104" fmla="*/ 2461014 h 2649426"/>
              <a:gd name="connsiteX105" fmla="*/ 2739588 w 12192000"/>
              <a:gd name="connsiteY105" fmla="*/ 2457956 h 2649426"/>
              <a:gd name="connsiteX106" fmla="*/ 2706684 w 12192000"/>
              <a:gd name="connsiteY106" fmla="*/ 2454540 h 2649426"/>
              <a:gd name="connsiteX107" fmla="*/ 2348435 w 12192000"/>
              <a:gd name="connsiteY107" fmla="*/ 2449176 h 2649426"/>
              <a:gd name="connsiteX108" fmla="*/ 2194299 w 12192000"/>
              <a:gd name="connsiteY108" fmla="*/ 2475215 h 2649426"/>
              <a:gd name="connsiteX109" fmla="*/ 1983009 w 12192000"/>
              <a:gd name="connsiteY109" fmla="*/ 2463117 h 2649426"/>
              <a:gd name="connsiteX110" fmla="*/ 1885040 w 12192000"/>
              <a:gd name="connsiteY110" fmla="*/ 2475917 h 2649426"/>
              <a:gd name="connsiteX111" fmla="*/ 1773324 w 12192000"/>
              <a:gd name="connsiteY111" fmla="*/ 2471718 h 2649426"/>
              <a:gd name="connsiteX112" fmla="*/ 1685197 w 12192000"/>
              <a:gd name="connsiteY112" fmla="*/ 2466249 h 2649426"/>
              <a:gd name="connsiteX113" fmla="*/ 1543732 w 12192000"/>
              <a:gd name="connsiteY113" fmla="*/ 2477865 h 2649426"/>
              <a:gd name="connsiteX114" fmla="*/ 1300369 w 12192000"/>
              <a:gd name="connsiteY114" fmla="*/ 2444914 h 2649426"/>
              <a:gd name="connsiteX115" fmla="*/ 1081876 w 12192000"/>
              <a:gd name="connsiteY115" fmla="*/ 2476491 h 2649426"/>
              <a:gd name="connsiteX116" fmla="*/ 957561 w 12192000"/>
              <a:gd name="connsiteY116" fmla="*/ 2484124 h 2649426"/>
              <a:gd name="connsiteX117" fmla="*/ 822775 w 12192000"/>
              <a:gd name="connsiteY117" fmla="*/ 2542292 h 2649426"/>
              <a:gd name="connsiteX118" fmla="*/ 653171 w 12192000"/>
              <a:gd name="connsiteY118" fmla="*/ 2607266 h 2649426"/>
              <a:gd name="connsiteX119" fmla="*/ 511469 w 12192000"/>
              <a:gd name="connsiteY119" fmla="*/ 2598742 h 2649426"/>
              <a:gd name="connsiteX120" fmla="*/ 441281 w 12192000"/>
              <a:gd name="connsiteY120" fmla="*/ 2605939 h 2649426"/>
              <a:gd name="connsiteX121" fmla="*/ 297100 w 12192000"/>
              <a:gd name="connsiteY121" fmla="*/ 2639558 h 2649426"/>
              <a:gd name="connsiteX122" fmla="*/ 97385 w 12192000"/>
              <a:gd name="connsiteY122" fmla="*/ 2636063 h 2649426"/>
              <a:gd name="connsiteX123" fmla="*/ 48888 w 12192000"/>
              <a:gd name="connsiteY123" fmla="*/ 2641447 h 2649426"/>
              <a:gd name="connsiteX124" fmla="*/ 0 w 12192000"/>
              <a:gd name="connsiteY124" fmla="*/ 2649426 h 2649426"/>
              <a:gd name="connsiteX125" fmla="*/ 0 w 12192000"/>
              <a:gd name="connsiteY125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12533 w 12192000"/>
              <a:gd name="connsiteY4" fmla="*/ 173720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538827 w 12192000"/>
              <a:gd name="connsiteY8" fmla="*/ 1639190 h 2649426"/>
              <a:gd name="connsiteX9" fmla="*/ 11319306 w 12192000"/>
              <a:gd name="connsiteY9" fmla="*/ 1630185 h 2649426"/>
              <a:gd name="connsiteX10" fmla="*/ 11234437 w 12192000"/>
              <a:gd name="connsiteY10" fmla="*/ 1562941 h 2649426"/>
              <a:gd name="connsiteX11" fmla="*/ 11146426 w 12192000"/>
              <a:gd name="connsiteY11" fmla="*/ 1555308 h 2649426"/>
              <a:gd name="connsiteX12" fmla="*/ 10891629 w 12192000"/>
              <a:gd name="connsiteY12" fmla="*/ 1523731 h 2649426"/>
              <a:gd name="connsiteX13" fmla="*/ 10607424 w 12192000"/>
              <a:gd name="connsiteY13" fmla="*/ 1570296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47130 w 12192000"/>
              <a:gd name="connsiteY17" fmla="*/ 1583380 h 2649426"/>
              <a:gd name="connsiteX18" fmla="*/ 10522252 w 12192000"/>
              <a:gd name="connsiteY18" fmla="*/ 1595065 h 2649426"/>
              <a:gd name="connsiteX19" fmla="*/ 10329259 w 12192000"/>
              <a:gd name="connsiteY19" fmla="*/ 1579142 h 2649426"/>
              <a:gd name="connsiteX20" fmla="*/ 10132610 w 12192000"/>
              <a:gd name="connsiteY20" fmla="*/ 1619865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28505 w 12192000"/>
              <a:gd name="connsiteY34" fmla="*/ 1838566 h 2649426"/>
              <a:gd name="connsiteX35" fmla="*/ 8316712 w 12192000"/>
              <a:gd name="connsiteY35" fmla="*/ 1855817 h 2649426"/>
              <a:gd name="connsiteX36" fmla="*/ 8279203 w 12192000"/>
              <a:gd name="connsiteY36" fmla="*/ 1870876 h 2649426"/>
              <a:gd name="connsiteX37" fmla="*/ 8216222 w 12192000"/>
              <a:gd name="connsiteY37" fmla="*/ 1895553 h 2649426"/>
              <a:gd name="connsiteX38" fmla="*/ 8119712 w 12192000"/>
              <a:gd name="connsiteY38" fmla="*/ 1947916 h 2649426"/>
              <a:gd name="connsiteX39" fmla="*/ 8100082 w 12192000"/>
              <a:gd name="connsiteY39" fmla="*/ 1922220 h 2649426"/>
              <a:gd name="connsiteX40" fmla="*/ 8043728 w 12192000"/>
              <a:gd name="connsiteY40" fmla="*/ 1944200 h 2649426"/>
              <a:gd name="connsiteX41" fmla="*/ 7958999 w 12192000"/>
              <a:gd name="connsiteY41" fmla="*/ 1980667 h 2649426"/>
              <a:gd name="connsiteX42" fmla="*/ 7908348 w 12192000"/>
              <a:gd name="connsiteY42" fmla="*/ 1994348 h 2649426"/>
              <a:gd name="connsiteX43" fmla="*/ 7771932 w 12192000"/>
              <a:gd name="connsiteY43" fmla="*/ 2039701 h 2649426"/>
              <a:gd name="connsiteX44" fmla="*/ 7579180 w 12192000"/>
              <a:gd name="connsiteY44" fmla="*/ 2150519 h 2649426"/>
              <a:gd name="connsiteX45" fmla="*/ 7571467 w 12192000"/>
              <a:gd name="connsiteY45" fmla="*/ 2153548 h 2649426"/>
              <a:gd name="connsiteX46" fmla="*/ 7549398 w 12192000"/>
              <a:gd name="connsiteY46" fmla="*/ 2153051 h 2649426"/>
              <a:gd name="connsiteX47" fmla="*/ 7540934 w 12192000"/>
              <a:gd name="connsiteY47" fmla="*/ 2151418 h 2649426"/>
              <a:gd name="connsiteX48" fmla="*/ 7528900 w 12192000"/>
              <a:gd name="connsiteY48" fmla="*/ 2152107 h 2649426"/>
              <a:gd name="connsiteX49" fmla="*/ 7528656 w 12192000"/>
              <a:gd name="connsiteY49" fmla="*/ 2152584 h 2649426"/>
              <a:gd name="connsiteX50" fmla="*/ 7517280 w 12192000"/>
              <a:gd name="connsiteY50" fmla="*/ 2152327 h 2649426"/>
              <a:gd name="connsiteX51" fmla="*/ 7460956 w 12192000"/>
              <a:gd name="connsiteY51" fmla="*/ 2145255 h 2649426"/>
              <a:gd name="connsiteX52" fmla="*/ 7393117 w 12192000"/>
              <a:gd name="connsiteY52" fmla="*/ 2193066 h 2649426"/>
              <a:gd name="connsiteX53" fmla="*/ 7363846 w 12192000"/>
              <a:gd name="connsiteY53" fmla="*/ 2202297 h 2649426"/>
              <a:gd name="connsiteX54" fmla="*/ 7348496 w 12192000"/>
              <a:gd name="connsiteY54" fmla="*/ 2209686 h 2649426"/>
              <a:gd name="connsiteX55" fmla="*/ 7338648 w 12192000"/>
              <a:gd name="connsiteY55" fmla="*/ 2198119 h 2649426"/>
              <a:gd name="connsiteX56" fmla="*/ 7293703 w 12192000"/>
              <a:gd name="connsiteY56" fmla="*/ 2204721 h 2649426"/>
              <a:gd name="connsiteX57" fmla="*/ 7286955 w 12192000"/>
              <a:gd name="connsiteY57" fmla="*/ 2207494 h 2649426"/>
              <a:gd name="connsiteX58" fmla="*/ 7251199 w 12192000"/>
              <a:gd name="connsiteY58" fmla="*/ 2198184 h 2649426"/>
              <a:gd name="connsiteX59" fmla="*/ 7233016 w 12192000"/>
              <a:gd name="connsiteY59" fmla="*/ 2195902 h 2649426"/>
              <a:gd name="connsiteX60" fmla="*/ 7227281 w 12192000"/>
              <a:gd name="connsiteY60" fmla="*/ 2190042 h 2649426"/>
              <a:gd name="connsiteX61" fmla="*/ 7200745 w 12192000"/>
              <a:gd name="connsiteY61" fmla="*/ 2189321 h 2649426"/>
              <a:gd name="connsiteX62" fmla="*/ 7197924 w 12192000"/>
              <a:gd name="connsiteY62" fmla="*/ 2191205 h 2649426"/>
              <a:gd name="connsiteX63" fmla="*/ 7175198 w 12192000"/>
              <a:gd name="connsiteY63" fmla="*/ 2183294 h 2649426"/>
              <a:gd name="connsiteX64" fmla="*/ 7100681 w 12192000"/>
              <a:gd name="connsiteY64" fmla="*/ 2167822 h 2649426"/>
              <a:gd name="connsiteX65" fmla="*/ 6932665 w 12192000"/>
              <a:gd name="connsiteY65" fmla="*/ 2162157 h 2649426"/>
              <a:gd name="connsiteX66" fmla="*/ 6700029 w 12192000"/>
              <a:gd name="connsiteY66" fmla="*/ 2158310 h 2649426"/>
              <a:gd name="connsiteX67" fmla="*/ 6271707 w 12192000"/>
              <a:gd name="connsiteY67" fmla="*/ 2183170 h 2649426"/>
              <a:gd name="connsiteX68" fmla="*/ 6196177 w 12192000"/>
              <a:gd name="connsiteY68" fmla="*/ 2200059 h 2649426"/>
              <a:gd name="connsiteX69" fmla="*/ 6125472 w 12192000"/>
              <a:gd name="connsiteY69" fmla="*/ 2178263 h 2649426"/>
              <a:gd name="connsiteX70" fmla="*/ 6098878 w 12192000"/>
              <a:gd name="connsiteY70" fmla="*/ 2192939 h 2649426"/>
              <a:gd name="connsiteX71" fmla="*/ 6094339 w 12192000"/>
              <a:gd name="connsiteY71" fmla="*/ 2195871 h 2649426"/>
              <a:gd name="connsiteX72" fmla="*/ 6075163 w 12192000"/>
              <a:gd name="connsiteY72" fmla="*/ 2198856 h 2649426"/>
              <a:gd name="connsiteX73" fmla="*/ 6071016 w 12192000"/>
              <a:gd name="connsiteY73" fmla="*/ 2210639 h 2649426"/>
              <a:gd name="connsiteX74" fmla="*/ 6043058 w 12192000"/>
              <a:gd name="connsiteY74" fmla="*/ 2222971 h 2649426"/>
              <a:gd name="connsiteX75" fmla="*/ 5962031 w 12192000"/>
              <a:gd name="connsiteY75" fmla="*/ 2220873 h 2649426"/>
              <a:gd name="connsiteX76" fmla="*/ 5836800 w 12192000"/>
              <a:gd name="connsiteY76" fmla="*/ 2224771 h 2649426"/>
              <a:gd name="connsiteX77" fmla="*/ 5735414 w 12192000"/>
              <a:gd name="connsiteY77" fmla="*/ 2231366 h 2649426"/>
              <a:gd name="connsiteX78" fmla="*/ 5697982 w 12192000"/>
              <a:gd name="connsiteY78" fmla="*/ 2244836 h 2649426"/>
              <a:gd name="connsiteX79" fmla="*/ 5644981 w 12192000"/>
              <a:gd name="connsiteY79" fmla="*/ 2256274 h 2649426"/>
              <a:gd name="connsiteX80" fmla="*/ 5552282 w 12192000"/>
              <a:gd name="connsiteY80" fmla="*/ 2284946 h 2649426"/>
              <a:gd name="connsiteX81" fmla="*/ 5426280 w 12192000"/>
              <a:gd name="connsiteY81" fmla="*/ 2290560 h 2649426"/>
              <a:gd name="connsiteX82" fmla="*/ 5329896 w 12192000"/>
              <a:gd name="connsiteY82" fmla="*/ 2279209 h 2649426"/>
              <a:gd name="connsiteX83" fmla="*/ 5322508 w 12192000"/>
              <a:gd name="connsiteY83" fmla="*/ 2288005 h 2649426"/>
              <a:gd name="connsiteX84" fmla="*/ 5258237 w 12192000"/>
              <a:gd name="connsiteY84" fmla="*/ 2290475 h 2649426"/>
              <a:gd name="connsiteX85" fmla="*/ 5027899 w 12192000"/>
              <a:gd name="connsiteY85" fmla="*/ 2242653 h 2649426"/>
              <a:gd name="connsiteX86" fmla="*/ 4902443 w 12192000"/>
              <a:gd name="connsiteY86" fmla="*/ 2249037 h 2649426"/>
              <a:gd name="connsiteX87" fmla="*/ 4858751 w 12192000"/>
              <a:gd name="connsiteY87" fmla="*/ 2260409 h 2649426"/>
              <a:gd name="connsiteX88" fmla="*/ 4785497 w 12192000"/>
              <a:gd name="connsiteY88" fmla="*/ 2278897 h 2649426"/>
              <a:gd name="connsiteX89" fmla="*/ 4732807 w 12192000"/>
              <a:gd name="connsiteY89" fmla="*/ 2315139 h 2649426"/>
              <a:gd name="connsiteX90" fmla="*/ 4670737 w 12192000"/>
              <a:gd name="connsiteY90" fmla="*/ 2321711 h 2649426"/>
              <a:gd name="connsiteX91" fmla="*/ 4489013 w 12192000"/>
              <a:gd name="connsiteY91" fmla="*/ 2338805 h 2649426"/>
              <a:gd name="connsiteX92" fmla="*/ 4431159 w 12192000"/>
              <a:gd name="connsiteY92" fmla="*/ 2347536 h 2649426"/>
              <a:gd name="connsiteX93" fmla="*/ 4273885 w 12192000"/>
              <a:gd name="connsiteY93" fmla="*/ 2379520 h 2649426"/>
              <a:gd name="connsiteX94" fmla="*/ 4116925 w 12192000"/>
              <a:gd name="connsiteY94" fmla="*/ 2417756 h 2649426"/>
              <a:gd name="connsiteX95" fmla="*/ 4027169 w 12192000"/>
              <a:gd name="connsiteY95" fmla="*/ 2475399 h 2649426"/>
              <a:gd name="connsiteX96" fmla="*/ 3897799 w 12192000"/>
              <a:gd name="connsiteY96" fmla="*/ 2503049 h 2649426"/>
              <a:gd name="connsiteX97" fmla="*/ 3876619 w 12192000"/>
              <a:gd name="connsiteY97" fmla="*/ 2512804 h 2649426"/>
              <a:gd name="connsiteX98" fmla="*/ 3721493 w 12192000"/>
              <a:gd name="connsiteY98" fmla="*/ 2497646 h 2649426"/>
              <a:gd name="connsiteX99" fmla="*/ 3504883 w 12192000"/>
              <a:gd name="connsiteY99" fmla="*/ 2503869 h 2649426"/>
              <a:gd name="connsiteX100" fmla="*/ 3431219 w 12192000"/>
              <a:gd name="connsiteY100" fmla="*/ 2502163 h 2649426"/>
              <a:gd name="connsiteX101" fmla="*/ 3151243 w 12192000"/>
              <a:gd name="connsiteY101" fmla="*/ 2492405 h 2649426"/>
              <a:gd name="connsiteX102" fmla="*/ 3057639 w 12192000"/>
              <a:gd name="connsiteY102" fmla="*/ 2507988 h 2649426"/>
              <a:gd name="connsiteX103" fmla="*/ 2916555 w 12192000"/>
              <a:gd name="connsiteY103" fmla="*/ 2472028 h 2649426"/>
              <a:gd name="connsiteX104" fmla="*/ 2846802 w 12192000"/>
              <a:gd name="connsiteY104" fmla="*/ 2461014 h 2649426"/>
              <a:gd name="connsiteX105" fmla="*/ 2739588 w 12192000"/>
              <a:gd name="connsiteY105" fmla="*/ 2457956 h 2649426"/>
              <a:gd name="connsiteX106" fmla="*/ 2706684 w 12192000"/>
              <a:gd name="connsiteY106" fmla="*/ 2454540 h 2649426"/>
              <a:gd name="connsiteX107" fmla="*/ 2348435 w 12192000"/>
              <a:gd name="connsiteY107" fmla="*/ 2449176 h 2649426"/>
              <a:gd name="connsiteX108" fmla="*/ 2194299 w 12192000"/>
              <a:gd name="connsiteY108" fmla="*/ 2475215 h 2649426"/>
              <a:gd name="connsiteX109" fmla="*/ 1983009 w 12192000"/>
              <a:gd name="connsiteY109" fmla="*/ 2463117 h 2649426"/>
              <a:gd name="connsiteX110" fmla="*/ 1885040 w 12192000"/>
              <a:gd name="connsiteY110" fmla="*/ 2475917 h 2649426"/>
              <a:gd name="connsiteX111" fmla="*/ 1773324 w 12192000"/>
              <a:gd name="connsiteY111" fmla="*/ 2471718 h 2649426"/>
              <a:gd name="connsiteX112" fmla="*/ 1685197 w 12192000"/>
              <a:gd name="connsiteY112" fmla="*/ 2466249 h 2649426"/>
              <a:gd name="connsiteX113" fmla="*/ 1543732 w 12192000"/>
              <a:gd name="connsiteY113" fmla="*/ 2477865 h 2649426"/>
              <a:gd name="connsiteX114" fmla="*/ 1300369 w 12192000"/>
              <a:gd name="connsiteY114" fmla="*/ 2444914 h 2649426"/>
              <a:gd name="connsiteX115" fmla="*/ 1081876 w 12192000"/>
              <a:gd name="connsiteY115" fmla="*/ 2476491 h 2649426"/>
              <a:gd name="connsiteX116" fmla="*/ 957561 w 12192000"/>
              <a:gd name="connsiteY116" fmla="*/ 2484124 h 2649426"/>
              <a:gd name="connsiteX117" fmla="*/ 822775 w 12192000"/>
              <a:gd name="connsiteY117" fmla="*/ 2542292 h 2649426"/>
              <a:gd name="connsiteX118" fmla="*/ 653171 w 12192000"/>
              <a:gd name="connsiteY118" fmla="*/ 2607266 h 2649426"/>
              <a:gd name="connsiteX119" fmla="*/ 511469 w 12192000"/>
              <a:gd name="connsiteY119" fmla="*/ 2598742 h 2649426"/>
              <a:gd name="connsiteX120" fmla="*/ 441281 w 12192000"/>
              <a:gd name="connsiteY120" fmla="*/ 2605939 h 2649426"/>
              <a:gd name="connsiteX121" fmla="*/ 297100 w 12192000"/>
              <a:gd name="connsiteY121" fmla="*/ 2639558 h 2649426"/>
              <a:gd name="connsiteX122" fmla="*/ 97385 w 12192000"/>
              <a:gd name="connsiteY122" fmla="*/ 2636063 h 2649426"/>
              <a:gd name="connsiteX123" fmla="*/ 48888 w 12192000"/>
              <a:gd name="connsiteY123" fmla="*/ 2641447 h 2649426"/>
              <a:gd name="connsiteX124" fmla="*/ 0 w 12192000"/>
              <a:gd name="connsiteY124" fmla="*/ 2649426 h 2649426"/>
              <a:gd name="connsiteX125" fmla="*/ 0 w 12192000"/>
              <a:gd name="connsiteY125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12533 w 12192000"/>
              <a:gd name="connsiteY4" fmla="*/ 173720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538827 w 12192000"/>
              <a:gd name="connsiteY8" fmla="*/ 1639190 h 2649426"/>
              <a:gd name="connsiteX9" fmla="*/ 11319306 w 12192000"/>
              <a:gd name="connsiteY9" fmla="*/ 1630185 h 2649426"/>
              <a:gd name="connsiteX10" fmla="*/ 11234437 w 12192000"/>
              <a:gd name="connsiteY10" fmla="*/ 1562941 h 2649426"/>
              <a:gd name="connsiteX11" fmla="*/ 11146426 w 12192000"/>
              <a:gd name="connsiteY11" fmla="*/ 1555308 h 2649426"/>
              <a:gd name="connsiteX12" fmla="*/ 10891629 w 12192000"/>
              <a:gd name="connsiteY12" fmla="*/ 1523731 h 2649426"/>
              <a:gd name="connsiteX13" fmla="*/ 10607424 w 12192000"/>
              <a:gd name="connsiteY13" fmla="*/ 1570296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47130 w 12192000"/>
              <a:gd name="connsiteY17" fmla="*/ 1583380 h 2649426"/>
              <a:gd name="connsiteX18" fmla="*/ 10522252 w 12192000"/>
              <a:gd name="connsiteY18" fmla="*/ 1595065 h 2649426"/>
              <a:gd name="connsiteX19" fmla="*/ 10329259 w 12192000"/>
              <a:gd name="connsiteY19" fmla="*/ 1579142 h 2649426"/>
              <a:gd name="connsiteX20" fmla="*/ 10132610 w 12192000"/>
              <a:gd name="connsiteY20" fmla="*/ 1619865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28505 w 12192000"/>
              <a:gd name="connsiteY34" fmla="*/ 1838566 h 2649426"/>
              <a:gd name="connsiteX35" fmla="*/ 8316712 w 12192000"/>
              <a:gd name="connsiteY35" fmla="*/ 1855817 h 2649426"/>
              <a:gd name="connsiteX36" fmla="*/ 8279203 w 12192000"/>
              <a:gd name="connsiteY36" fmla="*/ 1870876 h 2649426"/>
              <a:gd name="connsiteX37" fmla="*/ 8216222 w 12192000"/>
              <a:gd name="connsiteY37" fmla="*/ 1895553 h 2649426"/>
              <a:gd name="connsiteX38" fmla="*/ 8119712 w 12192000"/>
              <a:gd name="connsiteY38" fmla="*/ 1947916 h 2649426"/>
              <a:gd name="connsiteX39" fmla="*/ 8100082 w 12192000"/>
              <a:gd name="connsiteY39" fmla="*/ 1922220 h 2649426"/>
              <a:gd name="connsiteX40" fmla="*/ 8043728 w 12192000"/>
              <a:gd name="connsiteY40" fmla="*/ 1944200 h 2649426"/>
              <a:gd name="connsiteX41" fmla="*/ 7958999 w 12192000"/>
              <a:gd name="connsiteY41" fmla="*/ 1980667 h 2649426"/>
              <a:gd name="connsiteX42" fmla="*/ 7908348 w 12192000"/>
              <a:gd name="connsiteY42" fmla="*/ 1994348 h 2649426"/>
              <a:gd name="connsiteX43" fmla="*/ 7771932 w 12192000"/>
              <a:gd name="connsiteY43" fmla="*/ 2039701 h 2649426"/>
              <a:gd name="connsiteX44" fmla="*/ 7579180 w 12192000"/>
              <a:gd name="connsiteY44" fmla="*/ 2150519 h 2649426"/>
              <a:gd name="connsiteX45" fmla="*/ 7571467 w 12192000"/>
              <a:gd name="connsiteY45" fmla="*/ 2153548 h 2649426"/>
              <a:gd name="connsiteX46" fmla="*/ 7549398 w 12192000"/>
              <a:gd name="connsiteY46" fmla="*/ 2153051 h 2649426"/>
              <a:gd name="connsiteX47" fmla="*/ 7540934 w 12192000"/>
              <a:gd name="connsiteY47" fmla="*/ 2151418 h 2649426"/>
              <a:gd name="connsiteX48" fmla="*/ 7528900 w 12192000"/>
              <a:gd name="connsiteY48" fmla="*/ 2152107 h 2649426"/>
              <a:gd name="connsiteX49" fmla="*/ 7528656 w 12192000"/>
              <a:gd name="connsiteY49" fmla="*/ 2152584 h 2649426"/>
              <a:gd name="connsiteX50" fmla="*/ 7517280 w 12192000"/>
              <a:gd name="connsiteY50" fmla="*/ 2152327 h 2649426"/>
              <a:gd name="connsiteX51" fmla="*/ 7460956 w 12192000"/>
              <a:gd name="connsiteY51" fmla="*/ 2145255 h 2649426"/>
              <a:gd name="connsiteX52" fmla="*/ 7393117 w 12192000"/>
              <a:gd name="connsiteY52" fmla="*/ 2193066 h 2649426"/>
              <a:gd name="connsiteX53" fmla="*/ 7363846 w 12192000"/>
              <a:gd name="connsiteY53" fmla="*/ 2202297 h 2649426"/>
              <a:gd name="connsiteX54" fmla="*/ 7348496 w 12192000"/>
              <a:gd name="connsiteY54" fmla="*/ 2209686 h 2649426"/>
              <a:gd name="connsiteX55" fmla="*/ 7338648 w 12192000"/>
              <a:gd name="connsiteY55" fmla="*/ 2198119 h 2649426"/>
              <a:gd name="connsiteX56" fmla="*/ 7293703 w 12192000"/>
              <a:gd name="connsiteY56" fmla="*/ 2204721 h 2649426"/>
              <a:gd name="connsiteX57" fmla="*/ 7286955 w 12192000"/>
              <a:gd name="connsiteY57" fmla="*/ 2207494 h 2649426"/>
              <a:gd name="connsiteX58" fmla="*/ 7251199 w 12192000"/>
              <a:gd name="connsiteY58" fmla="*/ 2198184 h 2649426"/>
              <a:gd name="connsiteX59" fmla="*/ 7233016 w 12192000"/>
              <a:gd name="connsiteY59" fmla="*/ 2195902 h 2649426"/>
              <a:gd name="connsiteX60" fmla="*/ 7227281 w 12192000"/>
              <a:gd name="connsiteY60" fmla="*/ 2190042 h 2649426"/>
              <a:gd name="connsiteX61" fmla="*/ 7200745 w 12192000"/>
              <a:gd name="connsiteY61" fmla="*/ 2189321 h 2649426"/>
              <a:gd name="connsiteX62" fmla="*/ 7197924 w 12192000"/>
              <a:gd name="connsiteY62" fmla="*/ 2191205 h 2649426"/>
              <a:gd name="connsiteX63" fmla="*/ 7175198 w 12192000"/>
              <a:gd name="connsiteY63" fmla="*/ 2183294 h 2649426"/>
              <a:gd name="connsiteX64" fmla="*/ 7100681 w 12192000"/>
              <a:gd name="connsiteY64" fmla="*/ 2167822 h 2649426"/>
              <a:gd name="connsiteX65" fmla="*/ 6932665 w 12192000"/>
              <a:gd name="connsiteY65" fmla="*/ 2162157 h 2649426"/>
              <a:gd name="connsiteX66" fmla="*/ 6700029 w 12192000"/>
              <a:gd name="connsiteY66" fmla="*/ 2158310 h 2649426"/>
              <a:gd name="connsiteX67" fmla="*/ 6326162 w 12192000"/>
              <a:gd name="connsiteY67" fmla="*/ 2178632 h 2649426"/>
              <a:gd name="connsiteX68" fmla="*/ 6196177 w 12192000"/>
              <a:gd name="connsiteY68" fmla="*/ 2200059 h 2649426"/>
              <a:gd name="connsiteX69" fmla="*/ 6125472 w 12192000"/>
              <a:gd name="connsiteY69" fmla="*/ 2178263 h 2649426"/>
              <a:gd name="connsiteX70" fmla="*/ 6098878 w 12192000"/>
              <a:gd name="connsiteY70" fmla="*/ 2192939 h 2649426"/>
              <a:gd name="connsiteX71" fmla="*/ 6094339 w 12192000"/>
              <a:gd name="connsiteY71" fmla="*/ 2195871 h 2649426"/>
              <a:gd name="connsiteX72" fmla="*/ 6075163 w 12192000"/>
              <a:gd name="connsiteY72" fmla="*/ 2198856 h 2649426"/>
              <a:gd name="connsiteX73" fmla="*/ 6071016 w 12192000"/>
              <a:gd name="connsiteY73" fmla="*/ 2210639 h 2649426"/>
              <a:gd name="connsiteX74" fmla="*/ 6043058 w 12192000"/>
              <a:gd name="connsiteY74" fmla="*/ 2222971 h 2649426"/>
              <a:gd name="connsiteX75" fmla="*/ 5962031 w 12192000"/>
              <a:gd name="connsiteY75" fmla="*/ 2220873 h 2649426"/>
              <a:gd name="connsiteX76" fmla="*/ 5836800 w 12192000"/>
              <a:gd name="connsiteY76" fmla="*/ 2224771 h 2649426"/>
              <a:gd name="connsiteX77" fmla="*/ 5735414 w 12192000"/>
              <a:gd name="connsiteY77" fmla="*/ 2231366 h 2649426"/>
              <a:gd name="connsiteX78" fmla="*/ 5697982 w 12192000"/>
              <a:gd name="connsiteY78" fmla="*/ 2244836 h 2649426"/>
              <a:gd name="connsiteX79" fmla="*/ 5644981 w 12192000"/>
              <a:gd name="connsiteY79" fmla="*/ 2256274 h 2649426"/>
              <a:gd name="connsiteX80" fmla="*/ 5552282 w 12192000"/>
              <a:gd name="connsiteY80" fmla="*/ 2284946 h 2649426"/>
              <a:gd name="connsiteX81" fmla="*/ 5426280 w 12192000"/>
              <a:gd name="connsiteY81" fmla="*/ 2290560 h 2649426"/>
              <a:gd name="connsiteX82" fmla="*/ 5329896 w 12192000"/>
              <a:gd name="connsiteY82" fmla="*/ 2279209 h 2649426"/>
              <a:gd name="connsiteX83" fmla="*/ 5322508 w 12192000"/>
              <a:gd name="connsiteY83" fmla="*/ 2288005 h 2649426"/>
              <a:gd name="connsiteX84" fmla="*/ 5258237 w 12192000"/>
              <a:gd name="connsiteY84" fmla="*/ 2290475 h 2649426"/>
              <a:gd name="connsiteX85" fmla="*/ 5027899 w 12192000"/>
              <a:gd name="connsiteY85" fmla="*/ 2242653 h 2649426"/>
              <a:gd name="connsiteX86" fmla="*/ 4902443 w 12192000"/>
              <a:gd name="connsiteY86" fmla="*/ 2249037 h 2649426"/>
              <a:gd name="connsiteX87" fmla="*/ 4858751 w 12192000"/>
              <a:gd name="connsiteY87" fmla="*/ 2260409 h 2649426"/>
              <a:gd name="connsiteX88" fmla="*/ 4785497 w 12192000"/>
              <a:gd name="connsiteY88" fmla="*/ 2278897 h 2649426"/>
              <a:gd name="connsiteX89" fmla="*/ 4732807 w 12192000"/>
              <a:gd name="connsiteY89" fmla="*/ 2315139 h 2649426"/>
              <a:gd name="connsiteX90" fmla="*/ 4670737 w 12192000"/>
              <a:gd name="connsiteY90" fmla="*/ 2321711 h 2649426"/>
              <a:gd name="connsiteX91" fmla="*/ 4489013 w 12192000"/>
              <a:gd name="connsiteY91" fmla="*/ 2338805 h 2649426"/>
              <a:gd name="connsiteX92" fmla="*/ 4431159 w 12192000"/>
              <a:gd name="connsiteY92" fmla="*/ 2347536 h 2649426"/>
              <a:gd name="connsiteX93" fmla="*/ 4273885 w 12192000"/>
              <a:gd name="connsiteY93" fmla="*/ 2379520 h 2649426"/>
              <a:gd name="connsiteX94" fmla="*/ 4116925 w 12192000"/>
              <a:gd name="connsiteY94" fmla="*/ 2417756 h 2649426"/>
              <a:gd name="connsiteX95" fmla="*/ 4027169 w 12192000"/>
              <a:gd name="connsiteY95" fmla="*/ 2475399 h 2649426"/>
              <a:gd name="connsiteX96" fmla="*/ 3897799 w 12192000"/>
              <a:gd name="connsiteY96" fmla="*/ 2503049 h 2649426"/>
              <a:gd name="connsiteX97" fmla="*/ 3876619 w 12192000"/>
              <a:gd name="connsiteY97" fmla="*/ 2512804 h 2649426"/>
              <a:gd name="connsiteX98" fmla="*/ 3721493 w 12192000"/>
              <a:gd name="connsiteY98" fmla="*/ 2497646 h 2649426"/>
              <a:gd name="connsiteX99" fmla="*/ 3504883 w 12192000"/>
              <a:gd name="connsiteY99" fmla="*/ 2503869 h 2649426"/>
              <a:gd name="connsiteX100" fmla="*/ 3431219 w 12192000"/>
              <a:gd name="connsiteY100" fmla="*/ 2502163 h 2649426"/>
              <a:gd name="connsiteX101" fmla="*/ 3151243 w 12192000"/>
              <a:gd name="connsiteY101" fmla="*/ 2492405 h 2649426"/>
              <a:gd name="connsiteX102" fmla="*/ 3057639 w 12192000"/>
              <a:gd name="connsiteY102" fmla="*/ 2507988 h 2649426"/>
              <a:gd name="connsiteX103" fmla="*/ 2916555 w 12192000"/>
              <a:gd name="connsiteY103" fmla="*/ 2472028 h 2649426"/>
              <a:gd name="connsiteX104" fmla="*/ 2846802 w 12192000"/>
              <a:gd name="connsiteY104" fmla="*/ 2461014 h 2649426"/>
              <a:gd name="connsiteX105" fmla="*/ 2739588 w 12192000"/>
              <a:gd name="connsiteY105" fmla="*/ 2457956 h 2649426"/>
              <a:gd name="connsiteX106" fmla="*/ 2706684 w 12192000"/>
              <a:gd name="connsiteY106" fmla="*/ 2454540 h 2649426"/>
              <a:gd name="connsiteX107" fmla="*/ 2348435 w 12192000"/>
              <a:gd name="connsiteY107" fmla="*/ 2449176 h 2649426"/>
              <a:gd name="connsiteX108" fmla="*/ 2194299 w 12192000"/>
              <a:gd name="connsiteY108" fmla="*/ 2475215 h 2649426"/>
              <a:gd name="connsiteX109" fmla="*/ 1983009 w 12192000"/>
              <a:gd name="connsiteY109" fmla="*/ 2463117 h 2649426"/>
              <a:gd name="connsiteX110" fmla="*/ 1885040 w 12192000"/>
              <a:gd name="connsiteY110" fmla="*/ 2475917 h 2649426"/>
              <a:gd name="connsiteX111" fmla="*/ 1773324 w 12192000"/>
              <a:gd name="connsiteY111" fmla="*/ 2471718 h 2649426"/>
              <a:gd name="connsiteX112" fmla="*/ 1685197 w 12192000"/>
              <a:gd name="connsiteY112" fmla="*/ 2466249 h 2649426"/>
              <a:gd name="connsiteX113" fmla="*/ 1543732 w 12192000"/>
              <a:gd name="connsiteY113" fmla="*/ 2477865 h 2649426"/>
              <a:gd name="connsiteX114" fmla="*/ 1300369 w 12192000"/>
              <a:gd name="connsiteY114" fmla="*/ 2444914 h 2649426"/>
              <a:gd name="connsiteX115" fmla="*/ 1081876 w 12192000"/>
              <a:gd name="connsiteY115" fmla="*/ 2476491 h 2649426"/>
              <a:gd name="connsiteX116" fmla="*/ 957561 w 12192000"/>
              <a:gd name="connsiteY116" fmla="*/ 2484124 h 2649426"/>
              <a:gd name="connsiteX117" fmla="*/ 822775 w 12192000"/>
              <a:gd name="connsiteY117" fmla="*/ 2542292 h 2649426"/>
              <a:gd name="connsiteX118" fmla="*/ 653171 w 12192000"/>
              <a:gd name="connsiteY118" fmla="*/ 2607266 h 2649426"/>
              <a:gd name="connsiteX119" fmla="*/ 511469 w 12192000"/>
              <a:gd name="connsiteY119" fmla="*/ 2598742 h 2649426"/>
              <a:gd name="connsiteX120" fmla="*/ 441281 w 12192000"/>
              <a:gd name="connsiteY120" fmla="*/ 2605939 h 2649426"/>
              <a:gd name="connsiteX121" fmla="*/ 297100 w 12192000"/>
              <a:gd name="connsiteY121" fmla="*/ 2639558 h 2649426"/>
              <a:gd name="connsiteX122" fmla="*/ 97385 w 12192000"/>
              <a:gd name="connsiteY122" fmla="*/ 2636063 h 2649426"/>
              <a:gd name="connsiteX123" fmla="*/ 48888 w 12192000"/>
              <a:gd name="connsiteY123" fmla="*/ 2641447 h 2649426"/>
              <a:gd name="connsiteX124" fmla="*/ 0 w 12192000"/>
              <a:gd name="connsiteY124" fmla="*/ 2649426 h 2649426"/>
              <a:gd name="connsiteX125" fmla="*/ 0 w 12192000"/>
              <a:gd name="connsiteY125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12533 w 12192000"/>
              <a:gd name="connsiteY4" fmla="*/ 173720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538827 w 12192000"/>
              <a:gd name="connsiteY8" fmla="*/ 1639190 h 2649426"/>
              <a:gd name="connsiteX9" fmla="*/ 11319306 w 12192000"/>
              <a:gd name="connsiteY9" fmla="*/ 1630185 h 2649426"/>
              <a:gd name="connsiteX10" fmla="*/ 11234437 w 12192000"/>
              <a:gd name="connsiteY10" fmla="*/ 1562941 h 2649426"/>
              <a:gd name="connsiteX11" fmla="*/ 11146426 w 12192000"/>
              <a:gd name="connsiteY11" fmla="*/ 1555308 h 2649426"/>
              <a:gd name="connsiteX12" fmla="*/ 10891629 w 12192000"/>
              <a:gd name="connsiteY12" fmla="*/ 1523731 h 2649426"/>
              <a:gd name="connsiteX13" fmla="*/ 10607424 w 12192000"/>
              <a:gd name="connsiteY13" fmla="*/ 1570296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47130 w 12192000"/>
              <a:gd name="connsiteY17" fmla="*/ 1583380 h 2649426"/>
              <a:gd name="connsiteX18" fmla="*/ 10522252 w 12192000"/>
              <a:gd name="connsiteY18" fmla="*/ 1595065 h 2649426"/>
              <a:gd name="connsiteX19" fmla="*/ 10329259 w 12192000"/>
              <a:gd name="connsiteY19" fmla="*/ 1579142 h 2649426"/>
              <a:gd name="connsiteX20" fmla="*/ 10132610 w 12192000"/>
              <a:gd name="connsiteY20" fmla="*/ 1619865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28505 w 12192000"/>
              <a:gd name="connsiteY34" fmla="*/ 1838566 h 2649426"/>
              <a:gd name="connsiteX35" fmla="*/ 8316712 w 12192000"/>
              <a:gd name="connsiteY35" fmla="*/ 1855817 h 2649426"/>
              <a:gd name="connsiteX36" fmla="*/ 8279203 w 12192000"/>
              <a:gd name="connsiteY36" fmla="*/ 1870876 h 2649426"/>
              <a:gd name="connsiteX37" fmla="*/ 8216222 w 12192000"/>
              <a:gd name="connsiteY37" fmla="*/ 1895553 h 2649426"/>
              <a:gd name="connsiteX38" fmla="*/ 8119712 w 12192000"/>
              <a:gd name="connsiteY38" fmla="*/ 1947916 h 2649426"/>
              <a:gd name="connsiteX39" fmla="*/ 8100082 w 12192000"/>
              <a:gd name="connsiteY39" fmla="*/ 1922220 h 2649426"/>
              <a:gd name="connsiteX40" fmla="*/ 8043728 w 12192000"/>
              <a:gd name="connsiteY40" fmla="*/ 1944200 h 2649426"/>
              <a:gd name="connsiteX41" fmla="*/ 7958999 w 12192000"/>
              <a:gd name="connsiteY41" fmla="*/ 1980667 h 2649426"/>
              <a:gd name="connsiteX42" fmla="*/ 7908348 w 12192000"/>
              <a:gd name="connsiteY42" fmla="*/ 1994348 h 2649426"/>
              <a:gd name="connsiteX43" fmla="*/ 7771932 w 12192000"/>
              <a:gd name="connsiteY43" fmla="*/ 2039701 h 2649426"/>
              <a:gd name="connsiteX44" fmla="*/ 7579180 w 12192000"/>
              <a:gd name="connsiteY44" fmla="*/ 2150519 h 2649426"/>
              <a:gd name="connsiteX45" fmla="*/ 7571467 w 12192000"/>
              <a:gd name="connsiteY45" fmla="*/ 2153548 h 2649426"/>
              <a:gd name="connsiteX46" fmla="*/ 7549398 w 12192000"/>
              <a:gd name="connsiteY46" fmla="*/ 2153051 h 2649426"/>
              <a:gd name="connsiteX47" fmla="*/ 7540934 w 12192000"/>
              <a:gd name="connsiteY47" fmla="*/ 2151418 h 2649426"/>
              <a:gd name="connsiteX48" fmla="*/ 7528900 w 12192000"/>
              <a:gd name="connsiteY48" fmla="*/ 2152107 h 2649426"/>
              <a:gd name="connsiteX49" fmla="*/ 7528656 w 12192000"/>
              <a:gd name="connsiteY49" fmla="*/ 2152584 h 2649426"/>
              <a:gd name="connsiteX50" fmla="*/ 7517280 w 12192000"/>
              <a:gd name="connsiteY50" fmla="*/ 2152327 h 2649426"/>
              <a:gd name="connsiteX51" fmla="*/ 7460956 w 12192000"/>
              <a:gd name="connsiteY51" fmla="*/ 2145255 h 2649426"/>
              <a:gd name="connsiteX52" fmla="*/ 7393117 w 12192000"/>
              <a:gd name="connsiteY52" fmla="*/ 2193066 h 2649426"/>
              <a:gd name="connsiteX53" fmla="*/ 7363846 w 12192000"/>
              <a:gd name="connsiteY53" fmla="*/ 2202297 h 2649426"/>
              <a:gd name="connsiteX54" fmla="*/ 7348496 w 12192000"/>
              <a:gd name="connsiteY54" fmla="*/ 2209686 h 2649426"/>
              <a:gd name="connsiteX55" fmla="*/ 7338648 w 12192000"/>
              <a:gd name="connsiteY55" fmla="*/ 2198119 h 2649426"/>
              <a:gd name="connsiteX56" fmla="*/ 7293703 w 12192000"/>
              <a:gd name="connsiteY56" fmla="*/ 2204721 h 2649426"/>
              <a:gd name="connsiteX57" fmla="*/ 7286955 w 12192000"/>
              <a:gd name="connsiteY57" fmla="*/ 2207494 h 2649426"/>
              <a:gd name="connsiteX58" fmla="*/ 7251199 w 12192000"/>
              <a:gd name="connsiteY58" fmla="*/ 2198184 h 2649426"/>
              <a:gd name="connsiteX59" fmla="*/ 7233016 w 12192000"/>
              <a:gd name="connsiteY59" fmla="*/ 2195902 h 2649426"/>
              <a:gd name="connsiteX60" fmla="*/ 7227281 w 12192000"/>
              <a:gd name="connsiteY60" fmla="*/ 2190042 h 2649426"/>
              <a:gd name="connsiteX61" fmla="*/ 7200745 w 12192000"/>
              <a:gd name="connsiteY61" fmla="*/ 2189321 h 2649426"/>
              <a:gd name="connsiteX62" fmla="*/ 7197924 w 12192000"/>
              <a:gd name="connsiteY62" fmla="*/ 2191205 h 2649426"/>
              <a:gd name="connsiteX63" fmla="*/ 7175198 w 12192000"/>
              <a:gd name="connsiteY63" fmla="*/ 2183294 h 2649426"/>
              <a:gd name="connsiteX64" fmla="*/ 7100681 w 12192000"/>
              <a:gd name="connsiteY64" fmla="*/ 2167822 h 2649426"/>
              <a:gd name="connsiteX65" fmla="*/ 6932665 w 12192000"/>
              <a:gd name="connsiteY65" fmla="*/ 2162157 h 2649426"/>
              <a:gd name="connsiteX66" fmla="*/ 6700029 w 12192000"/>
              <a:gd name="connsiteY66" fmla="*/ 2158310 h 2649426"/>
              <a:gd name="connsiteX67" fmla="*/ 6326162 w 12192000"/>
              <a:gd name="connsiteY67" fmla="*/ 2178632 h 2649426"/>
              <a:gd name="connsiteX68" fmla="*/ 6196177 w 12192000"/>
              <a:gd name="connsiteY68" fmla="*/ 2200059 h 2649426"/>
              <a:gd name="connsiteX69" fmla="*/ 6139086 w 12192000"/>
              <a:gd name="connsiteY69" fmla="*/ 2187339 h 2649426"/>
              <a:gd name="connsiteX70" fmla="*/ 6098878 w 12192000"/>
              <a:gd name="connsiteY70" fmla="*/ 2192939 h 2649426"/>
              <a:gd name="connsiteX71" fmla="*/ 6094339 w 12192000"/>
              <a:gd name="connsiteY71" fmla="*/ 2195871 h 2649426"/>
              <a:gd name="connsiteX72" fmla="*/ 6075163 w 12192000"/>
              <a:gd name="connsiteY72" fmla="*/ 2198856 h 2649426"/>
              <a:gd name="connsiteX73" fmla="*/ 6071016 w 12192000"/>
              <a:gd name="connsiteY73" fmla="*/ 2210639 h 2649426"/>
              <a:gd name="connsiteX74" fmla="*/ 6043058 w 12192000"/>
              <a:gd name="connsiteY74" fmla="*/ 2222971 h 2649426"/>
              <a:gd name="connsiteX75" fmla="*/ 5962031 w 12192000"/>
              <a:gd name="connsiteY75" fmla="*/ 2220873 h 2649426"/>
              <a:gd name="connsiteX76" fmla="*/ 5836800 w 12192000"/>
              <a:gd name="connsiteY76" fmla="*/ 2224771 h 2649426"/>
              <a:gd name="connsiteX77" fmla="*/ 5735414 w 12192000"/>
              <a:gd name="connsiteY77" fmla="*/ 2231366 h 2649426"/>
              <a:gd name="connsiteX78" fmla="*/ 5697982 w 12192000"/>
              <a:gd name="connsiteY78" fmla="*/ 2244836 h 2649426"/>
              <a:gd name="connsiteX79" fmla="*/ 5644981 w 12192000"/>
              <a:gd name="connsiteY79" fmla="*/ 2256274 h 2649426"/>
              <a:gd name="connsiteX80" fmla="*/ 5552282 w 12192000"/>
              <a:gd name="connsiteY80" fmla="*/ 2284946 h 2649426"/>
              <a:gd name="connsiteX81" fmla="*/ 5426280 w 12192000"/>
              <a:gd name="connsiteY81" fmla="*/ 2290560 h 2649426"/>
              <a:gd name="connsiteX82" fmla="*/ 5329896 w 12192000"/>
              <a:gd name="connsiteY82" fmla="*/ 2279209 h 2649426"/>
              <a:gd name="connsiteX83" fmla="*/ 5322508 w 12192000"/>
              <a:gd name="connsiteY83" fmla="*/ 2288005 h 2649426"/>
              <a:gd name="connsiteX84" fmla="*/ 5258237 w 12192000"/>
              <a:gd name="connsiteY84" fmla="*/ 2290475 h 2649426"/>
              <a:gd name="connsiteX85" fmla="*/ 5027899 w 12192000"/>
              <a:gd name="connsiteY85" fmla="*/ 2242653 h 2649426"/>
              <a:gd name="connsiteX86" fmla="*/ 4902443 w 12192000"/>
              <a:gd name="connsiteY86" fmla="*/ 2249037 h 2649426"/>
              <a:gd name="connsiteX87" fmla="*/ 4858751 w 12192000"/>
              <a:gd name="connsiteY87" fmla="*/ 2260409 h 2649426"/>
              <a:gd name="connsiteX88" fmla="*/ 4785497 w 12192000"/>
              <a:gd name="connsiteY88" fmla="*/ 2278897 h 2649426"/>
              <a:gd name="connsiteX89" fmla="*/ 4732807 w 12192000"/>
              <a:gd name="connsiteY89" fmla="*/ 2315139 h 2649426"/>
              <a:gd name="connsiteX90" fmla="*/ 4670737 w 12192000"/>
              <a:gd name="connsiteY90" fmla="*/ 2321711 h 2649426"/>
              <a:gd name="connsiteX91" fmla="*/ 4489013 w 12192000"/>
              <a:gd name="connsiteY91" fmla="*/ 2338805 h 2649426"/>
              <a:gd name="connsiteX92" fmla="*/ 4431159 w 12192000"/>
              <a:gd name="connsiteY92" fmla="*/ 2347536 h 2649426"/>
              <a:gd name="connsiteX93" fmla="*/ 4273885 w 12192000"/>
              <a:gd name="connsiteY93" fmla="*/ 2379520 h 2649426"/>
              <a:gd name="connsiteX94" fmla="*/ 4116925 w 12192000"/>
              <a:gd name="connsiteY94" fmla="*/ 2417756 h 2649426"/>
              <a:gd name="connsiteX95" fmla="*/ 4027169 w 12192000"/>
              <a:gd name="connsiteY95" fmla="*/ 2475399 h 2649426"/>
              <a:gd name="connsiteX96" fmla="*/ 3897799 w 12192000"/>
              <a:gd name="connsiteY96" fmla="*/ 2503049 h 2649426"/>
              <a:gd name="connsiteX97" fmla="*/ 3876619 w 12192000"/>
              <a:gd name="connsiteY97" fmla="*/ 2512804 h 2649426"/>
              <a:gd name="connsiteX98" fmla="*/ 3721493 w 12192000"/>
              <a:gd name="connsiteY98" fmla="*/ 2497646 h 2649426"/>
              <a:gd name="connsiteX99" fmla="*/ 3504883 w 12192000"/>
              <a:gd name="connsiteY99" fmla="*/ 2503869 h 2649426"/>
              <a:gd name="connsiteX100" fmla="*/ 3431219 w 12192000"/>
              <a:gd name="connsiteY100" fmla="*/ 2502163 h 2649426"/>
              <a:gd name="connsiteX101" fmla="*/ 3151243 w 12192000"/>
              <a:gd name="connsiteY101" fmla="*/ 2492405 h 2649426"/>
              <a:gd name="connsiteX102" fmla="*/ 3057639 w 12192000"/>
              <a:gd name="connsiteY102" fmla="*/ 2507988 h 2649426"/>
              <a:gd name="connsiteX103" fmla="*/ 2916555 w 12192000"/>
              <a:gd name="connsiteY103" fmla="*/ 2472028 h 2649426"/>
              <a:gd name="connsiteX104" fmla="*/ 2846802 w 12192000"/>
              <a:gd name="connsiteY104" fmla="*/ 2461014 h 2649426"/>
              <a:gd name="connsiteX105" fmla="*/ 2739588 w 12192000"/>
              <a:gd name="connsiteY105" fmla="*/ 2457956 h 2649426"/>
              <a:gd name="connsiteX106" fmla="*/ 2706684 w 12192000"/>
              <a:gd name="connsiteY106" fmla="*/ 2454540 h 2649426"/>
              <a:gd name="connsiteX107" fmla="*/ 2348435 w 12192000"/>
              <a:gd name="connsiteY107" fmla="*/ 2449176 h 2649426"/>
              <a:gd name="connsiteX108" fmla="*/ 2194299 w 12192000"/>
              <a:gd name="connsiteY108" fmla="*/ 2475215 h 2649426"/>
              <a:gd name="connsiteX109" fmla="*/ 1983009 w 12192000"/>
              <a:gd name="connsiteY109" fmla="*/ 2463117 h 2649426"/>
              <a:gd name="connsiteX110" fmla="*/ 1885040 w 12192000"/>
              <a:gd name="connsiteY110" fmla="*/ 2475917 h 2649426"/>
              <a:gd name="connsiteX111" fmla="*/ 1773324 w 12192000"/>
              <a:gd name="connsiteY111" fmla="*/ 2471718 h 2649426"/>
              <a:gd name="connsiteX112" fmla="*/ 1685197 w 12192000"/>
              <a:gd name="connsiteY112" fmla="*/ 2466249 h 2649426"/>
              <a:gd name="connsiteX113" fmla="*/ 1543732 w 12192000"/>
              <a:gd name="connsiteY113" fmla="*/ 2477865 h 2649426"/>
              <a:gd name="connsiteX114" fmla="*/ 1300369 w 12192000"/>
              <a:gd name="connsiteY114" fmla="*/ 2444914 h 2649426"/>
              <a:gd name="connsiteX115" fmla="*/ 1081876 w 12192000"/>
              <a:gd name="connsiteY115" fmla="*/ 2476491 h 2649426"/>
              <a:gd name="connsiteX116" fmla="*/ 957561 w 12192000"/>
              <a:gd name="connsiteY116" fmla="*/ 2484124 h 2649426"/>
              <a:gd name="connsiteX117" fmla="*/ 822775 w 12192000"/>
              <a:gd name="connsiteY117" fmla="*/ 2542292 h 2649426"/>
              <a:gd name="connsiteX118" fmla="*/ 653171 w 12192000"/>
              <a:gd name="connsiteY118" fmla="*/ 2607266 h 2649426"/>
              <a:gd name="connsiteX119" fmla="*/ 511469 w 12192000"/>
              <a:gd name="connsiteY119" fmla="*/ 2598742 h 2649426"/>
              <a:gd name="connsiteX120" fmla="*/ 441281 w 12192000"/>
              <a:gd name="connsiteY120" fmla="*/ 2605939 h 2649426"/>
              <a:gd name="connsiteX121" fmla="*/ 297100 w 12192000"/>
              <a:gd name="connsiteY121" fmla="*/ 2639558 h 2649426"/>
              <a:gd name="connsiteX122" fmla="*/ 97385 w 12192000"/>
              <a:gd name="connsiteY122" fmla="*/ 2636063 h 2649426"/>
              <a:gd name="connsiteX123" fmla="*/ 48888 w 12192000"/>
              <a:gd name="connsiteY123" fmla="*/ 2641447 h 2649426"/>
              <a:gd name="connsiteX124" fmla="*/ 0 w 12192000"/>
              <a:gd name="connsiteY124" fmla="*/ 2649426 h 2649426"/>
              <a:gd name="connsiteX125" fmla="*/ 0 w 12192000"/>
              <a:gd name="connsiteY125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12533 w 12192000"/>
              <a:gd name="connsiteY4" fmla="*/ 173720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538827 w 12192000"/>
              <a:gd name="connsiteY8" fmla="*/ 1639190 h 2649426"/>
              <a:gd name="connsiteX9" fmla="*/ 11319306 w 12192000"/>
              <a:gd name="connsiteY9" fmla="*/ 1630185 h 2649426"/>
              <a:gd name="connsiteX10" fmla="*/ 11234437 w 12192000"/>
              <a:gd name="connsiteY10" fmla="*/ 1562941 h 2649426"/>
              <a:gd name="connsiteX11" fmla="*/ 11146426 w 12192000"/>
              <a:gd name="connsiteY11" fmla="*/ 1555308 h 2649426"/>
              <a:gd name="connsiteX12" fmla="*/ 10891629 w 12192000"/>
              <a:gd name="connsiteY12" fmla="*/ 1523731 h 2649426"/>
              <a:gd name="connsiteX13" fmla="*/ 10607424 w 12192000"/>
              <a:gd name="connsiteY13" fmla="*/ 1570296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47130 w 12192000"/>
              <a:gd name="connsiteY17" fmla="*/ 1583380 h 2649426"/>
              <a:gd name="connsiteX18" fmla="*/ 10522252 w 12192000"/>
              <a:gd name="connsiteY18" fmla="*/ 1595065 h 2649426"/>
              <a:gd name="connsiteX19" fmla="*/ 10329259 w 12192000"/>
              <a:gd name="connsiteY19" fmla="*/ 1579142 h 2649426"/>
              <a:gd name="connsiteX20" fmla="*/ 10132610 w 12192000"/>
              <a:gd name="connsiteY20" fmla="*/ 1619865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28505 w 12192000"/>
              <a:gd name="connsiteY34" fmla="*/ 1838566 h 2649426"/>
              <a:gd name="connsiteX35" fmla="*/ 8316712 w 12192000"/>
              <a:gd name="connsiteY35" fmla="*/ 1855817 h 2649426"/>
              <a:gd name="connsiteX36" fmla="*/ 8279203 w 12192000"/>
              <a:gd name="connsiteY36" fmla="*/ 1870876 h 2649426"/>
              <a:gd name="connsiteX37" fmla="*/ 8216222 w 12192000"/>
              <a:gd name="connsiteY37" fmla="*/ 1895553 h 2649426"/>
              <a:gd name="connsiteX38" fmla="*/ 8119712 w 12192000"/>
              <a:gd name="connsiteY38" fmla="*/ 1947916 h 2649426"/>
              <a:gd name="connsiteX39" fmla="*/ 8100082 w 12192000"/>
              <a:gd name="connsiteY39" fmla="*/ 1922220 h 2649426"/>
              <a:gd name="connsiteX40" fmla="*/ 8043728 w 12192000"/>
              <a:gd name="connsiteY40" fmla="*/ 1944200 h 2649426"/>
              <a:gd name="connsiteX41" fmla="*/ 7958999 w 12192000"/>
              <a:gd name="connsiteY41" fmla="*/ 1980667 h 2649426"/>
              <a:gd name="connsiteX42" fmla="*/ 7908348 w 12192000"/>
              <a:gd name="connsiteY42" fmla="*/ 1994348 h 2649426"/>
              <a:gd name="connsiteX43" fmla="*/ 7771932 w 12192000"/>
              <a:gd name="connsiteY43" fmla="*/ 2039701 h 2649426"/>
              <a:gd name="connsiteX44" fmla="*/ 7579180 w 12192000"/>
              <a:gd name="connsiteY44" fmla="*/ 2150519 h 2649426"/>
              <a:gd name="connsiteX45" fmla="*/ 7571467 w 12192000"/>
              <a:gd name="connsiteY45" fmla="*/ 2153548 h 2649426"/>
              <a:gd name="connsiteX46" fmla="*/ 7549398 w 12192000"/>
              <a:gd name="connsiteY46" fmla="*/ 2153051 h 2649426"/>
              <a:gd name="connsiteX47" fmla="*/ 7540934 w 12192000"/>
              <a:gd name="connsiteY47" fmla="*/ 2151418 h 2649426"/>
              <a:gd name="connsiteX48" fmla="*/ 7528900 w 12192000"/>
              <a:gd name="connsiteY48" fmla="*/ 2152107 h 2649426"/>
              <a:gd name="connsiteX49" fmla="*/ 7528656 w 12192000"/>
              <a:gd name="connsiteY49" fmla="*/ 2152584 h 2649426"/>
              <a:gd name="connsiteX50" fmla="*/ 7517280 w 12192000"/>
              <a:gd name="connsiteY50" fmla="*/ 2152327 h 2649426"/>
              <a:gd name="connsiteX51" fmla="*/ 7460956 w 12192000"/>
              <a:gd name="connsiteY51" fmla="*/ 2145255 h 2649426"/>
              <a:gd name="connsiteX52" fmla="*/ 7393117 w 12192000"/>
              <a:gd name="connsiteY52" fmla="*/ 2193066 h 2649426"/>
              <a:gd name="connsiteX53" fmla="*/ 7363846 w 12192000"/>
              <a:gd name="connsiteY53" fmla="*/ 2202297 h 2649426"/>
              <a:gd name="connsiteX54" fmla="*/ 7348496 w 12192000"/>
              <a:gd name="connsiteY54" fmla="*/ 2209686 h 2649426"/>
              <a:gd name="connsiteX55" fmla="*/ 7338648 w 12192000"/>
              <a:gd name="connsiteY55" fmla="*/ 2198119 h 2649426"/>
              <a:gd name="connsiteX56" fmla="*/ 7293703 w 12192000"/>
              <a:gd name="connsiteY56" fmla="*/ 2204721 h 2649426"/>
              <a:gd name="connsiteX57" fmla="*/ 7286955 w 12192000"/>
              <a:gd name="connsiteY57" fmla="*/ 2207494 h 2649426"/>
              <a:gd name="connsiteX58" fmla="*/ 7251199 w 12192000"/>
              <a:gd name="connsiteY58" fmla="*/ 2198184 h 2649426"/>
              <a:gd name="connsiteX59" fmla="*/ 7233016 w 12192000"/>
              <a:gd name="connsiteY59" fmla="*/ 2195902 h 2649426"/>
              <a:gd name="connsiteX60" fmla="*/ 7227281 w 12192000"/>
              <a:gd name="connsiteY60" fmla="*/ 2190042 h 2649426"/>
              <a:gd name="connsiteX61" fmla="*/ 7200745 w 12192000"/>
              <a:gd name="connsiteY61" fmla="*/ 2189321 h 2649426"/>
              <a:gd name="connsiteX62" fmla="*/ 7197924 w 12192000"/>
              <a:gd name="connsiteY62" fmla="*/ 2191205 h 2649426"/>
              <a:gd name="connsiteX63" fmla="*/ 7175198 w 12192000"/>
              <a:gd name="connsiteY63" fmla="*/ 2183294 h 2649426"/>
              <a:gd name="connsiteX64" fmla="*/ 7100681 w 12192000"/>
              <a:gd name="connsiteY64" fmla="*/ 2167822 h 2649426"/>
              <a:gd name="connsiteX65" fmla="*/ 6932665 w 12192000"/>
              <a:gd name="connsiteY65" fmla="*/ 2162157 h 2649426"/>
              <a:gd name="connsiteX66" fmla="*/ 6700029 w 12192000"/>
              <a:gd name="connsiteY66" fmla="*/ 2158310 h 2649426"/>
              <a:gd name="connsiteX67" fmla="*/ 6326162 w 12192000"/>
              <a:gd name="connsiteY67" fmla="*/ 2178632 h 2649426"/>
              <a:gd name="connsiteX68" fmla="*/ 6196177 w 12192000"/>
              <a:gd name="connsiteY68" fmla="*/ 2200059 h 2649426"/>
              <a:gd name="connsiteX69" fmla="*/ 6139086 w 12192000"/>
              <a:gd name="connsiteY69" fmla="*/ 2187339 h 2649426"/>
              <a:gd name="connsiteX70" fmla="*/ 6098878 w 12192000"/>
              <a:gd name="connsiteY70" fmla="*/ 2192939 h 2649426"/>
              <a:gd name="connsiteX71" fmla="*/ 6094339 w 12192000"/>
              <a:gd name="connsiteY71" fmla="*/ 2195871 h 2649426"/>
              <a:gd name="connsiteX72" fmla="*/ 6075163 w 12192000"/>
              <a:gd name="connsiteY72" fmla="*/ 2198856 h 2649426"/>
              <a:gd name="connsiteX73" fmla="*/ 6071016 w 12192000"/>
              <a:gd name="connsiteY73" fmla="*/ 2210639 h 2649426"/>
              <a:gd name="connsiteX74" fmla="*/ 6043058 w 12192000"/>
              <a:gd name="connsiteY74" fmla="*/ 2222971 h 2649426"/>
              <a:gd name="connsiteX75" fmla="*/ 5962031 w 12192000"/>
              <a:gd name="connsiteY75" fmla="*/ 2220873 h 2649426"/>
              <a:gd name="connsiteX76" fmla="*/ 5836800 w 12192000"/>
              <a:gd name="connsiteY76" fmla="*/ 2224771 h 2649426"/>
              <a:gd name="connsiteX77" fmla="*/ 5735414 w 12192000"/>
              <a:gd name="connsiteY77" fmla="*/ 2231366 h 2649426"/>
              <a:gd name="connsiteX78" fmla="*/ 5697982 w 12192000"/>
              <a:gd name="connsiteY78" fmla="*/ 2244836 h 2649426"/>
              <a:gd name="connsiteX79" fmla="*/ 5644981 w 12192000"/>
              <a:gd name="connsiteY79" fmla="*/ 2256274 h 2649426"/>
              <a:gd name="connsiteX80" fmla="*/ 5552282 w 12192000"/>
              <a:gd name="connsiteY80" fmla="*/ 2284946 h 2649426"/>
              <a:gd name="connsiteX81" fmla="*/ 5426280 w 12192000"/>
              <a:gd name="connsiteY81" fmla="*/ 2290560 h 2649426"/>
              <a:gd name="connsiteX82" fmla="*/ 5329896 w 12192000"/>
              <a:gd name="connsiteY82" fmla="*/ 2279209 h 2649426"/>
              <a:gd name="connsiteX83" fmla="*/ 5322508 w 12192000"/>
              <a:gd name="connsiteY83" fmla="*/ 2288005 h 2649426"/>
              <a:gd name="connsiteX84" fmla="*/ 5194705 w 12192000"/>
              <a:gd name="connsiteY84" fmla="*/ 2285938 h 2649426"/>
              <a:gd name="connsiteX85" fmla="*/ 5027899 w 12192000"/>
              <a:gd name="connsiteY85" fmla="*/ 2242653 h 2649426"/>
              <a:gd name="connsiteX86" fmla="*/ 4902443 w 12192000"/>
              <a:gd name="connsiteY86" fmla="*/ 2249037 h 2649426"/>
              <a:gd name="connsiteX87" fmla="*/ 4858751 w 12192000"/>
              <a:gd name="connsiteY87" fmla="*/ 2260409 h 2649426"/>
              <a:gd name="connsiteX88" fmla="*/ 4785497 w 12192000"/>
              <a:gd name="connsiteY88" fmla="*/ 2278897 h 2649426"/>
              <a:gd name="connsiteX89" fmla="*/ 4732807 w 12192000"/>
              <a:gd name="connsiteY89" fmla="*/ 2315139 h 2649426"/>
              <a:gd name="connsiteX90" fmla="*/ 4670737 w 12192000"/>
              <a:gd name="connsiteY90" fmla="*/ 2321711 h 2649426"/>
              <a:gd name="connsiteX91" fmla="*/ 4489013 w 12192000"/>
              <a:gd name="connsiteY91" fmla="*/ 2338805 h 2649426"/>
              <a:gd name="connsiteX92" fmla="*/ 4431159 w 12192000"/>
              <a:gd name="connsiteY92" fmla="*/ 2347536 h 2649426"/>
              <a:gd name="connsiteX93" fmla="*/ 4273885 w 12192000"/>
              <a:gd name="connsiteY93" fmla="*/ 2379520 h 2649426"/>
              <a:gd name="connsiteX94" fmla="*/ 4116925 w 12192000"/>
              <a:gd name="connsiteY94" fmla="*/ 2417756 h 2649426"/>
              <a:gd name="connsiteX95" fmla="*/ 4027169 w 12192000"/>
              <a:gd name="connsiteY95" fmla="*/ 2475399 h 2649426"/>
              <a:gd name="connsiteX96" fmla="*/ 3897799 w 12192000"/>
              <a:gd name="connsiteY96" fmla="*/ 2503049 h 2649426"/>
              <a:gd name="connsiteX97" fmla="*/ 3876619 w 12192000"/>
              <a:gd name="connsiteY97" fmla="*/ 2512804 h 2649426"/>
              <a:gd name="connsiteX98" fmla="*/ 3721493 w 12192000"/>
              <a:gd name="connsiteY98" fmla="*/ 2497646 h 2649426"/>
              <a:gd name="connsiteX99" fmla="*/ 3504883 w 12192000"/>
              <a:gd name="connsiteY99" fmla="*/ 2503869 h 2649426"/>
              <a:gd name="connsiteX100" fmla="*/ 3431219 w 12192000"/>
              <a:gd name="connsiteY100" fmla="*/ 2502163 h 2649426"/>
              <a:gd name="connsiteX101" fmla="*/ 3151243 w 12192000"/>
              <a:gd name="connsiteY101" fmla="*/ 2492405 h 2649426"/>
              <a:gd name="connsiteX102" fmla="*/ 3057639 w 12192000"/>
              <a:gd name="connsiteY102" fmla="*/ 2507988 h 2649426"/>
              <a:gd name="connsiteX103" fmla="*/ 2916555 w 12192000"/>
              <a:gd name="connsiteY103" fmla="*/ 2472028 h 2649426"/>
              <a:gd name="connsiteX104" fmla="*/ 2846802 w 12192000"/>
              <a:gd name="connsiteY104" fmla="*/ 2461014 h 2649426"/>
              <a:gd name="connsiteX105" fmla="*/ 2739588 w 12192000"/>
              <a:gd name="connsiteY105" fmla="*/ 2457956 h 2649426"/>
              <a:gd name="connsiteX106" fmla="*/ 2706684 w 12192000"/>
              <a:gd name="connsiteY106" fmla="*/ 2454540 h 2649426"/>
              <a:gd name="connsiteX107" fmla="*/ 2348435 w 12192000"/>
              <a:gd name="connsiteY107" fmla="*/ 2449176 h 2649426"/>
              <a:gd name="connsiteX108" fmla="*/ 2194299 w 12192000"/>
              <a:gd name="connsiteY108" fmla="*/ 2475215 h 2649426"/>
              <a:gd name="connsiteX109" fmla="*/ 1983009 w 12192000"/>
              <a:gd name="connsiteY109" fmla="*/ 2463117 h 2649426"/>
              <a:gd name="connsiteX110" fmla="*/ 1885040 w 12192000"/>
              <a:gd name="connsiteY110" fmla="*/ 2475917 h 2649426"/>
              <a:gd name="connsiteX111" fmla="*/ 1773324 w 12192000"/>
              <a:gd name="connsiteY111" fmla="*/ 2471718 h 2649426"/>
              <a:gd name="connsiteX112" fmla="*/ 1685197 w 12192000"/>
              <a:gd name="connsiteY112" fmla="*/ 2466249 h 2649426"/>
              <a:gd name="connsiteX113" fmla="*/ 1543732 w 12192000"/>
              <a:gd name="connsiteY113" fmla="*/ 2477865 h 2649426"/>
              <a:gd name="connsiteX114" fmla="*/ 1300369 w 12192000"/>
              <a:gd name="connsiteY114" fmla="*/ 2444914 h 2649426"/>
              <a:gd name="connsiteX115" fmla="*/ 1081876 w 12192000"/>
              <a:gd name="connsiteY115" fmla="*/ 2476491 h 2649426"/>
              <a:gd name="connsiteX116" fmla="*/ 957561 w 12192000"/>
              <a:gd name="connsiteY116" fmla="*/ 2484124 h 2649426"/>
              <a:gd name="connsiteX117" fmla="*/ 822775 w 12192000"/>
              <a:gd name="connsiteY117" fmla="*/ 2542292 h 2649426"/>
              <a:gd name="connsiteX118" fmla="*/ 653171 w 12192000"/>
              <a:gd name="connsiteY118" fmla="*/ 2607266 h 2649426"/>
              <a:gd name="connsiteX119" fmla="*/ 511469 w 12192000"/>
              <a:gd name="connsiteY119" fmla="*/ 2598742 h 2649426"/>
              <a:gd name="connsiteX120" fmla="*/ 441281 w 12192000"/>
              <a:gd name="connsiteY120" fmla="*/ 2605939 h 2649426"/>
              <a:gd name="connsiteX121" fmla="*/ 297100 w 12192000"/>
              <a:gd name="connsiteY121" fmla="*/ 2639558 h 2649426"/>
              <a:gd name="connsiteX122" fmla="*/ 97385 w 12192000"/>
              <a:gd name="connsiteY122" fmla="*/ 2636063 h 2649426"/>
              <a:gd name="connsiteX123" fmla="*/ 48888 w 12192000"/>
              <a:gd name="connsiteY123" fmla="*/ 2641447 h 2649426"/>
              <a:gd name="connsiteX124" fmla="*/ 0 w 12192000"/>
              <a:gd name="connsiteY124" fmla="*/ 2649426 h 2649426"/>
              <a:gd name="connsiteX125" fmla="*/ 0 w 12192000"/>
              <a:gd name="connsiteY125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12533 w 12192000"/>
              <a:gd name="connsiteY4" fmla="*/ 173720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538827 w 12192000"/>
              <a:gd name="connsiteY8" fmla="*/ 1639190 h 2649426"/>
              <a:gd name="connsiteX9" fmla="*/ 11319306 w 12192000"/>
              <a:gd name="connsiteY9" fmla="*/ 1630185 h 2649426"/>
              <a:gd name="connsiteX10" fmla="*/ 11234437 w 12192000"/>
              <a:gd name="connsiteY10" fmla="*/ 1562941 h 2649426"/>
              <a:gd name="connsiteX11" fmla="*/ 11146426 w 12192000"/>
              <a:gd name="connsiteY11" fmla="*/ 1555308 h 2649426"/>
              <a:gd name="connsiteX12" fmla="*/ 10891629 w 12192000"/>
              <a:gd name="connsiteY12" fmla="*/ 1523731 h 2649426"/>
              <a:gd name="connsiteX13" fmla="*/ 10607424 w 12192000"/>
              <a:gd name="connsiteY13" fmla="*/ 1570296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47130 w 12192000"/>
              <a:gd name="connsiteY17" fmla="*/ 1583380 h 2649426"/>
              <a:gd name="connsiteX18" fmla="*/ 10522252 w 12192000"/>
              <a:gd name="connsiteY18" fmla="*/ 1595065 h 2649426"/>
              <a:gd name="connsiteX19" fmla="*/ 10329259 w 12192000"/>
              <a:gd name="connsiteY19" fmla="*/ 1579142 h 2649426"/>
              <a:gd name="connsiteX20" fmla="*/ 10132610 w 12192000"/>
              <a:gd name="connsiteY20" fmla="*/ 1619865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28505 w 12192000"/>
              <a:gd name="connsiteY34" fmla="*/ 1838566 h 2649426"/>
              <a:gd name="connsiteX35" fmla="*/ 8316712 w 12192000"/>
              <a:gd name="connsiteY35" fmla="*/ 1855817 h 2649426"/>
              <a:gd name="connsiteX36" fmla="*/ 8279203 w 12192000"/>
              <a:gd name="connsiteY36" fmla="*/ 1870876 h 2649426"/>
              <a:gd name="connsiteX37" fmla="*/ 8216222 w 12192000"/>
              <a:gd name="connsiteY37" fmla="*/ 1895553 h 2649426"/>
              <a:gd name="connsiteX38" fmla="*/ 8119712 w 12192000"/>
              <a:gd name="connsiteY38" fmla="*/ 1947916 h 2649426"/>
              <a:gd name="connsiteX39" fmla="*/ 8100082 w 12192000"/>
              <a:gd name="connsiteY39" fmla="*/ 1922220 h 2649426"/>
              <a:gd name="connsiteX40" fmla="*/ 8043728 w 12192000"/>
              <a:gd name="connsiteY40" fmla="*/ 1944200 h 2649426"/>
              <a:gd name="connsiteX41" fmla="*/ 7958999 w 12192000"/>
              <a:gd name="connsiteY41" fmla="*/ 1980667 h 2649426"/>
              <a:gd name="connsiteX42" fmla="*/ 7908348 w 12192000"/>
              <a:gd name="connsiteY42" fmla="*/ 1994348 h 2649426"/>
              <a:gd name="connsiteX43" fmla="*/ 7771932 w 12192000"/>
              <a:gd name="connsiteY43" fmla="*/ 2039701 h 2649426"/>
              <a:gd name="connsiteX44" fmla="*/ 7579180 w 12192000"/>
              <a:gd name="connsiteY44" fmla="*/ 2150519 h 2649426"/>
              <a:gd name="connsiteX45" fmla="*/ 7571467 w 12192000"/>
              <a:gd name="connsiteY45" fmla="*/ 2153548 h 2649426"/>
              <a:gd name="connsiteX46" fmla="*/ 7549398 w 12192000"/>
              <a:gd name="connsiteY46" fmla="*/ 2153051 h 2649426"/>
              <a:gd name="connsiteX47" fmla="*/ 7540934 w 12192000"/>
              <a:gd name="connsiteY47" fmla="*/ 2151418 h 2649426"/>
              <a:gd name="connsiteX48" fmla="*/ 7528900 w 12192000"/>
              <a:gd name="connsiteY48" fmla="*/ 2152107 h 2649426"/>
              <a:gd name="connsiteX49" fmla="*/ 7528656 w 12192000"/>
              <a:gd name="connsiteY49" fmla="*/ 2152584 h 2649426"/>
              <a:gd name="connsiteX50" fmla="*/ 7517280 w 12192000"/>
              <a:gd name="connsiteY50" fmla="*/ 2152327 h 2649426"/>
              <a:gd name="connsiteX51" fmla="*/ 7460956 w 12192000"/>
              <a:gd name="connsiteY51" fmla="*/ 2145255 h 2649426"/>
              <a:gd name="connsiteX52" fmla="*/ 7393117 w 12192000"/>
              <a:gd name="connsiteY52" fmla="*/ 2193066 h 2649426"/>
              <a:gd name="connsiteX53" fmla="*/ 7363846 w 12192000"/>
              <a:gd name="connsiteY53" fmla="*/ 2202297 h 2649426"/>
              <a:gd name="connsiteX54" fmla="*/ 7348496 w 12192000"/>
              <a:gd name="connsiteY54" fmla="*/ 2209686 h 2649426"/>
              <a:gd name="connsiteX55" fmla="*/ 7338648 w 12192000"/>
              <a:gd name="connsiteY55" fmla="*/ 2198119 h 2649426"/>
              <a:gd name="connsiteX56" fmla="*/ 7293703 w 12192000"/>
              <a:gd name="connsiteY56" fmla="*/ 2204721 h 2649426"/>
              <a:gd name="connsiteX57" fmla="*/ 7286955 w 12192000"/>
              <a:gd name="connsiteY57" fmla="*/ 2207494 h 2649426"/>
              <a:gd name="connsiteX58" fmla="*/ 7251199 w 12192000"/>
              <a:gd name="connsiteY58" fmla="*/ 2198184 h 2649426"/>
              <a:gd name="connsiteX59" fmla="*/ 7233016 w 12192000"/>
              <a:gd name="connsiteY59" fmla="*/ 2195902 h 2649426"/>
              <a:gd name="connsiteX60" fmla="*/ 7227281 w 12192000"/>
              <a:gd name="connsiteY60" fmla="*/ 2190042 h 2649426"/>
              <a:gd name="connsiteX61" fmla="*/ 7200745 w 12192000"/>
              <a:gd name="connsiteY61" fmla="*/ 2189321 h 2649426"/>
              <a:gd name="connsiteX62" fmla="*/ 7197924 w 12192000"/>
              <a:gd name="connsiteY62" fmla="*/ 2191205 h 2649426"/>
              <a:gd name="connsiteX63" fmla="*/ 7175198 w 12192000"/>
              <a:gd name="connsiteY63" fmla="*/ 2183294 h 2649426"/>
              <a:gd name="connsiteX64" fmla="*/ 7100681 w 12192000"/>
              <a:gd name="connsiteY64" fmla="*/ 2167822 h 2649426"/>
              <a:gd name="connsiteX65" fmla="*/ 6932665 w 12192000"/>
              <a:gd name="connsiteY65" fmla="*/ 2162157 h 2649426"/>
              <a:gd name="connsiteX66" fmla="*/ 6700029 w 12192000"/>
              <a:gd name="connsiteY66" fmla="*/ 2158310 h 2649426"/>
              <a:gd name="connsiteX67" fmla="*/ 6326162 w 12192000"/>
              <a:gd name="connsiteY67" fmla="*/ 2178632 h 2649426"/>
              <a:gd name="connsiteX68" fmla="*/ 6196177 w 12192000"/>
              <a:gd name="connsiteY68" fmla="*/ 2200059 h 2649426"/>
              <a:gd name="connsiteX69" fmla="*/ 6139086 w 12192000"/>
              <a:gd name="connsiteY69" fmla="*/ 2187339 h 2649426"/>
              <a:gd name="connsiteX70" fmla="*/ 6098878 w 12192000"/>
              <a:gd name="connsiteY70" fmla="*/ 2192939 h 2649426"/>
              <a:gd name="connsiteX71" fmla="*/ 6094339 w 12192000"/>
              <a:gd name="connsiteY71" fmla="*/ 2195871 h 2649426"/>
              <a:gd name="connsiteX72" fmla="*/ 6075163 w 12192000"/>
              <a:gd name="connsiteY72" fmla="*/ 2198856 h 2649426"/>
              <a:gd name="connsiteX73" fmla="*/ 6071016 w 12192000"/>
              <a:gd name="connsiteY73" fmla="*/ 2210639 h 2649426"/>
              <a:gd name="connsiteX74" fmla="*/ 6043058 w 12192000"/>
              <a:gd name="connsiteY74" fmla="*/ 2222971 h 2649426"/>
              <a:gd name="connsiteX75" fmla="*/ 5962031 w 12192000"/>
              <a:gd name="connsiteY75" fmla="*/ 2220873 h 2649426"/>
              <a:gd name="connsiteX76" fmla="*/ 5836800 w 12192000"/>
              <a:gd name="connsiteY76" fmla="*/ 2224771 h 2649426"/>
              <a:gd name="connsiteX77" fmla="*/ 5735414 w 12192000"/>
              <a:gd name="connsiteY77" fmla="*/ 2231366 h 2649426"/>
              <a:gd name="connsiteX78" fmla="*/ 5697982 w 12192000"/>
              <a:gd name="connsiteY78" fmla="*/ 2244836 h 2649426"/>
              <a:gd name="connsiteX79" fmla="*/ 5644981 w 12192000"/>
              <a:gd name="connsiteY79" fmla="*/ 2256274 h 2649426"/>
              <a:gd name="connsiteX80" fmla="*/ 5547744 w 12192000"/>
              <a:gd name="connsiteY80" fmla="*/ 2271333 h 2649426"/>
              <a:gd name="connsiteX81" fmla="*/ 5426280 w 12192000"/>
              <a:gd name="connsiteY81" fmla="*/ 2290560 h 2649426"/>
              <a:gd name="connsiteX82" fmla="*/ 5329896 w 12192000"/>
              <a:gd name="connsiteY82" fmla="*/ 2279209 h 2649426"/>
              <a:gd name="connsiteX83" fmla="*/ 5322508 w 12192000"/>
              <a:gd name="connsiteY83" fmla="*/ 2288005 h 2649426"/>
              <a:gd name="connsiteX84" fmla="*/ 5194705 w 12192000"/>
              <a:gd name="connsiteY84" fmla="*/ 2285938 h 2649426"/>
              <a:gd name="connsiteX85" fmla="*/ 5027899 w 12192000"/>
              <a:gd name="connsiteY85" fmla="*/ 2242653 h 2649426"/>
              <a:gd name="connsiteX86" fmla="*/ 4902443 w 12192000"/>
              <a:gd name="connsiteY86" fmla="*/ 2249037 h 2649426"/>
              <a:gd name="connsiteX87" fmla="*/ 4858751 w 12192000"/>
              <a:gd name="connsiteY87" fmla="*/ 2260409 h 2649426"/>
              <a:gd name="connsiteX88" fmla="*/ 4785497 w 12192000"/>
              <a:gd name="connsiteY88" fmla="*/ 2278897 h 2649426"/>
              <a:gd name="connsiteX89" fmla="*/ 4732807 w 12192000"/>
              <a:gd name="connsiteY89" fmla="*/ 2315139 h 2649426"/>
              <a:gd name="connsiteX90" fmla="*/ 4670737 w 12192000"/>
              <a:gd name="connsiteY90" fmla="*/ 2321711 h 2649426"/>
              <a:gd name="connsiteX91" fmla="*/ 4489013 w 12192000"/>
              <a:gd name="connsiteY91" fmla="*/ 2338805 h 2649426"/>
              <a:gd name="connsiteX92" fmla="*/ 4431159 w 12192000"/>
              <a:gd name="connsiteY92" fmla="*/ 2347536 h 2649426"/>
              <a:gd name="connsiteX93" fmla="*/ 4273885 w 12192000"/>
              <a:gd name="connsiteY93" fmla="*/ 2379520 h 2649426"/>
              <a:gd name="connsiteX94" fmla="*/ 4116925 w 12192000"/>
              <a:gd name="connsiteY94" fmla="*/ 2417756 h 2649426"/>
              <a:gd name="connsiteX95" fmla="*/ 4027169 w 12192000"/>
              <a:gd name="connsiteY95" fmla="*/ 2475399 h 2649426"/>
              <a:gd name="connsiteX96" fmla="*/ 3897799 w 12192000"/>
              <a:gd name="connsiteY96" fmla="*/ 2503049 h 2649426"/>
              <a:gd name="connsiteX97" fmla="*/ 3876619 w 12192000"/>
              <a:gd name="connsiteY97" fmla="*/ 2512804 h 2649426"/>
              <a:gd name="connsiteX98" fmla="*/ 3721493 w 12192000"/>
              <a:gd name="connsiteY98" fmla="*/ 2497646 h 2649426"/>
              <a:gd name="connsiteX99" fmla="*/ 3504883 w 12192000"/>
              <a:gd name="connsiteY99" fmla="*/ 2503869 h 2649426"/>
              <a:gd name="connsiteX100" fmla="*/ 3431219 w 12192000"/>
              <a:gd name="connsiteY100" fmla="*/ 2502163 h 2649426"/>
              <a:gd name="connsiteX101" fmla="*/ 3151243 w 12192000"/>
              <a:gd name="connsiteY101" fmla="*/ 2492405 h 2649426"/>
              <a:gd name="connsiteX102" fmla="*/ 3057639 w 12192000"/>
              <a:gd name="connsiteY102" fmla="*/ 2507988 h 2649426"/>
              <a:gd name="connsiteX103" fmla="*/ 2916555 w 12192000"/>
              <a:gd name="connsiteY103" fmla="*/ 2472028 h 2649426"/>
              <a:gd name="connsiteX104" fmla="*/ 2846802 w 12192000"/>
              <a:gd name="connsiteY104" fmla="*/ 2461014 h 2649426"/>
              <a:gd name="connsiteX105" fmla="*/ 2739588 w 12192000"/>
              <a:gd name="connsiteY105" fmla="*/ 2457956 h 2649426"/>
              <a:gd name="connsiteX106" fmla="*/ 2706684 w 12192000"/>
              <a:gd name="connsiteY106" fmla="*/ 2454540 h 2649426"/>
              <a:gd name="connsiteX107" fmla="*/ 2348435 w 12192000"/>
              <a:gd name="connsiteY107" fmla="*/ 2449176 h 2649426"/>
              <a:gd name="connsiteX108" fmla="*/ 2194299 w 12192000"/>
              <a:gd name="connsiteY108" fmla="*/ 2475215 h 2649426"/>
              <a:gd name="connsiteX109" fmla="*/ 1983009 w 12192000"/>
              <a:gd name="connsiteY109" fmla="*/ 2463117 h 2649426"/>
              <a:gd name="connsiteX110" fmla="*/ 1885040 w 12192000"/>
              <a:gd name="connsiteY110" fmla="*/ 2475917 h 2649426"/>
              <a:gd name="connsiteX111" fmla="*/ 1773324 w 12192000"/>
              <a:gd name="connsiteY111" fmla="*/ 2471718 h 2649426"/>
              <a:gd name="connsiteX112" fmla="*/ 1685197 w 12192000"/>
              <a:gd name="connsiteY112" fmla="*/ 2466249 h 2649426"/>
              <a:gd name="connsiteX113" fmla="*/ 1543732 w 12192000"/>
              <a:gd name="connsiteY113" fmla="*/ 2477865 h 2649426"/>
              <a:gd name="connsiteX114" fmla="*/ 1300369 w 12192000"/>
              <a:gd name="connsiteY114" fmla="*/ 2444914 h 2649426"/>
              <a:gd name="connsiteX115" fmla="*/ 1081876 w 12192000"/>
              <a:gd name="connsiteY115" fmla="*/ 2476491 h 2649426"/>
              <a:gd name="connsiteX116" fmla="*/ 957561 w 12192000"/>
              <a:gd name="connsiteY116" fmla="*/ 2484124 h 2649426"/>
              <a:gd name="connsiteX117" fmla="*/ 822775 w 12192000"/>
              <a:gd name="connsiteY117" fmla="*/ 2542292 h 2649426"/>
              <a:gd name="connsiteX118" fmla="*/ 653171 w 12192000"/>
              <a:gd name="connsiteY118" fmla="*/ 2607266 h 2649426"/>
              <a:gd name="connsiteX119" fmla="*/ 511469 w 12192000"/>
              <a:gd name="connsiteY119" fmla="*/ 2598742 h 2649426"/>
              <a:gd name="connsiteX120" fmla="*/ 441281 w 12192000"/>
              <a:gd name="connsiteY120" fmla="*/ 2605939 h 2649426"/>
              <a:gd name="connsiteX121" fmla="*/ 297100 w 12192000"/>
              <a:gd name="connsiteY121" fmla="*/ 2639558 h 2649426"/>
              <a:gd name="connsiteX122" fmla="*/ 97385 w 12192000"/>
              <a:gd name="connsiteY122" fmla="*/ 2636063 h 2649426"/>
              <a:gd name="connsiteX123" fmla="*/ 48888 w 12192000"/>
              <a:gd name="connsiteY123" fmla="*/ 2641447 h 2649426"/>
              <a:gd name="connsiteX124" fmla="*/ 0 w 12192000"/>
              <a:gd name="connsiteY124" fmla="*/ 2649426 h 2649426"/>
              <a:gd name="connsiteX125" fmla="*/ 0 w 12192000"/>
              <a:gd name="connsiteY125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12533 w 12192000"/>
              <a:gd name="connsiteY4" fmla="*/ 173720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538827 w 12192000"/>
              <a:gd name="connsiteY8" fmla="*/ 1639190 h 2649426"/>
              <a:gd name="connsiteX9" fmla="*/ 11319306 w 12192000"/>
              <a:gd name="connsiteY9" fmla="*/ 1630185 h 2649426"/>
              <a:gd name="connsiteX10" fmla="*/ 11234437 w 12192000"/>
              <a:gd name="connsiteY10" fmla="*/ 1562941 h 2649426"/>
              <a:gd name="connsiteX11" fmla="*/ 11146426 w 12192000"/>
              <a:gd name="connsiteY11" fmla="*/ 1555308 h 2649426"/>
              <a:gd name="connsiteX12" fmla="*/ 10891629 w 12192000"/>
              <a:gd name="connsiteY12" fmla="*/ 1523731 h 2649426"/>
              <a:gd name="connsiteX13" fmla="*/ 10607424 w 12192000"/>
              <a:gd name="connsiteY13" fmla="*/ 1570296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47130 w 12192000"/>
              <a:gd name="connsiteY17" fmla="*/ 1583380 h 2649426"/>
              <a:gd name="connsiteX18" fmla="*/ 10522252 w 12192000"/>
              <a:gd name="connsiteY18" fmla="*/ 1595065 h 2649426"/>
              <a:gd name="connsiteX19" fmla="*/ 10329259 w 12192000"/>
              <a:gd name="connsiteY19" fmla="*/ 1579142 h 2649426"/>
              <a:gd name="connsiteX20" fmla="*/ 10132610 w 12192000"/>
              <a:gd name="connsiteY20" fmla="*/ 1619865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28505 w 12192000"/>
              <a:gd name="connsiteY34" fmla="*/ 1838566 h 2649426"/>
              <a:gd name="connsiteX35" fmla="*/ 8316712 w 12192000"/>
              <a:gd name="connsiteY35" fmla="*/ 1855817 h 2649426"/>
              <a:gd name="connsiteX36" fmla="*/ 8279203 w 12192000"/>
              <a:gd name="connsiteY36" fmla="*/ 1870876 h 2649426"/>
              <a:gd name="connsiteX37" fmla="*/ 8216222 w 12192000"/>
              <a:gd name="connsiteY37" fmla="*/ 1895553 h 2649426"/>
              <a:gd name="connsiteX38" fmla="*/ 8119712 w 12192000"/>
              <a:gd name="connsiteY38" fmla="*/ 1947916 h 2649426"/>
              <a:gd name="connsiteX39" fmla="*/ 8081930 w 12192000"/>
              <a:gd name="connsiteY39" fmla="*/ 1940372 h 2649426"/>
              <a:gd name="connsiteX40" fmla="*/ 8043728 w 12192000"/>
              <a:gd name="connsiteY40" fmla="*/ 1944200 h 2649426"/>
              <a:gd name="connsiteX41" fmla="*/ 7958999 w 12192000"/>
              <a:gd name="connsiteY41" fmla="*/ 1980667 h 2649426"/>
              <a:gd name="connsiteX42" fmla="*/ 7908348 w 12192000"/>
              <a:gd name="connsiteY42" fmla="*/ 1994348 h 2649426"/>
              <a:gd name="connsiteX43" fmla="*/ 7771932 w 12192000"/>
              <a:gd name="connsiteY43" fmla="*/ 2039701 h 2649426"/>
              <a:gd name="connsiteX44" fmla="*/ 7579180 w 12192000"/>
              <a:gd name="connsiteY44" fmla="*/ 2150519 h 2649426"/>
              <a:gd name="connsiteX45" fmla="*/ 7571467 w 12192000"/>
              <a:gd name="connsiteY45" fmla="*/ 2153548 h 2649426"/>
              <a:gd name="connsiteX46" fmla="*/ 7549398 w 12192000"/>
              <a:gd name="connsiteY46" fmla="*/ 2153051 h 2649426"/>
              <a:gd name="connsiteX47" fmla="*/ 7540934 w 12192000"/>
              <a:gd name="connsiteY47" fmla="*/ 2151418 h 2649426"/>
              <a:gd name="connsiteX48" fmla="*/ 7528900 w 12192000"/>
              <a:gd name="connsiteY48" fmla="*/ 2152107 h 2649426"/>
              <a:gd name="connsiteX49" fmla="*/ 7528656 w 12192000"/>
              <a:gd name="connsiteY49" fmla="*/ 2152584 h 2649426"/>
              <a:gd name="connsiteX50" fmla="*/ 7517280 w 12192000"/>
              <a:gd name="connsiteY50" fmla="*/ 2152327 h 2649426"/>
              <a:gd name="connsiteX51" fmla="*/ 7460956 w 12192000"/>
              <a:gd name="connsiteY51" fmla="*/ 2145255 h 2649426"/>
              <a:gd name="connsiteX52" fmla="*/ 7393117 w 12192000"/>
              <a:gd name="connsiteY52" fmla="*/ 2193066 h 2649426"/>
              <a:gd name="connsiteX53" fmla="*/ 7363846 w 12192000"/>
              <a:gd name="connsiteY53" fmla="*/ 2202297 h 2649426"/>
              <a:gd name="connsiteX54" fmla="*/ 7348496 w 12192000"/>
              <a:gd name="connsiteY54" fmla="*/ 2209686 h 2649426"/>
              <a:gd name="connsiteX55" fmla="*/ 7338648 w 12192000"/>
              <a:gd name="connsiteY55" fmla="*/ 2198119 h 2649426"/>
              <a:gd name="connsiteX56" fmla="*/ 7293703 w 12192000"/>
              <a:gd name="connsiteY56" fmla="*/ 2204721 h 2649426"/>
              <a:gd name="connsiteX57" fmla="*/ 7286955 w 12192000"/>
              <a:gd name="connsiteY57" fmla="*/ 2207494 h 2649426"/>
              <a:gd name="connsiteX58" fmla="*/ 7251199 w 12192000"/>
              <a:gd name="connsiteY58" fmla="*/ 2198184 h 2649426"/>
              <a:gd name="connsiteX59" fmla="*/ 7233016 w 12192000"/>
              <a:gd name="connsiteY59" fmla="*/ 2195902 h 2649426"/>
              <a:gd name="connsiteX60" fmla="*/ 7227281 w 12192000"/>
              <a:gd name="connsiteY60" fmla="*/ 2190042 h 2649426"/>
              <a:gd name="connsiteX61" fmla="*/ 7200745 w 12192000"/>
              <a:gd name="connsiteY61" fmla="*/ 2189321 h 2649426"/>
              <a:gd name="connsiteX62" fmla="*/ 7197924 w 12192000"/>
              <a:gd name="connsiteY62" fmla="*/ 2191205 h 2649426"/>
              <a:gd name="connsiteX63" fmla="*/ 7175198 w 12192000"/>
              <a:gd name="connsiteY63" fmla="*/ 2183294 h 2649426"/>
              <a:gd name="connsiteX64" fmla="*/ 7100681 w 12192000"/>
              <a:gd name="connsiteY64" fmla="*/ 2167822 h 2649426"/>
              <a:gd name="connsiteX65" fmla="*/ 6932665 w 12192000"/>
              <a:gd name="connsiteY65" fmla="*/ 2162157 h 2649426"/>
              <a:gd name="connsiteX66" fmla="*/ 6700029 w 12192000"/>
              <a:gd name="connsiteY66" fmla="*/ 2158310 h 2649426"/>
              <a:gd name="connsiteX67" fmla="*/ 6326162 w 12192000"/>
              <a:gd name="connsiteY67" fmla="*/ 2178632 h 2649426"/>
              <a:gd name="connsiteX68" fmla="*/ 6196177 w 12192000"/>
              <a:gd name="connsiteY68" fmla="*/ 2200059 h 2649426"/>
              <a:gd name="connsiteX69" fmla="*/ 6139086 w 12192000"/>
              <a:gd name="connsiteY69" fmla="*/ 2187339 h 2649426"/>
              <a:gd name="connsiteX70" fmla="*/ 6098878 w 12192000"/>
              <a:gd name="connsiteY70" fmla="*/ 2192939 h 2649426"/>
              <a:gd name="connsiteX71" fmla="*/ 6094339 w 12192000"/>
              <a:gd name="connsiteY71" fmla="*/ 2195871 h 2649426"/>
              <a:gd name="connsiteX72" fmla="*/ 6075163 w 12192000"/>
              <a:gd name="connsiteY72" fmla="*/ 2198856 h 2649426"/>
              <a:gd name="connsiteX73" fmla="*/ 6071016 w 12192000"/>
              <a:gd name="connsiteY73" fmla="*/ 2210639 h 2649426"/>
              <a:gd name="connsiteX74" fmla="*/ 6043058 w 12192000"/>
              <a:gd name="connsiteY74" fmla="*/ 2222971 h 2649426"/>
              <a:gd name="connsiteX75" fmla="*/ 5962031 w 12192000"/>
              <a:gd name="connsiteY75" fmla="*/ 2220873 h 2649426"/>
              <a:gd name="connsiteX76" fmla="*/ 5836800 w 12192000"/>
              <a:gd name="connsiteY76" fmla="*/ 2224771 h 2649426"/>
              <a:gd name="connsiteX77" fmla="*/ 5735414 w 12192000"/>
              <a:gd name="connsiteY77" fmla="*/ 2231366 h 2649426"/>
              <a:gd name="connsiteX78" fmla="*/ 5697982 w 12192000"/>
              <a:gd name="connsiteY78" fmla="*/ 2244836 h 2649426"/>
              <a:gd name="connsiteX79" fmla="*/ 5644981 w 12192000"/>
              <a:gd name="connsiteY79" fmla="*/ 2256274 h 2649426"/>
              <a:gd name="connsiteX80" fmla="*/ 5547744 w 12192000"/>
              <a:gd name="connsiteY80" fmla="*/ 2271333 h 2649426"/>
              <a:gd name="connsiteX81" fmla="*/ 5426280 w 12192000"/>
              <a:gd name="connsiteY81" fmla="*/ 2290560 h 2649426"/>
              <a:gd name="connsiteX82" fmla="*/ 5329896 w 12192000"/>
              <a:gd name="connsiteY82" fmla="*/ 2279209 h 2649426"/>
              <a:gd name="connsiteX83" fmla="*/ 5322508 w 12192000"/>
              <a:gd name="connsiteY83" fmla="*/ 2288005 h 2649426"/>
              <a:gd name="connsiteX84" fmla="*/ 5194705 w 12192000"/>
              <a:gd name="connsiteY84" fmla="*/ 2285938 h 2649426"/>
              <a:gd name="connsiteX85" fmla="*/ 5027899 w 12192000"/>
              <a:gd name="connsiteY85" fmla="*/ 2242653 h 2649426"/>
              <a:gd name="connsiteX86" fmla="*/ 4902443 w 12192000"/>
              <a:gd name="connsiteY86" fmla="*/ 2249037 h 2649426"/>
              <a:gd name="connsiteX87" fmla="*/ 4858751 w 12192000"/>
              <a:gd name="connsiteY87" fmla="*/ 2260409 h 2649426"/>
              <a:gd name="connsiteX88" fmla="*/ 4785497 w 12192000"/>
              <a:gd name="connsiteY88" fmla="*/ 2278897 h 2649426"/>
              <a:gd name="connsiteX89" fmla="*/ 4732807 w 12192000"/>
              <a:gd name="connsiteY89" fmla="*/ 2315139 h 2649426"/>
              <a:gd name="connsiteX90" fmla="*/ 4670737 w 12192000"/>
              <a:gd name="connsiteY90" fmla="*/ 2321711 h 2649426"/>
              <a:gd name="connsiteX91" fmla="*/ 4489013 w 12192000"/>
              <a:gd name="connsiteY91" fmla="*/ 2338805 h 2649426"/>
              <a:gd name="connsiteX92" fmla="*/ 4431159 w 12192000"/>
              <a:gd name="connsiteY92" fmla="*/ 2347536 h 2649426"/>
              <a:gd name="connsiteX93" fmla="*/ 4273885 w 12192000"/>
              <a:gd name="connsiteY93" fmla="*/ 2379520 h 2649426"/>
              <a:gd name="connsiteX94" fmla="*/ 4116925 w 12192000"/>
              <a:gd name="connsiteY94" fmla="*/ 2417756 h 2649426"/>
              <a:gd name="connsiteX95" fmla="*/ 4027169 w 12192000"/>
              <a:gd name="connsiteY95" fmla="*/ 2475399 h 2649426"/>
              <a:gd name="connsiteX96" fmla="*/ 3897799 w 12192000"/>
              <a:gd name="connsiteY96" fmla="*/ 2503049 h 2649426"/>
              <a:gd name="connsiteX97" fmla="*/ 3876619 w 12192000"/>
              <a:gd name="connsiteY97" fmla="*/ 2512804 h 2649426"/>
              <a:gd name="connsiteX98" fmla="*/ 3721493 w 12192000"/>
              <a:gd name="connsiteY98" fmla="*/ 2497646 h 2649426"/>
              <a:gd name="connsiteX99" fmla="*/ 3504883 w 12192000"/>
              <a:gd name="connsiteY99" fmla="*/ 2503869 h 2649426"/>
              <a:gd name="connsiteX100" fmla="*/ 3431219 w 12192000"/>
              <a:gd name="connsiteY100" fmla="*/ 2502163 h 2649426"/>
              <a:gd name="connsiteX101" fmla="*/ 3151243 w 12192000"/>
              <a:gd name="connsiteY101" fmla="*/ 2492405 h 2649426"/>
              <a:gd name="connsiteX102" fmla="*/ 3057639 w 12192000"/>
              <a:gd name="connsiteY102" fmla="*/ 2507988 h 2649426"/>
              <a:gd name="connsiteX103" fmla="*/ 2916555 w 12192000"/>
              <a:gd name="connsiteY103" fmla="*/ 2472028 h 2649426"/>
              <a:gd name="connsiteX104" fmla="*/ 2846802 w 12192000"/>
              <a:gd name="connsiteY104" fmla="*/ 2461014 h 2649426"/>
              <a:gd name="connsiteX105" fmla="*/ 2739588 w 12192000"/>
              <a:gd name="connsiteY105" fmla="*/ 2457956 h 2649426"/>
              <a:gd name="connsiteX106" fmla="*/ 2706684 w 12192000"/>
              <a:gd name="connsiteY106" fmla="*/ 2454540 h 2649426"/>
              <a:gd name="connsiteX107" fmla="*/ 2348435 w 12192000"/>
              <a:gd name="connsiteY107" fmla="*/ 2449176 h 2649426"/>
              <a:gd name="connsiteX108" fmla="*/ 2194299 w 12192000"/>
              <a:gd name="connsiteY108" fmla="*/ 2475215 h 2649426"/>
              <a:gd name="connsiteX109" fmla="*/ 1983009 w 12192000"/>
              <a:gd name="connsiteY109" fmla="*/ 2463117 h 2649426"/>
              <a:gd name="connsiteX110" fmla="*/ 1885040 w 12192000"/>
              <a:gd name="connsiteY110" fmla="*/ 2475917 h 2649426"/>
              <a:gd name="connsiteX111" fmla="*/ 1773324 w 12192000"/>
              <a:gd name="connsiteY111" fmla="*/ 2471718 h 2649426"/>
              <a:gd name="connsiteX112" fmla="*/ 1685197 w 12192000"/>
              <a:gd name="connsiteY112" fmla="*/ 2466249 h 2649426"/>
              <a:gd name="connsiteX113" fmla="*/ 1543732 w 12192000"/>
              <a:gd name="connsiteY113" fmla="*/ 2477865 h 2649426"/>
              <a:gd name="connsiteX114" fmla="*/ 1300369 w 12192000"/>
              <a:gd name="connsiteY114" fmla="*/ 2444914 h 2649426"/>
              <a:gd name="connsiteX115" fmla="*/ 1081876 w 12192000"/>
              <a:gd name="connsiteY115" fmla="*/ 2476491 h 2649426"/>
              <a:gd name="connsiteX116" fmla="*/ 957561 w 12192000"/>
              <a:gd name="connsiteY116" fmla="*/ 2484124 h 2649426"/>
              <a:gd name="connsiteX117" fmla="*/ 822775 w 12192000"/>
              <a:gd name="connsiteY117" fmla="*/ 2542292 h 2649426"/>
              <a:gd name="connsiteX118" fmla="*/ 653171 w 12192000"/>
              <a:gd name="connsiteY118" fmla="*/ 2607266 h 2649426"/>
              <a:gd name="connsiteX119" fmla="*/ 511469 w 12192000"/>
              <a:gd name="connsiteY119" fmla="*/ 2598742 h 2649426"/>
              <a:gd name="connsiteX120" fmla="*/ 441281 w 12192000"/>
              <a:gd name="connsiteY120" fmla="*/ 2605939 h 2649426"/>
              <a:gd name="connsiteX121" fmla="*/ 297100 w 12192000"/>
              <a:gd name="connsiteY121" fmla="*/ 2639558 h 2649426"/>
              <a:gd name="connsiteX122" fmla="*/ 97385 w 12192000"/>
              <a:gd name="connsiteY122" fmla="*/ 2636063 h 2649426"/>
              <a:gd name="connsiteX123" fmla="*/ 48888 w 12192000"/>
              <a:gd name="connsiteY123" fmla="*/ 2641447 h 2649426"/>
              <a:gd name="connsiteX124" fmla="*/ 0 w 12192000"/>
              <a:gd name="connsiteY124" fmla="*/ 2649426 h 2649426"/>
              <a:gd name="connsiteX125" fmla="*/ 0 w 12192000"/>
              <a:gd name="connsiteY125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12533 w 12192000"/>
              <a:gd name="connsiteY4" fmla="*/ 173720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538827 w 12192000"/>
              <a:gd name="connsiteY8" fmla="*/ 1639190 h 2649426"/>
              <a:gd name="connsiteX9" fmla="*/ 11319306 w 12192000"/>
              <a:gd name="connsiteY9" fmla="*/ 1630185 h 2649426"/>
              <a:gd name="connsiteX10" fmla="*/ 11234437 w 12192000"/>
              <a:gd name="connsiteY10" fmla="*/ 1562941 h 2649426"/>
              <a:gd name="connsiteX11" fmla="*/ 11146426 w 12192000"/>
              <a:gd name="connsiteY11" fmla="*/ 1555308 h 2649426"/>
              <a:gd name="connsiteX12" fmla="*/ 10891629 w 12192000"/>
              <a:gd name="connsiteY12" fmla="*/ 1523731 h 2649426"/>
              <a:gd name="connsiteX13" fmla="*/ 10607424 w 12192000"/>
              <a:gd name="connsiteY13" fmla="*/ 1570296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47130 w 12192000"/>
              <a:gd name="connsiteY17" fmla="*/ 1583380 h 2649426"/>
              <a:gd name="connsiteX18" fmla="*/ 10522252 w 12192000"/>
              <a:gd name="connsiteY18" fmla="*/ 1595065 h 2649426"/>
              <a:gd name="connsiteX19" fmla="*/ 10329259 w 12192000"/>
              <a:gd name="connsiteY19" fmla="*/ 1579142 h 2649426"/>
              <a:gd name="connsiteX20" fmla="*/ 10132610 w 12192000"/>
              <a:gd name="connsiteY20" fmla="*/ 1619865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60271 w 12192000"/>
              <a:gd name="connsiteY34" fmla="*/ 1856718 h 2649426"/>
              <a:gd name="connsiteX35" fmla="*/ 8316712 w 12192000"/>
              <a:gd name="connsiteY35" fmla="*/ 1855817 h 2649426"/>
              <a:gd name="connsiteX36" fmla="*/ 8279203 w 12192000"/>
              <a:gd name="connsiteY36" fmla="*/ 1870876 h 2649426"/>
              <a:gd name="connsiteX37" fmla="*/ 8216222 w 12192000"/>
              <a:gd name="connsiteY37" fmla="*/ 1895553 h 2649426"/>
              <a:gd name="connsiteX38" fmla="*/ 8119712 w 12192000"/>
              <a:gd name="connsiteY38" fmla="*/ 1947916 h 2649426"/>
              <a:gd name="connsiteX39" fmla="*/ 8081930 w 12192000"/>
              <a:gd name="connsiteY39" fmla="*/ 1940372 h 2649426"/>
              <a:gd name="connsiteX40" fmla="*/ 8043728 w 12192000"/>
              <a:gd name="connsiteY40" fmla="*/ 1944200 h 2649426"/>
              <a:gd name="connsiteX41" fmla="*/ 7958999 w 12192000"/>
              <a:gd name="connsiteY41" fmla="*/ 1980667 h 2649426"/>
              <a:gd name="connsiteX42" fmla="*/ 7908348 w 12192000"/>
              <a:gd name="connsiteY42" fmla="*/ 1994348 h 2649426"/>
              <a:gd name="connsiteX43" fmla="*/ 7771932 w 12192000"/>
              <a:gd name="connsiteY43" fmla="*/ 2039701 h 2649426"/>
              <a:gd name="connsiteX44" fmla="*/ 7579180 w 12192000"/>
              <a:gd name="connsiteY44" fmla="*/ 2150519 h 2649426"/>
              <a:gd name="connsiteX45" fmla="*/ 7571467 w 12192000"/>
              <a:gd name="connsiteY45" fmla="*/ 2153548 h 2649426"/>
              <a:gd name="connsiteX46" fmla="*/ 7549398 w 12192000"/>
              <a:gd name="connsiteY46" fmla="*/ 2153051 h 2649426"/>
              <a:gd name="connsiteX47" fmla="*/ 7540934 w 12192000"/>
              <a:gd name="connsiteY47" fmla="*/ 2151418 h 2649426"/>
              <a:gd name="connsiteX48" fmla="*/ 7528900 w 12192000"/>
              <a:gd name="connsiteY48" fmla="*/ 2152107 h 2649426"/>
              <a:gd name="connsiteX49" fmla="*/ 7528656 w 12192000"/>
              <a:gd name="connsiteY49" fmla="*/ 2152584 h 2649426"/>
              <a:gd name="connsiteX50" fmla="*/ 7517280 w 12192000"/>
              <a:gd name="connsiteY50" fmla="*/ 2152327 h 2649426"/>
              <a:gd name="connsiteX51" fmla="*/ 7460956 w 12192000"/>
              <a:gd name="connsiteY51" fmla="*/ 2145255 h 2649426"/>
              <a:gd name="connsiteX52" fmla="*/ 7393117 w 12192000"/>
              <a:gd name="connsiteY52" fmla="*/ 2193066 h 2649426"/>
              <a:gd name="connsiteX53" fmla="*/ 7363846 w 12192000"/>
              <a:gd name="connsiteY53" fmla="*/ 2202297 h 2649426"/>
              <a:gd name="connsiteX54" fmla="*/ 7348496 w 12192000"/>
              <a:gd name="connsiteY54" fmla="*/ 2209686 h 2649426"/>
              <a:gd name="connsiteX55" fmla="*/ 7338648 w 12192000"/>
              <a:gd name="connsiteY55" fmla="*/ 2198119 h 2649426"/>
              <a:gd name="connsiteX56" fmla="*/ 7293703 w 12192000"/>
              <a:gd name="connsiteY56" fmla="*/ 2204721 h 2649426"/>
              <a:gd name="connsiteX57" fmla="*/ 7286955 w 12192000"/>
              <a:gd name="connsiteY57" fmla="*/ 2207494 h 2649426"/>
              <a:gd name="connsiteX58" fmla="*/ 7251199 w 12192000"/>
              <a:gd name="connsiteY58" fmla="*/ 2198184 h 2649426"/>
              <a:gd name="connsiteX59" fmla="*/ 7233016 w 12192000"/>
              <a:gd name="connsiteY59" fmla="*/ 2195902 h 2649426"/>
              <a:gd name="connsiteX60" fmla="*/ 7227281 w 12192000"/>
              <a:gd name="connsiteY60" fmla="*/ 2190042 h 2649426"/>
              <a:gd name="connsiteX61" fmla="*/ 7200745 w 12192000"/>
              <a:gd name="connsiteY61" fmla="*/ 2189321 h 2649426"/>
              <a:gd name="connsiteX62" fmla="*/ 7197924 w 12192000"/>
              <a:gd name="connsiteY62" fmla="*/ 2191205 h 2649426"/>
              <a:gd name="connsiteX63" fmla="*/ 7175198 w 12192000"/>
              <a:gd name="connsiteY63" fmla="*/ 2183294 h 2649426"/>
              <a:gd name="connsiteX64" fmla="*/ 7100681 w 12192000"/>
              <a:gd name="connsiteY64" fmla="*/ 2167822 h 2649426"/>
              <a:gd name="connsiteX65" fmla="*/ 6932665 w 12192000"/>
              <a:gd name="connsiteY65" fmla="*/ 2162157 h 2649426"/>
              <a:gd name="connsiteX66" fmla="*/ 6700029 w 12192000"/>
              <a:gd name="connsiteY66" fmla="*/ 2158310 h 2649426"/>
              <a:gd name="connsiteX67" fmla="*/ 6326162 w 12192000"/>
              <a:gd name="connsiteY67" fmla="*/ 2178632 h 2649426"/>
              <a:gd name="connsiteX68" fmla="*/ 6196177 w 12192000"/>
              <a:gd name="connsiteY68" fmla="*/ 2200059 h 2649426"/>
              <a:gd name="connsiteX69" fmla="*/ 6139086 w 12192000"/>
              <a:gd name="connsiteY69" fmla="*/ 2187339 h 2649426"/>
              <a:gd name="connsiteX70" fmla="*/ 6098878 w 12192000"/>
              <a:gd name="connsiteY70" fmla="*/ 2192939 h 2649426"/>
              <a:gd name="connsiteX71" fmla="*/ 6094339 w 12192000"/>
              <a:gd name="connsiteY71" fmla="*/ 2195871 h 2649426"/>
              <a:gd name="connsiteX72" fmla="*/ 6075163 w 12192000"/>
              <a:gd name="connsiteY72" fmla="*/ 2198856 h 2649426"/>
              <a:gd name="connsiteX73" fmla="*/ 6071016 w 12192000"/>
              <a:gd name="connsiteY73" fmla="*/ 2210639 h 2649426"/>
              <a:gd name="connsiteX74" fmla="*/ 6043058 w 12192000"/>
              <a:gd name="connsiteY74" fmla="*/ 2222971 h 2649426"/>
              <a:gd name="connsiteX75" fmla="*/ 5962031 w 12192000"/>
              <a:gd name="connsiteY75" fmla="*/ 2220873 h 2649426"/>
              <a:gd name="connsiteX76" fmla="*/ 5836800 w 12192000"/>
              <a:gd name="connsiteY76" fmla="*/ 2224771 h 2649426"/>
              <a:gd name="connsiteX77" fmla="*/ 5735414 w 12192000"/>
              <a:gd name="connsiteY77" fmla="*/ 2231366 h 2649426"/>
              <a:gd name="connsiteX78" fmla="*/ 5697982 w 12192000"/>
              <a:gd name="connsiteY78" fmla="*/ 2244836 h 2649426"/>
              <a:gd name="connsiteX79" fmla="*/ 5644981 w 12192000"/>
              <a:gd name="connsiteY79" fmla="*/ 2256274 h 2649426"/>
              <a:gd name="connsiteX80" fmla="*/ 5547744 w 12192000"/>
              <a:gd name="connsiteY80" fmla="*/ 2271333 h 2649426"/>
              <a:gd name="connsiteX81" fmla="*/ 5426280 w 12192000"/>
              <a:gd name="connsiteY81" fmla="*/ 2290560 h 2649426"/>
              <a:gd name="connsiteX82" fmla="*/ 5329896 w 12192000"/>
              <a:gd name="connsiteY82" fmla="*/ 2279209 h 2649426"/>
              <a:gd name="connsiteX83" fmla="*/ 5322508 w 12192000"/>
              <a:gd name="connsiteY83" fmla="*/ 2288005 h 2649426"/>
              <a:gd name="connsiteX84" fmla="*/ 5194705 w 12192000"/>
              <a:gd name="connsiteY84" fmla="*/ 2285938 h 2649426"/>
              <a:gd name="connsiteX85" fmla="*/ 5027899 w 12192000"/>
              <a:gd name="connsiteY85" fmla="*/ 2242653 h 2649426"/>
              <a:gd name="connsiteX86" fmla="*/ 4902443 w 12192000"/>
              <a:gd name="connsiteY86" fmla="*/ 2249037 h 2649426"/>
              <a:gd name="connsiteX87" fmla="*/ 4858751 w 12192000"/>
              <a:gd name="connsiteY87" fmla="*/ 2260409 h 2649426"/>
              <a:gd name="connsiteX88" fmla="*/ 4785497 w 12192000"/>
              <a:gd name="connsiteY88" fmla="*/ 2278897 h 2649426"/>
              <a:gd name="connsiteX89" fmla="*/ 4732807 w 12192000"/>
              <a:gd name="connsiteY89" fmla="*/ 2315139 h 2649426"/>
              <a:gd name="connsiteX90" fmla="*/ 4670737 w 12192000"/>
              <a:gd name="connsiteY90" fmla="*/ 2321711 h 2649426"/>
              <a:gd name="connsiteX91" fmla="*/ 4489013 w 12192000"/>
              <a:gd name="connsiteY91" fmla="*/ 2338805 h 2649426"/>
              <a:gd name="connsiteX92" fmla="*/ 4431159 w 12192000"/>
              <a:gd name="connsiteY92" fmla="*/ 2347536 h 2649426"/>
              <a:gd name="connsiteX93" fmla="*/ 4273885 w 12192000"/>
              <a:gd name="connsiteY93" fmla="*/ 2379520 h 2649426"/>
              <a:gd name="connsiteX94" fmla="*/ 4116925 w 12192000"/>
              <a:gd name="connsiteY94" fmla="*/ 2417756 h 2649426"/>
              <a:gd name="connsiteX95" fmla="*/ 4027169 w 12192000"/>
              <a:gd name="connsiteY95" fmla="*/ 2475399 h 2649426"/>
              <a:gd name="connsiteX96" fmla="*/ 3897799 w 12192000"/>
              <a:gd name="connsiteY96" fmla="*/ 2503049 h 2649426"/>
              <a:gd name="connsiteX97" fmla="*/ 3876619 w 12192000"/>
              <a:gd name="connsiteY97" fmla="*/ 2512804 h 2649426"/>
              <a:gd name="connsiteX98" fmla="*/ 3721493 w 12192000"/>
              <a:gd name="connsiteY98" fmla="*/ 2497646 h 2649426"/>
              <a:gd name="connsiteX99" fmla="*/ 3504883 w 12192000"/>
              <a:gd name="connsiteY99" fmla="*/ 2503869 h 2649426"/>
              <a:gd name="connsiteX100" fmla="*/ 3431219 w 12192000"/>
              <a:gd name="connsiteY100" fmla="*/ 2502163 h 2649426"/>
              <a:gd name="connsiteX101" fmla="*/ 3151243 w 12192000"/>
              <a:gd name="connsiteY101" fmla="*/ 2492405 h 2649426"/>
              <a:gd name="connsiteX102" fmla="*/ 3057639 w 12192000"/>
              <a:gd name="connsiteY102" fmla="*/ 2507988 h 2649426"/>
              <a:gd name="connsiteX103" fmla="*/ 2916555 w 12192000"/>
              <a:gd name="connsiteY103" fmla="*/ 2472028 h 2649426"/>
              <a:gd name="connsiteX104" fmla="*/ 2846802 w 12192000"/>
              <a:gd name="connsiteY104" fmla="*/ 2461014 h 2649426"/>
              <a:gd name="connsiteX105" fmla="*/ 2739588 w 12192000"/>
              <a:gd name="connsiteY105" fmla="*/ 2457956 h 2649426"/>
              <a:gd name="connsiteX106" fmla="*/ 2706684 w 12192000"/>
              <a:gd name="connsiteY106" fmla="*/ 2454540 h 2649426"/>
              <a:gd name="connsiteX107" fmla="*/ 2348435 w 12192000"/>
              <a:gd name="connsiteY107" fmla="*/ 2449176 h 2649426"/>
              <a:gd name="connsiteX108" fmla="*/ 2194299 w 12192000"/>
              <a:gd name="connsiteY108" fmla="*/ 2475215 h 2649426"/>
              <a:gd name="connsiteX109" fmla="*/ 1983009 w 12192000"/>
              <a:gd name="connsiteY109" fmla="*/ 2463117 h 2649426"/>
              <a:gd name="connsiteX110" fmla="*/ 1885040 w 12192000"/>
              <a:gd name="connsiteY110" fmla="*/ 2475917 h 2649426"/>
              <a:gd name="connsiteX111" fmla="*/ 1773324 w 12192000"/>
              <a:gd name="connsiteY111" fmla="*/ 2471718 h 2649426"/>
              <a:gd name="connsiteX112" fmla="*/ 1685197 w 12192000"/>
              <a:gd name="connsiteY112" fmla="*/ 2466249 h 2649426"/>
              <a:gd name="connsiteX113" fmla="*/ 1543732 w 12192000"/>
              <a:gd name="connsiteY113" fmla="*/ 2477865 h 2649426"/>
              <a:gd name="connsiteX114" fmla="*/ 1300369 w 12192000"/>
              <a:gd name="connsiteY114" fmla="*/ 2444914 h 2649426"/>
              <a:gd name="connsiteX115" fmla="*/ 1081876 w 12192000"/>
              <a:gd name="connsiteY115" fmla="*/ 2476491 h 2649426"/>
              <a:gd name="connsiteX116" fmla="*/ 957561 w 12192000"/>
              <a:gd name="connsiteY116" fmla="*/ 2484124 h 2649426"/>
              <a:gd name="connsiteX117" fmla="*/ 822775 w 12192000"/>
              <a:gd name="connsiteY117" fmla="*/ 2542292 h 2649426"/>
              <a:gd name="connsiteX118" fmla="*/ 653171 w 12192000"/>
              <a:gd name="connsiteY118" fmla="*/ 2607266 h 2649426"/>
              <a:gd name="connsiteX119" fmla="*/ 511469 w 12192000"/>
              <a:gd name="connsiteY119" fmla="*/ 2598742 h 2649426"/>
              <a:gd name="connsiteX120" fmla="*/ 441281 w 12192000"/>
              <a:gd name="connsiteY120" fmla="*/ 2605939 h 2649426"/>
              <a:gd name="connsiteX121" fmla="*/ 297100 w 12192000"/>
              <a:gd name="connsiteY121" fmla="*/ 2639558 h 2649426"/>
              <a:gd name="connsiteX122" fmla="*/ 97385 w 12192000"/>
              <a:gd name="connsiteY122" fmla="*/ 2636063 h 2649426"/>
              <a:gd name="connsiteX123" fmla="*/ 48888 w 12192000"/>
              <a:gd name="connsiteY123" fmla="*/ 2641447 h 2649426"/>
              <a:gd name="connsiteX124" fmla="*/ 0 w 12192000"/>
              <a:gd name="connsiteY124" fmla="*/ 2649426 h 2649426"/>
              <a:gd name="connsiteX125" fmla="*/ 0 w 12192000"/>
              <a:gd name="connsiteY125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12533 w 12192000"/>
              <a:gd name="connsiteY4" fmla="*/ 173720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538827 w 12192000"/>
              <a:gd name="connsiteY8" fmla="*/ 1639190 h 2649426"/>
              <a:gd name="connsiteX9" fmla="*/ 11319306 w 12192000"/>
              <a:gd name="connsiteY9" fmla="*/ 1630185 h 2649426"/>
              <a:gd name="connsiteX10" fmla="*/ 11234437 w 12192000"/>
              <a:gd name="connsiteY10" fmla="*/ 1562941 h 2649426"/>
              <a:gd name="connsiteX11" fmla="*/ 11146426 w 12192000"/>
              <a:gd name="connsiteY11" fmla="*/ 1555308 h 2649426"/>
              <a:gd name="connsiteX12" fmla="*/ 10891629 w 12192000"/>
              <a:gd name="connsiteY12" fmla="*/ 1523731 h 2649426"/>
              <a:gd name="connsiteX13" fmla="*/ 10607424 w 12192000"/>
              <a:gd name="connsiteY13" fmla="*/ 1570296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47130 w 12192000"/>
              <a:gd name="connsiteY17" fmla="*/ 1583380 h 2649426"/>
              <a:gd name="connsiteX18" fmla="*/ 10522252 w 12192000"/>
              <a:gd name="connsiteY18" fmla="*/ 1595065 h 2649426"/>
              <a:gd name="connsiteX19" fmla="*/ 10329259 w 12192000"/>
              <a:gd name="connsiteY19" fmla="*/ 1579142 h 2649426"/>
              <a:gd name="connsiteX20" fmla="*/ 10132610 w 12192000"/>
              <a:gd name="connsiteY20" fmla="*/ 1619865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60271 w 12192000"/>
              <a:gd name="connsiteY34" fmla="*/ 1856718 h 2649426"/>
              <a:gd name="connsiteX35" fmla="*/ 8330326 w 12192000"/>
              <a:gd name="connsiteY35" fmla="*/ 1873969 h 2649426"/>
              <a:gd name="connsiteX36" fmla="*/ 8279203 w 12192000"/>
              <a:gd name="connsiteY36" fmla="*/ 1870876 h 2649426"/>
              <a:gd name="connsiteX37" fmla="*/ 8216222 w 12192000"/>
              <a:gd name="connsiteY37" fmla="*/ 1895553 h 2649426"/>
              <a:gd name="connsiteX38" fmla="*/ 8119712 w 12192000"/>
              <a:gd name="connsiteY38" fmla="*/ 1947916 h 2649426"/>
              <a:gd name="connsiteX39" fmla="*/ 8081930 w 12192000"/>
              <a:gd name="connsiteY39" fmla="*/ 1940372 h 2649426"/>
              <a:gd name="connsiteX40" fmla="*/ 8043728 w 12192000"/>
              <a:gd name="connsiteY40" fmla="*/ 1944200 h 2649426"/>
              <a:gd name="connsiteX41" fmla="*/ 7958999 w 12192000"/>
              <a:gd name="connsiteY41" fmla="*/ 1980667 h 2649426"/>
              <a:gd name="connsiteX42" fmla="*/ 7908348 w 12192000"/>
              <a:gd name="connsiteY42" fmla="*/ 1994348 h 2649426"/>
              <a:gd name="connsiteX43" fmla="*/ 7771932 w 12192000"/>
              <a:gd name="connsiteY43" fmla="*/ 2039701 h 2649426"/>
              <a:gd name="connsiteX44" fmla="*/ 7579180 w 12192000"/>
              <a:gd name="connsiteY44" fmla="*/ 2150519 h 2649426"/>
              <a:gd name="connsiteX45" fmla="*/ 7571467 w 12192000"/>
              <a:gd name="connsiteY45" fmla="*/ 2153548 h 2649426"/>
              <a:gd name="connsiteX46" fmla="*/ 7549398 w 12192000"/>
              <a:gd name="connsiteY46" fmla="*/ 2153051 h 2649426"/>
              <a:gd name="connsiteX47" fmla="*/ 7540934 w 12192000"/>
              <a:gd name="connsiteY47" fmla="*/ 2151418 h 2649426"/>
              <a:gd name="connsiteX48" fmla="*/ 7528900 w 12192000"/>
              <a:gd name="connsiteY48" fmla="*/ 2152107 h 2649426"/>
              <a:gd name="connsiteX49" fmla="*/ 7528656 w 12192000"/>
              <a:gd name="connsiteY49" fmla="*/ 2152584 h 2649426"/>
              <a:gd name="connsiteX50" fmla="*/ 7517280 w 12192000"/>
              <a:gd name="connsiteY50" fmla="*/ 2152327 h 2649426"/>
              <a:gd name="connsiteX51" fmla="*/ 7460956 w 12192000"/>
              <a:gd name="connsiteY51" fmla="*/ 2145255 h 2649426"/>
              <a:gd name="connsiteX52" fmla="*/ 7393117 w 12192000"/>
              <a:gd name="connsiteY52" fmla="*/ 2193066 h 2649426"/>
              <a:gd name="connsiteX53" fmla="*/ 7363846 w 12192000"/>
              <a:gd name="connsiteY53" fmla="*/ 2202297 h 2649426"/>
              <a:gd name="connsiteX54" fmla="*/ 7348496 w 12192000"/>
              <a:gd name="connsiteY54" fmla="*/ 2209686 h 2649426"/>
              <a:gd name="connsiteX55" fmla="*/ 7338648 w 12192000"/>
              <a:gd name="connsiteY55" fmla="*/ 2198119 h 2649426"/>
              <a:gd name="connsiteX56" fmla="*/ 7293703 w 12192000"/>
              <a:gd name="connsiteY56" fmla="*/ 2204721 h 2649426"/>
              <a:gd name="connsiteX57" fmla="*/ 7286955 w 12192000"/>
              <a:gd name="connsiteY57" fmla="*/ 2207494 h 2649426"/>
              <a:gd name="connsiteX58" fmla="*/ 7251199 w 12192000"/>
              <a:gd name="connsiteY58" fmla="*/ 2198184 h 2649426"/>
              <a:gd name="connsiteX59" fmla="*/ 7233016 w 12192000"/>
              <a:gd name="connsiteY59" fmla="*/ 2195902 h 2649426"/>
              <a:gd name="connsiteX60" fmla="*/ 7227281 w 12192000"/>
              <a:gd name="connsiteY60" fmla="*/ 2190042 h 2649426"/>
              <a:gd name="connsiteX61" fmla="*/ 7200745 w 12192000"/>
              <a:gd name="connsiteY61" fmla="*/ 2189321 h 2649426"/>
              <a:gd name="connsiteX62" fmla="*/ 7197924 w 12192000"/>
              <a:gd name="connsiteY62" fmla="*/ 2191205 h 2649426"/>
              <a:gd name="connsiteX63" fmla="*/ 7175198 w 12192000"/>
              <a:gd name="connsiteY63" fmla="*/ 2183294 h 2649426"/>
              <a:gd name="connsiteX64" fmla="*/ 7100681 w 12192000"/>
              <a:gd name="connsiteY64" fmla="*/ 2167822 h 2649426"/>
              <a:gd name="connsiteX65" fmla="*/ 6932665 w 12192000"/>
              <a:gd name="connsiteY65" fmla="*/ 2162157 h 2649426"/>
              <a:gd name="connsiteX66" fmla="*/ 6700029 w 12192000"/>
              <a:gd name="connsiteY66" fmla="*/ 2158310 h 2649426"/>
              <a:gd name="connsiteX67" fmla="*/ 6326162 w 12192000"/>
              <a:gd name="connsiteY67" fmla="*/ 2178632 h 2649426"/>
              <a:gd name="connsiteX68" fmla="*/ 6196177 w 12192000"/>
              <a:gd name="connsiteY68" fmla="*/ 2200059 h 2649426"/>
              <a:gd name="connsiteX69" fmla="*/ 6139086 w 12192000"/>
              <a:gd name="connsiteY69" fmla="*/ 2187339 h 2649426"/>
              <a:gd name="connsiteX70" fmla="*/ 6098878 w 12192000"/>
              <a:gd name="connsiteY70" fmla="*/ 2192939 h 2649426"/>
              <a:gd name="connsiteX71" fmla="*/ 6094339 w 12192000"/>
              <a:gd name="connsiteY71" fmla="*/ 2195871 h 2649426"/>
              <a:gd name="connsiteX72" fmla="*/ 6075163 w 12192000"/>
              <a:gd name="connsiteY72" fmla="*/ 2198856 h 2649426"/>
              <a:gd name="connsiteX73" fmla="*/ 6071016 w 12192000"/>
              <a:gd name="connsiteY73" fmla="*/ 2210639 h 2649426"/>
              <a:gd name="connsiteX74" fmla="*/ 6043058 w 12192000"/>
              <a:gd name="connsiteY74" fmla="*/ 2222971 h 2649426"/>
              <a:gd name="connsiteX75" fmla="*/ 5962031 w 12192000"/>
              <a:gd name="connsiteY75" fmla="*/ 2220873 h 2649426"/>
              <a:gd name="connsiteX76" fmla="*/ 5836800 w 12192000"/>
              <a:gd name="connsiteY76" fmla="*/ 2224771 h 2649426"/>
              <a:gd name="connsiteX77" fmla="*/ 5735414 w 12192000"/>
              <a:gd name="connsiteY77" fmla="*/ 2231366 h 2649426"/>
              <a:gd name="connsiteX78" fmla="*/ 5697982 w 12192000"/>
              <a:gd name="connsiteY78" fmla="*/ 2244836 h 2649426"/>
              <a:gd name="connsiteX79" fmla="*/ 5644981 w 12192000"/>
              <a:gd name="connsiteY79" fmla="*/ 2256274 h 2649426"/>
              <a:gd name="connsiteX80" fmla="*/ 5547744 w 12192000"/>
              <a:gd name="connsiteY80" fmla="*/ 2271333 h 2649426"/>
              <a:gd name="connsiteX81" fmla="*/ 5426280 w 12192000"/>
              <a:gd name="connsiteY81" fmla="*/ 2290560 h 2649426"/>
              <a:gd name="connsiteX82" fmla="*/ 5329896 w 12192000"/>
              <a:gd name="connsiteY82" fmla="*/ 2279209 h 2649426"/>
              <a:gd name="connsiteX83" fmla="*/ 5322508 w 12192000"/>
              <a:gd name="connsiteY83" fmla="*/ 2288005 h 2649426"/>
              <a:gd name="connsiteX84" fmla="*/ 5194705 w 12192000"/>
              <a:gd name="connsiteY84" fmla="*/ 2285938 h 2649426"/>
              <a:gd name="connsiteX85" fmla="*/ 5027899 w 12192000"/>
              <a:gd name="connsiteY85" fmla="*/ 2242653 h 2649426"/>
              <a:gd name="connsiteX86" fmla="*/ 4902443 w 12192000"/>
              <a:gd name="connsiteY86" fmla="*/ 2249037 h 2649426"/>
              <a:gd name="connsiteX87" fmla="*/ 4858751 w 12192000"/>
              <a:gd name="connsiteY87" fmla="*/ 2260409 h 2649426"/>
              <a:gd name="connsiteX88" fmla="*/ 4785497 w 12192000"/>
              <a:gd name="connsiteY88" fmla="*/ 2278897 h 2649426"/>
              <a:gd name="connsiteX89" fmla="*/ 4732807 w 12192000"/>
              <a:gd name="connsiteY89" fmla="*/ 2315139 h 2649426"/>
              <a:gd name="connsiteX90" fmla="*/ 4670737 w 12192000"/>
              <a:gd name="connsiteY90" fmla="*/ 2321711 h 2649426"/>
              <a:gd name="connsiteX91" fmla="*/ 4489013 w 12192000"/>
              <a:gd name="connsiteY91" fmla="*/ 2338805 h 2649426"/>
              <a:gd name="connsiteX92" fmla="*/ 4431159 w 12192000"/>
              <a:gd name="connsiteY92" fmla="*/ 2347536 h 2649426"/>
              <a:gd name="connsiteX93" fmla="*/ 4273885 w 12192000"/>
              <a:gd name="connsiteY93" fmla="*/ 2379520 h 2649426"/>
              <a:gd name="connsiteX94" fmla="*/ 4116925 w 12192000"/>
              <a:gd name="connsiteY94" fmla="*/ 2417756 h 2649426"/>
              <a:gd name="connsiteX95" fmla="*/ 4027169 w 12192000"/>
              <a:gd name="connsiteY95" fmla="*/ 2475399 h 2649426"/>
              <a:gd name="connsiteX96" fmla="*/ 3897799 w 12192000"/>
              <a:gd name="connsiteY96" fmla="*/ 2503049 h 2649426"/>
              <a:gd name="connsiteX97" fmla="*/ 3876619 w 12192000"/>
              <a:gd name="connsiteY97" fmla="*/ 2512804 h 2649426"/>
              <a:gd name="connsiteX98" fmla="*/ 3721493 w 12192000"/>
              <a:gd name="connsiteY98" fmla="*/ 2497646 h 2649426"/>
              <a:gd name="connsiteX99" fmla="*/ 3504883 w 12192000"/>
              <a:gd name="connsiteY99" fmla="*/ 2503869 h 2649426"/>
              <a:gd name="connsiteX100" fmla="*/ 3431219 w 12192000"/>
              <a:gd name="connsiteY100" fmla="*/ 2502163 h 2649426"/>
              <a:gd name="connsiteX101" fmla="*/ 3151243 w 12192000"/>
              <a:gd name="connsiteY101" fmla="*/ 2492405 h 2649426"/>
              <a:gd name="connsiteX102" fmla="*/ 3057639 w 12192000"/>
              <a:gd name="connsiteY102" fmla="*/ 2507988 h 2649426"/>
              <a:gd name="connsiteX103" fmla="*/ 2916555 w 12192000"/>
              <a:gd name="connsiteY103" fmla="*/ 2472028 h 2649426"/>
              <a:gd name="connsiteX104" fmla="*/ 2846802 w 12192000"/>
              <a:gd name="connsiteY104" fmla="*/ 2461014 h 2649426"/>
              <a:gd name="connsiteX105" fmla="*/ 2739588 w 12192000"/>
              <a:gd name="connsiteY105" fmla="*/ 2457956 h 2649426"/>
              <a:gd name="connsiteX106" fmla="*/ 2706684 w 12192000"/>
              <a:gd name="connsiteY106" fmla="*/ 2454540 h 2649426"/>
              <a:gd name="connsiteX107" fmla="*/ 2348435 w 12192000"/>
              <a:gd name="connsiteY107" fmla="*/ 2449176 h 2649426"/>
              <a:gd name="connsiteX108" fmla="*/ 2194299 w 12192000"/>
              <a:gd name="connsiteY108" fmla="*/ 2475215 h 2649426"/>
              <a:gd name="connsiteX109" fmla="*/ 1983009 w 12192000"/>
              <a:gd name="connsiteY109" fmla="*/ 2463117 h 2649426"/>
              <a:gd name="connsiteX110" fmla="*/ 1885040 w 12192000"/>
              <a:gd name="connsiteY110" fmla="*/ 2475917 h 2649426"/>
              <a:gd name="connsiteX111" fmla="*/ 1773324 w 12192000"/>
              <a:gd name="connsiteY111" fmla="*/ 2471718 h 2649426"/>
              <a:gd name="connsiteX112" fmla="*/ 1685197 w 12192000"/>
              <a:gd name="connsiteY112" fmla="*/ 2466249 h 2649426"/>
              <a:gd name="connsiteX113" fmla="*/ 1543732 w 12192000"/>
              <a:gd name="connsiteY113" fmla="*/ 2477865 h 2649426"/>
              <a:gd name="connsiteX114" fmla="*/ 1300369 w 12192000"/>
              <a:gd name="connsiteY114" fmla="*/ 2444914 h 2649426"/>
              <a:gd name="connsiteX115" fmla="*/ 1081876 w 12192000"/>
              <a:gd name="connsiteY115" fmla="*/ 2476491 h 2649426"/>
              <a:gd name="connsiteX116" fmla="*/ 957561 w 12192000"/>
              <a:gd name="connsiteY116" fmla="*/ 2484124 h 2649426"/>
              <a:gd name="connsiteX117" fmla="*/ 822775 w 12192000"/>
              <a:gd name="connsiteY117" fmla="*/ 2542292 h 2649426"/>
              <a:gd name="connsiteX118" fmla="*/ 653171 w 12192000"/>
              <a:gd name="connsiteY118" fmla="*/ 2607266 h 2649426"/>
              <a:gd name="connsiteX119" fmla="*/ 511469 w 12192000"/>
              <a:gd name="connsiteY119" fmla="*/ 2598742 h 2649426"/>
              <a:gd name="connsiteX120" fmla="*/ 441281 w 12192000"/>
              <a:gd name="connsiteY120" fmla="*/ 2605939 h 2649426"/>
              <a:gd name="connsiteX121" fmla="*/ 297100 w 12192000"/>
              <a:gd name="connsiteY121" fmla="*/ 2639558 h 2649426"/>
              <a:gd name="connsiteX122" fmla="*/ 97385 w 12192000"/>
              <a:gd name="connsiteY122" fmla="*/ 2636063 h 2649426"/>
              <a:gd name="connsiteX123" fmla="*/ 48888 w 12192000"/>
              <a:gd name="connsiteY123" fmla="*/ 2641447 h 2649426"/>
              <a:gd name="connsiteX124" fmla="*/ 0 w 12192000"/>
              <a:gd name="connsiteY124" fmla="*/ 2649426 h 2649426"/>
              <a:gd name="connsiteX125" fmla="*/ 0 w 12192000"/>
              <a:gd name="connsiteY125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12533 w 12192000"/>
              <a:gd name="connsiteY4" fmla="*/ 173720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538827 w 12192000"/>
              <a:gd name="connsiteY8" fmla="*/ 1639190 h 2649426"/>
              <a:gd name="connsiteX9" fmla="*/ 11319306 w 12192000"/>
              <a:gd name="connsiteY9" fmla="*/ 1630185 h 2649426"/>
              <a:gd name="connsiteX10" fmla="*/ 11234437 w 12192000"/>
              <a:gd name="connsiteY10" fmla="*/ 1562941 h 2649426"/>
              <a:gd name="connsiteX11" fmla="*/ 11146426 w 12192000"/>
              <a:gd name="connsiteY11" fmla="*/ 1555308 h 2649426"/>
              <a:gd name="connsiteX12" fmla="*/ 10891629 w 12192000"/>
              <a:gd name="connsiteY12" fmla="*/ 1523731 h 2649426"/>
              <a:gd name="connsiteX13" fmla="*/ 10607424 w 12192000"/>
              <a:gd name="connsiteY13" fmla="*/ 1570296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47130 w 12192000"/>
              <a:gd name="connsiteY17" fmla="*/ 1583380 h 2649426"/>
              <a:gd name="connsiteX18" fmla="*/ 10522252 w 12192000"/>
              <a:gd name="connsiteY18" fmla="*/ 1595065 h 2649426"/>
              <a:gd name="connsiteX19" fmla="*/ 10329259 w 12192000"/>
              <a:gd name="connsiteY19" fmla="*/ 1579142 h 2649426"/>
              <a:gd name="connsiteX20" fmla="*/ 10132610 w 12192000"/>
              <a:gd name="connsiteY20" fmla="*/ 1619865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60271 w 12192000"/>
              <a:gd name="connsiteY34" fmla="*/ 1856718 h 2649426"/>
              <a:gd name="connsiteX35" fmla="*/ 8330326 w 12192000"/>
              <a:gd name="connsiteY35" fmla="*/ 1873969 h 2649426"/>
              <a:gd name="connsiteX36" fmla="*/ 8279203 w 12192000"/>
              <a:gd name="connsiteY36" fmla="*/ 1870876 h 2649426"/>
              <a:gd name="connsiteX37" fmla="*/ 8216222 w 12192000"/>
              <a:gd name="connsiteY37" fmla="*/ 1895553 h 2649426"/>
              <a:gd name="connsiteX38" fmla="*/ 8119712 w 12192000"/>
              <a:gd name="connsiteY38" fmla="*/ 1947916 h 2649426"/>
              <a:gd name="connsiteX39" fmla="*/ 8081930 w 12192000"/>
              <a:gd name="connsiteY39" fmla="*/ 1940372 h 2649426"/>
              <a:gd name="connsiteX40" fmla="*/ 8043728 w 12192000"/>
              <a:gd name="connsiteY40" fmla="*/ 1944200 h 2649426"/>
              <a:gd name="connsiteX41" fmla="*/ 7958999 w 12192000"/>
              <a:gd name="connsiteY41" fmla="*/ 1980667 h 2649426"/>
              <a:gd name="connsiteX42" fmla="*/ 7908348 w 12192000"/>
              <a:gd name="connsiteY42" fmla="*/ 1994348 h 2649426"/>
              <a:gd name="connsiteX43" fmla="*/ 7771932 w 12192000"/>
              <a:gd name="connsiteY43" fmla="*/ 2039701 h 2649426"/>
              <a:gd name="connsiteX44" fmla="*/ 7579180 w 12192000"/>
              <a:gd name="connsiteY44" fmla="*/ 2150519 h 2649426"/>
              <a:gd name="connsiteX45" fmla="*/ 7571467 w 12192000"/>
              <a:gd name="connsiteY45" fmla="*/ 2153548 h 2649426"/>
              <a:gd name="connsiteX46" fmla="*/ 7549398 w 12192000"/>
              <a:gd name="connsiteY46" fmla="*/ 2153051 h 2649426"/>
              <a:gd name="connsiteX47" fmla="*/ 7540934 w 12192000"/>
              <a:gd name="connsiteY47" fmla="*/ 2151418 h 2649426"/>
              <a:gd name="connsiteX48" fmla="*/ 7528900 w 12192000"/>
              <a:gd name="connsiteY48" fmla="*/ 2152107 h 2649426"/>
              <a:gd name="connsiteX49" fmla="*/ 7528656 w 12192000"/>
              <a:gd name="connsiteY49" fmla="*/ 2152584 h 2649426"/>
              <a:gd name="connsiteX50" fmla="*/ 7517280 w 12192000"/>
              <a:gd name="connsiteY50" fmla="*/ 2152327 h 2649426"/>
              <a:gd name="connsiteX51" fmla="*/ 7460956 w 12192000"/>
              <a:gd name="connsiteY51" fmla="*/ 2145255 h 2649426"/>
              <a:gd name="connsiteX52" fmla="*/ 7393117 w 12192000"/>
              <a:gd name="connsiteY52" fmla="*/ 2193066 h 2649426"/>
              <a:gd name="connsiteX53" fmla="*/ 7363846 w 12192000"/>
              <a:gd name="connsiteY53" fmla="*/ 2202297 h 2649426"/>
              <a:gd name="connsiteX54" fmla="*/ 7348496 w 12192000"/>
              <a:gd name="connsiteY54" fmla="*/ 2209686 h 2649426"/>
              <a:gd name="connsiteX55" fmla="*/ 7338648 w 12192000"/>
              <a:gd name="connsiteY55" fmla="*/ 2198119 h 2649426"/>
              <a:gd name="connsiteX56" fmla="*/ 7293703 w 12192000"/>
              <a:gd name="connsiteY56" fmla="*/ 2204721 h 2649426"/>
              <a:gd name="connsiteX57" fmla="*/ 7286955 w 12192000"/>
              <a:gd name="connsiteY57" fmla="*/ 2207494 h 2649426"/>
              <a:gd name="connsiteX58" fmla="*/ 7251199 w 12192000"/>
              <a:gd name="connsiteY58" fmla="*/ 2198184 h 2649426"/>
              <a:gd name="connsiteX59" fmla="*/ 7233016 w 12192000"/>
              <a:gd name="connsiteY59" fmla="*/ 2195902 h 2649426"/>
              <a:gd name="connsiteX60" fmla="*/ 7227281 w 12192000"/>
              <a:gd name="connsiteY60" fmla="*/ 2190042 h 2649426"/>
              <a:gd name="connsiteX61" fmla="*/ 7200745 w 12192000"/>
              <a:gd name="connsiteY61" fmla="*/ 2189321 h 2649426"/>
              <a:gd name="connsiteX62" fmla="*/ 7197924 w 12192000"/>
              <a:gd name="connsiteY62" fmla="*/ 2191205 h 2649426"/>
              <a:gd name="connsiteX63" fmla="*/ 7175198 w 12192000"/>
              <a:gd name="connsiteY63" fmla="*/ 2183294 h 2649426"/>
              <a:gd name="connsiteX64" fmla="*/ 7100681 w 12192000"/>
              <a:gd name="connsiteY64" fmla="*/ 2167822 h 2649426"/>
              <a:gd name="connsiteX65" fmla="*/ 6932665 w 12192000"/>
              <a:gd name="connsiteY65" fmla="*/ 2162157 h 2649426"/>
              <a:gd name="connsiteX66" fmla="*/ 6700029 w 12192000"/>
              <a:gd name="connsiteY66" fmla="*/ 2158310 h 2649426"/>
              <a:gd name="connsiteX67" fmla="*/ 6326162 w 12192000"/>
              <a:gd name="connsiteY67" fmla="*/ 2178632 h 2649426"/>
              <a:gd name="connsiteX68" fmla="*/ 6196177 w 12192000"/>
              <a:gd name="connsiteY68" fmla="*/ 2200059 h 2649426"/>
              <a:gd name="connsiteX69" fmla="*/ 6139086 w 12192000"/>
              <a:gd name="connsiteY69" fmla="*/ 2187339 h 2649426"/>
              <a:gd name="connsiteX70" fmla="*/ 6098878 w 12192000"/>
              <a:gd name="connsiteY70" fmla="*/ 2192939 h 2649426"/>
              <a:gd name="connsiteX71" fmla="*/ 6094339 w 12192000"/>
              <a:gd name="connsiteY71" fmla="*/ 2195871 h 2649426"/>
              <a:gd name="connsiteX72" fmla="*/ 6075163 w 12192000"/>
              <a:gd name="connsiteY72" fmla="*/ 2198856 h 2649426"/>
              <a:gd name="connsiteX73" fmla="*/ 6071016 w 12192000"/>
              <a:gd name="connsiteY73" fmla="*/ 2210639 h 2649426"/>
              <a:gd name="connsiteX74" fmla="*/ 6043058 w 12192000"/>
              <a:gd name="connsiteY74" fmla="*/ 2222971 h 2649426"/>
              <a:gd name="connsiteX75" fmla="*/ 5962031 w 12192000"/>
              <a:gd name="connsiteY75" fmla="*/ 2220873 h 2649426"/>
              <a:gd name="connsiteX76" fmla="*/ 5836800 w 12192000"/>
              <a:gd name="connsiteY76" fmla="*/ 2224771 h 2649426"/>
              <a:gd name="connsiteX77" fmla="*/ 5735414 w 12192000"/>
              <a:gd name="connsiteY77" fmla="*/ 2231366 h 2649426"/>
              <a:gd name="connsiteX78" fmla="*/ 5697982 w 12192000"/>
              <a:gd name="connsiteY78" fmla="*/ 2244836 h 2649426"/>
              <a:gd name="connsiteX79" fmla="*/ 5644981 w 12192000"/>
              <a:gd name="connsiteY79" fmla="*/ 2256274 h 2649426"/>
              <a:gd name="connsiteX80" fmla="*/ 5547744 w 12192000"/>
              <a:gd name="connsiteY80" fmla="*/ 2271333 h 2649426"/>
              <a:gd name="connsiteX81" fmla="*/ 5426280 w 12192000"/>
              <a:gd name="connsiteY81" fmla="*/ 2290560 h 2649426"/>
              <a:gd name="connsiteX82" fmla="*/ 5329896 w 12192000"/>
              <a:gd name="connsiteY82" fmla="*/ 2279209 h 2649426"/>
              <a:gd name="connsiteX83" fmla="*/ 5322508 w 12192000"/>
              <a:gd name="connsiteY83" fmla="*/ 2288005 h 2649426"/>
              <a:gd name="connsiteX84" fmla="*/ 5194705 w 12192000"/>
              <a:gd name="connsiteY84" fmla="*/ 2285938 h 2649426"/>
              <a:gd name="connsiteX85" fmla="*/ 5027899 w 12192000"/>
              <a:gd name="connsiteY85" fmla="*/ 2242653 h 2649426"/>
              <a:gd name="connsiteX86" fmla="*/ 4902443 w 12192000"/>
              <a:gd name="connsiteY86" fmla="*/ 2249037 h 2649426"/>
              <a:gd name="connsiteX87" fmla="*/ 4858751 w 12192000"/>
              <a:gd name="connsiteY87" fmla="*/ 2260409 h 2649426"/>
              <a:gd name="connsiteX88" fmla="*/ 4785497 w 12192000"/>
              <a:gd name="connsiteY88" fmla="*/ 2278897 h 2649426"/>
              <a:gd name="connsiteX89" fmla="*/ 4732807 w 12192000"/>
              <a:gd name="connsiteY89" fmla="*/ 2315139 h 2649426"/>
              <a:gd name="connsiteX90" fmla="*/ 4670737 w 12192000"/>
              <a:gd name="connsiteY90" fmla="*/ 2321711 h 2649426"/>
              <a:gd name="connsiteX91" fmla="*/ 4489013 w 12192000"/>
              <a:gd name="connsiteY91" fmla="*/ 2338805 h 2649426"/>
              <a:gd name="connsiteX92" fmla="*/ 4431159 w 12192000"/>
              <a:gd name="connsiteY92" fmla="*/ 2347536 h 2649426"/>
              <a:gd name="connsiteX93" fmla="*/ 4273885 w 12192000"/>
              <a:gd name="connsiteY93" fmla="*/ 2379520 h 2649426"/>
              <a:gd name="connsiteX94" fmla="*/ 4116925 w 12192000"/>
              <a:gd name="connsiteY94" fmla="*/ 2417756 h 2649426"/>
              <a:gd name="connsiteX95" fmla="*/ 4027169 w 12192000"/>
              <a:gd name="connsiteY95" fmla="*/ 2475399 h 2649426"/>
              <a:gd name="connsiteX96" fmla="*/ 3897799 w 12192000"/>
              <a:gd name="connsiteY96" fmla="*/ 2503049 h 2649426"/>
              <a:gd name="connsiteX97" fmla="*/ 3876619 w 12192000"/>
              <a:gd name="connsiteY97" fmla="*/ 2512804 h 2649426"/>
              <a:gd name="connsiteX98" fmla="*/ 3721493 w 12192000"/>
              <a:gd name="connsiteY98" fmla="*/ 2497646 h 2649426"/>
              <a:gd name="connsiteX99" fmla="*/ 3504883 w 12192000"/>
              <a:gd name="connsiteY99" fmla="*/ 2503869 h 2649426"/>
              <a:gd name="connsiteX100" fmla="*/ 3431219 w 12192000"/>
              <a:gd name="connsiteY100" fmla="*/ 2502163 h 2649426"/>
              <a:gd name="connsiteX101" fmla="*/ 3151243 w 12192000"/>
              <a:gd name="connsiteY101" fmla="*/ 2492405 h 2649426"/>
              <a:gd name="connsiteX102" fmla="*/ 3057639 w 12192000"/>
              <a:gd name="connsiteY102" fmla="*/ 2507988 h 2649426"/>
              <a:gd name="connsiteX103" fmla="*/ 2916555 w 12192000"/>
              <a:gd name="connsiteY103" fmla="*/ 2472028 h 2649426"/>
              <a:gd name="connsiteX104" fmla="*/ 2846802 w 12192000"/>
              <a:gd name="connsiteY104" fmla="*/ 2461014 h 2649426"/>
              <a:gd name="connsiteX105" fmla="*/ 2739588 w 12192000"/>
              <a:gd name="connsiteY105" fmla="*/ 2457956 h 2649426"/>
              <a:gd name="connsiteX106" fmla="*/ 2706684 w 12192000"/>
              <a:gd name="connsiteY106" fmla="*/ 2454540 h 2649426"/>
              <a:gd name="connsiteX107" fmla="*/ 2348435 w 12192000"/>
              <a:gd name="connsiteY107" fmla="*/ 2449176 h 2649426"/>
              <a:gd name="connsiteX108" fmla="*/ 2194299 w 12192000"/>
              <a:gd name="connsiteY108" fmla="*/ 2475215 h 2649426"/>
              <a:gd name="connsiteX109" fmla="*/ 1983009 w 12192000"/>
              <a:gd name="connsiteY109" fmla="*/ 2463117 h 2649426"/>
              <a:gd name="connsiteX110" fmla="*/ 1885040 w 12192000"/>
              <a:gd name="connsiteY110" fmla="*/ 2475917 h 2649426"/>
              <a:gd name="connsiteX111" fmla="*/ 1773324 w 12192000"/>
              <a:gd name="connsiteY111" fmla="*/ 2471718 h 2649426"/>
              <a:gd name="connsiteX112" fmla="*/ 1685197 w 12192000"/>
              <a:gd name="connsiteY112" fmla="*/ 2466249 h 2649426"/>
              <a:gd name="connsiteX113" fmla="*/ 1543732 w 12192000"/>
              <a:gd name="connsiteY113" fmla="*/ 2477865 h 2649426"/>
              <a:gd name="connsiteX114" fmla="*/ 1300369 w 12192000"/>
              <a:gd name="connsiteY114" fmla="*/ 2444914 h 2649426"/>
              <a:gd name="connsiteX115" fmla="*/ 1081876 w 12192000"/>
              <a:gd name="connsiteY115" fmla="*/ 2476491 h 2649426"/>
              <a:gd name="connsiteX116" fmla="*/ 957561 w 12192000"/>
              <a:gd name="connsiteY116" fmla="*/ 2484124 h 2649426"/>
              <a:gd name="connsiteX117" fmla="*/ 822775 w 12192000"/>
              <a:gd name="connsiteY117" fmla="*/ 2542292 h 2649426"/>
              <a:gd name="connsiteX118" fmla="*/ 653171 w 12192000"/>
              <a:gd name="connsiteY118" fmla="*/ 2607266 h 2649426"/>
              <a:gd name="connsiteX119" fmla="*/ 511469 w 12192000"/>
              <a:gd name="connsiteY119" fmla="*/ 2598742 h 2649426"/>
              <a:gd name="connsiteX120" fmla="*/ 441281 w 12192000"/>
              <a:gd name="connsiteY120" fmla="*/ 2605939 h 2649426"/>
              <a:gd name="connsiteX121" fmla="*/ 297100 w 12192000"/>
              <a:gd name="connsiteY121" fmla="*/ 2639558 h 2649426"/>
              <a:gd name="connsiteX122" fmla="*/ 97385 w 12192000"/>
              <a:gd name="connsiteY122" fmla="*/ 2636063 h 2649426"/>
              <a:gd name="connsiteX123" fmla="*/ 48888 w 12192000"/>
              <a:gd name="connsiteY123" fmla="*/ 2641447 h 2649426"/>
              <a:gd name="connsiteX124" fmla="*/ 0 w 12192000"/>
              <a:gd name="connsiteY124" fmla="*/ 2649426 h 2649426"/>
              <a:gd name="connsiteX125" fmla="*/ 0 w 12192000"/>
              <a:gd name="connsiteY125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12533 w 12192000"/>
              <a:gd name="connsiteY4" fmla="*/ 173720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538827 w 12192000"/>
              <a:gd name="connsiteY8" fmla="*/ 1639190 h 2649426"/>
              <a:gd name="connsiteX9" fmla="*/ 11364686 w 12192000"/>
              <a:gd name="connsiteY9" fmla="*/ 1616572 h 2649426"/>
              <a:gd name="connsiteX10" fmla="*/ 11234437 w 12192000"/>
              <a:gd name="connsiteY10" fmla="*/ 1562941 h 2649426"/>
              <a:gd name="connsiteX11" fmla="*/ 11146426 w 12192000"/>
              <a:gd name="connsiteY11" fmla="*/ 1555308 h 2649426"/>
              <a:gd name="connsiteX12" fmla="*/ 10891629 w 12192000"/>
              <a:gd name="connsiteY12" fmla="*/ 1523731 h 2649426"/>
              <a:gd name="connsiteX13" fmla="*/ 10607424 w 12192000"/>
              <a:gd name="connsiteY13" fmla="*/ 1570296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47130 w 12192000"/>
              <a:gd name="connsiteY17" fmla="*/ 1583380 h 2649426"/>
              <a:gd name="connsiteX18" fmla="*/ 10522252 w 12192000"/>
              <a:gd name="connsiteY18" fmla="*/ 1595065 h 2649426"/>
              <a:gd name="connsiteX19" fmla="*/ 10329259 w 12192000"/>
              <a:gd name="connsiteY19" fmla="*/ 1579142 h 2649426"/>
              <a:gd name="connsiteX20" fmla="*/ 10132610 w 12192000"/>
              <a:gd name="connsiteY20" fmla="*/ 1619865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60271 w 12192000"/>
              <a:gd name="connsiteY34" fmla="*/ 1856718 h 2649426"/>
              <a:gd name="connsiteX35" fmla="*/ 8330326 w 12192000"/>
              <a:gd name="connsiteY35" fmla="*/ 1873969 h 2649426"/>
              <a:gd name="connsiteX36" fmla="*/ 8279203 w 12192000"/>
              <a:gd name="connsiteY36" fmla="*/ 1870876 h 2649426"/>
              <a:gd name="connsiteX37" fmla="*/ 8216222 w 12192000"/>
              <a:gd name="connsiteY37" fmla="*/ 1895553 h 2649426"/>
              <a:gd name="connsiteX38" fmla="*/ 8119712 w 12192000"/>
              <a:gd name="connsiteY38" fmla="*/ 1947916 h 2649426"/>
              <a:gd name="connsiteX39" fmla="*/ 8081930 w 12192000"/>
              <a:gd name="connsiteY39" fmla="*/ 1940372 h 2649426"/>
              <a:gd name="connsiteX40" fmla="*/ 8043728 w 12192000"/>
              <a:gd name="connsiteY40" fmla="*/ 1944200 h 2649426"/>
              <a:gd name="connsiteX41" fmla="*/ 7958999 w 12192000"/>
              <a:gd name="connsiteY41" fmla="*/ 1980667 h 2649426"/>
              <a:gd name="connsiteX42" fmla="*/ 7908348 w 12192000"/>
              <a:gd name="connsiteY42" fmla="*/ 1994348 h 2649426"/>
              <a:gd name="connsiteX43" fmla="*/ 7771932 w 12192000"/>
              <a:gd name="connsiteY43" fmla="*/ 2039701 h 2649426"/>
              <a:gd name="connsiteX44" fmla="*/ 7579180 w 12192000"/>
              <a:gd name="connsiteY44" fmla="*/ 2150519 h 2649426"/>
              <a:gd name="connsiteX45" fmla="*/ 7571467 w 12192000"/>
              <a:gd name="connsiteY45" fmla="*/ 2153548 h 2649426"/>
              <a:gd name="connsiteX46" fmla="*/ 7549398 w 12192000"/>
              <a:gd name="connsiteY46" fmla="*/ 2153051 h 2649426"/>
              <a:gd name="connsiteX47" fmla="*/ 7540934 w 12192000"/>
              <a:gd name="connsiteY47" fmla="*/ 2151418 h 2649426"/>
              <a:gd name="connsiteX48" fmla="*/ 7528900 w 12192000"/>
              <a:gd name="connsiteY48" fmla="*/ 2152107 h 2649426"/>
              <a:gd name="connsiteX49" fmla="*/ 7528656 w 12192000"/>
              <a:gd name="connsiteY49" fmla="*/ 2152584 h 2649426"/>
              <a:gd name="connsiteX50" fmla="*/ 7517280 w 12192000"/>
              <a:gd name="connsiteY50" fmla="*/ 2152327 h 2649426"/>
              <a:gd name="connsiteX51" fmla="*/ 7460956 w 12192000"/>
              <a:gd name="connsiteY51" fmla="*/ 2145255 h 2649426"/>
              <a:gd name="connsiteX52" fmla="*/ 7393117 w 12192000"/>
              <a:gd name="connsiteY52" fmla="*/ 2193066 h 2649426"/>
              <a:gd name="connsiteX53" fmla="*/ 7363846 w 12192000"/>
              <a:gd name="connsiteY53" fmla="*/ 2202297 h 2649426"/>
              <a:gd name="connsiteX54" fmla="*/ 7348496 w 12192000"/>
              <a:gd name="connsiteY54" fmla="*/ 2209686 h 2649426"/>
              <a:gd name="connsiteX55" fmla="*/ 7338648 w 12192000"/>
              <a:gd name="connsiteY55" fmla="*/ 2198119 h 2649426"/>
              <a:gd name="connsiteX56" fmla="*/ 7293703 w 12192000"/>
              <a:gd name="connsiteY56" fmla="*/ 2204721 h 2649426"/>
              <a:gd name="connsiteX57" fmla="*/ 7286955 w 12192000"/>
              <a:gd name="connsiteY57" fmla="*/ 2207494 h 2649426"/>
              <a:gd name="connsiteX58" fmla="*/ 7251199 w 12192000"/>
              <a:gd name="connsiteY58" fmla="*/ 2198184 h 2649426"/>
              <a:gd name="connsiteX59" fmla="*/ 7233016 w 12192000"/>
              <a:gd name="connsiteY59" fmla="*/ 2195902 h 2649426"/>
              <a:gd name="connsiteX60" fmla="*/ 7227281 w 12192000"/>
              <a:gd name="connsiteY60" fmla="*/ 2190042 h 2649426"/>
              <a:gd name="connsiteX61" fmla="*/ 7200745 w 12192000"/>
              <a:gd name="connsiteY61" fmla="*/ 2189321 h 2649426"/>
              <a:gd name="connsiteX62" fmla="*/ 7197924 w 12192000"/>
              <a:gd name="connsiteY62" fmla="*/ 2191205 h 2649426"/>
              <a:gd name="connsiteX63" fmla="*/ 7175198 w 12192000"/>
              <a:gd name="connsiteY63" fmla="*/ 2183294 h 2649426"/>
              <a:gd name="connsiteX64" fmla="*/ 7100681 w 12192000"/>
              <a:gd name="connsiteY64" fmla="*/ 2167822 h 2649426"/>
              <a:gd name="connsiteX65" fmla="*/ 6932665 w 12192000"/>
              <a:gd name="connsiteY65" fmla="*/ 2162157 h 2649426"/>
              <a:gd name="connsiteX66" fmla="*/ 6700029 w 12192000"/>
              <a:gd name="connsiteY66" fmla="*/ 2158310 h 2649426"/>
              <a:gd name="connsiteX67" fmla="*/ 6326162 w 12192000"/>
              <a:gd name="connsiteY67" fmla="*/ 2178632 h 2649426"/>
              <a:gd name="connsiteX68" fmla="*/ 6196177 w 12192000"/>
              <a:gd name="connsiteY68" fmla="*/ 2200059 h 2649426"/>
              <a:gd name="connsiteX69" fmla="*/ 6139086 w 12192000"/>
              <a:gd name="connsiteY69" fmla="*/ 2187339 h 2649426"/>
              <a:gd name="connsiteX70" fmla="*/ 6098878 w 12192000"/>
              <a:gd name="connsiteY70" fmla="*/ 2192939 h 2649426"/>
              <a:gd name="connsiteX71" fmla="*/ 6094339 w 12192000"/>
              <a:gd name="connsiteY71" fmla="*/ 2195871 h 2649426"/>
              <a:gd name="connsiteX72" fmla="*/ 6075163 w 12192000"/>
              <a:gd name="connsiteY72" fmla="*/ 2198856 h 2649426"/>
              <a:gd name="connsiteX73" fmla="*/ 6071016 w 12192000"/>
              <a:gd name="connsiteY73" fmla="*/ 2210639 h 2649426"/>
              <a:gd name="connsiteX74" fmla="*/ 6043058 w 12192000"/>
              <a:gd name="connsiteY74" fmla="*/ 2222971 h 2649426"/>
              <a:gd name="connsiteX75" fmla="*/ 5962031 w 12192000"/>
              <a:gd name="connsiteY75" fmla="*/ 2220873 h 2649426"/>
              <a:gd name="connsiteX76" fmla="*/ 5836800 w 12192000"/>
              <a:gd name="connsiteY76" fmla="*/ 2224771 h 2649426"/>
              <a:gd name="connsiteX77" fmla="*/ 5735414 w 12192000"/>
              <a:gd name="connsiteY77" fmla="*/ 2231366 h 2649426"/>
              <a:gd name="connsiteX78" fmla="*/ 5697982 w 12192000"/>
              <a:gd name="connsiteY78" fmla="*/ 2244836 h 2649426"/>
              <a:gd name="connsiteX79" fmla="*/ 5644981 w 12192000"/>
              <a:gd name="connsiteY79" fmla="*/ 2256274 h 2649426"/>
              <a:gd name="connsiteX80" fmla="*/ 5547744 w 12192000"/>
              <a:gd name="connsiteY80" fmla="*/ 2271333 h 2649426"/>
              <a:gd name="connsiteX81" fmla="*/ 5426280 w 12192000"/>
              <a:gd name="connsiteY81" fmla="*/ 2290560 h 2649426"/>
              <a:gd name="connsiteX82" fmla="*/ 5329896 w 12192000"/>
              <a:gd name="connsiteY82" fmla="*/ 2279209 h 2649426"/>
              <a:gd name="connsiteX83" fmla="*/ 5322508 w 12192000"/>
              <a:gd name="connsiteY83" fmla="*/ 2288005 h 2649426"/>
              <a:gd name="connsiteX84" fmla="*/ 5194705 w 12192000"/>
              <a:gd name="connsiteY84" fmla="*/ 2285938 h 2649426"/>
              <a:gd name="connsiteX85" fmla="*/ 5027899 w 12192000"/>
              <a:gd name="connsiteY85" fmla="*/ 2242653 h 2649426"/>
              <a:gd name="connsiteX86" fmla="*/ 4902443 w 12192000"/>
              <a:gd name="connsiteY86" fmla="*/ 2249037 h 2649426"/>
              <a:gd name="connsiteX87" fmla="*/ 4858751 w 12192000"/>
              <a:gd name="connsiteY87" fmla="*/ 2260409 h 2649426"/>
              <a:gd name="connsiteX88" fmla="*/ 4785497 w 12192000"/>
              <a:gd name="connsiteY88" fmla="*/ 2278897 h 2649426"/>
              <a:gd name="connsiteX89" fmla="*/ 4732807 w 12192000"/>
              <a:gd name="connsiteY89" fmla="*/ 2315139 h 2649426"/>
              <a:gd name="connsiteX90" fmla="*/ 4670737 w 12192000"/>
              <a:gd name="connsiteY90" fmla="*/ 2321711 h 2649426"/>
              <a:gd name="connsiteX91" fmla="*/ 4489013 w 12192000"/>
              <a:gd name="connsiteY91" fmla="*/ 2338805 h 2649426"/>
              <a:gd name="connsiteX92" fmla="*/ 4431159 w 12192000"/>
              <a:gd name="connsiteY92" fmla="*/ 2347536 h 2649426"/>
              <a:gd name="connsiteX93" fmla="*/ 4273885 w 12192000"/>
              <a:gd name="connsiteY93" fmla="*/ 2379520 h 2649426"/>
              <a:gd name="connsiteX94" fmla="*/ 4116925 w 12192000"/>
              <a:gd name="connsiteY94" fmla="*/ 2417756 h 2649426"/>
              <a:gd name="connsiteX95" fmla="*/ 4027169 w 12192000"/>
              <a:gd name="connsiteY95" fmla="*/ 2475399 h 2649426"/>
              <a:gd name="connsiteX96" fmla="*/ 3897799 w 12192000"/>
              <a:gd name="connsiteY96" fmla="*/ 2503049 h 2649426"/>
              <a:gd name="connsiteX97" fmla="*/ 3876619 w 12192000"/>
              <a:gd name="connsiteY97" fmla="*/ 2512804 h 2649426"/>
              <a:gd name="connsiteX98" fmla="*/ 3721493 w 12192000"/>
              <a:gd name="connsiteY98" fmla="*/ 2497646 h 2649426"/>
              <a:gd name="connsiteX99" fmla="*/ 3504883 w 12192000"/>
              <a:gd name="connsiteY99" fmla="*/ 2503869 h 2649426"/>
              <a:gd name="connsiteX100" fmla="*/ 3431219 w 12192000"/>
              <a:gd name="connsiteY100" fmla="*/ 2502163 h 2649426"/>
              <a:gd name="connsiteX101" fmla="*/ 3151243 w 12192000"/>
              <a:gd name="connsiteY101" fmla="*/ 2492405 h 2649426"/>
              <a:gd name="connsiteX102" fmla="*/ 3057639 w 12192000"/>
              <a:gd name="connsiteY102" fmla="*/ 2507988 h 2649426"/>
              <a:gd name="connsiteX103" fmla="*/ 2916555 w 12192000"/>
              <a:gd name="connsiteY103" fmla="*/ 2472028 h 2649426"/>
              <a:gd name="connsiteX104" fmla="*/ 2846802 w 12192000"/>
              <a:gd name="connsiteY104" fmla="*/ 2461014 h 2649426"/>
              <a:gd name="connsiteX105" fmla="*/ 2739588 w 12192000"/>
              <a:gd name="connsiteY105" fmla="*/ 2457956 h 2649426"/>
              <a:gd name="connsiteX106" fmla="*/ 2706684 w 12192000"/>
              <a:gd name="connsiteY106" fmla="*/ 2454540 h 2649426"/>
              <a:gd name="connsiteX107" fmla="*/ 2348435 w 12192000"/>
              <a:gd name="connsiteY107" fmla="*/ 2449176 h 2649426"/>
              <a:gd name="connsiteX108" fmla="*/ 2194299 w 12192000"/>
              <a:gd name="connsiteY108" fmla="*/ 2475215 h 2649426"/>
              <a:gd name="connsiteX109" fmla="*/ 1983009 w 12192000"/>
              <a:gd name="connsiteY109" fmla="*/ 2463117 h 2649426"/>
              <a:gd name="connsiteX110" fmla="*/ 1885040 w 12192000"/>
              <a:gd name="connsiteY110" fmla="*/ 2475917 h 2649426"/>
              <a:gd name="connsiteX111" fmla="*/ 1773324 w 12192000"/>
              <a:gd name="connsiteY111" fmla="*/ 2471718 h 2649426"/>
              <a:gd name="connsiteX112" fmla="*/ 1685197 w 12192000"/>
              <a:gd name="connsiteY112" fmla="*/ 2466249 h 2649426"/>
              <a:gd name="connsiteX113" fmla="*/ 1543732 w 12192000"/>
              <a:gd name="connsiteY113" fmla="*/ 2477865 h 2649426"/>
              <a:gd name="connsiteX114" fmla="*/ 1300369 w 12192000"/>
              <a:gd name="connsiteY114" fmla="*/ 2444914 h 2649426"/>
              <a:gd name="connsiteX115" fmla="*/ 1081876 w 12192000"/>
              <a:gd name="connsiteY115" fmla="*/ 2476491 h 2649426"/>
              <a:gd name="connsiteX116" fmla="*/ 957561 w 12192000"/>
              <a:gd name="connsiteY116" fmla="*/ 2484124 h 2649426"/>
              <a:gd name="connsiteX117" fmla="*/ 822775 w 12192000"/>
              <a:gd name="connsiteY117" fmla="*/ 2542292 h 2649426"/>
              <a:gd name="connsiteX118" fmla="*/ 653171 w 12192000"/>
              <a:gd name="connsiteY118" fmla="*/ 2607266 h 2649426"/>
              <a:gd name="connsiteX119" fmla="*/ 511469 w 12192000"/>
              <a:gd name="connsiteY119" fmla="*/ 2598742 h 2649426"/>
              <a:gd name="connsiteX120" fmla="*/ 441281 w 12192000"/>
              <a:gd name="connsiteY120" fmla="*/ 2605939 h 2649426"/>
              <a:gd name="connsiteX121" fmla="*/ 297100 w 12192000"/>
              <a:gd name="connsiteY121" fmla="*/ 2639558 h 2649426"/>
              <a:gd name="connsiteX122" fmla="*/ 97385 w 12192000"/>
              <a:gd name="connsiteY122" fmla="*/ 2636063 h 2649426"/>
              <a:gd name="connsiteX123" fmla="*/ 48888 w 12192000"/>
              <a:gd name="connsiteY123" fmla="*/ 2641447 h 2649426"/>
              <a:gd name="connsiteX124" fmla="*/ 0 w 12192000"/>
              <a:gd name="connsiteY124" fmla="*/ 2649426 h 2649426"/>
              <a:gd name="connsiteX125" fmla="*/ 0 w 12192000"/>
              <a:gd name="connsiteY125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12533 w 12192000"/>
              <a:gd name="connsiteY4" fmla="*/ 173720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538827 w 12192000"/>
              <a:gd name="connsiteY8" fmla="*/ 1639190 h 2649426"/>
              <a:gd name="connsiteX9" fmla="*/ 11364686 w 12192000"/>
              <a:gd name="connsiteY9" fmla="*/ 1616572 h 2649426"/>
              <a:gd name="connsiteX10" fmla="*/ 11234437 w 12192000"/>
              <a:gd name="connsiteY10" fmla="*/ 1562941 h 2649426"/>
              <a:gd name="connsiteX11" fmla="*/ 11146426 w 12192000"/>
              <a:gd name="connsiteY11" fmla="*/ 1555308 h 2649426"/>
              <a:gd name="connsiteX12" fmla="*/ 10891629 w 12192000"/>
              <a:gd name="connsiteY12" fmla="*/ 1523731 h 2649426"/>
              <a:gd name="connsiteX13" fmla="*/ 10607424 w 12192000"/>
              <a:gd name="connsiteY13" fmla="*/ 1570296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47130 w 12192000"/>
              <a:gd name="connsiteY17" fmla="*/ 1583380 h 2649426"/>
              <a:gd name="connsiteX18" fmla="*/ 10522252 w 12192000"/>
              <a:gd name="connsiteY18" fmla="*/ 1595065 h 2649426"/>
              <a:gd name="connsiteX19" fmla="*/ 10329259 w 12192000"/>
              <a:gd name="connsiteY19" fmla="*/ 1579142 h 2649426"/>
              <a:gd name="connsiteX20" fmla="*/ 10132610 w 12192000"/>
              <a:gd name="connsiteY20" fmla="*/ 1619865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60271 w 12192000"/>
              <a:gd name="connsiteY34" fmla="*/ 1856718 h 2649426"/>
              <a:gd name="connsiteX35" fmla="*/ 8330326 w 12192000"/>
              <a:gd name="connsiteY35" fmla="*/ 1873969 h 2649426"/>
              <a:gd name="connsiteX36" fmla="*/ 8279203 w 12192000"/>
              <a:gd name="connsiteY36" fmla="*/ 1870876 h 2649426"/>
              <a:gd name="connsiteX37" fmla="*/ 8216222 w 12192000"/>
              <a:gd name="connsiteY37" fmla="*/ 1895553 h 2649426"/>
              <a:gd name="connsiteX38" fmla="*/ 8119712 w 12192000"/>
              <a:gd name="connsiteY38" fmla="*/ 1947916 h 2649426"/>
              <a:gd name="connsiteX39" fmla="*/ 8081930 w 12192000"/>
              <a:gd name="connsiteY39" fmla="*/ 1940372 h 2649426"/>
              <a:gd name="connsiteX40" fmla="*/ 8043728 w 12192000"/>
              <a:gd name="connsiteY40" fmla="*/ 1944200 h 2649426"/>
              <a:gd name="connsiteX41" fmla="*/ 7958999 w 12192000"/>
              <a:gd name="connsiteY41" fmla="*/ 1980667 h 2649426"/>
              <a:gd name="connsiteX42" fmla="*/ 7908348 w 12192000"/>
              <a:gd name="connsiteY42" fmla="*/ 1994348 h 2649426"/>
              <a:gd name="connsiteX43" fmla="*/ 7771932 w 12192000"/>
              <a:gd name="connsiteY43" fmla="*/ 2039701 h 2649426"/>
              <a:gd name="connsiteX44" fmla="*/ 7579180 w 12192000"/>
              <a:gd name="connsiteY44" fmla="*/ 2150519 h 2649426"/>
              <a:gd name="connsiteX45" fmla="*/ 7571467 w 12192000"/>
              <a:gd name="connsiteY45" fmla="*/ 2153548 h 2649426"/>
              <a:gd name="connsiteX46" fmla="*/ 7549398 w 12192000"/>
              <a:gd name="connsiteY46" fmla="*/ 2153051 h 2649426"/>
              <a:gd name="connsiteX47" fmla="*/ 7540934 w 12192000"/>
              <a:gd name="connsiteY47" fmla="*/ 2151418 h 2649426"/>
              <a:gd name="connsiteX48" fmla="*/ 7528900 w 12192000"/>
              <a:gd name="connsiteY48" fmla="*/ 2152107 h 2649426"/>
              <a:gd name="connsiteX49" fmla="*/ 7528656 w 12192000"/>
              <a:gd name="connsiteY49" fmla="*/ 2152584 h 2649426"/>
              <a:gd name="connsiteX50" fmla="*/ 7517280 w 12192000"/>
              <a:gd name="connsiteY50" fmla="*/ 2152327 h 2649426"/>
              <a:gd name="connsiteX51" fmla="*/ 7460956 w 12192000"/>
              <a:gd name="connsiteY51" fmla="*/ 2145255 h 2649426"/>
              <a:gd name="connsiteX52" fmla="*/ 7393117 w 12192000"/>
              <a:gd name="connsiteY52" fmla="*/ 2193066 h 2649426"/>
              <a:gd name="connsiteX53" fmla="*/ 7363846 w 12192000"/>
              <a:gd name="connsiteY53" fmla="*/ 2202297 h 2649426"/>
              <a:gd name="connsiteX54" fmla="*/ 7348496 w 12192000"/>
              <a:gd name="connsiteY54" fmla="*/ 2209686 h 2649426"/>
              <a:gd name="connsiteX55" fmla="*/ 7338648 w 12192000"/>
              <a:gd name="connsiteY55" fmla="*/ 2198119 h 2649426"/>
              <a:gd name="connsiteX56" fmla="*/ 7293703 w 12192000"/>
              <a:gd name="connsiteY56" fmla="*/ 2204721 h 2649426"/>
              <a:gd name="connsiteX57" fmla="*/ 7286955 w 12192000"/>
              <a:gd name="connsiteY57" fmla="*/ 2207494 h 2649426"/>
              <a:gd name="connsiteX58" fmla="*/ 7251199 w 12192000"/>
              <a:gd name="connsiteY58" fmla="*/ 2198184 h 2649426"/>
              <a:gd name="connsiteX59" fmla="*/ 7233016 w 12192000"/>
              <a:gd name="connsiteY59" fmla="*/ 2195902 h 2649426"/>
              <a:gd name="connsiteX60" fmla="*/ 7227281 w 12192000"/>
              <a:gd name="connsiteY60" fmla="*/ 2190042 h 2649426"/>
              <a:gd name="connsiteX61" fmla="*/ 7200745 w 12192000"/>
              <a:gd name="connsiteY61" fmla="*/ 2189321 h 2649426"/>
              <a:gd name="connsiteX62" fmla="*/ 7197924 w 12192000"/>
              <a:gd name="connsiteY62" fmla="*/ 2191205 h 2649426"/>
              <a:gd name="connsiteX63" fmla="*/ 7175198 w 12192000"/>
              <a:gd name="connsiteY63" fmla="*/ 2183294 h 2649426"/>
              <a:gd name="connsiteX64" fmla="*/ 7100681 w 12192000"/>
              <a:gd name="connsiteY64" fmla="*/ 2167822 h 2649426"/>
              <a:gd name="connsiteX65" fmla="*/ 6932665 w 12192000"/>
              <a:gd name="connsiteY65" fmla="*/ 2162157 h 2649426"/>
              <a:gd name="connsiteX66" fmla="*/ 6700029 w 12192000"/>
              <a:gd name="connsiteY66" fmla="*/ 2158310 h 2649426"/>
              <a:gd name="connsiteX67" fmla="*/ 6326162 w 12192000"/>
              <a:gd name="connsiteY67" fmla="*/ 2178632 h 2649426"/>
              <a:gd name="connsiteX68" fmla="*/ 6196177 w 12192000"/>
              <a:gd name="connsiteY68" fmla="*/ 2200059 h 2649426"/>
              <a:gd name="connsiteX69" fmla="*/ 6139086 w 12192000"/>
              <a:gd name="connsiteY69" fmla="*/ 2187339 h 2649426"/>
              <a:gd name="connsiteX70" fmla="*/ 6098878 w 12192000"/>
              <a:gd name="connsiteY70" fmla="*/ 2192939 h 2649426"/>
              <a:gd name="connsiteX71" fmla="*/ 6094339 w 12192000"/>
              <a:gd name="connsiteY71" fmla="*/ 2195871 h 2649426"/>
              <a:gd name="connsiteX72" fmla="*/ 6075163 w 12192000"/>
              <a:gd name="connsiteY72" fmla="*/ 2198856 h 2649426"/>
              <a:gd name="connsiteX73" fmla="*/ 6071016 w 12192000"/>
              <a:gd name="connsiteY73" fmla="*/ 2210639 h 2649426"/>
              <a:gd name="connsiteX74" fmla="*/ 6043058 w 12192000"/>
              <a:gd name="connsiteY74" fmla="*/ 2222971 h 2649426"/>
              <a:gd name="connsiteX75" fmla="*/ 5962031 w 12192000"/>
              <a:gd name="connsiteY75" fmla="*/ 2220873 h 2649426"/>
              <a:gd name="connsiteX76" fmla="*/ 5836800 w 12192000"/>
              <a:gd name="connsiteY76" fmla="*/ 2224771 h 2649426"/>
              <a:gd name="connsiteX77" fmla="*/ 5735414 w 12192000"/>
              <a:gd name="connsiteY77" fmla="*/ 2231366 h 2649426"/>
              <a:gd name="connsiteX78" fmla="*/ 5697982 w 12192000"/>
              <a:gd name="connsiteY78" fmla="*/ 2244836 h 2649426"/>
              <a:gd name="connsiteX79" fmla="*/ 5644981 w 12192000"/>
              <a:gd name="connsiteY79" fmla="*/ 2256274 h 2649426"/>
              <a:gd name="connsiteX80" fmla="*/ 5547744 w 12192000"/>
              <a:gd name="connsiteY80" fmla="*/ 2271333 h 2649426"/>
              <a:gd name="connsiteX81" fmla="*/ 5426280 w 12192000"/>
              <a:gd name="connsiteY81" fmla="*/ 2290560 h 2649426"/>
              <a:gd name="connsiteX82" fmla="*/ 5329896 w 12192000"/>
              <a:gd name="connsiteY82" fmla="*/ 2279209 h 2649426"/>
              <a:gd name="connsiteX83" fmla="*/ 5322508 w 12192000"/>
              <a:gd name="connsiteY83" fmla="*/ 2288005 h 2649426"/>
              <a:gd name="connsiteX84" fmla="*/ 5194705 w 12192000"/>
              <a:gd name="connsiteY84" fmla="*/ 2285938 h 2649426"/>
              <a:gd name="connsiteX85" fmla="*/ 5027899 w 12192000"/>
              <a:gd name="connsiteY85" fmla="*/ 2242653 h 2649426"/>
              <a:gd name="connsiteX86" fmla="*/ 4902443 w 12192000"/>
              <a:gd name="connsiteY86" fmla="*/ 2249037 h 2649426"/>
              <a:gd name="connsiteX87" fmla="*/ 4858751 w 12192000"/>
              <a:gd name="connsiteY87" fmla="*/ 2260409 h 2649426"/>
              <a:gd name="connsiteX88" fmla="*/ 4785497 w 12192000"/>
              <a:gd name="connsiteY88" fmla="*/ 2278897 h 2649426"/>
              <a:gd name="connsiteX89" fmla="*/ 4732807 w 12192000"/>
              <a:gd name="connsiteY89" fmla="*/ 2315139 h 2649426"/>
              <a:gd name="connsiteX90" fmla="*/ 4670737 w 12192000"/>
              <a:gd name="connsiteY90" fmla="*/ 2321711 h 2649426"/>
              <a:gd name="connsiteX91" fmla="*/ 4489013 w 12192000"/>
              <a:gd name="connsiteY91" fmla="*/ 2338805 h 2649426"/>
              <a:gd name="connsiteX92" fmla="*/ 4431159 w 12192000"/>
              <a:gd name="connsiteY92" fmla="*/ 2347536 h 2649426"/>
              <a:gd name="connsiteX93" fmla="*/ 4273885 w 12192000"/>
              <a:gd name="connsiteY93" fmla="*/ 2379520 h 2649426"/>
              <a:gd name="connsiteX94" fmla="*/ 4116925 w 12192000"/>
              <a:gd name="connsiteY94" fmla="*/ 2417756 h 2649426"/>
              <a:gd name="connsiteX95" fmla="*/ 4027169 w 12192000"/>
              <a:gd name="connsiteY95" fmla="*/ 2475399 h 2649426"/>
              <a:gd name="connsiteX96" fmla="*/ 3897799 w 12192000"/>
              <a:gd name="connsiteY96" fmla="*/ 2503049 h 2649426"/>
              <a:gd name="connsiteX97" fmla="*/ 3876619 w 12192000"/>
              <a:gd name="connsiteY97" fmla="*/ 2512804 h 2649426"/>
              <a:gd name="connsiteX98" fmla="*/ 3721493 w 12192000"/>
              <a:gd name="connsiteY98" fmla="*/ 2497646 h 2649426"/>
              <a:gd name="connsiteX99" fmla="*/ 3504883 w 12192000"/>
              <a:gd name="connsiteY99" fmla="*/ 2503869 h 2649426"/>
              <a:gd name="connsiteX100" fmla="*/ 3431219 w 12192000"/>
              <a:gd name="connsiteY100" fmla="*/ 2502163 h 2649426"/>
              <a:gd name="connsiteX101" fmla="*/ 3151243 w 12192000"/>
              <a:gd name="connsiteY101" fmla="*/ 2492405 h 2649426"/>
              <a:gd name="connsiteX102" fmla="*/ 3057639 w 12192000"/>
              <a:gd name="connsiteY102" fmla="*/ 2507988 h 2649426"/>
              <a:gd name="connsiteX103" fmla="*/ 2916555 w 12192000"/>
              <a:gd name="connsiteY103" fmla="*/ 2472028 h 2649426"/>
              <a:gd name="connsiteX104" fmla="*/ 2846802 w 12192000"/>
              <a:gd name="connsiteY104" fmla="*/ 2461014 h 2649426"/>
              <a:gd name="connsiteX105" fmla="*/ 2739588 w 12192000"/>
              <a:gd name="connsiteY105" fmla="*/ 2457956 h 2649426"/>
              <a:gd name="connsiteX106" fmla="*/ 2706684 w 12192000"/>
              <a:gd name="connsiteY106" fmla="*/ 2454540 h 2649426"/>
              <a:gd name="connsiteX107" fmla="*/ 2348435 w 12192000"/>
              <a:gd name="connsiteY107" fmla="*/ 2449176 h 2649426"/>
              <a:gd name="connsiteX108" fmla="*/ 2194299 w 12192000"/>
              <a:gd name="connsiteY108" fmla="*/ 2475215 h 2649426"/>
              <a:gd name="connsiteX109" fmla="*/ 1983009 w 12192000"/>
              <a:gd name="connsiteY109" fmla="*/ 2463117 h 2649426"/>
              <a:gd name="connsiteX110" fmla="*/ 1885040 w 12192000"/>
              <a:gd name="connsiteY110" fmla="*/ 2475917 h 2649426"/>
              <a:gd name="connsiteX111" fmla="*/ 1773324 w 12192000"/>
              <a:gd name="connsiteY111" fmla="*/ 2471718 h 2649426"/>
              <a:gd name="connsiteX112" fmla="*/ 1685197 w 12192000"/>
              <a:gd name="connsiteY112" fmla="*/ 2466249 h 2649426"/>
              <a:gd name="connsiteX113" fmla="*/ 1543732 w 12192000"/>
              <a:gd name="connsiteY113" fmla="*/ 2477865 h 2649426"/>
              <a:gd name="connsiteX114" fmla="*/ 1300369 w 12192000"/>
              <a:gd name="connsiteY114" fmla="*/ 2444914 h 2649426"/>
              <a:gd name="connsiteX115" fmla="*/ 1081876 w 12192000"/>
              <a:gd name="connsiteY115" fmla="*/ 2476491 h 2649426"/>
              <a:gd name="connsiteX116" fmla="*/ 957561 w 12192000"/>
              <a:gd name="connsiteY116" fmla="*/ 2484124 h 2649426"/>
              <a:gd name="connsiteX117" fmla="*/ 822775 w 12192000"/>
              <a:gd name="connsiteY117" fmla="*/ 2542292 h 2649426"/>
              <a:gd name="connsiteX118" fmla="*/ 653171 w 12192000"/>
              <a:gd name="connsiteY118" fmla="*/ 2607266 h 2649426"/>
              <a:gd name="connsiteX119" fmla="*/ 511469 w 12192000"/>
              <a:gd name="connsiteY119" fmla="*/ 2598742 h 2649426"/>
              <a:gd name="connsiteX120" fmla="*/ 441281 w 12192000"/>
              <a:gd name="connsiteY120" fmla="*/ 2605939 h 2649426"/>
              <a:gd name="connsiteX121" fmla="*/ 297100 w 12192000"/>
              <a:gd name="connsiteY121" fmla="*/ 2639558 h 2649426"/>
              <a:gd name="connsiteX122" fmla="*/ 97385 w 12192000"/>
              <a:gd name="connsiteY122" fmla="*/ 2636063 h 2649426"/>
              <a:gd name="connsiteX123" fmla="*/ 48888 w 12192000"/>
              <a:gd name="connsiteY123" fmla="*/ 2641447 h 2649426"/>
              <a:gd name="connsiteX124" fmla="*/ 0 w 12192000"/>
              <a:gd name="connsiteY124" fmla="*/ 2649426 h 2649426"/>
              <a:gd name="connsiteX125" fmla="*/ 0 w 12192000"/>
              <a:gd name="connsiteY125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12533 w 12192000"/>
              <a:gd name="connsiteY4" fmla="*/ 173720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538827 w 12192000"/>
              <a:gd name="connsiteY8" fmla="*/ 1639190 h 2649426"/>
              <a:gd name="connsiteX9" fmla="*/ 11364686 w 12192000"/>
              <a:gd name="connsiteY9" fmla="*/ 1616572 h 2649426"/>
              <a:gd name="connsiteX10" fmla="*/ 11234437 w 12192000"/>
              <a:gd name="connsiteY10" fmla="*/ 1562941 h 2649426"/>
              <a:gd name="connsiteX11" fmla="*/ 11146426 w 12192000"/>
              <a:gd name="connsiteY11" fmla="*/ 1555308 h 2649426"/>
              <a:gd name="connsiteX12" fmla="*/ 10891629 w 12192000"/>
              <a:gd name="connsiteY12" fmla="*/ 1523731 h 2649426"/>
              <a:gd name="connsiteX13" fmla="*/ 10607424 w 12192000"/>
              <a:gd name="connsiteY13" fmla="*/ 1570296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47130 w 12192000"/>
              <a:gd name="connsiteY17" fmla="*/ 1583380 h 2649426"/>
              <a:gd name="connsiteX18" fmla="*/ 10522252 w 12192000"/>
              <a:gd name="connsiteY18" fmla="*/ 1595065 h 2649426"/>
              <a:gd name="connsiteX19" fmla="*/ 10329259 w 12192000"/>
              <a:gd name="connsiteY19" fmla="*/ 1579142 h 2649426"/>
              <a:gd name="connsiteX20" fmla="*/ 10132610 w 12192000"/>
              <a:gd name="connsiteY20" fmla="*/ 1619865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60271 w 12192000"/>
              <a:gd name="connsiteY34" fmla="*/ 1856718 h 2649426"/>
              <a:gd name="connsiteX35" fmla="*/ 8330326 w 12192000"/>
              <a:gd name="connsiteY35" fmla="*/ 1873969 h 2649426"/>
              <a:gd name="connsiteX36" fmla="*/ 8279203 w 12192000"/>
              <a:gd name="connsiteY36" fmla="*/ 1870876 h 2649426"/>
              <a:gd name="connsiteX37" fmla="*/ 8216222 w 12192000"/>
              <a:gd name="connsiteY37" fmla="*/ 1895553 h 2649426"/>
              <a:gd name="connsiteX38" fmla="*/ 8119712 w 12192000"/>
              <a:gd name="connsiteY38" fmla="*/ 1947916 h 2649426"/>
              <a:gd name="connsiteX39" fmla="*/ 8081930 w 12192000"/>
              <a:gd name="connsiteY39" fmla="*/ 1940372 h 2649426"/>
              <a:gd name="connsiteX40" fmla="*/ 8043728 w 12192000"/>
              <a:gd name="connsiteY40" fmla="*/ 1944200 h 2649426"/>
              <a:gd name="connsiteX41" fmla="*/ 7958999 w 12192000"/>
              <a:gd name="connsiteY41" fmla="*/ 1980667 h 2649426"/>
              <a:gd name="connsiteX42" fmla="*/ 7908348 w 12192000"/>
              <a:gd name="connsiteY42" fmla="*/ 1994348 h 2649426"/>
              <a:gd name="connsiteX43" fmla="*/ 7771932 w 12192000"/>
              <a:gd name="connsiteY43" fmla="*/ 2039701 h 2649426"/>
              <a:gd name="connsiteX44" fmla="*/ 7579180 w 12192000"/>
              <a:gd name="connsiteY44" fmla="*/ 2150519 h 2649426"/>
              <a:gd name="connsiteX45" fmla="*/ 7571467 w 12192000"/>
              <a:gd name="connsiteY45" fmla="*/ 2153548 h 2649426"/>
              <a:gd name="connsiteX46" fmla="*/ 7549398 w 12192000"/>
              <a:gd name="connsiteY46" fmla="*/ 2153051 h 2649426"/>
              <a:gd name="connsiteX47" fmla="*/ 7540934 w 12192000"/>
              <a:gd name="connsiteY47" fmla="*/ 2151418 h 2649426"/>
              <a:gd name="connsiteX48" fmla="*/ 7528900 w 12192000"/>
              <a:gd name="connsiteY48" fmla="*/ 2152107 h 2649426"/>
              <a:gd name="connsiteX49" fmla="*/ 7528656 w 12192000"/>
              <a:gd name="connsiteY49" fmla="*/ 2152584 h 2649426"/>
              <a:gd name="connsiteX50" fmla="*/ 7517280 w 12192000"/>
              <a:gd name="connsiteY50" fmla="*/ 2152327 h 2649426"/>
              <a:gd name="connsiteX51" fmla="*/ 7460956 w 12192000"/>
              <a:gd name="connsiteY51" fmla="*/ 2145255 h 2649426"/>
              <a:gd name="connsiteX52" fmla="*/ 7393117 w 12192000"/>
              <a:gd name="connsiteY52" fmla="*/ 2193066 h 2649426"/>
              <a:gd name="connsiteX53" fmla="*/ 7363846 w 12192000"/>
              <a:gd name="connsiteY53" fmla="*/ 2202297 h 2649426"/>
              <a:gd name="connsiteX54" fmla="*/ 7348496 w 12192000"/>
              <a:gd name="connsiteY54" fmla="*/ 2209686 h 2649426"/>
              <a:gd name="connsiteX55" fmla="*/ 7338648 w 12192000"/>
              <a:gd name="connsiteY55" fmla="*/ 2198119 h 2649426"/>
              <a:gd name="connsiteX56" fmla="*/ 7293703 w 12192000"/>
              <a:gd name="connsiteY56" fmla="*/ 2204721 h 2649426"/>
              <a:gd name="connsiteX57" fmla="*/ 7286955 w 12192000"/>
              <a:gd name="connsiteY57" fmla="*/ 2207494 h 2649426"/>
              <a:gd name="connsiteX58" fmla="*/ 7251199 w 12192000"/>
              <a:gd name="connsiteY58" fmla="*/ 2198184 h 2649426"/>
              <a:gd name="connsiteX59" fmla="*/ 7233016 w 12192000"/>
              <a:gd name="connsiteY59" fmla="*/ 2195902 h 2649426"/>
              <a:gd name="connsiteX60" fmla="*/ 7227281 w 12192000"/>
              <a:gd name="connsiteY60" fmla="*/ 2190042 h 2649426"/>
              <a:gd name="connsiteX61" fmla="*/ 7200745 w 12192000"/>
              <a:gd name="connsiteY61" fmla="*/ 2189321 h 2649426"/>
              <a:gd name="connsiteX62" fmla="*/ 7197924 w 12192000"/>
              <a:gd name="connsiteY62" fmla="*/ 2191205 h 2649426"/>
              <a:gd name="connsiteX63" fmla="*/ 7175198 w 12192000"/>
              <a:gd name="connsiteY63" fmla="*/ 2183294 h 2649426"/>
              <a:gd name="connsiteX64" fmla="*/ 7100681 w 12192000"/>
              <a:gd name="connsiteY64" fmla="*/ 2167822 h 2649426"/>
              <a:gd name="connsiteX65" fmla="*/ 6932665 w 12192000"/>
              <a:gd name="connsiteY65" fmla="*/ 2162157 h 2649426"/>
              <a:gd name="connsiteX66" fmla="*/ 6700029 w 12192000"/>
              <a:gd name="connsiteY66" fmla="*/ 2158310 h 2649426"/>
              <a:gd name="connsiteX67" fmla="*/ 6326162 w 12192000"/>
              <a:gd name="connsiteY67" fmla="*/ 2178632 h 2649426"/>
              <a:gd name="connsiteX68" fmla="*/ 6196177 w 12192000"/>
              <a:gd name="connsiteY68" fmla="*/ 2200059 h 2649426"/>
              <a:gd name="connsiteX69" fmla="*/ 6139086 w 12192000"/>
              <a:gd name="connsiteY69" fmla="*/ 2187339 h 2649426"/>
              <a:gd name="connsiteX70" fmla="*/ 6098878 w 12192000"/>
              <a:gd name="connsiteY70" fmla="*/ 2192939 h 2649426"/>
              <a:gd name="connsiteX71" fmla="*/ 6094339 w 12192000"/>
              <a:gd name="connsiteY71" fmla="*/ 2195871 h 2649426"/>
              <a:gd name="connsiteX72" fmla="*/ 6075163 w 12192000"/>
              <a:gd name="connsiteY72" fmla="*/ 2198856 h 2649426"/>
              <a:gd name="connsiteX73" fmla="*/ 6071016 w 12192000"/>
              <a:gd name="connsiteY73" fmla="*/ 2210639 h 2649426"/>
              <a:gd name="connsiteX74" fmla="*/ 6043058 w 12192000"/>
              <a:gd name="connsiteY74" fmla="*/ 2222971 h 2649426"/>
              <a:gd name="connsiteX75" fmla="*/ 5962031 w 12192000"/>
              <a:gd name="connsiteY75" fmla="*/ 2220873 h 2649426"/>
              <a:gd name="connsiteX76" fmla="*/ 5836800 w 12192000"/>
              <a:gd name="connsiteY76" fmla="*/ 2224771 h 2649426"/>
              <a:gd name="connsiteX77" fmla="*/ 5735414 w 12192000"/>
              <a:gd name="connsiteY77" fmla="*/ 2231366 h 2649426"/>
              <a:gd name="connsiteX78" fmla="*/ 5697982 w 12192000"/>
              <a:gd name="connsiteY78" fmla="*/ 2244836 h 2649426"/>
              <a:gd name="connsiteX79" fmla="*/ 5644981 w 12192000"/>
              <a:gd name="connsiteY79" fmla="*/ 2256274 h 2649426"/>
              <a:gd name="connsiteX80" fmla="*/ 5547744 w 12192000"/>
              <a:gd name="connsiteY80" fmla="*/ 2271333 h 2649426"/>
              <a:gd name="connsiteX81" fmla="*/ 5426280 w 12192000"/>
              <a:gd name="connsiteY81" fmla="*/ 2290560 h 2649426"/>
              <a:gd name="connsiteX82" fmla="*/ 5329896 w 12192000"/>
              <a:gd name="connsiteY82" fmla="*/ 2279209 h 2649426"/>
              <a:gd name="connsiteX83" fmla="*/ 5322508 w 12192000"/>
              <a:gd name="connsiteY83" fmla="*/ 2288005 h 2649426"/>
              <a:gd name="connsiteX84" fmla="*/ 5194705 w 12192000"/>
              <a:gd name="connsiteY84" fmla="*/ 2285938 h 2649426"/>
              <a:gd name="connsiteX85" fmla="*/ 5027899 w 12192000"/>
              <a:gd name="connsiteY85" fmla="*/ 2242653 h 2649426"/>
              <a:gd name="connsiteX86" fmla="*/ 4902443 w 12192000"/>
              <a:gd name="connsiteY86" fmla="*/ 2249037 h 2649426"/>
              <a:gd name="connsiteX87" fmla="*/ 4858751 w 12192000"/>
              <a:gd name="connsiteY87" fmla="*/ 2260409 h 2649426"/>
              <a:gd name="connsiteX88" fmla="*/ 4785497 w 12192000"/>
              <a:gd name="connsiteY88" fmla="*/ 2278897 h 2649426"/>
              <a:gd name="connsiteX89" fmla="*/ 4732807 w 12192000"/>
              <a:gd name="connsiteY89" fmla="*/ 2315139 h 2649426"/>
              <a:gd name="connsiteX90" fmla="*/ 4670737 w 12192000"/>
              <a:gd name="connsiteY90" fmla="*/ 2321711 h 2649426"/>
              <a:gd name="connsiteX91" fmla="*/ 4489013 w 12192000"/>
              <a:gd name="connsiteY91" fmla="*/ 2338805 h 2649426"/>
              <a:gd name="connsiteX92" fmla="*/ 4431159 w 12192000"/>
              <a:gd name="connsiteY92" fmla="*/ 2347536 h 2649426"/>
              <a:gd name="connsiteX93" fmla="*/ 4273885 w 12192000"/>
              <a:gd name="connsiteY93" fmla="*/ 2379520 h 2649426"/>
              <a:gd name="connsiteX94" fmla="*/ 4116925 w 12192000"/>
              <a:gd name="connsiteY94" fmla="*/ 2417756 h 2649426"/>
              <a:gd name="connsiteX95" fmla="*/ 4027169 w 12192000"/>
              <a:gd name="connsiteY95" fmla="*/ 2475399 h 2649426"/>
              <a:gd name="connsiteX96" fmla="*/ 3897799 w 12192000"/>
              <a:gd name="connsiteY96" fmla="*/ 2503049 h 2649426"/>
              <a:gd name="connsiteX97" fmla="*/ 3876619 w 12192000"/>
              <a:gd name="connsiteY97" fmla="*/ 2512804 h 2649426"/>
              <a:gd name="connsiteX98" fmla="*/ 3721493 w 12192000"/>
              <a:gd name="connsiteY98" fmla="*/ 2497646 h 2649426"/>
              <a:gd name="connsiteX99" fmla="*/ 3504883 w 12192000"/>
              <a:gd name="connsiteY99" fmla="*/ 2503869 h 2649426"/>
              <a:gd name="connsiteX100" fmla="*/ 3431219 w 12192000"/>
              <a:gd name="connsiteY100" fmla="*/ 2502163 h 2649426"/>
              <a:gd name="connsiteX101" fmla="*/ 3151243 w 12192000"/>
              <a:gd name="connsiteY101" fmla="*/ 2492405 h 2649426"/>
              <a:gd name="connsiteX102" fmla="*/ 3057639 w 12192000"/>
              <a:gd name="connsiteY102" fmla="*/ 2507988 h 2649426"/>
              <a:gd name="connsiteX103" fmla="*/ 2916555 w 12192000"/>
              <a:gd name="connsiteY103" fmla="*/ 2472028 h 2649426"/>
              <a:gd name="connsiteX104" fmla="*/ 2846802 w 12192000"/>
              <a:gd name="connsiteY104" fmla="*/ 2461014 h 2649426"/>
              <a:gd name="connsiteX105" fmla="*/ 2739588 w 12192000"/>
              <a:gd name="connsiteY105" fmla="*/ 2457956 h 2649426"/>
              <a:gd name="connsiteX106" fmla="*/ 2706684 w 12192000"/>
              <a:gd name="connsiteY106" fmla="*/ 2454540 h 2649426"/>
              <a:gd name="connsiteX107" fmla="*/ 2348435 w 12192000"/>
              <a:gd name="connsiteY107" fmla="*/ 2449176 h 2649426"/>
              <a:gd name="connsiteX108" fmla="*/ 2194299 w 12192000"/>
              <a:gd name="connsiteY108" fmla="*/ 2475215 h 2649426"/>
              <a:gd name="connsiteX109" fmla="*/ 1983009 w 12192000"/>
              <a:gd name="connsiteY109" fmla="*/ 2463117 h 2649426"/>
              <a:gd name="connsiteX110" fmla="*/ 1885040 w 12192000"/>
              <a:gd name="connsiteY110" fmla="*/ 2475917 h 2649426"/>
              <a:gd name="connsiteX111" fmla="*/ 1773324 w 12192000"/>
              <a:gd name="connsiteY111" fmla="*/ 2471718 h 2649426"/>
              <a:gd name="connsiteX112" fmla="*/ 1685197 w 12192000"/>
              <a:gd name="connsiteY112" fmla="*/ 2466249 h 2649426"/>
              <a:gd name="connsiteX113" fmla="*/ 1543732 w 12192000"/>
              <a:gd name="connsiteY113" fmla="*/ 2477865 h 2649426"/>
              <a:gd name="connsiteX114" fmla="*/ 1300369 w 12192000"/>
              <a:gd name="connsiteY114" fmla="*/ 2444914 h 2649426"/>
              <a:gd name="connsiteX115" fmla="*/ 1081876 w 12192000"/>
              <a:gd name="connsiteY115" fmla="*/ 2476491 h 2649426"/>
              <a:gd name="connsiteX116" fmla="*/ 957561 w 12192000"/>
              <a:gd name="connsiteY116" fmla="*/ 2484124 h 2649426"/>
              <a:gd name="connsiteX117" fmla="*/ 822775 w 12192000"/>
              <a:gd name="connsiteY117" fmla="*/ 2542292 h 2649426"/>
              <a:gd name="connsiteX118" fmla="*/ 653171 w 12192000"/>
              <a:gd name="connsiteY118" fmla="*/ 2607266 h 2649426"/>
              <a:gd name="connsiteX119" fmla="*/ 511469 w 12192000"/>
              <a:gd name="connsiteY119" fmla="*/ 2598742 h 2649426"/>
              <a:gd name="connsiteX120" fmla="*/ 441281 w 12192000"/>
              <a:gd name="connsiteY120" fmla="*/ 2605939 h 2649426"/>
              <a:gd name="connsiteX121" fmla="*/ 297100 w 12192000"/>
              <a:gd name="connsiteY121" fmla="*/ 2639558 h 2649426"/>
              <a:gd name="connsiteX122" fmla="*/ 97385 w 12192000"/>
              <a:gd name="connsiteY122" fmla="*/ 2636063 h 2649426"/>
              <a:gd name="connsiteX123" fmla="*/ 48888 w 12192000"/>
              <a:gd name="connsiteY123" fmla="*/ 2641447 h 2649426"/>
              <a:gd name="connsiteX124" fmla="*/ 0 w 12192000"/>
              <a:gd name="connsiteY124" fmla="*/ 2649426 h 2649426"/>
              <a:gd name="connsiteX125" fmla="*/ 0 w 12192000"/>
              <a:gd name="connsiteY125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12533 w 12192000"/>
              <a:gd name="connsiteY4" fmla="*/ 173720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538827 w 12192000"/>
              <a:gd name="connsiteY8" fmla="*/ 1639190 h 2649426"/>
              <a:gd name="connsiteX9" fmla="*/ 11364686 w 12192000"/>
              <a:gd name="connsiteY9" fmla="*/ 1616572 h 2649426"/>
              <a:gd name="connsiteX10" fmla="*/ 11234437 w 12192000"/>
              <a:gd name="connsiteY10" fmla="*/ 1562941 h 2649426"/>
              <a:gd name="connsiteX11" fmla="*/ 11146426 w 12192000"/>
              <a:gd name="connsiteY11" fmla="*/ 1555308 h 2649426"/>
              <a:gd name="connsiteX12" fmla="*/ 10891629 w 12192000"/>
              <a:gd name="connsiteY12" fmla="*/ 1523731 h 2649426"/>
              <a:gd name="connsiteX13" fmla="*/ 10698183 w 12192000"/>
              <a:gd name="connsiteY13" fmla="*/ 1556682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47130 w 12192000"/>
              <a:gd name="connsiteY17" fmla="*/ 1583380 h 2649426"/>
              <a:gd name="connsiteX18" fmla="*/ 10522252 w 12192000"/>
              <a:gd name="connsiteY18" fmla="*/ 1595065 h 2649426"/>
              <a:gd name="connsiteX19" fmla="*/ 10329259 w 12192000"/>
              <a:gd name="connsiteY19" fmla="*/ 1579142 h 2649426"/>
              <a:gd name="connsiteX20" fmla="*/ 10132610 w 12192000"/>
              <a:gd name="connsiteY20" fmla="*/ 1619865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60271 w 12192000"/>
              <a:gd name="connsiteY34" fmla="*/ 1856718 h 2649426"/>
              <a:gd name="connsiteX35" fmla="*/ 8330326 w 12192000"/>
              <a:gd name="connsiteY35" fmla="*/ 1873969 h 2649426"/>
              <a:gd name="connsiteX36" fmla="*/ 8279203 w 12192000"/>
              <a:gd name="connsiteY36" fmla="*/ 1870876 h 2649426"/>
              <a:gd name="connsiteX37" fmla="*/ 8216222 w 12192000"/>
              <a:gd name="connsiteY37" fmla="*/ 1895553 h 2649426"/>
              <a:gd name="connsiteX38" fmla="*/ 8119712 w 12192000"/>
              <a:gd name="connsiteY38" fmla="*/ 1947916 h 2649426"/>
              <a:gd name="connsiteX39" fmla="*/ 8081930 w 12192000"/>
              <a:gd name="connsiteY39" fmla="*/ 1940372 h 2649426"/>
              <a:gd name="connsiteX40" fmla="*/ 8043728 w 12192000"/>
              <a:gd name="connsiteY40" fmla="*/ 1944200 h 2649426"/>
              <a:gd name="connsiteX41" fmla="*/ 7958999 w 12192000"/>
              <a:gd name="connsiteY41" fmla="*/ 1980667 h 2649426"/>
              <a:gd name="connsiteX42" fmla="*/ 7908348 w 12192000"/>
              <a:gd name="connsiteY42" fmla="*/ 1994348 h 2649426"/>
              <a:gd name="connsiteX43" fmla="*/ 7771932 w 12192000"/>
              <a:gd name="connsiteY43" fmla="*/ 2039701 h 2649426"/>
              <a:gd name="connsiteX44" fmla="*/ 7579180 w 12192000"/>
              <a:gd name="connsiteY44" fmla="*/ 2150519 h 2649426"/>
              <a:gd name="connsiteX45" fmla="*/ 7571467 w 12192000"/>
              <a:gd name="connsiteY45" fmla="*/ 2153548 h 2649426"/>
              <a:gd name="connsiteX46" fmla="*/ 7549398 w 12192000"/>
              <a:gd name="connsiteY46" fmla="*/ 2153051 h 2649426"/>
              <a:gd name="connsiteX47" fmla="*/ 7540934 w 12192000"/>
              <a:gd name="connsiteY47" fmla="*/ 2151418 h 2649426"/>
              <a:gd name="connsiteX48" fmla="*/ 7528900 w 12192000"/>
              <a:gd name="connsiteY48" fmla="*/ 2152107 h 2649426"/>
              <a:gd name="connsiteX49" fmla="*/ 7528656 w 12192000"/>
              <a:gd name="connsiteY49" fmla="*/ 2152584 h 2649426"/>
              <a:gd name="connsiteX50" fmla="*/ 7517280 w 12192000"/>
              <a:gd name="connsiteY50" fmla="*/ 2152327 h 2649426"/>
              <a:gd name="connsiteX51" fmla="*/ 7460956 w 12192000"/>
              <a:gd name="connsiteY51" fmla="*/ 2145255 h 2649426"/>
              <a:gd name="connsiteX52" fmla="*/ 7393117 w 12192000"/>
              <a:gd name="connsiteY52" fmla="*/ 2193066 h 2649426"/>
              <a:gd name="connsiteX53" fmla="*/ 7363846 w 12192000"/>
              <a:gd name="connsiteY53" fmla="*/ 2202297 h 2649426"/>
              <a:gd name="connsiteX54" fmla="*/ 7348496 w 12192000"/>
              <a:gd name="connsiteY54" fmla="*/ 2209686 h 2649426"/>
              <a:gd name="connsiteX55" fmla="*/ 7338648 w 12192000"/>
              <a:gd name="connsiteY55" fmla="*/ 2198119 h 2649426"/>
              <a:gd name="connsiteX56" fmla="*/ 7293703 w 12192000"/>
              <a:gd name="connsiteY56" fmla="*/ 2204721 h 2649426"/>
              <a:gd name="connsiteX57" fmla="*/ 7286955 w 12192000"/>
              <a:gd name="connsiteY57" fmla="*/ 2207494 h 2649426"/>
              <a:gd name="connsiteX58" fmla="*/ 7251199 w 12192000"/>
              <a:gd name="connsiteY58" fmla="*/ 2198184 h 2649426"/>
              <a:gd name="connsiteX59" fmla="*/ 7233016 w 12192000"/>
              <a:gd name="connsiteY59" fmla="*/ 2195902 h 2649426"/>
              <a:gd name="connsiteX60" fmla="*/ 7227281 w 12192000"/>
              <a:gd name="connsiteY60" fmla="*/ 2190042 h 2649426"/>
              <a:gd name="connsiteX61" fmla="*/ 7200745 w 12192000"/>
              <a:gd name="connsiteY61" fmla="*/ 2189321 h 2649426"/>
              <a:gd name="connsiteX62" fmla="*/ 7197924 w 12192000"/>
              <a:gd name="connsiteY62" fmla="*/ 2191205 h 2649426"/>
              <a:gd name="connsiteX63" fmla="*/ 7175198 w 12192000"/>
              <a:gd name="connsiteY63" fmla="*/ 2183294 h 2649426"/>
              <a:gd name="connsiteX64" fmla="*/ 7100681 w 12192000"/>
              <a:gd name="connsiteY64" fmla="*/ 2167822 h 2649426"/>
              <a:gd name="connsiteX65" fmla="*/ 6932665 w 12192000"/>
              <a:gd name="connsiteY65" fmla="*/ 2162157 h 2649426"/>
              <a:gd name="connsiteX66" fmla="*/ 6700029 w 12192000"/>
              <a:gd name="connsiteY66" fmla="*/ 2158310 h 2649426"/>
              <a:gd name="connsiteX67" fmla="*/ 6326162 w 12192000"/>
              <a:gd name="connsiteY67" fmla="*/ 2178632 h 2649426"/>
              <a:gd name="connsiteX68" fmla="*/ 6196177 w 12192000"/>
              <a:gd name="connsiteY68" fmla="*/ 2200059 h 2649426"/>
              <a:gd name="connsiteX69" fmla="*/ 6139086 w 12192000"/>
              <a:gd name="connsiteY69" fmla="*/ 2187339 h 2649426"/>
              <a:gd name="connsiteX70" fmla="*/ 6098878 w 12192000"/>
              <a:gd name="connsiteY70" fmla="*/ 2192939 h 2649426"/>
              <a:gd name="connsiteX71" fmla="*/ 6094339 w 12192000"/>
              <a:gd name="connsiteY71" fmla="*/ 2195871 h 2649426"/>
              <a:gd name="connsiteX72" fmla="*/ 6075163 w 12192000"/>
              <a:gd name="connsiteY72" fmla="*/ 2198856 h 2649426"/>
              <a:gd name="connsiteX73" fmla="*/ 6071016 w 12192000"/>
              <a:gd name="connsiteY73" fmla="*/ 2210639 h 2649426"/>
              <a:gd name="connsiteX74" fmla="*/ 6043058 w 12192000"/>
              <a:gd name="connsiteY74" fmla="*/ 2222971 h 2649426"/>
              <a:gd name="connsiteX75" fmla="*/ 5962031 w 12192000"/>
              <a:gd name="connsiteY75" fmla="*/ 2220873 h 2649426"/>
              <a:gd name="connsiteX76" fmla="*/ 5836800 w 12192000"/>
              <a:gd name="connsiteY76" fmla="*/ 2224771 h 2649426"/>
              <a:gd name="connsiteX77" fmla="*/ 5735414 w 12192000"/>
              <a:gd name="connsiteY77" fmla="*/ 2231366 h 2649426"/>
              <a:gd name="connsiteX78" fmla="*/ 5697982 w 12192000"/>
              <a:gd name="connsiteY78" fmla="*/ 2244836 h 2649426"/>
              <a:gd name="connsiteX79" fmla="*/ 5644981 w 12192000"/>
              <a:gd name="connsiteY79" fmla="*/ 2256274 h 2649426"/>
              <a:gd name="connsiteX80" fmla="*/ 5547744 w 12192000"/>
              <a:gd name="connsiteY80" fmla="*/ 2271333 h 2649426"/>
              <a:gd name="connsiteX81" fmla="*/ 5426280 w 12192000"/>
              <a:gd name="connsiteY81" fmla="*/ 2290560 h 2649426"/>
              <a:gd name="connsiteX82" fmla="*/ 5329896 w 12192000"/>
              <a:gd name="connsiteY82" fmla="*/ 2279209 h 2649426"/>
              <a:gd name="connsiteX83" fmla="*/ 5322508 w 12192000"/>
              <a:gd name="connsiteY83" fmla="*/ 2288005 h 2649426"/>
              <a:gd name="connsiteX84" fmla="*/ 5194705 w 12192000"/>
              <a:gd name="connsiteY84" fmla="*/ 2285938 h 2649426"/>
              <a:gd name="connsiteX85" fmla="*/ 5027899 w 12192000"/>
              <a:gd name="connsiteY85" fmla="*/ 2242653 h 2649426"/>
              <a:gd name="connsiteX86" fmla="*/ 4902443 w 12192000"/>
              <a:gd name="connsiteY86" fmla="*/ 2249037 h 2649426"/>
              <a:gd name="connsiteX87" fmla="*/ 4858751 w 12192000"/>
              <a:gd name="connsiteY87" fmla="*/ 2260409 h 2649426"/>
              <a:gd name="connsiteX88" fmla="*/ 4785497 w 12192000"/>
              <a:gd name="connsiteY88" fmla="*/ 2278897 h 2649426"/>
              <a:gd name="connsiteX89" fmla="*/ 4732807 w 12192000"/>
              <a:gd name="connsiteY89" fmla="*/ 2315139 h 2649426"/>
              <a:gd name="connsiteX90" fmla="*/ 4670737 w 12192000"/>
              <a:gd name="connsiteY90" fmla="*/ 2321711 h 2649426"/>
              <a:gd name="connsiteX91" fmla="*/ 4489013 w 12192000"/>
              <a:gd name="connsiteY91" fmla="*/ 2338805 h 2649426"/>
              <a:gd name="connsiteX92" fmla="*/ 4431159 w 12192000"/>
              <a:gd name="connsiteY92" fmla="*/ 2347536 h 2649426"/>
              <a:gd name="connsiteX93" fmla="*/ 4273885 w 12192000"/>
              <a:gd name="connsiteY93" fmla="*/ 2379520 h 2649426"/>
              <a:gd name="connsiteX94" fmla="*/ 4116925 w 12192000"/>
              <a:gd name="connsiteY94" fmla="*/ 2417756 h 2649426"/>
              <a:gd name="connsiteX95" fmla="*/ 4027169 w 12192000"/>
              <a:gd name="connsiteY95" fmla="*/ 2475399 h 2649426"/>
              <a:gd name="connsiteX96" fmla="*/ 3897799 w 12192000"/>
              <a:gd name="connsiteY96" fmla="*/ 2503049 h 2649426"/>
              <a:gd name="connsiteX97" fmla="*/ 3876619 w 12192000"/>
              <a:gd name="connsiteY97" fmla="*/ 2512804 h 2649426"/>
              <a:gd name="connsiteX98" fmla="*/ 3721493 w 12192000"/>
              <a:gd name="connsiteY98" fmla="*/ 2497646 h 2649426"/>
              <a:gd name="connsiteX99" fmla="*/ 3504883 w 12192000"/>
              <a:gd name="connsiteY99" fmla="*/ 2503869 h 2649426"/>
              <a:gd name="connsiteX100" fmla="*/ 3431219 w 12192000"/>
              <a:gd name="connsiteY100" fmla="*/ 2502163 h 2649426"/>
              <a:gd name="connsiteX101" fmla="*/ 3151243 w 12192000"/>
              <a:gd name="connsiteY101" fmla="*/ 2492405 h 2649426"/>
              <a:gd name="connsiteX102" fmla="*/ 3057639 w 12192000"/>
              <a:gd name="connsiteY102" fmla="*/ 2507988 h 2649426"/>
              <a:gd name="connsiteX103" fmla="*/ 2916555 w 12192000"/>
              <a:gd name="connsiteY103" fmla="*/ 2472028 h 2649426"/>
              <a:gd name="connsiteX104" fmla="*/ 2846802 w 12192000"/>
              <a:gd name="connsiteY104" fmla="*/ 2461014 h 2649426"/>
              <a:gd name="connsiteX105" fmla="*/ 2739588 w 12192000"/>
              <a:gd name="connsiteY105" fmla="*/ 2457956 h 2649426"/>
              <a:gd name="connsiteX106" fmla="*/ 2706684 w 12192000"/>
              <a:gd name="connsiteY106" fmla="*/ 2454540 h 2649426"/>
              <a:gd name="connsiteX107" fmla="*/ 2348435 w 12192000"/>
              <a:gd name="connsiteY107" fmla="*/ 2449176 h 2649426"/>
              <a:gd name="connsiteX108" fmla="*/ 2194299 w 12192000"/>
              <a:gd name="connsiteY108" fmla="*/ 2475215 h 2649426"/>
              <a:gd name="connsiteX109" fmla="*/ 1983009 w 12192000"/>
              <a:gd name="connsiteY109" fmla="*/ 2463117 h 2649426"/>
              <a:gd name="connsiteX110" fmla="*/ 1885040 w 12192000"/>
              <a:gd name="connsiteY110" fmla="*/ 2475917 h 2649426"/>
              <a:gd name="connsiteX111" fmla="*/ 1773324 w 12192000"/>
              <a:gd name="connsiteY111" fmla="*/ 2471718 h 2649426"/>
              <a:gd name="connsiteX112" fmla="*/ 1685197 w 12192000"/>
              <a:gd name="connsiteY112" fmla="*/ 2466249 h 2649426"/>
              <a:gd name="connsiteX113" fmla="*/ 1543732 w 12192000"/>
              <a:gd name="connsiteY113" fmla="*/ 2477865 h 2649426"/>
              <a:gd name="connsiteX114" fmla="*/ 1300369 w 12192000"/>
              <a:gd name="connsiteY114" fmla="*/ 2444914 h 2649426"/>
              <a:gd name="connsiteX115" fmla="*/ 1081876 w 12192000"/>
              <a:gd name="connsiteY115" fmla="*/ 2476491 h 2649426"/>
              <a:gd name="connsiteX116" fmla="*/ 957561 w 12192000"/>
              <a:gd name="connsiteY116" fmla="*/ 2484124 h 2649426"/>
              <a:gd name="connsiteX117" fmla="*/ 822775 w 12192000"/>
              <a:gd name="connsiteY117" fmla="*/ 2542292 h 2649426"/>
              <a:gd name="connsiteX118" fmla="*/ 653171 w 12192000"/>
              <a:gd name="connsiteY118" fmla="*/ 2607266 h 2649426"/>
              <a:gd name="connsiteX119" fmla="*/ 511469 w 12192000"/>
              <a:gd name="connsiteY119" fmla="*/ 2598742 h 2649426"/>
              <a:gd name="connsiteX120" fmla="*/ 441281 w 12192000"/>
              <a:gd name="connsiteY120" fmla="*/ 2605939 h 2649426"/>
              <a:gd name="connsiteX121" fmla="*/ 297100 w 12192000"/>
              <a:gd name="connsiteY121" fmla="*/ 2639558 h 2649426"/>
              <a:gd name="connsiteX122" fmla="*/ 97385 w 12192000"/>
              <a:gd name="connsiteY122" fmla="*/ 2636063 h 2649426"/>
              <a:gd name="connsiteX123" fmla="*/ 48888 w 12192000"/>
              <a:gd name="connsiteY123" fmla="*/ 2641447 h 2649426"/>
              <a:gd name="connsiteX124" fmla="*/ 0 w 12192000"/>
              <a:gd name="connsiteY124" fmla="*/ 2649426 h 2649426"/>
              <a:gd name="connsiteX125" fmla="*/ 0 w 12192000"/>
              <a:gd name="connsiteY125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12533 w 12192000"/>
              <a:gd name="connsiteY4" fmla="*/ 173720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538827 w 12192000"/>
              <a:gd name="connsiteY8" fmla="*/ 1639190 h 2649426"/>
              <a:gd name="connsiteX9" fmla="*/ 11364686 w 12192000"/>
              <a:gd name="connsiteY9" fmla="*/ 1616572 h 2649426"/>
              <a:gd name="connsiteX10" fmla="*/ 11234437 w 12192000"/>
              <a:gd name="connsiteY10" fmla="*/ 1562941 h 2649426"/>
              <a:gd name="connsiteX11" fmla="*/ 11146426 w 12192000"/>
              <a:gd name="connsiteY11" fmla="*/ 1555308 h 2649426"/>
              <a:gd name="connsiteX12" fmla="*/ 10891629 w 12192000"/>
              <a:gd name="connsiteY12" fmla="*/ 1523731 h 2649426"/>
              <a:gd name="connsiteX13" fmla="*/ 10698183 w 12192000"/>
              <a:gd name="connsiteY13" fmla="*/ 1556682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47130 w 12192000"/>
              <a:gd name="connsiteY17" fmla="*/ 1583380 h 2649426"/>
              <a:gd name="connsiteX18" fmla="*/ 10476873 w 12192000"/>
              <a:gd name="connsiteY18" fmla="*/ 1590527 h 2649426"/>
              <a:gd name="connsiteX19" fmla="*/ 10329259 w 12192000"/>
              <a:gd name="connsiteY19" fmla="*/ 1579142 h 2649426"/>
              <a:gd name="connsiteX20" fmla="*/ 10132610 w 12192000"/>
              <a:gd name="connsiteY20" fmla="*/ 1619865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60271 w 12192000"/>
              <a:gd name="connsiteY34" fmla="*/ 1856718 h 2649426"/>
              <a:gd name="connsiteX35" fmla="*/ 8330326 w 12192000"/>
              <a:gd name="connsiteY35" fmla="*/ 1873969 h 2649426"/>
              <a:gd name="connsiteX36" fmla="*/ 8279203 w 12192000"/>
              <a:gd name="connsiteY36" fmla="*/ 1870876 h 2649426"/>
              <a:gd name="connsiteX37" fmla="*/ 8216222 w 12192000"/>
              <a:gd name="connsiteY37" fmla="*/ 1895553 h 2649426"/>
              <a:gd name="connsiteX38" fmla="*/ 8119712 w 12192000"/>
              <a:gd name="connsiteY38" fmla="*/ 1947916 h 2649426"/>
              <a:gd name="connsiteX39" fmla="*/ 8081930 w 12192000"/>
              <a:gd name="connsiteY39" fmla="*/ 1940372 h 2649426"/>
              <a:gd name="connsiteX40" fmla="*/ 8043728 w 12192000"/>
              <a:gd name="connsiteY40" fmla="*/ 1944200 h 2649426"/>
              <a:gd name="connsiteX41" fmla="*/ 7958999 w 12192000"/>
              <a:gd name="connsiteY41" fmla="*/ 1980667 h 2649426"/>
              <a:gd name="connsiteX42" fmla="*/ 7908348 w 12192000"/>
              <a:gd name="connsiteY42" fmla="*/ 1994348 h 2649426"/>
              <a:gd name="connsiteX43" fmla="*/ 7771932 w 12192000"/>
              <a:gd name="connsiteY43" fmla="*/ 2039701 h 2649426"/>
              <a:gd name="connsiteX44" fmla="*/ 7579180 w 12192000"/>
              <a:gd name="connsiteY44" fmla="*/ 2150519 h 2649426"/>
              <a:gd name="connsiteX45" fmla="*/ 7571467 w 12192000"/>
              <a:gd name="connsiteY45" fmla="*/ 2153548 h 2649426"/>
              <a:gd name="connsiteX46" fmla="*/ 7549398 w 12192000"/>
              <a:gd name="connsiteY46" fmla="*/ 2153051 h 2649426"/>
              <a:gd name="connsiteX47" fmla="*/ 7540934 w 12192000"/>
              <a:gd name="connsiteY47" fmla="*/ 2151418 h 2649426"/>
              <a:gd name="connsiteX48" fmla="*/ 7528900 w 12192000"/>
              <a:gd name="connsiteY48" fmla="*/ 2152107 h 2649426"/>
              <a:gd name="connsiteX49" fmla="*/ 7528656 w 12192000"/>
              <a:gd name="connsiteY49" fmla="*/ 2152584 h 2649426"/>
              <a:gd name="connsiteX50" fmla="*/ 7517280 w 12192000"/>
              <a:gd name="connsiteY50" fmla="*/ 2152327 h 2649426"/>
              <a:gd name="connsiteX51" fmla="*/ 7460956 w 12192000"/>
              <a:gd name="connsiteY51" fmla="*/ 2145255 h 2649426"/>
              <a:gd name="connsiteX52" fmla="*/ 7393117 w 12192000"/>
              <a:gd name="connsiteY52" fmla="*/ 2193066 h 2649426"/>
              <a:gd name="connsiteX53" fmla="*/ 7363846 w 12192000"/>
              <a:gd name="connsiteY53" fmla="*/ 2202297 h 2649426"/>
              <a:gd name="connsiteX54" fmla="*/ 7348496 w 12192000"/>
              <a:gd name="connsiteY54" fmla="*/ 2209686 h 2649426"/>
              <a:gd name="connsiteX55" fmla="*/ 7338648 w 12192000"/>
              <a:gd name="connsiteY55" fmla="*/ 2198119 h 2649426"/>
              <a:gd name="connsiteX56" fmla="*/ 7293703 w 12192000"/>
              <a:gd name="connsiteY56" fmla="*/ 2204721 h 2649426"/>
              <a:gd name="connsiteX57" fmla="*/ 7286955 w 12192000"/>
              <a:gd name="connsiteY57" fmla="*/ 2207494 h 2649426"/>
              <a:gd name="connsiteX58" fmla="*/ 7251199 w 12192000"/>
              <a:gd name="connsiteY58" fmla="*/ 2198184 h 2649426"/>
              <a:gd name="connsiteX59" fmla="*/ 7233016 w 12192000"/>
              <a:gd name="connsiteY59" fmla="*/ 2195902 h 2649426"/>
              <a:gd name="connsiteX60" fmla="*/ 7227281 w 12192000"/>
              <a:gd name="connsiteY60" fmla="*/ 2190042 h 2649426"/>
              <a:gd name="connsiteX61" fmla="*/ 7200745 w 12192000"/>
              <a:gd name="connsiteY61" fmla="*/ 2189321 h 2649426"/>
              <a:gd name="connsiteX62" fmla="*/ 7197924 w 12192000"/>
              <a:gd name="connsiteY62" fmla="*/ 2191205 h 2649426"/>
              <a:gd name="connsiteX63" fmla="*/ 7175198 w 12192000"/>
              <a:gd name="connsiteY63" fmla="*/ 2183294 h 2649426"/>
              <a:gd name="connsiteX64" fmla="*/ 7100681 w 12192000"/>
              <a:gd name="connsiteY64" fmla="*/ 2167822 h 2649426"/>
              <a:gd name="connsiteX65" fmla="*/ 6932665 w 12192000"/>
              <a:gd name="connsiteY65" fmla="*/ 2162157 h 2649426"/>
              <a:gd name="connsiteX66" fmla="*/ 6700029 w 12192000"/>
              <a:gd name="connsiteY66" fmla="*/ 2158310 h 2649426"/>
              <a:gd name="connsiteX67" fmla="*/ 6326162 w 12192000"/>
              <a:gd name="connsiteY67" fmla="*/ 2178632 h 2649426"/>
              <a:gd name="connsiteX68" fmla="*/ 6196177 w 12192000"/>
              <a:gd name="connsiteY68" fmla="*/ 2200059 h 2649426"/>
              <a:gd name="connsiteX69" fmla="*/ 6139086 w 12192000"/>
              <a:gd name="connsiteY69" fmla="*/ 2187339 h 2649426"/>
              <a:gd name="connsiteX70" fmla="*/ 6098878 w 12192000"/>
              <a:gd name="connsiteY70" fmla="*/ 2192939 h 2649426"/>
              <a:gd name="connsiteX71" fmla="*/ 6094339 w 12192000"/>
              <a:gd name="connsiteY71" fmla="*/ 2195871 h 2649426"/>
              <a:gd name="connsiteX72" fmla="*/ 6075163 w 12192000"/>
              <a:gd name="connsiteY72" fmla="*/ 2198856 h 2649426"/>
              <a:gd name="connsiteX73" fmla="*/ 6071016 w 12192000"/>
              <a:gd name="connsiteY73" fmla="*/ 2210639 h 2649426"/>
              <a:gd name="connsiteX74" fmla="*/ 6043058 w 12192000"/>
              <a:gd name="connsiteY74" fmla="*/ 2222971 h 2649426"/>
              <a:gd name="connsiteX75" fmla="*/ 5962031 w 12192000"/>
              <a:gd name="connsiteY75" fmla="*/ 2220873 h 2649426"/>
              <a:gd name="connsiteX76" fmla="*/ 5836800 w 12192000"/>
              <a:gd name="connsiteY76" fmla="*/ 2224771 h 2649426"/>
              <a:gd name="connsiteX77" fmla="*/ 5735414 w 12192000"/>
              <a:gd name="connsiteY77" fmla="*/ 2231366 h 2649426"/>
              <a:gd name="connsiteX78" fmla="*/ 5697982 w 12192000"/>
              <a:gd name="connsiteY78" fmla="*/ 2244836 h 2649426"/>
              <a:gd name="connsiteX79" fmla="*/ 5644981 w 12192000"/>
              <a:gd name="connsiteY79" fmla="*/ 2256274 h 2649426"/>
              <a:gd name="connsiteX80" fmla="*/ 5547744 w 12192000"/>
              <a:gd name="connsiteY80" fmla="*/ 2271333 h 2649426"/>
              <a:gd name="connsiteX81" fmla="*/ 5426280 w 12192000"/>
              <a:gd name="connsiteY81" fmla="*/ 2290560 h 2649426"/>
              <a:gd name="connsiteX82" fmla="*/ 5329896 w 12192000"/>
              <a:gd name="connsiteY82" fmla="*/ 2279209 h 2649426"/>
              <a:gd name="connsiteX83" fmla="*/ 5322508 w 12192000"/>
              <a:gd name="connsiteY83" fmla="*/ 2288005 h 2649426"/>
              <a:gd name="connsiteX84" fmla="*/ 5194705 w 12192000"/>
              <a:gd name="connsiteY84" fmla="*/ 2285938 h 2649426"/>
              <a:gd name="connsiteX85" fmla="*/ 5027899 w 12192000"/>
              <a:gd name="connsiteY85" fmla="*/ 2242653 h 2649426"/>
              <a:gd name="connsiteX86" fmla="*/ 4902443 w 12192000"/>
              <a:gd name="connsiteY86" fmla="*/ 2249037 h 2649426"/>
              <a:gd name="connsiteX87" fmla="*/ 4858751 w 12192000"/>
              <a:gd name="connsiteY87" fmla="*/ 2260409 h 2649426"/>
              <a:gd name="connsiteX88" fmla="*/ 4785497 w 12192000"/>
              <a:gd name="connsiteY88" fmla="*/ 2278897 h 2649426"/>
              <a:gd name="connsiteX89" fmla="*/ 4732807 w 12192000"/>
              <a:gd name="connsiteY89" fmla="*/ 2315139 h 2649426"/>
              <a:gd name="connsiteX90" fmla="*/ 4670737 w 12192000"/>
              <a:gd name="connsiteY90" fmla="*/ 2321711 h 2649426"/>
              <a:gd name="connsiteX91" fmla="*/ 4489013 w 12192000"/>
              <a:gd name="connsiteY91" fmla="*/ 2338805 h 2649426"/>
              <a:gd name="connsiteX92" fmla="*/ 4431159 w 12192000"/>
              <a:gd name="connsiteY92" fmla="*/ 2347536 h 2649426"/>
              <a:gd name="connsiteX93" fmla="*/ 4273885 w 12192000"/>
              <a:gd name="connsiteY93" fmla="*/ 2379520 h 2649426"/>
              <a:gd name="connsiteX94" fmla="*/ 4116925 w 12192000"/>
              <a:gd name="connsiteY94" fmla="*/ 2417756 h 2649426"/>
              <a:gd name="connsiteX95" fmla="*/ 4027169 w 12192000"/>
              <a:gd name="connsiteY95" fmla="*/ 2475399 h 2649426"/>
              <a:gd name="connsiteX96" fmla="*/ 3897799 w 12192000"/>
              <a:gd name="connsiteY96" fmla="*/ 2503049 h 2649426"/>
              <a:gd name="connsiteX97" fmla="*/ 3876619 w 12192000"/>
              <a:gd name="connsiteY97" fmla="*/ 2512804 h 2649426"/>
              <a:gd name="connsiteX98" fmla="*/ 3721493 w 12192000"/>
              <a:gd name="connsiteY98" fmla="*/ 2497646 h 2649426"/>
              <a:gd name="connsiteX99" fmla="*/ 3504883 w 12192000"/>
              <a:gd name="connsiteY99" fmla="*/ 2503869 h 2649426"/>
              <a:gd name="connsiteX100" fmla="*/ 3431219 w 12192000"/>
              <a:gd name="connsiteY100" fmla="*/ 2502163 h 2649426"/>
              <a:gd name="connsiteX101" fmla="*/ 3151243 w 12192000"/>
              <a:gd name="connsiteY101" fmla="*/ 2492405 h 2649426"/>
              <a:gd name="connsiteX102" fmla="*/ 3057639 w 12192000"/>
              <a:gd name="connsiteY102" fmla="*/ 2507988 h 2649426"/>
              <a:gd name="connsiteX103" fmla="*/ 2916555 w 12192000"/>
              <a:gd name="connsiteY103" fmla="*/ 2472028 h 2649426"/>
              <a:gd name="connsiteX104" fmla="*/ 2846802 w 12192000"/>
              <a:gd name="connsiteY104" fmla="*/ 2461014 h 2649426"/>
              <a:gd name="connsiteX105" fmla="*/ 2739588 w 12192000"/>
              <a:gd name="connsiteY105" fmla="*/ 2457956 h 2649426"/>
              <a:gd name="connsiteX106" fmla="*/ 2706684 w 12192000"/>
              <a:gd name="connsiteY106" fmla="*/ 2454540 h 2649426"/>
              <a:gd name="connsiteX107" fmla="*/ 2348435 w 12192000"/>
              <a:gd name="connsiteY107" fmla="*/ 2449176 h 2649426"/>
              <a:gd name="connsiteX108" fmla="*/ 2194299 w 12192000"/>
              <a:gd name="connsiteY108" fmla="*/ 2475215 h 2649426"/>
              <a:gd name="connsiteX109" fmla="*/ 1983009 w 12192000"/>
              <a:gd name="connsiteY109" fmla="*/ 2463117 h 2649426"/>
              <a:gd name="connsiteX110" fmla="*/ 1885040 w 12192000"/>
              <a:gd name="connsiteY110" fmla="*/ 2475917 h 2649426"/>
              <a:gd name="connsiteX111" fmla="*/ 1773324 w 12192000"/>
              <a:gd name="connsiteY111" fmla="*/ 2471718 h 2649426"/>
              <a:gd name="connsiteX112" fmla="*/ 1685197 w 12192000"/>
              <a:gd name="connsiteY112" fmla="*/ 2466249 h 2649426"/>
              <a:gd name="connsiteX113" fmla="*/ 1543732 w 12192000"/>
              <a:gd name="connsiteY113" fmla="*/ 2477865 h 2649426"/>
              <a:gd name="connsiteX114" fmla="*/ 1300369 w 12192000"/>
              <a:gd name="connsiteY114" fmla="*/ 2444914 h 2649426"/>
              <a:gd name="connsiteX115" fmla="*/ 1081876 w 12192000"/>
              <a:gd name="connsiteY115" fmla="*/ 2476491 h 2649426"/>
              <a:gd name="connsiteX116" fmla="*/ 957561 w 12192000"/>
              <a:gd name="connsiteY116" fmla="*/ 2484124 h 2649426"/>
              <a:gd name="connsiteX117" fmla="*/ 822775 w 12192000"/>
              <a:gd name="connsiteY117" fmla="*/ 2542292 h 2649426"/>
              <a:gd name="connsiteX118" fmla="*/ 653171 w 12192000"/>
              <a:gd name="connsiteY118" fmla="*/ 2607266 h 2649426"/>
              <a:gd name="connsiteX119" fmla="*/ 511469 w 12192000"/>
              <a:gd name="connsiteY119" fmla="*/ 2598742 h 2649426"/>
              <a:gd name="connsiteX120" fmla="*/ 441281 w 12192000"/>
              <a:gd name="connsiteY120" fmla="*/ 2605939 h 2649426"/>
              <a:gd name="connsiteX121" fmla="*/ 297100 w 12192000"/>
              <a:gd name="connsiteY121" fmla="*/ 2639558 h 2649426"/>
              <a:gd name="connsiteX122" fmla="*/ 97385 w 12192000"/>
              <a:gd name="connsiteY122" fmla="*/ 2636063 h 2649426"/>
              <a:gd name="connsiteX123" fmla="*/ 48888 w 12192000"/>
              <a:gd name="connsiteY123" fmla="*/ 2641447 h 2649426"/>
              <a:gd name="connsiteX124" fmla="*/ 0 w 12192000"/>
              <a:gd name="connsiteY124" fmla="*/ 2649426 h 2649426"/>
              <a:gd name="connsiteX125" fmla="*/ 0 w 12192000"/>
              <a:gd name="connsiteY125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12533 w 12192000"/>
              <a:gd name="connsiteY4" fmla="*/ 173720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538827 w 12192000"/>
              <a:gd name="connsiteY8" fmla="*/ 1639190 h 2649426"/>
              <a:gd name="connsiteX9" fmla="*/ 11364686 w 12192000"/>
              <a:gd name="connsiteY9" fmla="*/ 1616572 h 2649426"/>
              <a:gd name="connsiteX10" fmla="*/ 11234437 w 12192000"/>
              <a:gd name="connsiteY10" fmla="*/ 1562941 h 2649426"/>
              <a:gd name="connsiteX11" fmla="*/ 11146426 w 12192000"/>
              <a:gd name="connsiteY11" fmla="*/ 1555308 h 2649426"/>
              <a:gd name="connsiteX12" fmla="*/ 10891629 w 12192000"/>
              <a:gd name="connsiteY12" fmla="*/ 1523731 h 2649426"/>
              <a:gd name="connsiteX13" fmla="*/ 10698183 w 12192000"/>
              <a:gd name="connsiteY13" fmla="*/ 1556682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47130 w 12192000"/>
              <a:gd name="connsiteY17" fmla="*/ 1583380 h 2649426"/>
              <a:gd name="connsiteX18" fmla="*/ 10476873 w 12192000"/>
              <a:gd name="connsiteY18" fmla="*/ 1590527 h 2649426"/>
              <a:gd name="connsiteX19" fmla="*/ 10329259 w 12192000"/>
              <a:gd name="connsiteY19" fmla="*/ 1579142 h 2649426"/>
              <a:gd name="connsiteX20" fmla="*/ 10132610 w 12192000"/>
              <a:gd name="connsiteY20" fmla="*/ 1619865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60271 w 12192000"/>
              <a:gd name="connsiteY34" fmla="*/ 1856718 h 2649426"/>
              <a:gd name="connsiteX35" fmla="*/ 8330326 w 12192000"/>
              <a:gd name="connsiteY35" fmla="*/ 1873969 h 2649426"/>
              <a:gd name="connsiteX36" fmla="*/ 8279203 w 12192000"/>
              <a:gd name="connsiteY36" fmla="*/ 1870876 h 2649426"/>
              <a:gd name="connsiteX37" fmla="*/ 8216222 w 12192000"/>
              <a:gd name="connsiteY37" fmla="*/ 1895553 h 2649426"/>
              <a:gd name="connsiteX38" fmla="*/ 8119712 w 12192000"/>
              <a:gd name="connsiteY38" fmla="*/ 1947916 h 2649426"/>
              <a:gd name="connsiteX39" fmla="*/ 8081930 w 12192000"/>
              <a:gd name="connsiteY39" fmla="*/ 1940372 h 2649426"/>
              <a:gd name="connsiteX40" fmla="*/ 8043728 w 12192000"/>
              <a:gd name="connsiteY40" fmla="*/ 1944200 h 2649426"/>
              <a:gd name="connsiteX41" fmla="*/ 7958999 w 12192000"/>
              <a:gd name="connsiteY41" fmla="*/ 1980667 h 2649426"/>
              <a:gd name="connsiteX42" fmla="*/ 7908348 w 12192000"/>
              <a:gd name="connsiteY42" fmla="*/ 1994348 h 2649426"/>
              <a:gd name="connsiteX43" fmla="*/ 7771932 w 12192000"/>
              <a:gd name="connsiteY43" fmla="*/ 2039701 h 2649426"/>
              <a:gd name="connsiteX44" fmla="*/ 7579180 w 12192000"/>
              <a:gd name="connsiteY44" fmla="*/ 2150519 h 2649426"/>
              <a:gd name="connsiteX45" fmla="*/ 7571467 w 12192000"/>
              <a:gd name="connsiteY45" fmla="*/ 2153548 h 2649426"/>
              <a:gd name="connsiteX46" fmla="*/ 7549398 w 12192000"/>
              <a:gd name="connsiteY46" fmla="*/ 2153051 h 2649426"/>
              <a:gd name="connsiteX47" fmla="*/ 7540934 w 12192000"/>
              <a:gd name="connsiteY47" fmla="*/ 2151418 h 2649426"/>
              <a:gd name="connsiteX48" fmla="*/ 7528900 w 12192000"/>
              <a:gd name="connsiteY48" fmla="*/ 2152107 h 2649426"/>
              <a:gd name="connsiteX49" fmla="*/ 7528656 w 12192000"/>
              <a:gd name="connsiteY49" fmla="*/ 2152584 h 2649426"/>
              <a:gd name="connsiteX50" fmla="*/ 7517280 w 12192000"/>
              <a:gd name="connsiteY50" fmla="*/ 2152327 h 2649426"/>
              <a:gd name="connsiteX51" fmla="*/ 7460956 w 12192000"/>
              <a:gd name="connsiteY51" fmla="*/ 2145255 h 2649426"/>
              <a:gd name="connsiteX52" fmla="*/ 7393117 w 12192000"/>
              <a:gd name="connsiteY52" fmla="*/ 2193066 h 2649426"/>
              <a:gd name="connsiteX53" fmla="*/ 7363846 w 12192000"/>
              <a:gd name="connsiteY53" fmla="*/ 2202297 h 2649426"/>
              <a:gd name="connsiteX54" fmla="*/ 7348496 w 12192000"/>
              <a:gd name="connsiteY54" fmla="*/ 2209686 h 2649426"/>
              <a:gd name="connsiteX55" fmla="*/ 7338648 w 12192000"/>
              <a:gd name="connsiteY55" fmla="*/ 2198119 h 2649426"/>
              <a:gd name="connsiteX56" fmla="*/ 7293703 w 12192000"/>
              <a:gd name="connsiteY56" fmla="*/ 2204721 h 2649426"/>
              <a:gd name="connsiteX57" fmla="*/ 7286955 w 12192000"/>
              <a:gd name="connsiteY57" fmla="*/ 2207494 h 2649426"/>
              <a:gd name="connsiteX58" fmla="*/ 7251199 w 12192000"/>
              <a:gd name="connsiteY58" fmla="*/ 2198184 h 2649426"/>
              <a:gd name="connsiteX59" fmla="*/ 7233016 w 12192000"/>
              <a:gd name="connsiteY59" fmla="*/ 2195902 h 2649426"/>
              <a:gd name="connsiteX60" fmla="*/ 7227281 w 12192000"/>
              <a:gd name="connsiteY60" fmla="*/ 2190042 h 2649426"/>
              <a:gd name="connsiteX61" fmla="*/ 7200745 w 12192000"/>
              <a:gd name="connsiteY61" fmla="*/ 2189321 h 2649426"/>
              <a:gd name="connsiteX62" fmla="*/ 7197924 w 12192000"/>
              <a:gd name="connsiteY62" fmla="*/ 2191205 h 2649426"/>
              <a:gd name="connsiteX63" fmla="*/ 7175198 w 12192000"/>
              <a:gd name="connsiteY63" fmla="*/ 2183294 h 2649426"/>
              <a:gd name="connsiteX64" fmla="*/ 7100681 w 12192000"/>
              <a:gd name="connsiteY64" fmla="*/ 2167822 h 2649426"/>
              <a:gd name="connsiteX65" fmla="*/ 6932665 w 12192000"/>
              <a:gd name="connsiteY65" fmla="*/ 2162157 h 2649426"/>
              <a:gd name="connsiteX66" fmla="*/ 6700029 w 12192000"/>
              <a:gd name="connsiteY66" fmla="*/ 2158310 h 2649426"/>
              <a:gd name="connsiteX67" fmla="*/ 6326162 w 12192000"/>
              <a:gd name="connsiteY67" fmla="*/ 2178632 h 2649426"/>
              <a:gd name="connsiteX68" fmla="*/ 6196177 w 12192000"/>
              <a:gd name="connsiteY68" fmla="*/ 2200059 h 2649426"/>
              <a:gd name="connsiteX69" fmla="*/ 6139086 w 12192000"/>
              <a:gd name="connsiteY69" fmla="*/ 2187339 h 2649426"/>
              <a:gd name="connsiteX70" fmla="*/ 6098878 w 12192000"/>
              <a:gd name="connsiteY70" fmla="*/ 2192939 h 2649426"/>
              <a:gd name="connsiteX71" fmla="*/ 6094339 w 12192000"/>
              <a:gd name="connsiteY71" fmla="*/ 2195871 h 2649426"/>
              <a:gd name="connsiteX72" fmla="*/ 6075163 w 12192000"/>
              <a:gd name="connsiteY72" fmla="*/ 2198856 h 2649426"/>
              <a:gd name="connsiteX73" fmla="*/ 6071016 w 12192000"/>
              <a:gd name="connsiteY73" fmla="*/ 2210639 h 2649426"/>
              <a:gd name="connsiteX74" fmla="*/ 6043058 w 12192000"/>
              <a:gd name="connsiteY74" fmla="*/ 2222971 h 2649426"/>
              <a:gd name="connsiteX75" fmla="*/ 5962031 w 12192000"/>
              <a:gd name="connsiteY75" fmla="*/ 2220873 h 2649426"/>
              <a:gd name="connsiteX76" fmla="*/ 5836800 w 12192000"/>
              <a:gd name="connsiteY76" fmla="*/ 2224771 h 2649426"/>
              <a:gd name="connsiteX77" fmla="*/ 5735414 w 12192000"/>
              <a:gd name="connsiteY77" fmla="*/ 2231366 h 2649426"/>
              <a:gd name="connsiteX78" fmla="*/ 5697982 w 12192000"/>
              <a:gd name="connsiteY78" fmla="*/ 2244836 h 2649426"/>
              <a:gd name="connsiteX79" fmla="*/ 5644981 w 12192000"/>
              <a:gd name="connsiteY79" fmla="*/ 2256274 h 2649426"/>
              <a:gd name="connsiteX80" fmla="*/ 5547744 w 12192000"/>
              <a:gd name="connsiteY80" fmla="*/ 2271333 h 2649426"/>
              <a:gd name="connsiteX81" fmla="*/ 5426280 w 12192000"/>
              <a:gd name="connsiteY81" fmla="*/ 2290560 h 2649426"/>
              <a:gd name="connsiteX82" fmla="*/ 5329896 w 12192000"/>
              <a:gd name="connsiteY82" fmla="*/ 2279209 h 2649426"/>
              <a:gd name="connsiteX83" fmla="*/ 5322508 w 12192000"/>
              <a:gd name="connsiteY83" fmla="*/ 2288005 h 2649426"/>
              <a:gd name="connsiteX84" fmla="*/ 5194705 w 12192000"/>
              <a:gd name="connsiteY84" fmla="*/ 2285938 h 2649426"/>
              <a:gd name="connsiteX85" fmla="*/ 5027899 w 12192000"/>
              <a:gd name="connsiteY85" fmla="*/ 2242653 h 2649426"/>
              <a:gd name="connsiteX86" fmla="*/ 4902443 w 12192000"/>
              <a:gd name="connsiteY86" fmla="*/ 2249037 h 2649426"/>
              <a:gd name="connsiteX87" fmla="*/ 4858751 w 12192000"/>
              <a:gd name="connsiteY87" fmla="*/ 2260409 h 2649426"/>
              <a:gd name="connsiteX88" fmla="*/ 4785497 w 12192000"/>
              <a:gd name="connsiteY88" fmla="*/ 2278897 h 2649426"/>
              <a:gd name="connsiteX89" fmla="*/ 4732807 w 12192000"/>
              <a:gd name="connsiteY89" fmla="*/ 2315139 h 2649426"/>
              <a:gd name="connsiteX90" fmla="*/ 4670737 w 12192000"/>
              <a:gd name="connsiteY90" fmla="*/ 2321711 h 2649426"/>
              <a:gd name="connsiteX91" fmla="*/ 4489013 w 12192000"/>
              <a:gd name="connsiteY91" fmla="*/ 2338805 h 2649426"/>
              <a:gd name="connsiteX92" fmla="*/ 4431159 w 12192000"/>
              <a:gd name="connsiteY92" fmla="*/ 2347536 h 2649426"/>
              <a:gd name="connsiteX93" fmla="*/ 4273885 w 12192000"/>
              <a:gd name="connsiteY93" fmla="*/ 2379520 h 2649426"/>
              <a:gd name="connsiteX94" fmla="*/ 4116925 w 12192000"/>
              <a:gd name="connsiteY94" fmla="*/ 2417756 h 2649426"/>
              <a:gd name="connsiteX95" fmla="*/ 4027169 w 12192000"/>
              <a:gd name="connsiteY95" fmla="*/ 2475399 h 2649426"/>
              <a:gd name="connsiteX96" fmla="*/ 3897799 w 12192000"/>
              <a:gd name="connsiteY96" fmla="*/ 2503049 h 2649426"/>
              <a:gd name="connsiteX97" fmla="*/ 3876619 w 12192000"/>
              <a:gd name="connsiteY97" fmla="*/ 2512804 h 2649426"/>
              <a:gd name="connsiteX98" fmla="*/ 3721493 w 12192000"/>
              <a:gd name="connsiteY98" fmla="*/ 2497646 h 2649426"/>
              <a:gd name="connsiteX99" fmla="*/ 3504883 w 12192000"/>
              <a:gd name="connsiteY99" fmla="*/ 2503869 h 2649426"/>
              <a:gd name="connsiteX100" fmla="*/ 3431219 w 12192000"/>
              <a:gd name="connsiteY100" fmla="*/ 2502163 h 2649426"/>
              <a:gd name="connsiteX101" fmla="*/ 3151243 w 12192000"/>
              <a:gd name="connsiteY101" fmla="*/ 2492405 h 2649426"/>
              <a:gd name="connsiteX102" fmla="*/ 3057639 w 12192000"/>
              <a:gd name="connsiteY102" fmla="*/ 2507988 h 2649426"/>
              <a:gd name="connsiteX103" fmla="*/ 2916555 w 12192000"/>
              <a:gd name="connsiteY103" fmla="*/ 2472028 h 2649426"/>
              <a:gd name="connsiteX104" fmla="*/ 2846802 w 12192000"/>
              <a:gd name="connsiteY104" fmla="*/ 2461014 h 2649426"/>
              <a:gd name="connsiteX105" fmla="*/ 2739588 w 12192000"/>
              <a:gd name="connsiteY105" fmla="*/ 2457956 h 2649426"/>
              <a:gd name="connsiteX106" fmla="*/ 2706684 w 12192000"/>
              <a:gd name="connsiteY106" fmla="*/ 2454540 h 2649426"/>
              <a:gd name="connsiteX107" fmla="*/ 2348435 w 12192000"/>
              <a:gd name="connsiteY107" fmla="*/ 2449176 h 2649426"/>
              <a:gd name="connsiteX108" fmla="*/ 2194299 w 12192000"/>
              <a:gd name="connsiteY108" fmla="*/ 2475215 h 2649426"/>
              <a:gd name="connsiteX109" fmla="*/ 1983009 w 12192000"/>
              <a:gd name="connsiteY109" fmla="*/ 2463117 h 2649426"/>
              <a:gd name="connsiteX110" fmla="*/ 1885040 w 12192000"/>
              <a:gd name="connsiteY110" fmla="*/ 2475917 h 2649426"/>
              <a:gd name="connsiteX111" fmla="*/ 1773324 w 12192000"/>
              <a:gd name="connsiteY111" fmla="*/ 2471718 h 2649426"/>
              <a:gd name="connsiteX112" fmla="*/ 1685197 w 12192000"/>
              <a:gd name="connsiteY112" fmla="*/ 2466249 h 2649426"/>
              <a:gd name="connsiteX113" fmla="*/ 1543732 w 12192000"/>
              <a:gd name="connsiteY113" fmla="*/ 2477865 h 2649426"/>
              <a:gd name="connsiteX114" fmla="*/ 1300369 w 12192000"/>
              <a:gd name="connsiteY114" fmla="*/ 2444914 h 2649426"/>
              <a:gd name="connsiteX115" fmla="*/ 1081876 w 12192000"/>
              <a:gd name="connsiteY115" fmla="*/ 2476491 h 2649426"/>
              <a:gd name="connsiteX116" fmla="*/ 957561 w 12192000"/>
              <a:gd name="connsiteY116" fmla="*/ 2484124 h 2649426"/>
              <a:gd name="connsiteX117" fmla="*/ 822775 w 12192000"/>
              <a:gd name="connsiteY117" fmla="*/ 2542292 h 2649426"/>
              <a:gd name="connsiteX118" fmla="*/ 653171 w 12192000"/>
              <a:gd name="connsiteY118" fmla="*/ 2607266 h 2649426"/>
              <a:gd name="connsiteX119" fmla="*/ 511469 w 12192000"/>
              <a:gd name="connsiteY119" fmla="*/ 2598742 h 2649426"/>
              <a:gd name="connsiteX120" fmla="*/ 441281 w 12192000"/>
              <a:gd name="connsiteY120" fmla="*/ 2605939 h 2649426"/>
              <a:gd name="connsiteX121" fmla="*/ 297100 w 12192000"/>
              <a:gd name="connsiteY121" fmla="*/ 2639558 h 2649426"/>
              <a:gd name="connsiteX122" fmla="*/ 97385 w 12192000"/>
              <a:gd name="connsiteY122" fmla="*/ 2636063 h 2649426"/>
              <a:gd name="connsiteX123" fmla="*/ 48888 w 12192000"/>
              <a:gd name="connsiteY123" fmla="*/ 2641447 h 2649426"/>
              <a:gd name="connsiteX124" fmla="*/ 0 w 12192000"/>
              <a:gd name="connsiteY124" fmla="*/ 2649426 h 2649426"/>
              <a:gd name="connsiteX125" fmla="*/ 0 w 12192000"/>
              <a:gd name="connsiteY125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12533 w 12192000"/>
              <a:gd name="connsiteY4" fmla="*/ 173720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538827 w 12192000"/>
              <a:gd name="connsiteY8" fmla="*/ 1639190 h 2649426"/>
              <a:gd name="connsiteX9" fmla="*/ 11364686 w 12192000"/>
              <a:gd name="connsiteY9" fmla="*/ 1616572 h 2649426"/>
              <a:gd name="connsiteX10" fmla="*/ 11234437 w 12192000"/>
              <a:gd name="connsiteY10" fmla="*/ 1562941 h 2649426"/>
              <a:gd name="connsiteX11" fmla="*/ 11146426 w 12192000"/>
              <a:gd name="connsiteY11" fmla="*/ 1555308 h 2649426"/>
              <a:gd name="connsiteX12" fmla="*/ 10891629 w 12192000"/>
              <a:gd name="connsiteY12" fmla="*/ 1523731 h 2649426"/>
              <a:gd name="connsiteX13" fmla="*/ 10698183 w 12192000"/>
              <a:gd name="connsiteY13" fmla="*/ 1556682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47130 w 12192000"/>
              <a:gd name="connsiteY17" fmla="*/ 1583380 h 2649426"/>
              <a:gd name="connsiteX18" fmla="*/ 10454183 w 12192000"/>
              <a:gd name="connsiteY18" fmla="*/ 1572375 h 2649426"/>
              <a:gd name="connsiteX19" fmla="*/ 10329259 w 12192000"/>
              <a:gd name="connsiteY19" fmla="*/ 1579142 h 2649426"/>
              <a:gd name="connsiteX20" fmla="*/ 10132610 w 12192000"/>
              <a:gd name="connsiteY20" fmla="*/ 1619865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60271 w 12192000"/>
              <a:gd name="connsiteY34" fmla="*/ 1856718 h 2649426"/>
              <a:gd name="connsiteX35" fmla="*/ 8330326 w 12192000"/>
              <a:gd name="connsiteY35" fmla="*/ 1873969 h 2649426"/>
              <a:gd name="connsiteX36" fmla="*/ 8279203 w 12192000"/>
              <a:gd name="connsiteY36" fmla="*/ 1870876 h 2649426"/>
              <a:gd name="connsiteX37" fmla="*/ 8216222 w 12192000"/>
              <a:gd name="connsiteY37" fmla="*/ 1895553 h 2649426"/>
              <a:gd name="connsiteX38" fmla="*/ 8119712 w 12192000"/>
              <a:gd name="connsiteY38" fmla="*/ 1947916 h 2649426"/>
              <a:gd name="connsiteX39" fmla="*/ 8081930 w 12192000"/>
              <a:gd name="connsiteY39" fmla="*/ 1940372 h 2649426"/>
              <a:gd name="connsiteX40" fmla="*/ 8043728 w 12192000"/>
              <a:gd name="connsiteY40" fmla="*/ 1944200 h 2649426"/>
              <a:gd name="connsiteX41" fmla="*/ 7958999 w 12192000"/>
              <a:gd name="connsiteY41" fmla="*/ 1980667 h 2649426"/>
              <a:gd name="connsiteX42" fmla="*/ 7908348 w 12192000"/>
              <a:gd name="connsiteY42" fmla="*/ 1994348 h 2649426"/>
              <a:gd name="connsiteX43" fmla="*/ 7771932 w 12192000"/>
              <a:gd name="connsiteY43" fmla="*/ 2039701 h 2649426"/>
              <a:gd name="connsiteX44" fmla="*/ 7579180 w 12192000"/>
              <a:gd name="connsiteY44" fmla="*/ 2150519 h 2649426"/>
              <a:gd name="connsiteX45" fmla="*/ 7571467 w 12192000"/>
              <a:gd name="connsiteY45" fmla="*/ 2153548 h 2649426"/>
              <a:gd name="connsiteX46" fmla="*/ 7549398 w 12192000"/>
              <a:gd name="connsiteY46" fmla="*/ 2153051 h 2649426"/>
              <a:gd name="connsiteX47" fmla="*/ 7540934 w 12192000"/>
              <a:gd name="connsiteY47" fmla="*/ 2151418 h 2649426"/>
              <a:gd name="connsiteX48" fmla="*/ 7528900 w 12192000"/>
              <a:gd name="connsiteY48" fmla="*/ 2152107 h 2649426"/>
              <a:gd name="connsiteX49" fmla="*/ 7528656 w 12192000"/>
              <a:gd name="connsiteY49" fmla="*/ 2152584 h 2649426"/>
              <a:gd name="connsiteX50" fmla="*/ 7517280 w 12192000"/>
              <a:gd name="connsiteY50" fmla="*/ 2152327 h 2649426"/>
              <a:gd name="connsiteX51" fmla="*/ 7460956 w 12192000"/>
              <a:gd name="connsiteY51" fmla="*/ 2145255 h 2649426"/>
              <a:gd name="connsiteX52" fmla="*/ 7393117 w 12192000"/>
              <a:gd name="connsiteY52" fmla="*/ 2193066 h 2649426"/>
              <a:gd name="connsiteX53" fmla="*/ 7363846 w 12192000"/>
              <a:gd name="connsiteY53" fmla="*/ 2202297 h 2649426"/>
              <a:gd name="connsiteX54" fmla="*/ 7348496 w 12192000"/>
              <a:gd name="connsiteY54" fmla="*/ 2209686 h 2649426"/>
              <a:gd name="connsiteX55" fmla="*/ 7338648 w 12192000"/>
              <a:gd name="connsiteY55" fmla="*/ 2198119 h 2649426"/>
              <a:gd name="connsiteX56" fmla="*/ 7293703 w 12192000"/>
              <a:gd name="connsiteY56" fmla="*/ 2204721 h 2649426"/>
              <a:gd name="connsiteX57" fmla="*/ 7286955 w 12192000"/>
              <a:gd name="connsiteY57" fmla="*/ 2207494 h 2649426"/>
              <a:gd name="connsiteX58" fmla="*/ 7251199 w 12192000"/>
              <a:gd name="connsiteY58" fmla="*/ 2198184 h 2649426"/>
              <a:gd name="connsiteX59" fmla="*/ 7233016 w 12192000"/>
              <a:gd name="connsiteY59" fmla="*/ 2195902 h 2649426"/>
              <a:gd name="connsiteX60" fmla="*/ 7227281 w 12192000"/>
              <a:gd name="connsiteY60" fmla="*/ 2190042 h 2649426"/>
              <a:gd name="connsiteX61" fmla="*/ 7200745 w 12192000"/>
              <a:gd name="connsiteY61" fmla="*/ 2189321 h 2649426"/>
              <a:gd name="connsiteX62" fmla="*/ 7197924 w 12192000"/>
              <a:gd name="connsiteY62" fmla="*/ 2191205 h 2649426"/>
              <a:gd name="connsiteX63" fmla="*/ 7175198 w 12192000"/>
              <a:gd name="connsiteY63" fmla="*/ 2183294 h 2649426"/>
              <a:gd name="connsiteX64" fmla="*/ 7100681 w 12192000"/>
              <a:gd name="connsiteY64" fmla="*/ 2167822 h 2649426"/>
              <a:gd name="connsiteX65" fmla="*/ 6932665 w 12192000"/>
              <a:gd name="connsiteY65" fmla="*/ 2162157 h 2649426"/>
              <a:gd name="connsiteX66" fmla="*/ 6700029 w 12192000"/>
              <a:gd name="connsiteY66" fmla="*/ 2158310 h 2649426"/>
              <a:gd name="connsiteX67" fmla="*/ 6326162 w 12192000"/>
              <a:gd name="connsiteY67" fmla="*/ 2178632 h 2649426"/>
              <a:gd name="connsiteX68" fmla="*/ 6196177 w 12192000"/>
              <a:gd name="connsiteY68" fmla="*/ 2200059 h 2649426"/>
              <a:gd name="connsiteX69" fmla="*/ 6139086 w 12192000"/>
              <a:gd name="connsiteY69" fmla="*/ 2187339 h 2649426"/>
              <a:gd name="connsiteX70" fmla="*/ 6098878 w 12192000"/>
              <a:gd name="connsiteY70" fmla="*/ 2192939 h 2649426"/>
              <a:gd name="connsiteX71" fmla="*/ 6094339 w 12192000"/>
              <a:gd name="connsiteY71" fmla="*/ 2195871 h 2649426"/>
              <a:gd name="connsiteX72" fmla="*/ 6075163 w 12192000"/>
              <a:gd name="connsiteY72" fmla="*/ 2198856 h 2649426"/>
              <a:gd name="connsiteX73" fmla="*/ 6071016 w 12192000"/>
              <a:gd name="connsiteY73" fmla="*/ 2210639 h 2649426"/>
              <a:gd name="connsiteX74" fmla="*/ 6043058 w 12192000"/>
              <a:gd name="connsiteY74" fmla="*/ 2222971 h 2649426"/>
              <a:gd name="connsiteX75" fmla="*/ 5962031 w 12192000"/>
              <a:gd name="connsiteY75" fmla="*/ 2220873 h 2649426"/>
              <a:gd name="connsiteX76" fmla="*/ 5836800 w 12192000"/>
              <a:gd name="connsiteY76" fmla="*/ 2224771 h 2649426"/>
              <a:gd name="connsiteX77" fmla="*/ 5735414 w 12192000"/>
              <a:gd name="connsiteY77" fmla="*/ 2231366 h 2649426"/>
              <a:gd name="connsiteX78" fmla="*/ 5697982 w 12192000"/>
              <a:gd name="connsiteY78" fmla="*/ 2244836 h 2649426"/>
              <a:gd name="connsiteX79" fmla="*/ 5644981 w 12192000"/>
              <a:gd name="connsiteY79" fmla="*/ 2256274 h 2649426"/>
              <a:gd name="connsiteX80" fmla="*/ 5547744 w 12192000"/>
              <a:gd name="connsiteY80" fmla="*/ 2271333 h 2649426"/>
              <a:gd name="connsiteX81" fmla="*/ 5426280 w 12192000"/>
              <a:gd name="connsiteY81" fmla="*/ 2290560 h 2649426"/>
              <a:gd name="connsiteX82" fmla="*/ 5329896 w 12192000"/>
              <a:gd name="connsiteY82" fmla="*/ 2279209 h 2649426"/>
              <a:gd name="connsiteX83" fmla="*/ 5322508 w 12192000"/>
              <a:gd name="connsiteY83" fmla="*/ 2288005 h 2649426"/>
              <a:gd name="connsiteX84" fmla="*/ 5194705 w 12192000"/>
              <a:gd name="connsiteY84" fmla="*/ 2285938 h 2649426"/>
              <a:gd name="connsiteX85" fmla="*/ 5027899 w 12192000"/>
              <a:gd name="connsiteY85" fmla="*/ 2242653 h 2649426"/>
              <a:gd name="connsiteX86" fmla="*/ 4902443 w 12192000"/>
              <a:gd name="connsiteY86" fmla="*/ 2249037 h 2649426"/>
              <a:gd name="connsiteX87" fmla="*/ 4858751 w 12192000"/>
              <a:gd name="connsiteY87" fmla="*/ 2260409 h 2649426"/>
              <a:gd name="connsiteX88" fmla="*/ 4785497 w 12192000"/>
              <a:gd name="connsiteY88" fmla="*/ 2278897 h 2649426"/>
              <a:gd name="connsiteX89" fmla="*/ 4732807 w 12192000"/>
              <a:gd name="connsiteY89" fmla="*/ 2315139 h 2649426"/>
              <a:gd name="connsiteX90" fmla="*/ 4670737 w 12192000"/>
              <a:gd name="connsiteY90" fmla="*/ 2321711 h 2649426"/>
              <a:gd name="connsiteX91" fmla="*/ 4489013 w 12192000"/>
              <a:gd name="connsiteY91" fmla="*/ 2338805 h 2649426"/>
              <a:gd name="connsiteX92" fmla="*/ 4431159 w 12192000"/>
              <a:gd name="connsiteY92" fmla="*/ 2347536 h 2649426"/>
              <a:gd name="connsiteX93" fmla="*/ 4273885 w 12192000"/>
              <a:gd name="connsiteY93" fmla="*/ 2379520 h 2649426"/>
              <a:gd name="connsiteX94" fmla="*/ 4116925 w 12192000"/>
              <a:gd name="connsiteY94" fmla="*/ 2417756 h 2649426"/>
              <a:gd name="connsiteX95" fmla="*/ 4027169 w 12192000"/>
              <a:gd name="connsiteY95" fmla="*/ 2475399 h 2649426"/>
              <a:gd name="connsiteX96" fmla="*/ 3897799 w 12192000"/>
              <a:gd name="connsiteY96" fmla="*/ 2503049 h 2649426"/>
              <a:gd name="connsiteX97" fmla="*/ 3876619 w 12192000"/>
              <a:gd name="connsiteY97" fmla="*/ 2512804 h 2649426"/>
              <a:gd name="connsiteX98" fmla="*/ 3721493 w 12192000"/>
              <a:gd name="connsiteY98" fmla="*/ 2497646 h 2649426"/>
              <a:gd name="connsiteX99" fmla="*/ 3504883 w 12192000"/>
              <a:gd name="connsiteY99" fmla="*/ 2503869 h 2649426"/>
              <a:gd name="connsiteX100" fmla="*/ 3431219 w 12192000"/>
              <a:gd name="connsiteY100" fmla="*/ 2502163 h 2649426"/>
              <a:gd name="connsiteX101" fmla="*/ 3151243 w 12192000"/>
              <a:gd name="connsiteY101" fmla="*/ 2492405 h 2649426"/>
              <a:gd name="connsiteX102" fmla="*/ 3057639 w 12192000"/>
              <a:gd name="connsiteY102" fmla="*/ 2507988 h 2649426"/>
              <a:gd name="connsiteX103" fmla="*/ 2916555 w 12192000"/>
              <a:gd name="connsiteY103" fmla="*/ 2472028 h 2649426"/>
              <a:gd name="connsiteX104" fmla="*/ 2846802 w 12192000"/>
              <a:gd name="connsiteY104" fmla="*/ 2461014 h 2649426"/>
              <a:gd name="connsiteX105" fmla="*/ 2739588 w 12192000"/>
              <a:gd name="connsiteY105" fmla="*/ 2457956 h 2649426"/>
              <a:gd name="connsiteX106" fmla="*/ 2706684 w 12192000"/>
              <a:gd name="connsiteY106" fmla="*/ 2454540 h 2649426"/>
              <a:gd name="connsiteX107" fmla="*/ 2348435 w 12192000"/>
              <a:gd name="connsiteY107" fmla="*/ 2449176 h 2649426"/>
              <a:gd name="connsiteX108" fmla="*/ 2194299 w 12192000"/>
              <a:gd name="connsiteY108" fmla="*/ 2475215 h 2649426"/>
              <a:gd name="connsiteX109" fmla="*/ 1983009 w 12192000"/>
              <a:gd name="connsiteY109" fmla="*/ 2463117 h 2649426"/>
              <a:gd name="connsiteX110" fmla="*/ 1885040 w 12192000"/>
              <a:gd name="connsiteY110" fmla="*/ 2475917 h 2649426"/>
              <a:gd name="connsiteX111" fmla="*/ 1773324 w 12192000"/>
              <a:gd name="connsiteY111" fmla="*/ 2471718 h 2649426"/>
              <a:gd name="connsiteX112" fmla="*/ 1685197 w 12192000"/>
              <a:gd name="connsiteY112" fmla="*/ 2466249 h 2649426"/>
              <a:gd name="connsiteX113" fmla="*/ 1543732 w 12192000"/>
              <a:gd name="connsiteY113" fmla="*/ 2477865 h 2649426"/>
              <a:gd name="connsiteX114" fmla="*/ 1300369 w 12192000"/>
              <a:gd name="connsiteY114" fmla="*/ 2444914 h 2649426"/>
              <a:gd name="connsiteX115" fmla="*/ 1081876 w 12192000"/>
              <a:gd name="connsiteY115" fmla="*/ 2476491 h 2649426"/>
              <a:gd name="connsiteX116" fmla="*/ 957561 w 12192000"/>
              <a:gd name="connsiteY116" fmla="*/ 2484124 h 2649426"/>
              <a:gd name="connsiteX117" fmla="*/ 822775 w 12192000"/>
              <a:gd name="connsiteY117" fmla="*/ 2542292 h 2649426"/>
              <a:gd name="connsiteX118" fmla="*/ 653171 w 12192000"/>
              <a:gd name="connsiteY118" fmla="*/ 2607266 h 2649426"/>
              <a:gd name="connsiteX119" fmla="*/ 511469 w 12192000"/>
              <a:gd name="connsiteY119" fmla="*/ 2598742 h 2649426"/>
              <a:gd name="connsiteX120" fmla="*/ 441281 w 12192000"/>
              <a:gd name="connsiteY120" fmla="*/ 2605939 h 2649426"/>
              <a:gd name="connsiteX121" fmla="*/ 297100 w 12192000"/>
              <a:gd name="connsiteY121" fmla="*/ 2639558 h 2649426"/>
              <a:gd name="connsiteX122" fmla="*/ 97385 w 12192000"/>
              <a:gd name="connsiteY122" fmla="*/ 2636063 h 2649426"/>
              <a:gd name="connsiteX123" fmla="*/ 48888 w 12192000"/>
              <a:gd name="connsiteY123" fmla="*/ 2641447 h 2649426"/>
              <a:gd name="connsiteX124" fmla="*/ 0 w 12192000"/>
              <a:gd name="connsiteY124" fmla="*/ 2649426 h 2649426"/>
              <a:gd name="connsiteX125" fmla="*/ 0 w 12192000"/>
              <a:gd name="connsiteY125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12533 w 12192000"/>
              <a:gd name="connsiteY4" fmla="*/ 173720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538827 w 12192000"/>
              <a:gd name="connsiteY8" fmla="*/ 1639190 h 2649426"/>
              <a:gd name="connsiteX9" fmla="*/ 11364686 w 12192000"/>
              <a:gd name="connsiteY9" fmla="*/ 1616572 h 2649426"/>
              <a:gd name="connsiteX10" fmla="*/ 11234437 w 12192000"/>
              <a:gd name="connsiteY10" fmla="*/ 1562941 h 2649426"/>
              <a:gd name="connsiteX11" fmla="*/ 11146426 w 12192000"/>
              <a:gd name="connsiteY11" fmla="*/ 1555308 h 2649426"/>
              <a:gd name="connsiteX12" fmla="*/ 10891629 w 12192000"/>
              <a:gd name="connsiteY12" fmla="*/ 1523731 h 2649426"/>
              <a:gd name="connsiteX13" fmla="*/ 10698183 w 12192000"/>
              <a:gd name="connsiteY13" fmla="*/ 1556682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15364 w 12192000"/>
              <a:gd name="connsiteY17" fmla="*/ 1574304 h 2649426"/>
              <a:gd name="connsiteX18" fmla="*/ 10454183 w 12192000"/>
              <a:gd name="connsiteY18" fmla="*/ 1572375 h 2649426"/>
              <a:gd name="connsiteX19" fmla="*/ 10329259 w 12192000"/>
              <a:gd name="connsiteY19" fmla="*/ 1579142 h 2649426"/>
              <a:gd name="connsiteX20" fmla="*/ 10132610 w 12192000"/>
              <a:gd name="connsiteY20" fmla="*/ 1619865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60271 w 12192000"/>
              <a:gd name="connsiteY34" fmla="*/ 1856718 h 2649426"/>
              <a:gd name="connsiteX35" fmla="*/ 8330326 w 12192000"/>
              <a:gd name="connsiteY35" fmla="*/ 1873969 h 2649426"/>
              <a:gd name="connsiteX36" fmla="*/ 8279203 w 12192000"/>
              <a:gd name="connsiteY36" fmla="*/ 1870876 h 2649426"/>
              <a:gd name="connsiteX37" fmla="*/ 8216222 w 12192000"/>
              <a:gd name="connsiteY37" fmla="*/ 1895553 h 2649426"/>
              <a:gd name="connsiteX38" fmla="*/ 8119712 w 12192000"/>
              <a:gd name="connsiteY38" fmla="*/ 1947916 h 2649426"/>
              <a:gd name="connsiteX39" fmla="*/ 8081930 w 12192000"/>
              <a:gd name="connsiteY39" fmla="*/ 1940372 h 2649426"/>
              <a:gd name="connsiteX40" fmla="*/ 8043728 w 12192000"/>
              <a:gd name="connsiteY40" fmla="*/ 1944200 h 2649426"/>
              <a:gd name="connsiteX41" fmla="*/ 7958999 w 12192000"/>
              <a:gd name="connsiteY41" fmla="*/ 1980667 h 2649426"/>
              <a:gd name="connsiteX42" fmla="*/ 7908348 w 12192000"/>
              <a:gd name="connsiteY42" fmla="*/ 1994348 h 2649426"/>
              <a:gd name="connsiteX43" fmla="*/ 7771932 w 12192000"/>
              <a:gd name="connsiteY43" fmla="*/ 2039701 h 2649426"/>
              <a:gd name="connsiteX44" fmla="*/ 7579180 w 12192000"/>
              <a:gd name="connsiteY44" fmla="*/ 2150519 h 2649426"/>
              <a:gd name="connsiteX45" fmla="*/ 7571467 w 12192000"/>
              <a:gd name="connsiteY45" fmla="*/ 2153548 h 2649426"/>
              <a:gd name="connsiteX46" fmla="*/ 7549398 w 12192000"/>
              <a:gd name="connsiteY46" fmla="*/ 2153051 h 2649426"/>
              <a:gd name="connsiteX47" fmla="*/ 7540934 w 12192000"/>
              <a:gd name="connsiteY47" fmla="*/ 2151418 h 2649426"/>
              <a:gd name="connsiteX48" fmla="*/ 7528900 w 12192000"/>
              <a:gd name="connsiteY48" fmla="*/ 2152107 h 2649426"/>
              <a:gd name="connsiteX49" fmla="*/ 7528656 w 12192000"/>
              <a:gd name="connsiteY49" fmla="*/ 2152584 h 2649426"/>
              <a:gd name="connsiteX50" fmla="*/ 7517280 w 12192000"/>
              <a:gd name="connsiteY50" fmla="*/ 2152327 h 2649426"/>
              <a:gd name="connsiteX51" fmla="*/ 7460956 w 12192000"/>
              <a:gd name="connsiteY51" fmla="*/ 2145255 h 2649426"/>
              <a:gd name="connsiteX52" fmla="*/ 7393117 w 12192000"/>
              <a:gd name="connsiteY52" fmla="*/ 2193066 h 2649426"/>
              <a:gd name="connsiteX53" fmla="*/ 7363846 w 12192000"/>
              <a:gd name="connsiteY53" fmla="*/ 2202297 h 2649426"/>
              <a:gd name="connsiteX54" fmla="*/ 7348496 w 12192000"/>
              <a:gd name="connsiteY54" fmla="*/ 2209686 h 2649426"/>
              <a:gd name="connsiteX55" fmla="*/ 7338648 w 12192000"/>
              <a:gd name="connsiteY55" fmla="*/ 2198119 h 2649426"/>
              <a:gd name="connsiteX56" fmla="*/ 7293703 w 12192000"/>
              <a:gd name="connsiteY56" fmla="*/ 2204721 h 2649426"/>
              <a:gd name="connsiteX57" fmla="*/ 7286955 w 12192000"/>
              <a:gd name="connsiteY57" fmla="*/ 2207494 h 2649426"/>
              <a:gd name="connsiteX58" fmla="*/ 7251199 w 12192000"/>
              <a:gd name="connsiteY58" fmla="*/ 2198184 h 2649426"/>
              <a:gd name="connsiteX59" fmla="*/ 7233016 w 12192000"/>
              <a:gd name="connsiteY59" fmla="*/ 2195902 h 2649426"/>
              <a:gd name="connsiteX60" fmla="*/ 7227281 w 12192000"/>
              <a:gd name="connsiteY60" fmla="*/ 2190042 h 2649426"/>
              <a:gd name="connsiteX61" fmla="*/ 7200745 w 12192000"/>
              <a:gd name="connsiteY61" fmla="*/ 2189321 h 2649426"/>
              <a:gd name="connsiteX62" fmla="*/ 7197924 w 12192000"/>
              <a:gd name="connsiteY62" fmla="*/ 2191205 h 2649426"/>
              <a:gd name="connsiteX63" fmla="*/ 7175198 w 12192000"/>
              <a:gd name="connsiteY63" fmla="*/ 2183294 h 2649426"/>
              <a:gd name="connsiteX64" fmla="*/ 7100681 w 12192000"/>
              <a:gd name="connsiteY64" fmla="*/ 2167822 h 2649426"/>
              <a:gd name="connsiteX65" fmla="*/ 6932665 w 12192000"/>
              <a:gd name="connsiteY65" fmla="*/ 2162157 h 2649426"/>
              <a:gd name="connsiteX66" fmla="*/ 6700029 w 12192000"/>
              <a:gd name="connsiteY66" fmla="*/ 2158310 h 2649426"/>
              <a:gd name="connsiteX67" fmla="*/ 6326162 w 12192000"/>
              <a:gd name="connsiteY67" fmla="*/ 2178632 h 2649426"/>
              <a:gd name="connsiteX68" fmla="*/ 6196177 w 12192000"/>
              <a:gd name="connsiteY68" fmla="*/ 2200059 h 2649426"/>
              <a:gd name="connsiteX69" fmla="*/ 6139086 w 12192000"/>
              <a:gd name="connsiteY69" fmla="*/ 2187339 h 2649426"/>
              <a:gd name="connsiteX70" fmla="*/ 6098878 w 12192000"/>
              <a:gd name="connsiteY70" fmla="*/ 2192939 h 2649426"/>
              <a:gd name="connsiteX71" fmla="*/ 6094339 w 12192000"/>
              <a:gd name="connsiteY71" fmla="*/ 2195871 h 2649426"/>
              <a:gd name="connsiteX72" fmla="*/ 6075163 w 12192000"/>
              <a:gd name="connsiteY72" fmla="*/ 2198856 h 2649426"/>
              <a:gd name="connsiteX73" fmla="*/ 6071016 w 12192000"/>
              <a:gd name="connsiteY73" fmla="*/ 2210639 h 2649426"/>
              <a:gd name="connsiteX74" fmla="*/ 6043058 w 12192000"/>
              <a:gd name="connsiteY74" fmla="*/ 2222971 h 2649426"/>
              <a:gd name="connsiteX75" fmla="*/ 5962031 w 12192000"/>
              <a:gd name="connsiteY75" fmla="*/ 2220873 h 2649426"/>
              <a:gd name="connsiteX76" fmla="*/ 5836800 w 12192000"/>
              <a:gd name="connsiteY76" fmla="*/ 2224771 h 2649426"/>
              <a:gd name="connsiteX77" fmla="*/ 5735414 w 12192000"/>
              <a:gd name="connsiteY77" fmla="*/ 2231366 h 2649426"/>
              <a:gd name="connsiteX78" fmla="*/ 5697982 w 12192000"/>
              <a:gd name="connsiteY78" fmla="*/ 2244836 h 2649426"/>
              <a:gd name="connsiteX79" fmla="*/ 5644981 w 12192000"/>
              <a:gd name="connsiteY79" fmla="*/ 2256274 h 2649426"/>
              <a:gd name="connsiteX80" fmla="*/ 5547744 w 12192000"/>
              <a:gd name="connsiteY80" fmla="*/ 2271333 h 2649426"/>
              <a:gd name="connsiteX81" fmla="*/ 5426280 w 12192000"/>
              <a:gd name="connsiteY81" fmla="*/ 2290560 h 2649426"/>
              <a:gd name="connsiteX82" fmla="*/ 5329896 w 12192000"/>
              <a:gd name="connsiteY82" fmla="*/ 2279209 h 2649426"/>
              <a:gd name="connsiteX83" fmla="*/ 5322508 w 12192000"/>
              <a:gd name="connsiteY83" fmla="*/ 2288005 h 2649426"/>
              <a:gd name="connsiteX84" fmla="*/ 5194705 w 12192000"/>
              <a:gd name="connsiteY84" fmla="*/ 2285938 h 2649426"/>
              <a:gd name="connsiteX85" fmla="*/ 5027899 w 12192000"/>
              <a:gd name="connsiteY85" fmla="*/ 2242653 h 2649426"/>
              <a:gd name="connsiteX86" fmla="*/ 4902443 w 12192000"/>
              <a:gd name="connsiteY86" fmla="*/ 2249037 h 2649426"/>
              <a:gd name="connsiteX87" fmla="*/ 4858751 w 12192000"/>
              <a:gd name="connsiteY87" fmla="*/ 2260409 h 2649426"/>
              <a:gd name="connsiteX88" fmla="*/ 4785497 w 12192000"/>
              <a:gd name="connsiteY88" fmla="*/ 2278897 h 2649426"/>
              <a:gd name="connsiteX89" fmla="*/ 4732807 w 12192000"/>
              <a:gd name="connsiteY89" fmla="*/ 2315139 h 2649426"/>
              <a:gd name="connsiteX90" fmla="*/ 4670737 w 12192000"/>
              <a:gd name="connsiteY90" fmla="*/ 2321711 h 2649426"/>
              <a:gd name="connsiteX91" fmla="*/ 4489013 w 12192000"/>
              <a:gd name="connsiteY91" fmla="*/ 2338805 h 2649426"/>
              <a:gd name="connsiteX92" fmla="*/ 4431159 w 12192000"/>
              <a:gd name="connsiteY92" fmla="*/ 2347536 h 2649426"/>
              <a:gd name="connsiteX93" fmla="*/ 4273885 w 12192000"/>
              <a:gd name="connsiteY93" fmla="*/ 2379520 h 2649426"/>
              <a:gd name="connsiteX94" fmla="*/ 4116925 w 12192000"/>
              <a:gd name="connsiteY94" fmla="*/ 2417756 h 2649426"/>
              <a:gd name="connsiteX95" fmla="*/ 4027169 w 12192000"/>
              <a:gd name="connsiteY95" fmla="*/ 2475399 h 2649426"/>
              <a:gd name="connsiteX96" fmla="*/ 3897799 w 12192000"/>
              <a:gd name="connsiteY96" fmla="*/ 2503049 h 2649426"/>
              <a:gd name="connsiteX97" fmla="*/ 3876619 w 12192000"/>
              <a:gd name="connsiteY97" fmla="*/ 2512804 h 2649426"/>
              <a:gd name="connsiteX98" fmla="*/ 3721493 w 12192000"/>
              <a:gd name="connsiteY98" fmla="*/ 2497646 h 2649426"/>
              <a:gd name="connsiteX99" fmla="*/ 3504883 w 12192000"/>
              <a:gd name="connsiteY99" fmla="*/ 2503869 h 2649426"/>
              <a:gd name="connsiteX100" fmla="*/ 3431219 w 12192000"/>
              <a:gd name="connsiteY100" fmla="*/ 2502163 h 2649426"/>
              <a:gd name="connsiteX101" fmla="*/ 3151243 w 12192000"/>
              <a:gd name="connsiteY101" fmla="*/ 2492405 h 2649426"/>
              <a:gd name="connsiteX102" fmla="*/ 3057639 w 12192000"/>
              <a:gd name="connsiteY102" fmla="*/ 2507988 h 2649426"/>
              <a:gd name="connsiteX103" fmla="*/ 2916555 w 12192000"/>
              <a:gd name="connsiteY103" fmla="*/ 2472028 h 2649426"/>
              <a:gd name="connsiteX104" fmla="*/ 2846802 w 12192000"/>
              <a:gd name="connsiteY104" fmla="*/ 2461014 h 2649426"/>
              <a:gd name="connsiteX105" fmla="*/ 2739588 w 12192000"/>
              <a:gd name="connsiteY105" fmla="*/ 2457956 h 2649426"/>
              <a:gd name="connsiteX106" fmla="*/ 2706684 w 12192000"/>
              <a:gd name="connsiteY106" fmla="*/ 2454540 h 2649426"/>
              <a:gd name="connsiteX107" fmla="*/ 2348435 w 12192000"/>
              <a:gd name="connsiteY107" fmla="*/ 2449176 h 2649426"/>
              <a:gd name="connsiteX108" fmla="*/ 2194299 w 12192000"/>
              <a:gd name="connsiteY108" fmla="*/ 2475215 h 2649426"/>
              <a:gd name="connsiteX109" fmla="*/ 1983009 w 12192000"/>
              <a:gd name="connsiteY109" fmla="*/ 2463117 h 2649426"/>
              <a:gd name="connsiteX110" fmla="*/ 1885040 w 12192000"/>
              <a:gd name="connsiteY110" fmla="*/ 2475917 h 2649426"/>
              <a:gd name="connsiteX111" fmla="*/ 1773324 w 12192000"/>
              <a:gd name="connsiteY111" fmla="*/ 2471718 h 2649426"/>
              <a:gd name="connsiteX112" fmla="*/ 1685197 w 12192000"/>
              <a:gd name="connsiteY112" fmla="*/ 2466249 h 2649426"/>
              <a:gd name="connsiteX113" fmla="*/ 1543732 w 12192000"/>
              <a:gd name="connsiteY113" fmla="*/ 2477865 h 2649426"/>
              <a:gd name="connsiteX114" fmla="*/ 1300369 w 12192000"/>
              <a:gd name="connsiteY114" fmla="*/ 2444914 h 2649426"/>
              <a:gd name="connsiteX115" fmla="*/ 1081876 w 12192000"/>
              <a:gd name="connsiteY115" fmla="*/ 2476491 h 2649426"/>
              <a:gd name="connsiteX116" fmla="*/ 957561 w 12192000"/>
              <a:gd name="connsiteY116" fmla="*/ 2484124 h 2649426"/>
              <a:gd name="connsiteX117" fmla="*/ 822775 w 12192000"/>
              <a:gd name="connsiteY117" fmla="*/ 2542292 h 2649426"/>
              <a:gd name="connsiteX118" fmla="*/ 653171 w 12192000"/>
              <a:gd name="connsiteY118" fmla="*/ 2607266 h 2649426"/>
              <a:gd name="connsiteX119" fmla="*/ 511469 w 12192000"/>
              <a:gd name="connsiteY119" fmla="*/ 2598742 h 2649426"/>
              <a:gd name="connsiteX120" fmla="*/ 441281 w 12192000"/>
              <a:gd name="connsiteY120" fmla="*/ 2605939 h 2649426"/>
              <a:gd name="connsiteX121" fmla="*/ 297100 w 12192000"/>
              <a:gd name="connsiteY121" fmla="*/ 2639558 h 2649426"/>
              <a:gd name="connsiteX122" fmla="*/ 97385 w 12192000"/>
              <a:gd name="connsiteY122" fmla="*/ 2636063 h 2649426"/>
              <a:gd name="connsiteX123" fmla="*/ 48888 w 12192000"/>
              <a:gd name="connsiteY123" fmla="*/ 2641447 h 2649426"/>
              <a:gd name="connsiteX124" fmla="*/ 0 w 12192000"/>
              <a:gd name="connsiteY124" fmla="*/ 2649426 h 2649426"/>
              <a:gd name="connsiteX125" fmla="*/ 0 w 12192000"/>
              <a:gd name="connsiteY125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12533 w 12192000"/>
              <a:gd name="connsiteY4" fmla="*/ 173720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538827 w 12192000"/>
              <a:gd name="connsiteY8" fmla="*/ 1639190 h 2649426"/>
              <a:gd name="connsiteX9" fmla="*/ 11364686 w 12192000"/>
              <a:gd name="connsiteY9" fmla="*/ 1616572 h 2649426"/>
              <a:gd name="connsiteX10" fmla="*/ 11234437 w 12192000"/>
              <a:gd name="connsiteY10" fmla="*/ 1562941 h 2649426"/>
              <a:gd name="connsiteX11" fmla="*/ 11146426 w 12192000"/>
              <a:gd name="connsiteY11" fmla="*/ 1555308 h 2649426"/>
              <a:gd name="connsiteX12" fmla="*/ 10891629 w 12192000"/>
              <a:gd name="connsiteY12" fmla="*/ 1523731 h 2649426"/>
              <a:gd name="connsiteX13" fmla="*/ 10698183 w 12192000"/>
              <a:gd name="connsiteY13" fmla="*/ 1556682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15364 w 12192000"/>
              <a:gd name="connsiteY17" fmla="*/ 1574304 h 2649426"/>
              <a:gd name="connsiteX18" fmla="*/ 10454183 w 12192000"/>
              <a:gd name="connsiteY18" fmla="*/ 1572375 h 2649426"/>
              <a:gd name="connsiteX19" fmla="*/ 10329259 w 12192000"/>
              <a:gd name="connsiteY19" fmla="*/ 1579142 h 2649426"/>
              <a:gd name="connsiteX20" fmla="*/ 10128072 w 12192000"/>
              <a:gd name="connsiteY20" fmla="*/ 1610789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60271 w 12192000"/>
              <a:gd name="connsiteY34" fmla="*/ 1856718 h 2649426"/>
              <a:gd name="connsiteX35" fmla="*/ 8330326 w 12192000"/>
              <a:gd name="connsiteY35" fmla="*/ 1873969 h 2649426"/>
              <a:gd name="connsiteX36" fmla="*/ 8279203 w 12192000"/>
              <a:gd name="connsiteY36" fmla="*/ 1870876 h 2649426"/>
              <a:gd name="connsiteX37" fmla="*/ 8216222 w 12192000"/>
              <a:gd name="connsiteY37" fmla="*/ 1895553 h 2649426"/>
              <a:gd name="connsiteX38" fmla="*/ 8119712 w 12192000"/>
              <a:gd name="connsiteY38" fmla="*/ 1947916 h 2649426"/>
              <a:gd name="connsiteX39" fmla="*/ 8081930 w 12192000"/>
              <a:gd name="connsiteY39" fmla="*/ 1940372 h 2649426"/>
              <a:gd name="connsiteX40" fmla="*/ 8043728 w 12192000"/>
              <a:gd name="connsiteY40" fmla="*/ 1944200 h 2649426"/>
              <a:gd name="connsiteX41" fmla="*/ 7958999 w 12192000"/>
              <a:gd name="connsiteY41" fmla="*/ 1980667 h 2649426"/>
              <a:gd name="connsiteX42" fmla="*/ 7908348 w 12192000"/>
              <a:gd name="connsiteY42" fmla="*/ 1994348 h 2649426"/>
              <a:gd name="connsiteX43" fmla="*/ 7771932 w 12192000"/>
              <a:gd name="connsiteY43" fmla="*/ 2039701 h 2649426"/>
              <a:gd name="connsiteX44" fmla="*/ 7579180 w 12192000"/>
              <a:gd name="connsiteY44" fmla="*/ 2150519 h 2649426"/>
              <a:gd name="connsiteX45" fmla="*/ 7571467 w 12192000"/>
              <a:gd name="connsiteY45" fmla="*/ 2153548 h 2649426"/>
              <a:gd name="connsiteX46" fmla="*/ 7549398 w 12192000"/>
              <a:gd name="connsiteY46" fmla="*/ 2153051 h 2649426"/>
              <a:gd name="connsiteX47" fmla="*/ 7540934 w 12192000"/>
              <a:gd name="connsiteY47" fmla="*/ 2151418 h 2649426"/>
              <a:gd name="connsiteX48" fmla="*/ 7528900 w 12192000"/>
              <a:gd name="connsiteY48" fmla="*/ 2152107 h 2649426"/>
              <a:gd name="connsiteX49" fmla="*/ 7528656 w 12192000"/>
              <a:gd name="connsiteY49" fmla="*/ 2152584 h 2649426"/>
              <a:gd name="connsiteX50" fmla="*/ 7517280 w 12192000"/>
              <a:gd name="connsiteY50" fmla="*/ 2152327 h 2649426"/>
              <a:gd name="connsiteX51" fmla="*/ 7460956 w 12192000"/>
              <a:gd name="connsiteY51" fmla="*/ 2145255 h 2649426"/>
              <a:gd name="connsiteX52" fmla="*/ 7393117 w 12192000"/>
              <a:gd name="connsiteY52" fmla="*/ 2193066 h 2649426"/>
              <a:gd name="connsiteX53" fmla="*/ 7363846 w 12192000"/>
              <a:gd name="connsiteY53" fmla="*/ 2202297 h 2649426"/>
              <a:gd name="connsiteX54" fmla="*/ 7348496 w 12192000"/>
              <a:gd name="connsiteY54" fmla="*/ 2209686 h 2649426"/>
              <a:gd name="connsiteX55" fmla="*/ 7338648 w 12192000"/>
              <a:gd name="connsiteY55" fmla="*/ 2198119 h 2649426"/>
              <a:gd name="connsiteX56" fmla="*/ 7293703 w 12192000"/>
              <a:gd name="connsiteY56" fmla="*/ 2204721 h 2649426"/>
              <a:gd name="connsiteX57" fmla="*/ 7286955 w 12192000"/>
              <a:gd name="connsiteY57" fmla="*/ 2207494 h 2649426"/>
              <a:gd name="connsiteX58" fmla="*/ 7251199 w 12192000"/>
              <a:gd name="connsiteY58" fmla="*/ 2198184 h 2649426"/>
              <a:gd name="connsiteX59" fmla="*/ 7233016 w 12192000"/>
              <a:gd name="connsiteY59" fmla="*/ 2195902 h 2649426"/>
              <a:gd name="connsiteX60" fmla="*/ 7227281 w 12192000"/>
              <a:gd name="connsiteY60" fmla="*/ 2190042 h 2649426"/>
              <a:gd name="connsiteX61" fmla="*/ 7200745 w 12192000"/>
              <a:gd name="connsiteY61" fmla="*/ 2189321 h 2649426"/>
              <a:gd name="connsiteX62" fmla="*/ 7197924 w 12192000"/>
              <a:gd name="connsiteY62" fmla="*/ 2191205 h 2649426"/>
              <a:gd name="connsiteX63" fmla="*/ 7175198 w 12192000"/>
              <a:gd name="connsiteY63" fmla="*/ 2183294 h 2649426"/>
              <a:gd name="connsiteX64" fmla="*/ 7100681 w 12192000"/>
              <a:gd name="connsiteY64" fmla="*/ 2167822 h 2649426"/>
              <a:gd name="connsiteX65" fmla="*/ 6932665 w 12192000"/>
              <a:gd name="connsiteY65" fmla="*/ 2162157 h 2649426"/>
              <a:gd name="connsiteX66" fmla="*/ 6700029 w 12192000"/>
              <a:gd name="connsiteY66" fmla="*/ 2158310 h 2649426"/>
              <a:gd name="connsiteX67" fmla="*/ 6326162 w 12192000"/>
              <a:gd name="connsiteY67" fmla="*/ 2178632 h 2649426"/>
              <a:gd name="connsiteX68" fmla="*/ 6196177 w 12192000"/>
              <a:gd name="connsiteY68" fmla="*/ 2200059 h 2649426"/>
              <a:gd name="connsiteX69" fmla="*/ 6139086 w 12192000"/>
              <a:gd name="connsiteY69" fmla="*/ 2187339 h 2649426"/>
              <a:gd name="connsiteX70" fmla="*/ 6098878 w 12192000"/>
              <a:gd name="connsiteY70" fmla="*/ 2192939 h 2649426"/>
              <a:gd name="connsiteX71" fmla="*/ 6094339 w 12192000"/>
              <a:gd name="connsiteY71" fmla="*/ 2195871 h 2649426"/>
              <a:gd name="connsiteX72" fmla="*/ 6075163 w 12192000"/>
              <a:gd name="connsiteY72" fmla="*/ 2198856 h 2649426"/>
              <a:gd name="connsiteX73" fmla="*/ 6071016 w 12192000"/>
              <a:gd name="connsiteY73" fmla="*/ 2210639 h 2649426"/>
              <a:gd name="connsiteX74" fmla="*/ 6043058 w 12192000"/>
              <a:gd name="connsiteY74" fmla="*/ 2222971 h 2649426"/>
              <a:gd name="connsiteX75" fmla="*/ 5962031 w 12192000"/>
              <a:gd name="connsiteY75" fmla="*/ 2220873 h 2649426"/>
              <a:gd name="connsiteX76" fmla="*/ 5836800 w 12192000"/>
              <a:gd name="connsiteY76" fmla="*/ 2224771 h 2649426"/>
              <a:gd name="connsiteX77" fmla="*/ 5735414 w 12192000"/>
              <a:gd name="connsiteY77" fmla="*/ 2231366 h 2649426"/>
              <a:gd name="connsiteX78" fmla="*/ 5697982 w 12192000"/>
              <a:gd name="connsiteY78" fmla="*/ 2244836 h 2649426"/>
              <a:gd name="connsiteX79" fmla="*/ 5644981 w 12192000"/>
              <a:gd name="connsiteY79" fmla="*/ 2256274 h 2649426"/>
              <a:gd name="connsiteX80" fmla="*/ 5547744 w 12192000"/>
              <a:gd name="connsiteY80" fmla="*/ 2271333 h 2649426"/>
              <a:gd name="connsiteX81" fmla="*/ 5426280 w 12192000"/>
              <a:gd name="connsiteY81" fmla="*/ 2290560 h 2649426"/>
              <a:gd name="connsiteX82" fmla="*/ 5329896 w 12192000"/>
              <a:gd name="connsiteY82" fmla="*/ 2279209 h 2649426"/>
              <a:gd name="connsiteX83" fmla="*/ 5322508 w 12192000"/>
              <a:gd name="connsiteY83" fmla="*/ 2288005 h 2649426"/>
              <a:gd name="connsiteX84" fmla="*/ 5194705 w 12192000"/>
              <a:gd name="connsiteY84" fmla="*/ 2285938 h 2649426"/>
              <a:gd name="connsiteX85" fmla="*/ 5027899 w 12192000"/>
              <a:gd name="connsiteY85" fmla="*/ 2242653 h 2649426"/>
              <a:gd name="connsiteX86" fmla="*/ 4902443 w 12192000"/>
              <a:gd name="connsiteY86" fmla="*/ 2249037 h 2649426"/>
              <a:gd name="connsiteX87" fmla="*/ 4858751 w 12192000"/>
              <a:gd name="connsiteY87" fmla="*/ 2260409 h 2649426"/>
              <a:gd name="connsiteX88" fmla="*/ 4785497 w 12192000"/>
              <a:gd name="connsiteY88" fmla="*/ 2278897 h 2649426"/>
              <a:gd name="connsiteX89" fmla="*/ 4732807 w 12192000"/>
              <a:gd name="connsiteY89" fmla="*/ 2315139 h 2649426"/>
              <a:gd name="connsiteX90" fmla="*/ 4670737 w 12192000"/>
              <a:gd name="connsiteY90" fmla="*/ 2321711 h 2649426"/>
              <a:gd name="connsiteX91" fmla="*/ 4489013 w 12192000"/>
              <a:gd name="connsiteY91" fmla="*/ 2338805 h 2649426"/>
              <a:gd name="connsiteX92" fmla="*/ 4431159 w 12192000"/>
              <a:gd name="connsiteY92" fmla="*/ 2347536 h 2649426"/>
              <a:gd name="connsiteX93" fmla="*/ 4273885 w 12192000"/>
              <a:gd name="connsiteY93" fmla="*/ 2379520 h 2649426"/>
              <a:gd name="connsiteX94" fmla="*/ 4116925 w 12192000"/>
              <a:gd name="connsiteY94" fmla="*/ 2417756 h 2649426"/>
              <a:gd name="connsiteX95" fmla="*/ 4027169 w 12192000"/>
              <a:gd name="connsiteY95" fmla="*/ 2475399 h 2649426"/>
              <a:gd name="connsiteX96" fmla="*/ 3897799 w 12192000"/>
              <a:gd name="connsiteY96" fmla="*/ 2503049 h 2649426"/>
              <a:gd name="connsiteX97" fmla="*/ 3876619 w 12192000"/>
              <a:gd name="connsiteY97" fmla="*/ 2512804 h 2649426"/>
              <a:gd name="connsiteX98" fmla="*/ 3721493 w 12192000"/>
              <a:gd name="connsiteY98" fmla="*/ 2497646 h 2649426"/>
              <a:gd name="connsiteX99" fmla="*/ 3504883 w 12192000"/>
              <a:gd name="connsiteY99" fmla="*/ 2503869 h 2649426"/>
              <a:gd name="connsiteX100" fmla="*/ 3431219 w 12192000"/>
              <a:gd name="connsiteY100" fmla="*/ 2502163 h 2649426"/>
              <a:gd name="connsiteX101" fmla="*/ 3151243 w 12192000"/>
              <a:gd name="connsiteY101" fmla="*/ 2492405 h 2649426"/>
              <a:gd name="connsiteX102" fmla="*/ 3057639 w 12192000"/>
              <a:gd name="connsiteY102" fmla="*/ 2507988 h 2649426"/>
              <a:gd name="connsiteX103" fmla="*/ 2916555 w 12192000"/>
              <a:gd name="connsiteY103" fmla="*/ 2472028 h 2649426"/>
              <a:gd name="connsiteX104" fmla="*/ 2846802 w 12192000"/>
              <a:gd name="connsiteY104" fmla="*/ 2461014 h 2649426"/>
              <a:gd name="connsiteX105" fmla="*/ 2739588 w 12192000"/>
              <a:gd name="connsiteY105" fmla="*/ 2457956 h 2649426"/>
              <a:gd name="connsiteX106" fmla="*/ 2706684 w 12192000"/>
              <a:gd name="connsiteY106" fmla="*/ 2454540 h 2649426"/>
              <a:gd name="connsiteX107" fmla="*/ 2348435 w 12192000"/>
              <a:gd name="connsiteY107" fmla="*/ 2449176 h 2649426"/>
              <a:gd name="connsiteX108" fmla="*/ 2194299 w 12192000"/>
              <a:gd name="connsiteY108" fmla="*/ 2475215 h 2649426"/>
              <a:gd name="connsiteX109" fmla="*/ 1983009 w 12192000"/>
              <a:gd name="connsiteY109" fmla="*/ 2463117 h 2649426"/>
              <a:gd name="connsiteX110" fmla="*/ 1885040 w 12192000"/>
              <a:gd name="connsiteY110" fmla="*/ 2475917 h 2649426"/>
              <a:gd name="connsiteX111" fmla="*/ 1773324 w 12192000"/>
              <a:gd name="connsiteY111" fmla="*/ 2471718 h 2649426"/>
              <a:gd name="connsiteX112" fmla="*/ 1685197 w 12192000"/>
              <a:gd name="connsiteY112" fmla="*/ 2466249 h 2649426"/>
              <a:gd name="connsiteX113" fmla="*/ 1543732 w 12192000"/>
              <a:gd name="connsiteY113" fmla="*/ 2477865 h 2649426"/>
              <a:gd name="connsiteX114" fmla="*/ 1300369 w 12192000"/>
              <a:gd name="connsiteY114" fmla="*/ 2444914 h 2649426"/>
              <a:gd name="connsiteX115" fmla="*/ 1081876 w 12192000"/>
              <a:gd name="connsiteY115" fmla="*/ 2476491 h 2649426"/>
              <a:gd name="connsiteX116" fmla="*/ 957561 w 12192000"/>
              <a:gd name="connsiteY116" fmla="*/ 2484124 h 2649426"/>
              <a:gd name="connsiteX117" fmla="*/ 822775 w 12192000"/>
              <a:gd name="connsiteY117" fmla="*/ 2542292 h 2649426"/>
              <a:gd name="connsiteX118" fmla="*/ 653171 w 12192000"/>
              <a:gd name="connsiteY118" fmla="*/ 2607266 h 2649426"/>
              <a:gd name="connsiteX119" fmla="*/ 511469 w 12192000"/>
              <a:gd name="connsiteY119" fmla="*/ 2598742 h 2649426"/>
              <a:gd name="connsiteX120" fmla="*/ 441281 w 12192000"/>
              <a:gd name="connsiteY120" fmla="*/ 2605939 h 2649426"/>
              <a:gd name="connsiteX121" fmla="*/ 297100 w 12192000"/>
              <a:gd name="connsiteY121" fmla="*/ 2639558 h 2649426"/>
              <a:gd name="connsiteX122" fmla="*/ 97385 w 12192000"/>
              <a:gd name="connsiteY122" fmla="*/ 2636063 h 2649426"/>
              <a:gd name="connsiteX123" fmla="*/ 48888 w 12192000"/>
              <a:gd name="connsiteY123" fmla="*/ 2641447 h 2649426"/>
              <a:gd name="connsiteX124" fmla="*/ 0 w 12192000"/>
              <a:gd name="connsiteY124" fmla="*/ 2649426 h 2649426"/>
              <a:gd name="connsiteX125" fmla="*/ 0 w 12192000"/>
              <a:gd name="connsiteY125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12533 w 12192000"/>
              <a:gd name="connsiteY4" fmla="*/ 173720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538827 w 12192000"/>
              <a:gd name="connsiteY8" fmla="*/ 1639190 h 2649426"/>
              <a:gd name="connsiteX9" fmla="*/ 11364686 w 12192000"/>
              <a:gd name="connsiteY9" fmla="*/ 1616572 h 2649426"/>
              <a:gd name="connsiteX10" fmla="*/ 11193595 w 12192000"/>
              <a:gd name="connsiteY10" fmla="*/ 1558403 h 2649426"/>
              <a:gd name="connsiteX11" fmla="*/ 11146426 w 12192000"/>
              <a:gd name="connsiteY11" fmla="*/ 1555308 h 2649426"/>
              <a:gd name="connsiteX12" fmla="*/ 10891629 w 12192000"/>
              <a:gd name="connsiteY12" fmla="*/ 1523731 h 2649426"/>
              <a:gd name="connsiteX13" fmla="*/ 10698183 w 12192000"/>
              <a:gd name="connsiteY13" fmla="*/ 1556682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15364 w 12192000"/>
              <a:gd name="connsiteY17" fmla="*/ 1574304 h 2649426"/>
              <a:gd name="connsiteX18" fmla="*/ 10454183 w 12192000"/>
              <a:gd name="connsiteY18" fmla="*/ 1572375 h 2649426"/>
              <a:gd name="connsiteX19" fmla="*/ 10329259 w 12192000"/>
              <a:gd name="connsiteY19" fmla="*/ 1579142 h 2649426"/>
              <a:gd name="connsiteX20" fmla="*/ 10128072 w 12192000"/>
              <a:gd name="connsiteY20" fmla="*/ 1610789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60271 w 12192000"/>
              <a:gd name="connsiteY34" fmla="*/ 1856718 h 2649426"/>
              <a:gd name="connsiteX35" fmla="*/ 8330326 w 12192000"/>
              <a:gd name="connsiteY35" fmla="*/ 1873969 h 2649426"/>
              <a:gd name="connsiteX36" fmla="*/ 8279203 w 12192000"/>
              <a:gd name="connsiteY36" fmla="*/ 1870876 h 2649426"/>
              <a:gd name="connsiteX37" fmla="*/ 8216222 w 12192000"/>
              <a:gd name="connsiteY37" fmla="*/ 1895553 h 2649426"/>
              <a:gd name="connsiteX38" fmla="*/ 8119712 w 12192000"/>
              <a:gd name="connsiteY38" fmla="*/ 1947916 h 2649426"/>
              <a:gd name="connsiteX39" fmla="*/ 8081930 w 12192000"/>
              <a:gd name="connsiteY39" fmla="*/ 1940372 h 2649426"/>
              <a:gd name="connsiteX40" fmla="*/ 8043728 w 12192000"/>
              <a:gd name="connsiteY40" fmla="*/ 1944200 h 2649426"/>
              <a:gd name="connsiteX41" fmla="*/ 7958999 w 12192000"/>
              <a:gd name="connsiteY41" fmla="*/ 1980667 h 2649426"/>
              <a:gd name="connsiteX42" fmla="*/ 7908348 w 12192000"/>
              <a:gd name="connsiteY42" fmla="*/ 1994348 h 2649426"/>
              <a:gd name="connsiteX43" fmla="*/ 7771932 w 12192000"/>
              <a:gd name="connsiteY43" fmla="*/ 2039701 h 2649426"/>
              <a:gd name="connsiteX44" fmla="*/ 7579180 w 12192000"/>
              <a:gd name="connsiteY44" fmla="*/ 2150519 h 2649426"/>
              <a:gd name="connsiteX45" fmla="*/ 7571467 w 12192000"/>
              <a:gd name="connsiteY45" fmla="*/ 2153548 h 2649426"/>
              <a:gd name="connsiteX46" fmla="*/ 7549398 w 12192000"/>
              <a:gd name="connsiteY46" fmla="*/ 2153051 h 2649426"/>
              <a:gd name="connsiteX47" fmla="*/ 7540934 w 12192000"/>
              <a:gd name="connsiteY47" fmla="*/ 2151418 h 2649426"/>
              <a:gd name="connsiteX48" fmla="*/ 7528900 w 12192000"/>
              <a:gd name="connsiteY48" fmla="*/ 2152107 h 2649426"/>
              <a:gd name="connsiteX49" fmla="*/ 7528656 w 12192000"/>
              <a:gd name="connsiteY49" fmla="*/ 2152584 h 2649426"/>
              <a:gd name="connsiteX50" fmla="*/ 7517280 w 12192000"/>
              <a:gd name="connsiteY50" fmla="*/ 2152327 h 2649426"/>
              <a:gd name="connsiteX51" fmla="*/ 7460956 w 12192000"/>
              <a:gd name="connsiteY51" fmla="*/ 2145255 h 2649426"/>
              <a:gd name="connsiteX52" fmla="*/ 7393117 w 12192000"/>
              <a:gd name="connsiteY52" fmla="*/ 2193066 h 2649426"/>
              <a:gd name="connsiteX53" fmla="*/ 7363846 w 12192000"/>
              <a:gd name="connsiteY53" fmla="*/ 2202297 h 2649426"/>
              <a:gd name="connsiteX54" fmla="*/ 7348496 w 12192000"/>
              <a:gd name="connsiteY54" fmla="*/ 2209686 h 2649426"/>
              <a:gd name="connsiteX55" fmla="*/ 7338648 w 12192000"/>
              <a:gd name="connsiteY55" fmla="*/ 2198119 h 2649426"/>
              <a:gd name="connsiteX56" fmla="*/ 7293703 w 12192000"/>
              <a:gd name="connsiteY56" fmla="*/ 2204721 h 2649426"/>
              <a:gd name="connsiteX57" fmla="*/ 7286955 w 12192000"/>
              <a:gd name="connsiteY57" fmla="*/ 2207494 h 2649426"/>
              <a:gd name="connsiteX58" fmla="*/ 7251199 w 12192000"/>
              <a:gd name="connsiteY58" fmla="*/ 2198184 h 2649426"/>
              <a:gd name="connsiteX59" fmla="*/ 7233016 w 12192000"/>
              <a:gd name="connsiteY59" fmla="*/ 2195902 h 2649426"/>
              <a:gd name="connsiteX60" fmla="*/ 7227281 w 12192000"/>
              <a:gd name="connsiteY60" fmla="*/ 2190042 h 2649426"/>
              <a:gd name="connsiteX61" fmla="*/ 7200745 w 12192000"/>
              <a:gd name="connsiteY61" fmla="*/ 2189321 h 2649426"/>
              <a:gd name="connsiteX62" fmla="*/ 7197924 w 12192000"/>
              <a:gd name="connsiteY62" fmla="*/ 2191205 h 2649426"/>
              <a:gd name="connsiteX63" fmla="*/ 7175198 w 12192000"/>
              <a:gd name="connsiteY63" fmla="*/ 2183294 h 2649426"/>
              <a:gd name="connsiteX64" fmla="*/ 7100681 w 12192000"/>
              <a:gd name="connsiteY64" fmla="*/ 2167822 h 2649426"/>
              <a:gd name="connsiteX65" fmla="*/ 6932665 w 12192000"/>
              <a:gd name="connsiteY65" fmla="*/ 2162157 h 2649426"/>
              <a:gd name="connsiteX66" fmla="*/ 6700029 w 12192000"/>
              <a:gd name="connsiteY66" fmla="*/ 2158310 h 2649426"/>
              <a:gd name="connsiteX67" fmla="*/ 6326162 w 12192000"/>
              <a:gd name="connsiteY67" fmla="*/ 2178632 h 2649426"/>
              <a:gd name="connsiteX68" fmla="*/ 6196177 w 12192000"/>
              <a:gd name="connsiteY68" fmla="*/ 2200059 h 2649426"/>
              <a:gd name="connsiteX69" fmla="*/ 6139086 w 12192000"/>
              <a:gd name="connsiteY69" fmla="*/ 2187339 h 2649426"/>
              <a:gd name="connsiteX70" fmla="*/ 6098878 w 12192000"/>
              <a:gd name="connsiteY70" fmla="*/ 2192939 h 2649426"/>
              <a:gd name="connsiteX71" fmla="*/ 6094339 w 12192000"/>
              <a:gd name="connsiteY71" fmla="*/ 2195871 h 2649426"/>
              <a:gd name="connsiteX72" fmla="*/ 6075163 w 12192000"/>
              <a:gd name="connsiteY72" fmla="*/ 2198856 h 2649426"/>
              <a:gd name="connsiteX73" fmla="*/ 6071016 w 12192000"/>
              <a:gd name="connsiteY73" fmla="*/ 2210639 h 2649426"/>
              <a:gd name="connsiteX74" fmla="*/ 6043058 w 12192000"/>
              <a:gd name="connsiteY74" fmla="*/ 2222971 h 2649426"/>
              <a:gd name="connsiteX75" fmla="*/ 5962031 w 12192000"/>
              <a:gd name="connsiteY75" fmla="*/ 2220873 h 2649426"/>
              <a:gd name="connsiteX76" fmla="*/ 5836800 w 12192000"/>
              <a:gd name="connsiteY76" fmla="*/ 2224771 h 2649426"/>
              <a:gd name="connsiteX77" fmla="*/ 5735414 w 12192000"/>
              <a:gd name="connsiteY77" fmla="*/ 2231366 h 2649426"/>
              <a:gd name="connsiteX78" fmla="*/ 5697982 w 12192000"/>
              <a:gd name="connsiteY78" fmla="*/ 2244836 h 2649426"/>
              <a:gd name="connsiteX79" fmla="*/ 5644981 w 12192000"/>
              <a:gd name="connsiteY79" fmla="*/ 2256274 h 2649426"/>
              <a:gd name="connsiteX80" fmla="*/ 5547744 w 12192000"/>
              <a:gd name="connsiteY80" fmla="*/ 2271333 h 2649426"/>
              <a:gd name="connsiteX81" fmla="*/ 5426280 w 12192000"/>
              <a:gd name="connsiteY81" fmla="*/ 2290560 h 2649426"/>
              <a:gd name="connsiteX82" fmla="*/ 5329896 w 12192000"/>
              <a:gd name="connsiteY82" fmla="*/ 2279209 h 2649426"/>
              <a:gd name="connsiteX83" fmla="*/ 5322508 w 12192000"/>
              <a:gd name="connsiteY83" fmla="*/ 2288005 h 2649426"/>
              <a:gd name="connsiteX84" fmla="*/ 5194705 w 12192000"/>
              <a:gd name="connsiteY84" fmla="*/ 2285938 h 2649426"/>
              <a:gd name="connsiteX85" fmla="*/ 5027899 w 12192000"/>
              <a:gd name="connsiteY85" fmla="*/ 2242653 h 2649426"/>
              <a:gd name="connsiteX86" fmla="*/ 4902443 w 12192000"/>
              <a:gd name="connsiteY86" fmla="*/ 2249037 h 2649426"/>
              <a:gd name="connsiteX87" fmla="*/ 4858751 w 12192000"/>
              <a:gd name="connsiteY87" fmla="*/ 2260409 h 2649426"/>
              <a:gd name="connsiteX88" fmla="*/ 4785497 w 12192000"/>
              <a:gd name="connsiteY88" fmla="*/ 2278897 h 2649426"/>
              <a:gd name="connsiteX89" fmla="*/ 4732807 w 12192000"/>
              <a:gd name="connsiteY89" fmla="*/ 2315139 h 2649426"/>
              <a:gd name="connsiteX90" fmla="*/ 4670737 w 12192000"/>
              <a:gd name="connsiteY90" fmla="*/ 2321711 h 2649426"/>
              <a:gd name="connsiteX91" fmla="*/ 4489013 w 12192000"/>
              <a:gd name="connsiteY91" fmla="*/ 2338805 h 2649426"/>
              <a:gd name="connsiteX92" fmla="*/ 4431159 w 12192000"/>
              <a:gd name="connsiteY92" fmla="*/ 2347536 h 2649426"/>
              <a:gd name="connsiteX93" fmla="*/ 4273885 w 12192000"/>
              <a:gd name="connsiteY93" fmla="*/ 2379520 h 2649426"/>
              <a:gd name="connsiteX94" fmla="*/ 4116925 w 12192000"/>
              <a:gd name="connsiteY94" fmla="*/ 2417756 h 2649426"/>
              <a:gd name="connsiteX95" fmla="*/ 4027169 w 12192000"/>
              <a:gd name="connsiteY95" fmla="*/ 2475399 h 2649426"/>
              <a:gd name="connsiteX96" fmla="*/ 3897799 w 12192000"/>
              <a:gd name="connsiteY96" fmla="*/ 2503049 h 2649426"/>
              <a:gd name="connsiteX97" fmla="*/ 3876619 w 12192000"/>
              <a:gd name="connsiteY97" fmla="*/ 2512804 h 2649426"/>
              <a:gd name="connsiteX98" fmla="*/ 3721493 w 12192000"/>
              <a:gd name="connsiteY98" fmla="*/ 2497646 h 2649426"/>
              <a:gd name="connsiteX99" fmla="*/ 3504883 w 12192000"/>
              <a:gd name="connsiteY99" fmla="*/ 2503869 h 2649426"/>
              <a:gd name="connsiteX100" fmla="*/ 3431219 w 12192000"/>
              <a:gd name="connsiteY100" fmla="*/ 2502163 h 2649426"/>
              <a:gd name="connsiteX101" fmla="*/ 3151243 w 12192000"/>
              <a:gd name="connsiteY101" fmla="*/ 2492405 h 2649426"/>
              <a:gd name="connsiteX102" fmla="*/ 3057639 w 12192000"/>
              <a:gd name="connsiteY102" fmla="*/ 2507988 h 2649426"/>
              <a:gd name="connsiteX103" fmla="*/ 2916555 w 12192000"/>
              <a:gd name="connsiteY103" fmla="*/ 2472028 h 2649426"/>
              <a:gd name="connsiteX104" fmla="*/ 2846802 w 12192000"/>
              <a:gd name="connsiteY104" fmla="*/ 2461014 h 2649426"/>
              <a:gd name="connsiteX105" fmla="*/ 2739588 w 12192000"/>
              <a:gd name="connsiteY105" fmla="*/ 2457956 h 2649426"/>
              <a:gd name="connsiteX106" fmla="*/ 2706684 w 12192000"/>
              <a:gd name="connsiteY106" fmla="*/ 2454540 h 2649426"/>
              <a:gd name="connsiteX107" fmla="*/ 2348435 w 12192000"/>
              <a:gd name="connsiteY107" fmla="*/ 2449176 h 2649426"/>
              <a:gd name="connsiteX108" fmla="*/ 2194299 w 12192000"/>
              <a:gd name="connsiteY108" fmla="*/ 2475215 h 2649426"/>
              <a:gd name="connsiteX109" fmla="*/ 1983009 w 12192000"/>
              <a:gd name="connsiteY109" fmla="*/ 2463117 h 2649426"/>
              <a:gd name="connsiteX110" fmla="*/ 1885040 w 12192000"/>
              <a:gd name="connsiteY110" fmla="*/ 2475917 h 2649426"/>
              <a:gd name="connsiteX111" fmla="*/ 1773324 w 12192000"/>
              <a:gd name="connsiteY111" fmla="*/ 2471718 h 2649426"/>
              <a:gd name="connsiteX112" fmla="*/ 1685197 w 12192000"/>
              <a:gd name="connsiteY112" fmla="*/ 2466249 h 2649426"/>
              <a:gd name="connsiteX113" fmla="*/ 1543732 w 12192000"/>
              <a:gd name="connsiteY113" fmla="*/ 2477865 h 2649426"/>
              <a:gd name="connsiteX114" fmla="*/ 1300369 w 12192000"/>
              <a:gd name="connsiteY114" fmla="*/ 2444914 h 2649426"/>
              <a:gd name="connsiteX115" fmla="*/ 1081876 w 12192000"/>
              <a:gd name="connsiteY115" fmla="*/ 2476491 h 2649426"/>
              <a:gd name="connsiteX116" fmla="*/ 957561 w 12192000"/>
              <a:gd name="connsiteY116" fmla="*/ 2484124 h 2649426"/>
              <a:gd name="connsiteX117" fmla="*/ 822775 w 12192000"/>
              <a:gd name="connsiteY117" fmla="*/ 2542292 h 2649426"/>
              <a:gd name="connsiteX118" fmla="*/ 653171 w 12192000"/>
              <a:gd name="connsiteY118" fmla="*/ 2607266 h 2649426"/>
              <a:gd name="connsiteX119" fmla="*/ 511469 w 12192000"/>
              <a:gd name="connsiteY119" fmla="*/ 2598742 h 2649426"/>
              <a:gd name="connsiteX120" fmla="*/ 441281 w 12192000"/>
              <a:gd name="connsiteY120" fmla="*/ 2605939 h 2649426"/>
              <a:gd name="connsiteX121" fmla="*/ 297100 w 12192000"/>
              <a:gd name="connsiteY121" fmla="*/ 2639558 h 2649426"/>
              <a:gd name="connsiteX122" fmla="*/ 97385 w 12192000"/>
              <a:gd name="connsiteY122" fmla="*/ 2636063 h 2649426"/>
              <a:gd name="connsiteX123" fmla="*/ 48888 w 12192000"/>
              <a:gd name="connsiteY123" fmla="*/ 2641447 h 2649426"/>
              <a:gd name="connsiteX124" fmla="*/ 0 w 12192000"/>
              <a:gd name="connsiteY124" fmla="*/ 2649426 h 2649426"/>
              <a:gd name="connsiteX125" fmla="*/ 0 w 12192000"/>
              <a:gd name="connsiteY125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12533 w 12192000"/>
              <a:gd name="connsiteY4" fmla="*/ 173720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425377 w 12192000"/>
              <a:gd name="connsiteY8" fmla="*/ 1625577 h 2649426"/>
              <a:gd name="connsiteX9" fmla="*/ 11364686 w 12192000"/>
              <a:gd name="connsiteY9" fmla="*/ 1616572 h 2649426"/>
              <a:gd name="connsiteX10" fmla="*/ 11193595 w 12192000"/>
              <a:gd name="connsiteY10" fmla="*/ 1558403 h 2649426"/>
              <a:gd name="connsiteX11" fmla="*/ 11146426 w 12192000"/>
              <a:gd name="connsiteY11" fmla="*/ 1555308 h 2649426"/>
              <a:gd name="connsiteX12" fmla="*/ 10891629 w 12192000"/>
              <a:gd name="connsiteY12" fmla="*/ 1523731 h 2649426"/>
              <a:gd name="connsiteX13" fmla="*/ 10698183 w 12192000"/>
              <a:gd name="connsiteY13" fmla="*/ 1556682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15364 w 12192000"/>
              <a:gd name="connsiteY17" fmla="*/ 1574304 h 2649426"/>
              <a:gd name="connsiteX18" fmla="*/ 10454183 w 12192000"/>
              <a:gd name="connsiteY18" fmla="*/ 1572375 h 2649426"/>
              <a:gd name="connsiteX19" fmla="*/ 10329259 w 12192000"/>
              <a:gd name="connsiteY19" fmla="*/ 1579142 h 2649426"/>
              <a:gd name="connsiteX20" fmla="*/ 10128072 w 12192000"/>
              <a:gd name="connsiteY20" fmla="*/ 1610789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60271 w 12192000"/>
              <a:gd name="connsiteY34" fmla="*/ 1856718 h 2649426"/>
              <a:gd name="connsiteX35" fmla="*/ 8330326 w 12192000"/>
              <a:gd name="connsiteY35" fmla="*/ 1873969 h 2649426"/>
              <a:gd name="connsiteX36" fmla="*/ 8279203 w 12192000"/>
              <a:gd name="connsiteY36" fmla="*/ 1870876 h 2649426"/>
              <a:gd name="connsiteX37" fmla="*/ 8216222 w 12192000"/>
              <a:gd name="connsiteY37" fmla="*/ 1895553 h 2649426"/>
              <a:gd name="connsiteX38" fmla="*/ 8119712 w 12192000"/>
              <a:gd name="connsiteY38" fmla="*/ 1947916 h 2649426"/>
              <a:gd name="connsiteX39" fmla="*/ 8081930 w 12192000"/>
              <a:gd name="connsiteY39" fmla="*/ 1940372 h 2649426"/>
              <a:gd name="connsiteX40" fmla="*/ 8043728 w 12192000"/>
              <a:gd name="connsiteY40" fmla="*/ 1944200 h 2649426"/>
              <a:gd name="connsiteX41" fmla="*/ 7958999 w 12192000"/>
              <a:gd name="connsiteY41" fmla="*/ 1980667 h 2649426"/>
              <a:gd name="connsiteX42" fmla="*/ 7908348 w 12192000"/>
              <a:gd name="connsiteY42" fmla="*/ 1994348 h 2649426"/>
              <a:gd name="connsiteX43" fmla="*/ 7771932 w 12192000"/>
              <a:gd name="connsiteY43" fmla="*/ 2039701 h 2649426"/>
              <a:gd name="connsiteX44" fmla="*/ 7579180 w 12192000"/>
              <a:gd name="connsiteY44" fmla="*/ 2150519 h 2649426"/>
              <a:gd name="connsiteX45" fmla="*/ 7571467 w 12192000"/>
              <a:gd name="connsiteY45" fmla="*/ 2153548 h 2649426"/>
              <a:gd name="connsiteX46" fmla="*/ 7549398 w 12192000"/>
              <a:gd name="connsiteY46" fmla="*/ 2153051 h 2649426"/>
              <a:gd name="connsiteX47" fmla="*/ 7540934 w 12192000"/>
              <a:gd name="connsiteY47" fmla="*/ 2151418 h 2649426"/>
              <a:gd name="connsiteX48" fmla="*/ 7528900 w 12192000"/>
              <a:gd name="connsiteY48" fmla="*/ 2152107 h 2649426"/>
              <a:gd name="connsiteX49" fmla="*/ 7528656 w 12192000"/>
              <a:gd name="connsiteY49" fmla="*/ 2152584 h 2649426"/>
              <a:gd name="connsiteX50" fmla="*/ 7517280 w 12192000"/>
              <a:gd name="connsiteY50" fmla="*/ 2152327 h 2649426"/>
              <a:gd name="connsiteX51" fmla="*/ 7460956 w 12192000"/>
              <a:gd name="connsiteY51" fmla="*/ 2145255 h 2649426"/>
              <a:gd name="connsiteX52" fmla="*/ 7393117 w 12192000"/>
              <a:gd name="connsiteY52" fmla="*/ 2193066 h 2649426"/>
              <a:gd name="connsiteX53" fmla="*/ 7363846 w 12192000"/>
              <a:gd name="connsiteY53" fmla="*/ 2202297 h 2649426"/>
              <a:gd name="connsiteX54" fmla="*/ 7348496 w 12192000"/>
              <a:gd name="connsiteY54" fmla="*/ 2209686 h 2649426"/>
              <a:gd name="connsiteX55" fmla="*/ 7338648 w 12192000"/>
              <a:gd name="connsiteY55" fmla="*/ 2198119 h 2649426"/>
              <a:gd name="connsiteX56" fmla="*/ 7293703 w 12192000"/>
              <a:gd name="connsiteY56" fmla="*/ 2204721 h 2649426"/>
              <a:gd name="connsiteX57" fmla="*/ 7286955 w 12192000"/>
              <a:gd name="connsiteY57" fmla="*/ 2207494 h 2649426"/>
              <a:gd name="connsiteX58" fmla="*/ 7251199 w 12192000"/>
              <a:gd name="connsiteY58" fmla="*/ 2198184 h 2649426"/>
              <a:gd name="connsiteX59" fmla="*/ 7233016 w 12192000"/>
              <a:gd name="connsiteY59" fmla="*/ 2195902 h 2649426"/>
              <a:gd name="connsiteX60" fmla="*/ 7227281 w 12192000"/>
              <a:gd name="connsiteY60" fmla="*/ 2190042 h 2649426"/>
              <a:gd name="connsiteX61" fmla="*/ 7200745 w 12192000"/>
              <a:gd name="connsiteY61" fmla="*/ 2189321 h 2649426"/>
              <a:gd name="connsiteX62" fmla="*/ 7197924 w 12192000"/>
              <a:gd name="connsiteY62" fmla="*/ 2191205 h 2649426"/>
              <a:gd name="connsiteX63" fmla="*/ 7175198 w 12192000"/>
              <a:gd name="connsiteY63" fmla="*/ 2183294 h 2649426"/>
              <a:gd name="connsiteX64" fmla="*/ 7100681 w 12192000"/>
              <a:gd name="connsiteY64" fmla="*/ 2167822 h 2649426"/>
              <a:gd name="connsiteX65" fmla="*/ 6932665 w 12192000"/>
              <a:gd name="connsiteY65" fmla="*/ 2162157 h 2649426"/>
              <a:gd name="connsiteX66" fmla="*/ 6700029 w 12192000"/>
              <a:gd name="connsiteY66" fmla="*/ 2158310 h 2649426"/>
              <a:gd name="connsiteX67" fmla="*/ 6326162 w 12192000"/>
              <a:gd name="connsiteY67" fmla="*/ 2178632 h 2649426"/>
              <a:gd name="connsiteX68" fmla="*/ 6196177 w 12192000"/>
              <a:gd name="connsiteY68" fmla="*/ 2200059 h 2649426"/>
              <a:gd name="connsiteX69" fmla="*/ 6139086 w 12192000"/>
              <a:gd name="connsiteY69" fmla="*/ 2187339 h 2649426"/>
              <a:gd name="connsiteX70" fmla="*/ 6098878 w 12192000"/>
              <a:gd name="connsiteY70" fmla="*/ 2192939 h 2649426"/>
              <a:gd name="connsiteX71" fmla="*/ 6094339 w 12192000"/>
              <a:gd name="connsiteY71" fmla="*/ 2195871 h 2649426"/>
              <a:gd name="connsiteX72" fmla="*/ 6075163 w 12192000"/>
              <a:gd name="connsiteY72" fmla="*/ 2198856 h 2649426"/>
              <a:gd name="connsiteX73" fmla="*/ 6071016 w 12192000"/>
              <a:gd name="connsiteY73" fmla="*/ 2210639 h 2649426"/>
              <a:gd name="connsiteX74" fmla="*/ 6043058 w 12192000"/>
              <a:gd name="connsiteY74" fmla="*/ 2222971 h 2649426"/>
              <a:gd name="connsiteX75" fmla="*/ 5962031 w 12192000"/>
              <a:gd name="connsiteY75" fmla="*/ 2220873 h 2649426"/>
              <a:gd name="connsiteX76" fmla="*/ 5836800 w 12192000"/>
              <a:gd name="connsiteY76" fmla="*/ 2224771 h 2649426"/>
              <a:gd name="connsiteX77" fmla="*/ 5735414 w 12192000"/>
              <a:gd name="connsiteY77" fmla="*/ 2231366 h 2649426"/>
              <a:gd name="connsiteX78" fmla="*/ 5697982 w 12192000"/>
              <a:gd name="connsiteY78" fmla="*/ 2244836 h 2649426"/>
              <a:gd name="connsiteX79" fmla="*/ 5644981 w 12192000"/>
              <a:gd name="connsiteY79" fmla="*/ 2256274 h 2649426"/>
              <a:gd name="connsiteX80" fmla="*/ 5547744 w 12192000"/>
              <a:gd name="connsiteY80" fmla="*/ 2271333 h 2649426"/>
              <a:gd name="connsiteX81" fmla="*/ 5426280 w 12192000"/>
              <a:gd name="connsiteY81" fmla="*/ 2290560 h 2649426"/>
              <a:gd name="connsiteX82" fmla="*/ 5329896 w 12192000"/>
              <a:gd name="connsiteY82" fmla="*/ 2279209 h 2649426"/>
              <a:gd name="connsiteX83" fmla="*/ 5322508 w 12192000"/>
              <a:gd name="connsiteY83" fmla="*/ 2288005 h 2649426"/>
              <a:gd name="connsiteX84" fmla="*/ 5194705 w 12192000"/>
              <a:gd name="connsiteY84" fmla="*/ 2285938 h 2649426"/>
              <a:gd name="connsiteX85" fmla="*/ 5027899 w 12192000"/>
              <a:gd name="connsiteY85" fmla="*/ 2242653 h 2649426"/>
              <a:gd name="connsiteX86" fmla="*/ 4902443 w 12192000"/>
              <a:gd name="connsiteY86" fmla="*/ 2249037 h 2649426"/>
              <a:gd name="connsiteX87" fmla="*/ 4858751 w 12192000"/>
              <a:gd name="connsiteY87" fmla="*/ 2260409 h 2649426"/>
              <a:gd name="connsiteX88" fmla="*/ 4785497 w 12192000"/>
              <a:gd name="connsiteY88" fmla="*/ 2278897 h 2649426"/>
              <a:gd name="connsiteX89" fmla="*/ 4732807 w 12192000"/>
              <a:gd name="connsiteY89" fmla="*/ 2315139 h 2649426"/>
              <a:gd name="connsiteX90" fmla="*/ 4670737 w 12192000"/>
              <a:gd name="connsiteY90" fmla="*/ 2321711 h 2649426"/>
              <a:gd name="connsiteX91" fmla="*/ 4489013 w 12192000"/>
              <a:gd name="connsiteY91" fmla="*/ 2338805 h 2649426"/>
              <a:gd name="connsiteX92" fmla="*/ 4431159 w 12192000"/>
              <a:gd name="connsiteY92" fmla="*/ 2347536 h 2649426"/>
              <a:gd name="connsiteX93" fmla="*/ 4273885 w 12192000"/>
              <a:gd name="connsiteY93" fmla="*/ 2379520 h 2649426"/>
              <a:gd name="connsiteX94" fmla="*/ 4116925 w 12192000"/>
              <a:gd name="connsiteY94" fmla="*/ 2417756 h 2649426"/>
              <a:gd name="connsiteX95" fmla="*/ 4027169 w 12192000"/>
              <a:gd name="connsiteY95" fmla="*/ 2475399 h 2649426"/>
              <a:gd name="connsiteX96" fmla="*/ 3897799 w 12192000"/>
              <a:gd name="connsiteY96" fmla="*/ 2503049 h 2649426"/>
              <a:gd name="connsiteX97" fmla="*/ 3876619 w 12192000"/>
              <a:gd name="connsiteY97" fmla="*/ 2512804 h 2649426"/>
              <a:gd name="connsiteX98" fmla="*/ 3721493 w 12192000"/>
              <a:gd name="connsiteY98" fmla="*/ 2497646 h 2649426"/>
              <a:gd name="connsiteX99" fmla="*/ 3504883 w 12192000"/>
              <a:gd name="connsiteY99" fmla="*/ 2503869 h 2649426"/>
              <a:gd name="connsiteX100" fmla="*/ 3431219 w 12192000"/>
              <a:gd name="connsiteY100" fmla="*/ 2502163 h 2649426"/>
              <a:gd name="connsiteX101" fmla="*/ 3151243 w 12192000"/>
              <a:gd name="connsiteY101" fmla="*/ 2492405 h 2649426"/>
              <a:gd name="connsiteX102" fmla="*/ 3057639 w 12192000"/>
              <a:gd name="connsiteY102" fmla="*/ 2507988 h 2649426"/>
              <a:gd name="connsiteX103" fmla="*/ 2916555 w 12192000"/>
              <a:gd name="connsiteY103" fmla="*/ 2472028 h 2649426"/>
              <a:gd name="connsiteX104" fmla="*/ 2846802 w 12192000"/>
              <a:gd name="connsiteY104" fmla="*/ 2461014 h 2649426"/>
              <a:gd name="connsiteX105" fmla="*/ 2739588 w 12192000"/>
              <a:gd name="connsiteY105" fmla="*/ 2457956 h 2649426"/>
              <a:gd name="connsiteX106" fmla="*/ 2706684 w 12192000"/>
              <a:gd name="connsiteY106" fmla="*/ 2454540 h 2649426"/>
              <a:gd name="connsiteX107" fmla="*/ 2348435 w 12192000"/>
              <a:gd name="connsiteY107" fmla="*/ 2449176 h 2649426"/>
              <a:gd name="connsiteX108" fmla="*/ 2194299 w 12192000"/>
              <a:gd name="connsiteY108" fmla="*/ 2475215 h 2649426"/>
              <a:gd name="connsiteX109" fmla="*/ 1983009 w 12192000"/>
              <a:gd name="connsiteY109" fmla="*/ 2463117 h 2649426"/>
              <a:gd name="connsiteX110" fmla="*/ 1885040 w 12192000"/>
              <a:gd name="connsiteY110" fmla="*/ 2475917 h 2649426"/>
              <a:gd name="connsiteX111" fmla="*/ 1773324 w 12192000"/>
              <a:gd name="connsiteY111" fmla="*/ 2471718 h 2649426"/>
              <a:gd name="connsiteX112" fmla="*/ 1685197 w 12192000"/>
              <a:gd name="connsiteY112" fmla="*/ 2466249 h 2649426"/>
              <a:gd name="connsiteX113" fmla="*/ 1543732 w 12192000"/>
              <a:gd name="connsiteY113" fmla="*/ 2477865 h 2649426"/>
              <a:gd name="connsiteX114" fmla="*/ 1300369 w 12192000"/>
              <a:gd name="connsiteY114" fmla="*/ 2444914 h 2649426"/>
              <a:gd name="connsiteX115" fmla="*/ 1081876 w 12192000"/>
              <a:gd name="connsiteY115" fmla="*/ 2476491 h 2649426"/>
              <a:gd name="connsiteX116" fmla="*/ 957561 w 12192000"/>
              <a:gd name="connsiteY116" fmla="*/ 2484124 h 2649426"/>
              <a:gd name="connsiteX117" fmla="*/ 822775 w 12192000"/>
              <a:gd name="connsiteY117" fmla="*/ 2542292 h 2649426"/>
              <a:gd name="connsiteX118" fmla="*/ 653171 w 12192000"/>
              <a:gd name="connsiteY118" fmla="*/ 2607266 h 2649426"/>
              <a:gd name="connsiteX119" fmla="*/ 511469 w 12192000"/>
              <a:gd name="connsiteY119" fmla="*/ 2598742 h 2649426"/>
              <a:gd name="connsiteX120" fmla="*/ 441281 w 12192000"/>
              <a:gd name="connsiteY120" fmla="*/ 2605939 h 2649426"/>
              <a:gd name="connsiteX121" fmla="*/ 297100 w 12192000"/>
              <a:gd name="connsiteY121" fmla="*/ 2639558 h 2649426"/>
              <a:gd name="connsiteX122" fmla="*/ 97385 w 12192000"/>
              <a:gd name="connsiteY122" fmla="*/ 2636063 h 2649426"/>
              <a:gd name="connsiteX123" fmla="*/ 48888 w 12192000"/>
              <a:gd name="connsiteY123" fmla="*/ 2641447 h 2649426"/>
              <a:gd name="connsiteX124" fmla="*/ 0 w 12192000"/>
              <a:gd name="connsiteY124" fmla="*/ 2649426 h 2649426"/>
              <a:gd name="connsiteX125" fmla="*/ 0 w 12192000"/>
              <a:gd name="connsiteY125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35223 w 12192000"/>
              <a:gd name="connsiteY4" fmla="*/ 171451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425377 w 12192000"/>
              <a:gd name="connsiteY8" fmla="*/ 1625577 h 2649426"/>
              <a:gd name="connsiteX9" fmla="*/ 11364686 w 12192000"/>
              <a:gd name="connsiteY9" fmla="*/ 1616572 h 2649426"/>
              <a:gd name="connsiteX10" fmla="*/ 11193595 w 12192000"/>
              <a:gd name="connsiteY10" fmla="*/ 1558403 h 2649426"/>
              <a:gd name="connsiteX11" fmla="*/ 11146426 w 12192000"/>
              <a:gd name="connsiteY11" fmla="*/ 1555308 h 2649426"/>
              <a:gd name="connsiteX12" fmla="*/ 10891629 w 12192000"/>
              <a:gd name="connsiteY12" fmla="*/ 1523731 h 2649426"/>
              <a:gd name="connsiteX13" fmla="*/ 10698183 w 12192000"/>
              <a:gd name="connsiteY13" fmla="*/ 1556682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15364 w 12192000"/>
              <a:gd name="connsiteY17" fmla="*/ 1574304 h 2649426"/>
              <a:gd name="connsiteX18" fmla="*/ 10454183 w 12192000"/>
              <a:gd name="connsiteY18" fmla="*/ 1572375 h 2649426"/>
              <a:gd name="connsiteX19" fmla="*/ 10329259 w 12192000"/>
              <a:gd name="connsiteY19" fmla="*/ 1579142 h 2649426"/>
              <a:gd name="connsiteX20" fmla="*/ 10128072 w 12192000"/>
              <a:gd name="connsiteY20" fmla="*/ 1610789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60271 w 12192000"/>
              <a:gd name="connsiteY34" fmla="*/ 1856718 h 2649426"/>
              <a:gd name="connsiteX35" fmla="*/ 8330326 w 12192000"/>
              <a:gd name="connsiteY35" fmla="*/ 1873969 h 2649426"/>
              <a:gd name="connsiteX36" fmla="*/ 8279203 w 12192000"/>
              <a:gd name="connsiteY36" fmla="*/ 1870876 h 2649426"/>
              <a:gd name="connsiteX37" fmla="*/ 8216222 w 12192000"/>
              <a:gd name="connsiteY37" fmla="*/ 1895553 h 2649426"/>
              <a:gd name="connsiteX38" fmla="*/ 8119712 w 12192000"/>
              <a:gd name="connsiteY38" fmla="*/ 1947916 h 2649426"/>
              <a:gd name="connsiteX39" fmla="*/ 8081930 w 12192000"/>
              <a:gd name="connsiteY39" fmla="*/ 1940372 h 2649426"/>
              <a:gd name="connsiteX40" fmla="*/ 8043728 w 12192000"/>
              <a:gd name="connsiteY40" fmla="*/ 1944200 h 2649426"/>
              <a:gd name="connsiteX41" fmla="*/ 7958999 w 12192000"/>
              <a:gd name="connsiteY41" fmla="*/ 1980667 h 2649426"/>
              <a:gd name="connsiteX42" fmla="*/ 7908348 w 12192000"/>
              <a:gd name="connsiteY42" fmla="*/ 1994348 h 2649426"/>
              <a:gd name="connsiteX43" fmla="*/ 7771932 w 12192000"/>
              <a:gd name="connsiteY43" fmla="*/ 2039701 h 2649426"/>
              <a:gd name="connsiteX44" fmla="*/ 7579180 w 12192000"/>
              <a:gd name="connsiteY44" fmla="*/ 2150519 h 2649426"/>
              <a:gd name="connsiteX45" fmla="*/ 7571467 w 12192000"/>
              <a:gd name="connsiteY45" fmla="*/ 2153548 h 2649426"/>
              <a:gd name="connsiteX46" fmla="*/ 7549398 w 12192000"/>
              <a:gd name="connsiteY46" fmla="*/ 2153051 h 2649426"/>
              <a:gd name="connsiteX47" fmla="*/ 7540934 w 12192000"/>
              <a:gd name="connsiteY47" fmla="*/ 2151418 h 2649426"/>
              <a:gd name="connsiteX48" fmla="*/ 7528900 w 12192000"/>
              <a:gd name="connsiteY48" fmla="*/ 2152107 h 2649426"/>
              <a:gd name="connsiteX49" fmla="*/ 7528656 w 12192000"/>
              <a:gd name="connsiteY49" fmla="*/ 2152584 h 2649426"/>
              <a:gd name="connsiteX50" fmla="*/ 7517280 w 12192000"/>
              <a:gd name="connsiteY50" fmla="*/ 2152327 h 2649426"/>
              <a:gd name="connsiteX51" fmla="*/ 7460956 w 12192000"/>
              <a:gd name="connsiteY51" fmla="*/ 2145255 h 2649426"/>
              <a:gd name="connsiteX52" fmla="*/ 7393117 w 12192000"/>
              <a:gd name="connsiteY52" fmla="*/ 2193066 h 2649426"/>
              <a:gd name="connsiteX53" fmla="*/ 7363846 w 12192000"/>
              <a:gd name="connsiteY53" fmla="*/ 2202297 h 2649426"/>
              <a:gd name="connsiteX54" fmla="*/ 7348496 w 12192000"/>
              <a:gd name="connsiteY54" fmla="*/ 2209686 h 2649426"/>
              <a:gd name="connsiteX55" fmla="*/ 7338648 w 12192000"/>
              <a:gd name="connsiteY55" fmla="*/ 2198119 h 2649426"/>
              <a:gd name="connsiteX56" fmla="*/ 7293703 w 12192000"/>
              <a:gd name="connsiteY56" fmla="*/ 2204721 h 2649426"/>
              <a:gd name="connsiteX57" fmla="*/ 7286955 w 12192000"/>
              <a:gd name="connsiteY57" fmla="*/ 2207494 h 2649426"/>
              <a:gd name="connsiteX58" fmla="*/ 7251199 w 12192000"/>
              <a:gd name="connsiteY58" fmla="*/ 2198184 h 2649426"/>
              <a:gd name="connsiteX59" fmla="*/ 7233016 w 12192000"/>
              <a:gd name="connsiteY59" fmla="*/ 2195902 h 2649426"/>
              <a:gd name="connsiteX60" fmla="*/ 7227281 w 12192000"/>
              <a:gd name="connsiteY60" fmla="*/ 2190042 h 2649426"/>
              <a:gd name="connsiteX61" fmla="*/ 7200745 w 12192000"/>
              <a:gd name="connsiteY61" fmla="*/ 2189321 h 2649426"/>
              <a:gd name="connsiteX62" fmla="*/ 7197924 w 12192000"/>
              <a:gd name="connsiteY62" fmla="*/ 2191205 h 2649426"/>
              <a:gd name="connsiteX63" fmla="*/ 7175198 w 12192000"/>
              <a:gd name="connsiteY63" fmla="*/ 2183294 h 2649426"/>
              <a:gd name="connsiteX64" fmla="*/ 7100681 w 12192000"/>
              <a:gd name="connsiteY64" fmla="*/ 2167822 h 2649426"/>
              <a:gd name="connsiteX65" fmla="*/ 6932665 w 12192000"/>
              <a:gd name="connsiteY65" fmla="*/ 2162157 h 2649426"/>
              <a:gd name="connsiteX66" fmla="*/ 6700029 w 12192000"/>
              <a:gd name="connsiteY66" fmla="*/ 2158310 h 2649426"/>
              <a:gd name="connsiteX67" fmla="*/ 6326162 w 12192000"/>
              <a:gd name="connsiteY67" fmla="*/ 2178632 h 2649426"/>
              <a:gd name="connsiteX68" fmla="*/ 6196177 w 12192000"/>
              <a:gd name="connsiteY68" fmla="*/ 2200059 h 2649426"/>
              <a:gd name="connsiteX69" fmla="*/ 6139086 w 12192000"/>
              <a:gd name="connsiteY69" fmla="*/ 2187339 h 2649426"/>
              <a:gd name="connsiteX70" fmla="*/ 6098878 w 12192000"/>
              <a:gd name="connsiteY70" fmla="*/ 2192939 h 2649426"/>
              <a:gd name="connsiteX71" fmla="*/ 6094339 w 12192000"/>
              <a:gd name="connsiteY71" fmla="*/ 2195871 h 2649426"/>
              <a:gd name="connsiteX72" fmla="*/ 6075163 w 12192000"/>
              <a:gd name="connsiteY72" fmla="*/ 2198856 h 2649426"/>
              <a:gd name="connsiteX73" fmla="*/ 6071016 w 12192000"/>
              <a:gd name="connsiteY73" fmla="*/ 2210639 h 2649426"/>
              <a:gd name="connsiteX74" fmla="*/ 6043058 w 12192000"/>
              <a:gd name="connsiteY74" fmla="*/ 2222971 h 2649426"/>
              <a:gd name="connsiteX75" fmla="*/ 5962031 w 12192000"/>
              <a:gd name="connsiteY75" fmla="*/ 2220873 h 2649426"/>
              <a:gd name="connsiteX76" fmla="*/ 5836800 w 12192000"/>
              <a:gd name="connsiteY76" fmla="*/ 2224771 h 2649426"/>
              <a:gd name="connsiteX77" fmla="*/ 5735414 w 12192000"/>
              <a:gd name="connsiteY77" fmla="*/ 2231366 h 2649426"/>
              <a:gd name="connsiteX78" fmla="*/ 5697982 w 12192000"/>
              <a:gd name="connsiteY78" fmla="*/ 2244836 h 2649426"/>
              <a:gd name="connsiteX79" fmla="*/ 5644981 w 12192000"/>
              <a:gd name="connsiteY79" fmla="*/ 2256274 h 2649426"/>
              <a:gd name="connsiteX80" fmla="*/ 5547744 w 12192000"/>
              <a:gd name="connsiteY80" fmla="*/ 2271333 h 2649426"/>
              <a:gd name="connsiteX81" fmla="*/ 5426280 w 12192000"/>
              <a:gd name="connsiteY81" fmla="*/ 2290560 h 2649426"/>
              <a:gd name="connsiteX82" fmla="*/ 5329896 w 12192000"/>
              <a:gd name="connsiteY82" fmla="*/ 2279209 h 2649426"/>
              <a:gd name="connsiteX83" fmla="*/ 5322508 w 12192000"/>
              <a:gd name="connsiteY83" fmla="*/ 2288005 h 2649426"/>
              <a:gd name="connsiteX84" fmla="*/ 5194705 w 12192000"/>
              <a:gd name="connsiteY84" fmla="*/ 2285938 h 2649426"/>
              <a:gd name="connsiteX85" fmla="*/ 5027899 w 12192000"/>
              <a:gd name="connsiteY85" fmla="*/ 2242653 h 2649426"/>
              <a:gd name="connsiteX86" fmla="*/ 4902443 w 12192000"/>
              <a:gd name="connsiteY86" fmla="*/ 2249037 h 2649426"/>
              <a:gd name="connsiteX87" fmla="*/ 4858751 w 12192000"/>
              <a:gd name="connsiteY87" fmla="*/ 2260409 h 2649426"/>
              <a:gd name="connsiteX88" fmla="*/ 4785497 w 12192000"/>
              <a:gd name="connsiteY88" fmla="*/ 2278897 h 2649426"/>
              <a:gd name="connsiteX89" fmla="*/ 4732807 w 12192000"/>
              <a:gd name="connsiteY89" fmla="*/ 2315139 h 2649426"/>
              <a:gd name="connsiteX90" fmla="*/ 4670737 w 12192000"/>
              <a:gd name="connsiteY90" fmla="*/ 2321711 h 2649426"/>
              <a:gd name="connsiteX91" fmla="*/ 4489013 w 12192000"/>
              <a:gd name="connsiteY91" fmla="*/ 2338805 h 2649426"/>
              <a:gd name="connsiteX92" fmla="*/ 4431159 w 12192000"/>
              <a:gd name="connsiteY92" fmla="*/ 2347536 h 2649426"/>
              <a:gd name="connsiteX93" fmla="*/ 4273885 w 12192000"/>
              <a:gd name="connsiteY93" fmla="*/ 2379520 h 2649426"/>
              <a:gd name="connsiteX94" fmla="*/ 4116925 w 12192000"/>
              <a:gd name="connsiteY94" fmla="*/ 2417756 h 2649426"/>
              <a:gd name="connsiteX95" fmla="*/ 4027169 w 12192000"/>
              <a:gd name="connsiteY95" fmla="*/ 2475399 h 2649426"/>
              <a:gd name="connsiteX96" fmla="*/ 3897799 w 12192000"/>
              <a:gd name="connsiteY96" fmla="*/ 2503049 h 2649426"/>
              <a:gd name="connsiteX97" fmla="*/ 3876619 w 12192000"/>
              <a:gd name="connsiteY97" fmla="*/ 2512804 h 2649426"/>
              <a:gd name="connsiteX98" fmla="*/ 3721493 w 12192000"/>
              <a:gd name="connsiteY98" fmla="*/ 2497646 h 2649426"/>
              <a:gd name="connsiteX99" fmla="*/ 3504883 w 12192000"/>
              <a:gd name="connsiteY99" fmla="*/ 2503869 h 2649426"/>
              <a:gd name="connsiteX100" fmla="*/ 3431219 w 12192000"/>
              <a:gd name="connsiteY100" fmla="*/ 2502163 h 2649426"/>
              <a:gd name="connsiteX101" fmla="*/ 3151243 w 12192000"/>
              <a:gd name="connsiteY101" fmla="*/ 2492405 h 2649426"/>
              <a:gd name="connsiteX102" fmla="*/ 3057639 w 12192000"/>
              <a:gd name="connsiteY102" fmla="*/ 2507988 h 2649426"/>
              <a:gd name="connsiteX103" fmla="*/ 2916555 w 12192000"/>
              <a:gd name="connsiteY103" fmla="*/ 2472028 h 2649426"/>
              <a:gd name="connsiteX104" fmla="*/ 2846802 w 12192000"/>
              <a:gd name="connsiteY104" fmla="*/ 2461014 h 2649426"/>
              <a:gd name="connsiteX105" fmla="*/ 2739588 w 12192000"/>
              <a:gd name="connsiteY105" fmla="*/ 2457956 h 2649426"/>
              <a:gd name="connsiteX106" fmla="*/ 2706684 w 12192000"/>
              <a:gd name="connsiteY106" fmla="*/ 2454540 h 2649426"/>
              <a:gd name="connsiteX107" fmla="*/ 2348435 w 12192000"/>
              <a:gd name="connsiteY107" fmla="*/ 2449176 h 2649426"/>
              <a:gd name="connsiteX108" fmla="*/ 2194299 w 12192000"/>
              <a:gd name="connsiteY108" fmla="*/ 2475215 h 2649426"/>
              <a:gd name="connsiteX109" fmla="*/ 1983009 w 12192000"/>
              <a:gd name="connsiteY109" fmla="*/ 2463117 h 2649426"/>
              <a:gd name="connsiteX110" fmla="*/ 1885040 w 12192000"/>
              <a:gd name="connsiteY110" fmla="*/ 2475917 h 2649426"/>
              <a:gd name="connsiteX111" fmla="*/ 1773324 w 12192000"/>
              <a:gd name="connsiteY111" fmla="*/ 2471718 h 2649426"/>
              <a:gd name="connsiteX112" fmla="*/ 1685197 w 12192000"/>
              <a:gd name="connsiteY112" fmla="*/ 2466249 h 2649426"/>
              <a:gd name="connsiteX113" fmla="*/ 1543732 w 12192000"/>
              <a:gd name="connsiteY113" fmla="*/ 2477865 h 2649426"/>
              <a:gd name="connsiteX114" fmla="*/ 1300369 w 12192000"/>
              <a:gd name="connsiteY114" fmla="*/ 2444914 h 2649426"/>
              <a:gd name="connsiteX115" fmla="*/ 1081876 w 12192000"/>
              <a:gd name="connsiteY115" fmla="*/ 2476491 h 2649426"/>
              <a:gd name="connsiteX116" fmla="*/ 957561 w 12192000"/>
              <a:gd name="connsiteY116" fmla="*/ 2484124 h 2649426"/>
              <a:gd name="connsiteX117" fmla="*/ 822775 w 12192000"/>
              <a:gd name="connsiteY117" fmla="*/ 2542292 h 2649426"/>
              <a:gd name="connsiteX118" fmla="*/ 653171 w 12192000"/>
              <a:gd name="connsiteY118" fmla="*/ 2607266 h 2649426"/>
              <a:gd name="connsiteX119" fmla="*/ 511469 w 12192000"/>
              <a:gd name="connsiteY119" fmla="*/ 2598742 h 2649426"/>
              <a:gd name="connsiteX120" fmla="*/ 441281 w 12192000"/>
              <a:gd name="connsiteY120" fmla="*/ 2605939 h 2649426"/>
              <a:gd name="connsiteX121" fmla="*/ 297100 w 12192000"/>
              <a:gd name="connsiteY121" fmla="*/ 2639558 h 2649426"/>
              <a:gd name="connsiteX122" fmla="*/ 97385 w 12192000"/>
              <a:gd name="connsiteY122" fmla="*/ 2636063 h 2649426"/>
              <a:gd name="connsiteX123" fmla="*/ 48888 w 12192000"/>
              <a:gd name="connsiteY123" fmla="*/ 2641447 h 2649426"/>
              <a:gd name="connsiteX124" fmla="*/ 0 w 12192000"/>
              <a:gd name="connsiteY124" fmla="*/ 2649426 h 2649426"/>
              <a:gd name="connsiteX125" fmla="*/ 0 w 12192000"/>
              <a:gd name="connsiteY125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35223 w 12192000"/>
              <a:gd name="connsiteY4" fmla="*/ 171451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425377 w 12192000"/>
              <a:gd name="connsiteY8" fmla="*/ 1625577 h 2649426"/>
              <a:gd name="connsiteX9" fmla="*/ 11364686 w 12192000"/>
              <a:gd name="connsiteY9" fmla="*/ 1616572 h 2649426"/>
              <a:gd name="connsiteX10" fmla="*/ 11193595 w 12192000"/>
              <a:gd name="connsiteY10" fmla="*/ 1558403 h 2649426"/>
              <a:gd name="connsiteX11" fmla="*/ 11146426 w 12192000"/>
              <a:gd name="connsiteY11" fmla="*/ 1555308 h 2649426"/>
              <a:gd name="connsiteX12" fmla="*/ 10841711 w 12192000"/>
              <a:gd name="connsiteY12" fmla="*/ 1541883 h 2649426"/>
              <a:gd name="connsiteX13" fmla="*/ 10698183 w 12192000"/>
              <a:gd name="connsiteY13" fmla="*/ 1556682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15364 w 12192000"/>
              <a:gd name="connsiteY17" fmla="*/ 1574304 h 2649426"/>
              <a:gd name="connsiteX18" fmla="*/ 10454183 w 12192000"/>
              <a:gd name="connsiteY18" fmla="*/ 1572375 h 2649426"/>
              <a:gd name="connsiteX19" fmla="*/ 10329259 w 12192000"/>
              <a:gd name="connsiteY19" fmla="*/ 1579142 h 2649426"/>
              <a:gd name="connsiteX20" fmla="*/ 10128072 w 12192000"/>
              <a:gd name="connsiteY20" fmla="*/ 1610789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60271 w 12192000"/>
              <a:gd name="connsiteY34" fmla="*/ 1856718 h 2649426"/>
              <a:gd name="connsiteX35" fmla="*/ 8330326 w 12192000"/>
              <a:gd name="connsiteY35" fmla="*/ 1873969 h 2649426"/>
              <a:gd name="connsiteX36" fmla="*/ 8279203 w 12192000"/>
              <a:gd name="connsiteY36" fmla="*/ 1870876 h 2649426"/>
              <a:gd name="connsiteX37" fmla="*/ 8216222 w 12192000"/>
              <a:gd name="connsiteY37" fmla="*/ 1895553 h 2649426"/>
              <a:gd name="connsiteX38" fmla="*/ 8119712 w 12192000"/>
              <a:gd name="connsiteY38" fmla="*/ 1947916 h 2649426"/>
              <a:gd name="connsiteX39" fmla="*/ 8081930 w 12192000"/>
              <a:gd name="connsiteY39" fmla="*/ 1940372 h 2649426"/>
              <a:gd name="connsiteX40" fmla="*/ 8043728 w 12192000"/>
              <a:gd name="connsiteY40" fmla="*/ 1944200 h 2649426"/>
              <a:gd name="connsiteX41" fmla="*/ 7958999 w 12192000"/>
              <a:gd name="connsiteY41" fmla="*/ 1980667 h 2649426"/>
              <a:gd name="connsiteX42" fmla="*/ 7908348 w 12192000"/>
              <a:gd name="connsiteY42" fmla="*/ 1994348 h 2649426"/>
              <a:gd name="connsiteX43" fmla="*/ 7771932 w 12192000"/>
              <a:gd name="connsiteY43" fmla="*/ 2039701 h 2649426"/>
              <a:gd name="connsiteX44" fmla="*/ 7579180 w 12192000"/>
              <a:gd name="connsiteY44" fmla="*/ 2150519 h 2649426"/>
              <a:gd name="connsiteX45" fmla="*/ 7571467 w 12192000"/>
              <a:gd name="connsiteY45" fmla="*/ 2153548 h 2649426"/>
              <a:gd name="connsiteX46" fmla="*/ 7549398 w 12192000"/>
              <a:gd name="connsiteY46" fmla="*/ 2153051 h 2649426"/>
              <a:gd name="connsiteX47" fmla="*/ 7540934 w 12192000"/>
              <a:gd name="connsiteY47" fmla="*/ 2151418 h 2649426"/>
              <a:gd name="connsiteX48" fmla="*/ 7528900 w 12192000"/>
              <a:gd name="connsiteY48" fmla="*/ 2152107 h 2649426"/>
              <a:gd name="connsiteX49" fmla="*/ 7528656 w 12192000"/>
              <a:gd name="connsiteY49" fmla="*/ 2152584 h 2649426"/>
              <a:gd name="connsiteX50" fmla="*/ 7517280 w 12192000"/>
              <a:gd name="connsiteY50" fmla="*/ 2152327 h 2649426"/>
              <a:gd name="connsiteX51" fmla="*/ 7460956 w 12192000"/>
              <a:gd name="connsiteY51" fmla="*/ 2145255 h 2649426"/>
              <a:gd name="connsiteX52" fmla="*/ 7393117 w 12192000"/>
              <a:gd name="connsiteY52" fmla="*/ 2193066 h 2649426"/>
              <a:gd name="connsiteX53" fmla="*/ 7363846 w 12192000"/>
              <a:gd name="connsiteY53" fmla="*/ 2202297 h 2649426"/>
              <a:gd name="connsiteX54" fmla="*/ 7348496 w 12192000"/>
              <a:gd name="connsiteY54" fmla="*/ 2209686 h 2649426"/>
              <a:gd name="connsiteX55" fmla="*/ 7338648 w 12192000"/>
              <a:gd name="connsiteY55" fmla="*/ 2198119 h 2649426"/>
              <a:gd name="connsiteX56" fmla="*/ 7293703 w 12192000"/>
              <a:gd name="connsiteY56" fmla="*/ 2204721 h 2649426"/>
              <a:gd name="connsiteX57" fmla="*/ 7286955 w 12192000"/>
              <a:gd name="connsiteY57" fmla="*/ 2207494 h 2649426"/>
              <a:gd name="connsiteX58" fmla="*/ 7251199 w 12192000"/>
              <a:gd name="connsiteY58" fmla="*/ 2198184 h 2649426"/>
              <a:gd name="connsiteX59" fmla="*/ 7233016 w 12192000"/>
              <a:gd name="connsiteY59" fmla="*/ 2195902 h 2649426"/>
              <a:gd name="connsiteX60" fmla="*/ 7227281 w 12192000"/>
              <a:gd name="connsiteY60" fmla="*/ 2190042 h 2649426"/>
              <a:gd name="connsiteX61" fmla="*/ 7200745 w 12192000"/>
              <a:gd name="connsiteY61" fmla="*/ 2189321 h 2649426"/>
              <a:gd name="connsiteX62" fmla="*/ 7197924 w 12192000"/>
              <a:gd name="connsiteY62" fmla="*/ 2191205 h 2649426"/>
              <a:gd name="connsiteX63" fmla="*/ 7175198 w 12192000"/>
              <a:gd name="connsiteY63" fmla="*/ 2183294 h 2649426"/>
              <a:gd name="connsiteX64" fmla="*/ 7100681 w 12192000"/>
              <a:gd name="connsiteY64" fmla="*/ 2167822 h 2649426"/>
              <a:gd name="connsiteX65" fmla="*/ 6932665 w 12192000"/>
              <a:gd name="connsiteY65" fmla="*/ 2162157 h 2649426"/>
              <a:gd name="connsiteX66" fmla="*/ 6700029 w 12192000"/>
              <a:gd name="connsiteY66" fmla="*/ 2158310 h 2649426"/>
              <a:gd name="connsiteX67" fmla="*/ 6326162 w 12192000"/>
              <a:gd name="connsiteY67" fmla="*/ 2178632 h 2649426"/>
              <a:gd name="connsiteX68" fmla="*/ 6196177 w 12192000"/>
              <a:gd name="connsiteY68" fmla="*/ 2200059 h 2649426"/>
              <a:gd name="connsiteX69" fmla="*/ 6139086 w 12192000"/>
              <a:gd name="connsiteY69" fmla="*/ 2187339 h 2649426"/>
              <a:gd name="connsiteX70" fmla="*/ 6098878 w 12192000"/>
              <a:gd name="connsiteY70" fmla="*/ 2192939 h 2649426"/>
              <a:gd name="connsiteX71" fmla="*/ 6094339 w 12192000"/>
              <a:gd name="connsiteY71" fmla="*/ 2195871 h 2649426"/>
              <a:gd name="connsiteX72" fmla="*/ 6075163 w 12192000"/>
              <a:gd name="connsiteY72" fmla="*/ 2198856 h 2649426"/>
              <a:gd name="connsiteX73" fmla="*/ 6071016 w 12192000"/>
              <a:gd name="connsiteY73" fmla="*/ 2210639 h 2649426"/>
              <a:gd name="connsiteX74" fmla="*/ 6043058 w 12192000"/>
              <a:gd name="connsiteY74" fmla="*/ 2222971 h 2649426"/>
              <a:gd name="connsiteX75" fmla="*/ 5962031 w 12192000"/>
              <a:gd name="connsiteY75" fmla="*/ 2220873 h 2649426"/>
              <a:gd name="connsiteX76" fmla="*/ 5836800 w 12192000"/>
              <a:gd name="connsiteY76" fmla="*/ 2224771 h 2649426"/>
              <a:gd name="connsiteX77" fmla="*/ 5735414 w 12192000"/>
              <a:gd name="connsiteY77" fmla="*/ 2231366 h 2649426"/>
              <a:gd name="connsiteX78" fmla="*/ 5697982 w 12192000"/>
              <a:gd name="connsiteY78" fmla="*/ 2244836 h 2649426"/>
              <a:gd name="connsiteX79" fmla="*/ 5644981 w 12192000"/>
              <a:gd name="connsiteY79" fmla="*/ 2256274 h 2649426"/>
              <a:gd name="connsiteX80" fmla="*/ 5547744 w 12192000"/>
              <a:gd name="connsiteY80" fmla="*/ 2271333 h 2649426"/>
              <a:gd name="connsiteX81" fmla="*/ 5426280 w 12192000"/>
              <a:gd name="connsiteY81" fmla="*/ 2290560 h 2649426"/>
              <a:gd name="connsiteX82" fmla="*/ 5329896 w 12192000"/>
              <a:gd name="connsiteY82" fmla="*/ 2279209 h 2649426"/>
              <a:gd name="connsiteX83" fmla="*/ 5322508 w 12192000"/>
              <a:gd name="connsiteY83" fmla="*/ 2288005 h 2649426"/>
              <a:gd name="connsiteX84" fmla="*/ 5194705 w 12192000"/>
              <a:gd name="connsiteY84" fmla="*/ 2285938 h 2649426"/>
              <a:gd name="connsiteX85" fmla="*/ 5027899 w 12192000"/>
              <a:gd name="connsiteY85" fmla="*/ 2242653 h 2649426"/>
              <a:gd name="connsiteX86" fmla="*/ 4902443 w 12192000"/>
              <a:gd name="connsiteY86" fmla="*/ 2249037 h 2649426"/>
              <a:gd name="connsiteX87" fmla="*/ 4858751 w 12192000"/>
              <a:gd name="connsiteY87" fmla="*/ 2260409 h 2649426"/>
              <a:gd name="connsiteX88" fmla="*/ 4785497 w 12192000"/>
              <a:gd name="connsiteY88" fmla="*/ 2278897 h 2649426"/>
              <a:gd name="connsiteX89" fmla="*/ 4732807 w 12192000"/>
              <a:gd name="connsiteY89" fmla="*/ 2315139 h 2649426"/>
              <a:gd name="connsiteX90" fmla="*/ 4670737 w 12192000"/>
              <a:gd name="connsiteY90" fmla="*/ 2321711 h 2649426"/>
              <a:gd name="connsiteX91" fmla="*/ 4489013 w 12192000"/>
              <a:gd name="connsiteY91" fmla="*/ 2338805 h 2649426"/>
              <a:gd name="connsiteX92" fmla="*/ 4431159 w 12192000"/>
              <a:gd name="connsiteY92" fmla="*/ 2347536 h 2649426"/>
              <a:gd name="connsiteX93" fmla="*/ 4273885 w 12192000"/>
              <a:gd name="connsiteY93" fmla="*/ 2379520 h 2649426"/>
              <a:gd name="connsiteX94" fmla="*/ 4116925 w 12192000"/>
              <a:gd name="connsiteY94" fmla="*/ 2417756 h 2649426"/>
              <a:gd name="connsiteX95" fmla="*/ 4027169 w 12192000"/>
              <a:gd name="connsiteY95" fmla="*/ 2475399 h 2649426"/>
              <a:gd name="connsiteX96" fmla="*/ 3897799 w 12192000"/>
              <a:gd name="connsiteY96" fmla="*/ 2503049 h 2649426"/>
              <a:gd name="connsiteX97" fmla="*/ 3876619 w 12192000"/>
              <a:gd name="connsiteY97" fmla="*/ 2512804 h 2649426"/>
              <a:gd name="connsiteX98" fmla="*/ 3721493 w 12192000"/>
              <a:gd name="connsiteY98" fmla="*/ 2497646 h 2649426"/>
              <a:gd name="connsiteX99" fmla="*/ 3504883 w 12192000"/>
              <a:gd name="connsiteY99" fmla="*/ 2503869 h 2649426"/>
              <a:gd name="connsiteX100" fmla="*/ 3431219 w 12192000"/>
              <a:gd name="connsiteY100" fmla="*/ 2502163 h 2649426"/>
              <a:gd name="connsiteX101" fmla="*/ 3151243 w 12192000"/>
              <a:gd name="connsiteY101" fmla="*/ 2492405 h 2649426"/>
              <a:gd name="connsiteX102" fmla="*/ 3057639 w 12192000"/>
              <a:gd name="connsiteY102" fmla="*/ 2507988 h 2649426"/>
              <a:gd name="connsiteX103" fmla="*/ 2916555 w 12192000"/>
              <a:gd name="connsiteY103" fmla="*/ 2472028 h 2649426"/>
              <a:gd name="connsiteX104" fmla="*/ 2846802 w 12192000"/>
              <a:gd name="connsiteY104" fmla="*/ 2461014 h 2649426"/>
              <a:gd name="connsiteX105" fmla="*/ 2739588 w 12192000"/>
              <a:gd name="connsiteY105" fmla="*/ 2457956 h 2649426"/>
              <a:gd name="connsiteX106" fmla="*/ 2706684 w 12192000"/>
              <a:gd name="connsiteY106" fmla="*/ 2454540 h 2649426"/>
              <a:gd name="connsiteX107" fmla="*/ 2348435 w 12192000"/>
              <a:gd name="connsiteY107" fmla="*/ 2449176 h 2649426"/>
              <a:gd name="connsiteX108" fmla="*/ 2194299 w 12192000"/>
              <a:gd name="connsiteY108" fmla="*/ 2475215 h 2649426"/>
              <a:gd name="connsiteX109" fmla="*/ 1983009 w 12192000"/>
              <a:gd name="connsiteY109" fmla="*/ 2463117 h 2649426"/>
              <a:gd name="connsiteX110" fmla="*/ 1885040 w 12192000"/>
              <a:gd name="connsiteY110" fmla="*/ 2475917 h 2649426"/>
              <a:gd name="connsiteX111" fmla="*/ 1773324 w 12192000"/>
              <a:gd name="connsiteY111" fmla="*/ 2471718 h 2649426"/>
              <a:gd name="connsiteX112" fmla="*/ 1685197 w 12192000"/>
              <a:gd name="connsiteY112" fmla="*/ 2466249 h 2649426"/>
              <a:gd name="connsiteX113" fmla="*/ 1543732 w 12192000"/>
              <a:gd name="connsiteY113" fmla="*/ 2477865 h 2649426"/>
              <a:gd name="connsiteX114" fmla="*/ 1300369 w 12192000"/>
              <a:gd name="connsiteY114" fmla="*/ 2444914 h 2649426"/>
              <a:gd name="connsiteX115" fmla="*/ 1081876 w 12192000"/>
              <a:gd name="connsiteY115" fmla="*/ 2476491 h 2649426"/>
              <a:gd name="connsiteX116" fmla="*/ 957561 w 12192000"/>
              <a:gd name="connsiteY116" fmla="*/ 2484124 h 2649426"/>
              <a:gd name="connsiteX117" fmla="*/ 822775 w 12192000"/>
              <a:gd name="connsiteY117" fmla="*/ 2542292 h 2649426"/>
              <a:gd name="connsiteX118" fmla="*/ 653171 w 12192000"/>
              <a:gd name="connsiteY118" fmla="*/ 2607266 h 2649426"/>
              <a:gd name="connsiteX119" fmla="*/ 511469 w 12192000"/>
              <a:gd name="connsiteY119" fmla="*/ 2598742 h 2649426"/>
              <a:gd name="connsiteX120" fmla="*/ 441281 w 12192000"/>
              <a:gd name="connsiteY120" fmla="*/ 2605939 h 2649426"/>
              <a:gd name="connsiteX121" fmla="*/ 297100 w 12192000"/>
              <a:gd name="connsiteY121" fmla="*/ 2639558 h 2649426"/>
              <a:gd name="connsiteX122" fmla="*/ 97385 w 12192000"/>
              <a:gd name="connsiteY122" fmla="*/ 2636063 h 2649426"/>
              <a:gd name="connsiteX123" fmla="*/ 48888 w 12192000"/>
              <a:gd name="connsiteY123" fmla="*/ 2641447 h 2649426"/>
              <a:gd name="connsiteX124" fmla="*/ 0 w 12192000"/>
              <a:gd name="connsiteY124" fmla="*/ 2649426 h 2649426"/>
              <a:gd name="connsiteX125" fmla="*/ 0 w 12192000"/>
              <a:gd name="connsiteY125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35223 w 12192000"/>
              <a:gd name="connsiteY4" fmla="*/ 171451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425377 w 12192000"/>
              <a:gd name="connsiteY8" fmla="*/ 1625577 h 2649426"/>
              <a:gd name="connsiteX9" fmla="*/ 11364686 w 12192000"/>
              <a:gd name="connsiteY9" fmla="*/ 1616572 h 2649426"/>
              <a:gd name="connsiteX10" fmla="*/ 11193595 w 12192000"/>
              <a:gd name="connsiteY10" fmla="*/ 1558403 h 2649426"/>
              <a:gd name="connsiteX11" fmla="*/ 11146426 w 12192000"/>
              <a:gd name="connsiteY11" fmla="*/ 1555308 h 2649426"/>
              <a:gd name="connsiteX12" fmla="*/ 10841711 w 12192000"/>
              <a:gd name="connsiteY12" fmla="*/ 1541883 h 2649426"/>
              <a:gd name="connsiteX13" fmla="*/ 10698183 w 12192000"/>
              <a:gd name="connsiteY13" fmla="*/ 1556682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15364 w 12192000"/>
              <a:gd name="connsiteY17" fmla="*/ 1574304 h 2649426"/>
              <a:gd name="connsiteX18" fmla="*/ 10454183 w 12192000"/>
              <a:gd name="connsiteY18" fmla="*/ 1572375 h 2649426"/>
              <a:gd name="connsiteX19" fmla="*/ 10329259 w 12192000"/>
              <a:gd name="connsiteY19" fmla="*/ 1579142 h 2649426"/>
              <a:gd name="connsiteX20" fmla="*/ 10128072 w 12192000"/>
              <a:gd name="connsiteY20" fmla="*/ 1610789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60271 w 12192000"/>
              <a:gd name="connsiteY34" fmla="*/ 1856718 h 2649426"/>
              <a:gd name="connsiteX35" fmla="*/ 8330326 w 12192000"/>
              <a:gd name="connsiteY35" fmla="*/ 1873969 h 2649426"/>
              <a:gd name="connsiteX36" fmla="*/ 8279203 w 12192000"/>
              <a:gd name="connsiteY36" fmla="*/ 1870876 h 2649426"/>
              <a:gd name="connsiteX37" fmla="*/ 8216222 w 12192000"/>
              <a:gd name="connsiteY37" fmla="*/ 1895553 h 2649426"/>
              <a:gd name="connsiteX38" fmla="*/ 8119712 w 12192000"/>
              <a:gd name="connsiteY38" fmla="*/ 1947916 h 2649426"/>
              <a:gd name="connsiteX39" fmla="*/ 8081930 w 12192000"/>
              <a:gd name="connsiteY39" fmla="*/ 1940372 h 2649426"/>
              <a:gd name="connsiteX40" fmla="*/ 8043728 w 12192000"/>
              <a:gd name="connsiteY40" fmla="*/ 1944200 h 2649426"/>
              <a:gd name="connsiteX41" fmla="*/ 7958999 w 12192000"/>
              <a:gd name="connsiteY41" fmla="*/ 1980667 h 2649426"/>
              <a:gd name="connsiteX42" fmla="*/ 7908348 w 12192000"/>
              <a:gd name="connsiteY42" fmla="*/ 1994348 h 2649426"/>
              <a:gd name="connsiteX43" fmla="*/ 7771932 w 12192000"/>
              <a:gd name="connsiteY43" fmla="*/ 2039701 h 2649426"/>
              <a:gd name="connsiteX44" fmla="*/ 7579180 w 12192000"/>
              <a:gd name="connsiteY44" fmla="*/ 2150519 h 2649426"/>
              <a:gd name="connsiteX45" fmla="*/ 7571467 w 12192000"/>
              <a:gd name="connsiteY45" fmla="*/ 2153548 h 2649426"/>
              <a:gd name="connsiteX46" fmla="*/ 7549398 w 12192000"/>
              <a:gd name="connsiteY46" fmla="*/ 2153051 h 2649426"/>
              <a:gd name="connsiteX47" fmla="*/ 7540934 w 12192000"/>
              <a:gd name="connsiteY47" fmla="*/ 2151418 h 2649426"/>
              <a:gd name="connsiteX48" fmla="*/ 7528900 w 12192000"/>
              <a:gd name="connsiteY48" fmla="*/ 2152107 h 2649426"/>
              <a:gd name="connsiteX49" fmla="*/ 7528656 w 12192000"/>
              <a:gd name="connsiteY49" fmla="*/ 2152584 h 2649426"/>
              <a:gd name="connsiteX50" fmla="*/ 7517280 w 12192000"/>
              <a:gd name="connsiteY50" fmla="*/ 2152327 h 2649426"/>
              <a:gd name="connsiteX51" fmla="*/ 7460956 w 12192000"/>
              <a:gd name="connsiteY51" fmla="*/ 2145255 h 2649426"/>
              <a:gd name="connsiteX52" fmla="*/ 7393117 w 12192000"/>
              <a:gd name="connsiteY52" fmla="*/ 2193066 h 2649426"/>
              <a:gd name="connsiteX53" fmla="*/ 7363846 w 12192000"/>
              <a:gd name="connsiteY53" fmla="*/ 2202297 h 2649426"/>
              <a:gd name="connsiteX54" fmla="*/ 7348496 w 12192000"/>
              <a:gd name="connsiteY54" fmla="*/ 2209686 h 2649426"/>
              <a:gd name="connsiteX55" fmla="*/ 7338648 w 12192000"/>
              <a:gd name="connsiteY55" fmla="*/ 2198119 h 2649426"/>
              <a:gd name="connsiteX56" fmla="*/ 7293703 w 12192000"/>
              <a:gd name="connsiteY56" fmla="*/ 2204721 h 2649426"/>
              <a:gd name="connsiteX57" fmla="*/ 7286955 w 12192000"/>
              <a:gd name="connsiteY57" fmla="*/ 2207494 h 2649426"/>
              <a:gd name="connsiteX58" fmla="*/ 7251199 w 12192000"/>
              <a:gd name="connsiteY58" fmla="*/ 2198184 h 2649426"/>
              <a:gd name="connsiteX59" fmla="*/ 7233016 w 12192000"/>
              <a:gd name="connsiteY59" fmla="*/ 2195902 h 2649426"/>
              <a:gd name="connsiteX60" fmla="*/ 7227281 w 12192000"/>
              <a:gd name="connsiteY60" fmla="*/ 2190042 h 2649426"/>
              <a:gd name="connsiteX61" fmla="*/ 7200745 w 12192000"/>
              <a:gd name="connsiteY61" fmla="*/ 2189321 h 2649426"/>
              <a:gd name="connsiteX62" fmla="*/ 7197924 w 12192000"/>
              <a:gd name="connsiteY62" fmla="*/ 2191205 h 2649426"/>
              <a:gd name="connsiteX63" fmla="*/ 7175198 w 12192000"/>
              <a:gd name="connsiteY63" fmla="*/ 2183294 h 2649426"/>
              <a:gd name="connsiteX64" fmla="*/ 7100681 w 12192000"/>
              <a:gd name="connsiteY64" fmla="*/ 2167822 h 2649426"/>
              <a:gd name="connsiteX65" fmla="*/ 6932665 w 12192000"/>
              <a:gd name="connsiteY65" fmla="*/ 2162157 h 2649426"/>
              <a:gd name="connsiteX66" fmla="*/ 6700029 w 12192000"/>
              <a:gd name="connsiteY66" fmla="*/ 2158310 h 2649426"/>
              <a:gd name="connsiteX67" fmla="*/ 6326162 w 12192000"/>
              <a:gd name="connsiteY67" fmla="*/ 2178632 h 2649426"/>
              <a:gd name="connsiteX68" fmla="*/ 6196177 w 12192000"/>
              <a:gd name="connsiteY68" fmla="*/ 2200059 h 2649426"/>
              <a:gd name="connsiteX69" fmla="*/ 6139086 w 12192000"/>
              <a:gd name="connsiteY69" fmla="*/ 2187339 h 2649426"/>
              <a:gd name="connsiteX70" fmla="*/ 6098878 w 12192000"/>
              <a:gd name="connsiteY70" fmla="*/ 2192939 h 2649426"/>
              <a:gd name="connsiteX71" fmla="*/ 6094339 w 12192000"/>
              <a:gd name="connsiteY71" fmla="*/ 2195871 h 2649426"/>
              <a:gd name="connsiteX72" fmla="*/ 6075163 w 12192000"/>
              <a:gd name="connsiteY72" fmla="*/ 2198856 h 2649426"/>
              <a:gd name="connsiteX73" fmla="*/ 6071016 w 12192000"/>
              <a:gd name="connsiteY73" fmla="*/ 2210639 h 2649426"/>
              <a:gd name="connsiteX74" fmla="*/ 6043058 w 12192000"/>
              <a:gd name="connsiteY74" fmla="*/ 2222971 h 2649426"/>
              <a:gd name="connsiteX75" fmla="*/ 5962031 w 12192000"/>
              <a:gd name="connsiteY75" fmla="*/ 2220873 h 2649426"/>
              <a:gd name="connsiteX76" fmla="*/ 5836800 w 12192000"/>
              <a:gd name="connsiteY76" fmla="*/ 2224771 h 2649426"/>
              <a:gd name="connsiteX77" fmla="*/ 5735414 w 12192000"/>
              <a:gd name="connsiteY77" fmla="*/ 2231366 h 2649426"/>
              <a:gd name="connsiteX78" fmla="*/ 5697982 w 12192000"/>
              <a:gd name="connsiteY78" fmla="*/ 2244836 h 2649426"/>
              <a:gd name="connsiteX79" fmla="*/ 5644981 w 12192000"/>
              <a:gd name="connsiteY79" fmla="*/ 2256274 h 2649426"/>
              <a:gd name="connsiteX80" fmla="*/ 5547744 w 12192000"/>
              <a:gd name="connsiteY80" fmla="*/ 2271333 h 2649426"/>
              <a:gd name="connsiteX81" fmla="*/ 5426280 w 12192000"/>
              <a:gd name="connsiteY81" fmla="*/ 2290560 h 2649426"/>
              <a:gd name="connsiteX82" fmla="*/ 5329896 w 12192000"/>
              <a:gd name="connsiteY82" fmla="*/ 2279209 h 2649426"/>
              <a:gd name="connsiteX83" fmla="*/ 5322508 w 12192000"/>
              <a:gd name="connsiteY83" fmla="*/ 2288005 h 2649426"/>
              <a:gd name="connsiteX84" fmla="*/ 5194705 w 12192000"/>
              <a:gd name="connsiteY84" fmla="*/ 2285938 h 2649426"/>
              <a:gd name="connsiteX85" fmla="*/ 5027899 w 12192000"/>
              <a:gd name="connsiteY85" fmla="*/ 2242653 h 2649426"/>
              <a:gd name="connsiteX86" fmla="*/ 4902443 w 12192000"/>
              <a:gd name="connsiteY86" fmla="*/ 2249037 h 2649426"/>
              <a:gd name="connsiteX87" fmla="*/ 4858751 w 12192000"/>
              <a:gd name="connsiteY87" fmla="*/ 2260409 h 2649426"/>
              <a:gd name="connsiteX88" fmla="*/ 4785497 w 12192000"/>
              <a:gd name="connsiteY88" fmla="*/ 2278897 h 2649426"/>
              <a:gd name="connsiteX89" fmla="*/ 4732807 w 12192000"/>
              <a:gd name="connsiteY89" fmla="*/ 2315139 h 2649426"/>
              <a:gd name="connsiteX90" fmla="*/ 4670737 w 12192000"/>
              <a:gd name="connsiteY90" fmla="*/ 2321711 h 2649426"/>
              <a:gd name="connsiteX91" fmla="*/ 4489013 w 12192000"/>
              <a:gd name="connsiteY91" fmla="*/ 2338805 h 2649426"/>
              <a:gd name="connsiteX92" fmla="*/ 4431159 w 12192000"/>
              <a:gd name="connsiteY92" fmla="*/ 2347536 h 2649426"/>
              <a:gd name="connsiteX93" fmla="*/ 4273885 w 12192000"/>
              <a:gd name="connsiteY93" fmla="*/ 2379520 h 2649426"/>
              <a:gd name="connsiteX94" fmla="*/ 4116925 w 12192000"/>
              <a:gd name="connsiteY94" fmla="*/ 2417756 h 2649426"/>
              <a:gd name="connsiteX95" fmla="*/ 4027169 w 12192000"/>
              <a:gd name="connsiteY95" fmla="*/ 2475399 h 2649426"/>
              <a:gd name="connsiteX96" fmla="*/ 3897799 w 12192000"/>
              <a:gd name="connsiteY96" fmla="*/ 2503049 h 2649426"/>
              <a:gd name="connsiteX97" fmla="*/ 3876619 w 12192000"/>
              <a:gd name="connsiteY97" fmla="*/ 2512804 h 2649426"/>
              <a:gd name="connsiteX98" fmla="*/ 3721493 w 12192000"/>
              <a:gd name="connsiteY98" fmla="*/ 2497646 h 2649426"/>
              <a:gd name="connsiteX99" fmla="*/ 3504883 w 12192000"/>
              <a:gd name="connsiteY99" fmla="*/ 2503869 h 2649426"/>
              <a:gd name="connsiteX100" fmla="*/ 3431219 w 12192000"/>
              <a:gd name="connsiteY100" fmla="*/ 2502163 h 2649426"/>
              <a:gd name="connsiteX101" fmla="*/ 3151243 w 12192000"/>
              <a:gd name="connsiteY101" fmla="*/ 2492405 h 2649426"/>
              <a:gd name="connsiteX102" fmla="*/ 3057639 w 12192000"/>
              <a:gd name="connsiteY102" fmla="*/ 2507988 h 2649426"/>
              <a:gd name="connsiteX103" fmla="*/ 2916555 w 12192000"/>
              <a:gd name="connsiteY103" fmla="*/ 2472028 h 2649426"/>
              <a:gd name="connsiteX104" fmla="*/ 2846802 w 12192000"/>
              <a:gd name="connsiteY104" fmla="*/ 2461014 h 2649426"/>
              <a:gd name="connsiteX105" fmla="*/ 2739588 w 12192000"/>
              <a:gd name="connsiteY105" fmla="*/ 2457956 h 2649426"/>
              <a:gd name="connsiteX106" fmla="*/ 2706684 w 12192000"/>
              <a:gd name="connsiteY106" fmla="*/ 2454540 h 2649426"/>
              <a:gd name="connsiteX107" fmla="*/ 2348435 w 12192000"/>
              <a:gd name="connsiteY107" fmla="*/ 2449176 h 2649426"/>
              <a:gd name="connsiteX108" fmla="*/ 2194299 w 12192000"/>
              <a:gd name="connsiteY108" fmla="*/ 2475215 h 2649426"/>
              <a:gd name="connsiteX109" fmla="*/ 1983009 w 12192000"/>
              <a:gd name="connsiteY109" fmla="*/ 2463117 h 2649426"/>
              <a:gd name="connsiteX110" fmla="*/ 1885040 w 12192000"/>
              <a:gd name="connsiteY110" fmla="*/ 2475917 h 2649426"/>
              <a:gd name="connsiteX111" fmla="*/ 1773324 w 12192000"/>
              <a:gd name="connsiteY111" fmla="*/ 2471718 h 2649426"/>
              <a:gd name="connsiteX112" fmla="*/ 1685197 w 12192000"/>
              <a:gd name="connsiteY112" fmla="*/ 2466249 h 2649426"/>
              <a:gd name="connsiteX113" fmla="*/ 1543732 w 12192000"/>
              <a:gd name="connsiteY113" fmla="*/ 2477865 h 2649426"/>
              <a:gd name="connsiteX114" fmla="*/ 1300369 w 12192000"/>
              <a:gd name="connsiteY114" fmla="*/ 2444914 h 2649426"/>
              <a:gd name="connsiteX115" fmla="*/ 1081876 w 12192000"/>
              <a:gd name="connsiteY115" fmla="*/ 2476491 h 2649426"/>
              <a:gd name="connsiteX116" fmla="*/ 957561 w 12192000"/>
              <a:gd name="connsiteY116" fmla="*/ 2484124 h 2649426"/>
              <a:gd name="connsiteX117" fmla="*/ 822775 w 12192000"/>
              <a:gd name="connsiteY117" fmla="*/ 2542292 h 2649426"/>
              <a:gd name="connsiteX118" fmla="*/ 653171 w 12192000"/>
              <a:gd name="connsiteY118" fmla="*/ 2607266 h 2649426"/>
              <a:gd name="connsiteX119" fmla="*/ 511469 w 12192000"/>
              <a:gd name="connsiteY119" fmla="*/ 2598742 h 2649426"/>
              <a:gd name="connsiteX120" fmla="*/ 441281 w 12192000"/>
              <a:gd name="connsiteY120" fmla="*/ 2605939 h 2649426"/>
              <a:gd name="connsiteX121" fmla="*/ 297100 w 12192000"/>
              <a:gd name="connsiteY121" fmla="*/ 2639558 h 2649426"/>
              <a:gd name="connsiteX122" fmla="*/ 97385 w 12192000"/>
              <a:gd name="connsiteY122" fmla="*/ 2636063 h 2649426"/>
              <a:gd name="connsiteX123" fmla="*/ 48888 w 12192000"/>
              <a:gd name="connsiteY123" fmla="*/ 2641447 h 2649426"/>
              <a:gd name="connsiteX124" fmla="*/ 0 w 12192000"/>
              <a:gd name="connsiteY124" fmla="*/ 2649426 h 2649426"/>
              <a:gd name="connsiteX125" fmla="*/ 0 w 12192000"/>
              <a:gd name="connsiteY125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35223 w 12192000"/>
              <a:gd name="connsiteY4" fmla="*/ 171451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425377 w 12192000"/>
              <a:gd name="connsiteY8" fmla="*/ 1625577 h 2649426"/>
              <a:gd name="connsiteX9" fmla="*/ 11364686 w 12192000"/>
              <a:gd name="connsiteY9" fmla="*/ 1616572 h 2649426"/>
              <a:gd name="connsiteX10" fmla="*/ 11193595 w 12192000"/>
              <a:gd name="connsiteY10" fmla="*/ 1558403 h 2649426"/>
              <a:gd name="connsiteX11" fmla="*/ 11146426 w 12192000"/>
              <a:gd name="connsiteY11" fmla="*/ 1555308 h 2649426"/>
              <a:gd name="connsiteX12" fmla="*/ 10841711 w 12192000"/>
              <a:gd name="connsiteY12" fmla="*/ 1541883 h 2649426"/>
              <a:gd name="connsiteX13" fmla="*/ 10698183 w 12192000"/>
              <a:gd name="connsiteY13" fmla="*/ 1556682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15364 w 12192000"/>
              <a:gd name="connsiteY17" fmla="*/ 1574304 h 2649426"/>
              <a:gd name="connsiteX18" fmla="*/ 10454183 w 12192000"/>
              <a:gd name="connsiteY18" fmla="*/ 1572375 h 2649426"/>
              <a:gd name="connsiteX19" fmla="*/ 10329259 w 12192000"/>
              <a:gd name="connsiteY19" fmla="*/ 1579142 h 2649426"/>
              <a:gd name="connsiteX20" fmla="*/ 10128072 w 12192000"/>
              <a:gd name="connsiteY20" fmla="*/ 1610789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60271 w 12192000"/>
              <a:gd name="connsiteY34" fmla="*/ 1856718 h 2649426"/>
              <a:gd name="connsiteX35" fmla="*/ 8330326 w 12192000"/>
              <a:gd name="connsiteY35" fmla="*/ 1873969 h 2649426"/>
              <a:gd name="connsiteX36" fmla="*/ 8279203 w 12192000"/>
              <a:gd name="connsiteY36" fmla="*/ 1870876 h 2649426"/>
              <a:gd name="connsiteX37" fmla="*/ 8216222 w 12192000"/>
              <a:gd name="connsiteY37" fmla="*/ 1895553 h 2649426"/>
              <a:gd name="connsiteX38" fmla="*/ 8119712 w 12192000"/>
              <a:gd name="connsiteY38" fmla="*/ 1947916 h 2649426"/>
              <a:gd name="connsiteX39" fmla="*/ 8081930 w 12192000"/>
              <a:gd name="connsiteY39" fmla="*/ 1940372 h 2649426"/>
              <a:gd name="connsiteX40" fmla="*/ 8043728 w 12192000"/>
              <a:gd name="connsiteY40" fmla="*/ 1944200 h 2649426"/>
              <a:gd name="connsiteX41" fmla="*/ 7958999 w 12192000"/>
              <a:gd name="connsiteY41" fmla="*/ 1980667 h 2649426"/>
              <a:gd name="connsiteX42" fmla="*/ 7908348 w 12192000"/>
              <a:gd name="connsiteY42" fmla="*/ 1994348 h 2649426"/>
              <a:gd name="connsiteX43" fmla="*/ 7771932 w 12192000"/>
              <a:gd name="connsiteY43" fmla="*/ 2039701 h 2649426"/>
              <a:gd name="connsiteX44" fmla="*/ 7579180 w 12192000"/>
              <a:gd name="connsiteY44" fmla="*/ 2150519 h 2649426"/>
              <a:gd name="connsiteX45" fmla="*/ 7571467 w 12192000"/>
              <a:gd name="connsiteY45" fmla="*/ 2153548 h 2649426"/>
              <a:gd name="connsiteX46" fmla="*/ 7549398 w 12192000"/>
              <a:gd name="connsiteY46" fmla="*/ 2153051 h 2649426"/>
              <a:gd name="connsiteX47" fmla="*/ 7540934 w 12192000"/>
              <a:gd name="connsiteY47" fmla="*/ 2151418 h 2649426"/>
              <a:gd name="connsiteX48" fmla="*/ 7528900 w 12192000"/>
              <a:gd name="connsiteY48" fmla="*/ 2152107 h 2649426"/>
              <a:gd name="connsiteX49" fmla="*/ 7528656 w 12192000"/>
              <a:gd name="connsiteY49" fmla="*/ 2152584 h 2649426"/>
              <a:gd name="connsiteX50" fmla="*/ 7517280 w 12192000"/>
              <a:gd name="connsiteY50" fmla="*/ 2152327 h 2649426"/>
              <a:gd name="connsiteX51" fmla="*/ 7460956 w 12192000"/>
              <a:gd name="connsiteY51" fmla="*/ 2145255 h 2649426"/>
              <a:gd name="connsiteX52" fmla="*/ 7393117 w 12192000"/>
              <a:gd name="connsiteY52" fmla="*/ 2193066 h 2649426"/>
              <a:gd name="connsiteX53" fmla="*/ 7363846 w 12192000"/>
              <a:gd name="connsiteY53" fmla="*/ 2202297 h 2649426"/>
              <a:gd name="connsiteX54" fmla="*/ 7348496 w 12192000"/>
              <a:gd name="connsiteY54" fmla="*/ 2209686 h 2649426"/>
              <a:gd name="connsiteX55" fmla="*/ 7338648 w 12192000"/>
              <a:gd name="connsiteY55" fmla="*/ 2198119 h 2649426"/>
              <a:gd name="connsiteX56" fmla="*/ 7293703 w 12192000"/>
              <a:gd name="connsiteY56" fmla="*/ 2204721 h 2649426"/>
              <a:gd name="connsiteX57" fmla="*/ 7286955 w 12192000"/>
              <a:gd name="connsiteY57" fmla="*/ 2207494 h 2649426"/>
              <a:gd name="connsiteX58" fmla="*/ 7251199 w 12192000"/>
              <a:gd name="connsiteY58" fmla="*/ 2198184 h 2649426"/>
              <a:gd name="connsiteX59" fmla="*/ 7233016 w 12192000"/>
              <a:gd name="connsiteY59" fmla="*/ 2195902 h 2649426"/>
              <a:gd name="connsiteX60" fmla="*/ 7227281 w 12192000"/>
              <a:gd name="connsiteY60" fmla="*/ 2190042 h 2649426"/>
              <a:gd name="connsiteX61" fmla="*/ 7200745 w 12192000"/>
              <a:gd name="connsiteY61" fmla="*/ 2189321 h 2649426"/>
              <a:gd name="connsiteX62" fmla="*/ 7197924 w 12192000"/>
              <a:gd name="connsiteY62" fmla="*/ 2191205 h 2649426"/>
              <a:gd name="connsiteX63" fmla="*/ 7175198 w 12192000"/>
              <a:gd name="connsiteY63" fmla="*/ 2183294 h 2649426"/>
              <a:gd name="connsiteX64" fmla="*/ 7100681 w 12192000"/>
              <a:gd name="connsiteY64" fmla="*/ 2167822 h 2649426"/>
              <a:gd name="connsiteX65" fmla="*/ 6932665 w 12192000"/>
              <a:gd name="connsiteY65" fmla="*/ 2162157 h 2649426"/>
              <a:gd name="connsiteX66" fmla="*/ 6700029 w 12192000"/>
              <a:gd name="connsiteY66" fmla="*/ 2158310 h 2649426"/>
              <a:gd name="connsiteX67" fmla="*/ 6326162 w 12192000"/>
              <a:gd name="connsiteY67" fmla="*/ 2178632 h 2649426"/>
              <a:gd name="connsiteX68" fmla="*/ 6196177 w 12192000"/>
              <a:gd name="connsiteY68" fmla="*/ 2200059 h 2649426"/>
              <a:gd name="connsiteX69" fmla="*/ 6139086 w 12192000"/>
              <a:gd name="connsiteY69" fmla="*/ 2187339 h 2649426"/>
              <a:gd name="connsiteX70" fmla="*/ 6098878 w 12192000"/>
              <a:gd name="connsiteY70" fmla="*/ 2192939 h 2649426"/>
              <a:gd name="connsiteX71" fmla="*/ 6094339 w 12192000"/>
              <a:gd name="connsiteY71" fmla="*/ 2195871 h 2649426"/>
              <a:gd name="connsiteX72" fmla="*/ 6075163 w 12192000"/>
              <a:gd name="connsiteY72" fmla="*/ 2198856 h 2649426"/>
              <a:gd name="connsiteX73" fmla="*/ 6071016 w 12192000"/>
              <a:gd name="connsiteY73" fmla="*/ 2210639 h 2649426"/>
              <a:gd name="connsiteX74" fmla="*/ 6043058 w 12192000"/>
              <a:gd name="connsiteY74" fmla="*/ 2222971 h 2649426"/>
              <a:gd name="connsiteX75" fmla="*/ 5962031 w 12192000"/>
              <a:gd name="connsiteY75" fmla="*/ 2220873 h 2649426"/>
              <a:gd name="connsiteX76" fmla="*/ 5836800 w 12192000"/>
              <a:gd name="connsiteY76" fmla="*/ 2224771 h 2649426"/>
              <a:gd name="connsiteX77" fmla="*/ 5735414 w 12192000"/>
              <a:gd name="connsiteY77" fmla="*/ 2231366 h 2649426"/>
              <a:gd name="connsiteX78" fmla="*/ 5697982 w 12192000"/>
              <a:gd name="connsiteY78" fmla="*/ 2244836 h 2649426"/>
              <a:gd name="connsiteX79" fmla="*/ 5644981 w 12192000"/>
              <a:gd name="connsiteY79" fmla="*/ 2256274 h 2649426"/>
              <a:gd name="connsiteX80" fmla="*/ 5547744 w 12192000"/>
              <a:gd name="connsiteY80" fmla="*/ 2271333 h 2649426"/>
              <a:gd name="connsiteX81" fmla="*/ 5426280 w 12192000"/>
              <a:gd name="connsiteY81" fmla="*/ 2290560 h 2649426"/>
              <a:gd name="connsiteX82" fmla="*/ 5329896 w 12192000"/>
              <a:gd name="connsiteY82" fmla="*/ 2279209 h 2649426"/>
              <a:gd name="connsiteX83" fmla="*/ 5322508 w 12192000"/>
              <a:gd name="connsiteY83" fmla="*/ 2288005 h 2649426"/>
              <a:gd name="connsiteX84" fmla="*/ 5194705 w 12192000"/>
              <a:gd name="connsiteY84" fmla="*/ 2285938 h 2649426"/>
              <a:gd name="connsiteX85" fmla="*/ 5027899 w 12192000"/>
              <a:gd name="connsiteY85" fmla="*/ 2242653 h 2649426"/>
              <a:gd name="connsiteX86" fmla="*/ 4902443 w 12192000"/>
              <a:gd name="connsiteY86" fmla="*/ 2249037 h 2649426"/>
              <a:gd name="connsiteX87" fmla="*/ 4858751 w 12192000"/>
              <a:gd name="connsiteY87" fmla="*/ 2260409 h 2649426"/>
              <a:gd name="connsiteX88" fmla="*/ 4785497 w 12192000"/>
              <a:gd name="connsiteY88" fmla="*/ 2278897 h 2649426"/>
              <a:gd name="connsiteX89" fmla="*/ 4732807 w 12192000"/>
              <a:gd name="connsiteY89" fmla="*/ 2315139 h 2649426"/>
              <a:gd name="connsiteX90" fmla="*/ 4670737 w 12192000"/>
              <a:gd name="connsiteY90" fmla="*/ 2321711 h 2649426"/>
              <a:gd name="connsiteX91" fmla="*/ 4489013 w 12192000"/>
              <a:gd name="connsiteY91" fmla="*/ 2338805 h 2649426"/>
              <a:gd name="connsiteX92" fmla="*/ 4431159 w 12192000"/>
              <a:gd name="connsiteY92" fmla="*/ 2347536 h 2649426"/>
              <a:gd name="connsiteX93" fmla="*/ 4273885 w 12192000"/>
              <a:gd name="connsiteY93" fmla="*/ 2379520 h 2649426"/>
              <a:gd name="connsiteX94" fmla="*/ 4116925 w 12192000"/>
              <a:gd name="connsiteY94" fmla="*/ 2417756 h 2649426"/>
              <a:gd name="connsiteX95" fmla="*/ 4027169 w 12192000"/>
              <a:gd name="connsiteY95" fmla="*/ 2475399 h 2649426"/>
              <a:gd name="connsiteX96" fmla="*/ 3897799 w 12192000"/>
              <a:gd name="connsiteY96" fmla="*/ 2503049 h 2649426"/>
              <a:gd name="connsiteX97" fmla="*/ 3876619 w 12192000"/>
              <a:gd name="connsiteY97" fmla="*/ 2512804 h 2649426"/>
              <a:gd name="connsiteX98" fmla="*/ 3721493 w 12192000"/>
              <a:gd name="connsiteY98" fmla="*/ 2497646 h 2649426"/>
              <a:gd name="connsiteX99" fmla="*/ 3504883 w 12192000"/>
              <a:gd name="connsiteY99" fmla="*/ 2503869 h 2649426"/>
              <a:gd name="connsiteX100" fmla="*/ 3431219 w 12192000"/>
              <a:gd name="connsiteY100" fmla="*/ 2502163 h 2649426"/>
              <a:gd name="connsiteX101" fmla="*/ 3151243 w 12192000"/>
              <a:gd name="connsiteY101" fmla="*/ 2492405 h 2649426"/>
              <a:gd name="connsiteX102" fmla="*/ 3057639 w 12192000"/>
              <a:gd name="connsiteY102" fmla="*/ 2507988 h 2649426"/>
              <a:gd name="connsiteX103" fmla="*/ 2916555 w 12192000"/>
              <a:gd name="connsiteY103" fmla="*/ 2472028 h 2649426"/>
              <a:gd name="connsiteX104" fmla="*/ 2846802 w 12192000"/>
              <a:gd name="connsiteY104" fmla="*/ 2461014 h 2649426"/>
              <a:gd name="connsiteX105" fmla="*/ 2739588 w 12192000"/>
              <a:gd name="connsiteY105" fmla="*/ 2457956 h 2649426"/>
              <a:gd name="connsiteX106" fmla="*/ 2706684 w 12192000"/>
              <a:gd name="connsiteY106" fmla="*/ 2454540 h 2649426"/>
              <a:gd name="connsiteX107" fmla="*/ 2348435 w 12192000"/>
              <a:gd name="connsiteY107" fmla="*/ 2449176 h 2649426"/>
              <a:gd name="connsiteX108" fmla="*/ 2194299 w 12192000"/>
              <a:gd name="connsiteY108" fmla="*/ 2475215 h 2649426"/>
              <a:gd name="connsiteX109" fmla="*/ 1983009 w 12192000"/>
              <a:gd name="connsiteY109" fmla="*/ 2463117 h 2649426"/>
              <a:gd name="connsiteX110" fmla="*/ 1885040 w 12192000"/>
              <a:gd name="connsiteY110" fmla="*/ 2475917 h 2649426"/>
              <a:gd name="connsiteX111" fmla="*/ 1773324 w 12192000"/>
              <a:gd name="connsiteY111" fmla="*/ 2471718 h 2649426"/>
              <a:gd name="connsiteX112" fmla="*/ 1685197 w 12192000"/>
              <a:gd name="connsiteY112" fmla="*/ 2466249 h 2649426"/>
              <a:gd name="connsiteX113" fmla="*/ 1543732 w 12192000"/>
              <a:gd name="connsiteY113" fmla="*/ 2477865 h 2649426"/>
              <a:gd name="connsiteX114" fmla="*/ 1300369 w 12192000"/>
              <a:gd name="connsiteY114" fmla="*/ 2444914 h 2649426"/>
              <a:gd name="connsiteX115" fmla="*/ 1081876 w 12192000"/>
              <a:gd name="connsiteY115" fmla="*/ 2476491 h 2649426"/>
              <a:gd name="connsiteX116" fmla="*/ 957561 w 12192000"/>
              <a:gd name="connsiteY116" fmla="*/ 2484124 h 2649426"/>
              <a:gd name="connsiteX117" fmla="*/ 822775 w 12192000"/>
              <a:gd name="connsiteY117" fmla="*/ 2542292 h 2649426"/>
              <a:gd name="connsiteX118" fmla="*/ 653171 w 12192000"/>
              <a:gd name="connsiteY118" fmla="*/ 2607266 h 2649426"/>
              <a:gd name="connsiteX119" fmla="*/ 511469 w 12192000"/>
              <a:gd name="connsiteY119" fmla="*/ 2598742 h 2649426"/>
              <a:gd name="connsiteX120" fmla="*/ 441281 w 12192000"/>
              <a:gd name="connsiteY120" fmla="*/ 2605939 h 2649426"/>
              <a:gd name="connsiteX121" fmla="*/ 297100 w 12192000"/>
              <a:gd name="connsiteY121" fmla="*/ 2639558 h 2649426"/>
              <a:gd name="connsiteX122" fmla="*/ 97385 w 12192000"/>
              <a:gd name="connsiteY122" fmla="*/ 2636063 h 2649426"/>
              <a:gd name="connsiteX123" fmla="*/ 48888 w 12192000"/>
              <a:gd name="connsiteY123" fmla="*/ 2641447 h 2649426"/>
              <a:gd name="connsiteX124" fmla="*/ 0 w 12192000"/>
              <a:gd name="connsiteY124" fmla="*/ 2649426 h 2649426"/>
              <a:gd name="connsiteX125" fmla="*/ 0 w 12192000"/>
              <a:gd name="connsiteY125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35223 w 12192000"/>
              <a:gd name="connsiteY4" fmla="*/ 171451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425377 w 12192000"/>
              <a:gd name="connsiteY8" fmla="*/ 1625577 h 2649426"/>
              <a:gd name="connsiteX9" fmla="*/ 11364686 w 12192000"/>
              <a:gd name="connsiteY9" fmla="*/ 1616572 h 2649426"/>
              <a:gd name="connsiteX10" fmla="*/ 11193595 w 12192000"/>
              <a:gd name="connsiteY10" fmla="*/ 1558403 h 2649426"/>
              <a:gd name="connsiteX11" fmla="*/ 11146426 w 12192000"/>
              <a:gd name="connsiteY11" fmla="*/ 1555308 h 2649426"/>
              <a:gd name="connsiteX12" fmla="*/ 10841711 w 12192000"/>
              <a:gd name="connsiteY12" fmla="*/ 1541883 h 2649426"/>
              <a:gd name="connsiteX13" fmla="*/ 10698183 w 12192000"/>
              <a:gd name="connsiteY13" fmla="*/ 1556682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15364 w 12192000"/>
              <a:gd name="connsiteY17" fmla="*/ 1574304 h 2649426"/>
              <a:gd name="connsiteX18" fmla="*/ 10454183 w 12192000"/>
              <a:gd name="connsiteY18" fmla="*/ 1572375 h 2649426"/>
              <a:gd name="connsiteX19" fmla="*/ 10329259 w 12192000"/>
              <a:gd name="connsiteY19" fmla="*/ 1579142 h 2649426"/>
              <a:gd name="connsiteX20" fmla="*/ 10128072 w 12192000"/>
              <a:gd name="connsiteY20" fmla="*/ 1610789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60271 w 12192000"/>
              <a:gd name="connsiteY34" fmla="*/ 1856718 h 2649426"/>
              <a:gd name="connsiteX35" fmla="*/ 8330326 w 12192000"/>
              <a:gd name="connsiteY35" fmla="*/ 1873969 h 2649426"/>
              <a:gd name="connsiteX36" fmla="*/ 8279203 w 12192000"/>
              <a:gd name="connsiteY36" fmla="*/ 1870876 h 2649426"/>
              <a:gd name="connsiteX37" fmla="*/ 8216222 w 12192000"/>
              <a:gd name="connsiteY37" fmla="*/ 1895553 h 2649426"/>
              <a:gd name="connsiteX38" fmla="*/ 8119712 w 12192000"/>
              <a:gd name="connsiteY38" fmla="*/ 1947916 h 2649426"/>
              <a:gd name="connsiteX39" fmla="*/ 8081930 w 12192000"/>
              <a:gd name="connsiteY39" fmla="*/ 1940372 h 2649426"/>
              <a:gd name="connsiteX40" fmla="*/ 8043728 w 12192000"/>
              <a:gd name="connsiteY40" fmla="*/ 1944200 h 2649426"/>
              <a:gd name="connsiteX41" fmla="*/ 7958999 w 12192000"/>
              <a:gd name="connsiteY41" fmla="*/ 1980667 h 2649426"/>
              <a:gd name="connsiteX42" fmla="*/ 7908348 w 12192000"/>
              <a:gd name="connsiteY42" fmla="*/ 1994348 h 2649426"/>
              <a:gd name="connsiteX43" fmla="*/ 7771932 w 12192000"/>
              <a:gd name="connsiteY43" fmla="*/ 2039701 h 2649426"/>
              <a:gd name="connsiteX44" fmla="*/ 7579180 w 12192000"/>
              <a:gd name="connsiteY44" fmla="*/ 2150519 h 2649426"/>
              <a:gd name="connsiteX45" fmla="*/ 7571467 w 12192000"/>
              <a:gd name="connsiteY45" fmla="*/ 2153548 h 2649426"/>
              <a:gd name="connsiteX46" fmla="*/ 7549398 w 12192000"/>
              <a:gd name="connsiteY46" fmla="*/ 2153051 h 2649426"/>
              <a:gd name="connsiteX47" fmla="*/ 7540934 w 12192000"/>
              <a:gd name="connsiteY47" fmla="*/ 2151418 h 2649426"/>
              <a:gd name="connsiteX48" fmla="*/ 7528900 w 12192000"/>
              <a:gd name="connsiteY48" fmla="*/ 2152107 h 2649426"/>
              <a:gd name="connsiteX49" fmla="*/ 7528656 w 12192000"/>
              <a:gd name="connsiteY49" fmla="*/ 2152584 h 2649426"/>
              <a:gd name="connsiteX50" fmla="*/ 7517280 w 12192000"/>
              <a:gd name="connsiteY50" fmla="*/ 2152327 h 2649426"/>
              <a:gd name="connsiteX51" fmla="*/ 7460956 w 12192000"/>
              <a:gd name="connsiteY51" fmla="*/ 2145255 h 2649426"/>
              <a:gd name="connsiteX52" fmla="*/ 7393117 w 12192000"/>
              <a:gd name="connsiteY52" fmla="*/ 2193066 h 2649426"/>
              <a:gd name="connsiteX53" fmla="*/ 7363846 w 12192000"/>
              <a:gd name="connsiteY53" fmla="*/ 2202297 h 2649426"/>
              <a:gd name="connsiteX54" fmla="*/ 7348496 w 12192000"/>
              <a:gd name="connsiteY54" fmla="*/ 2209686 h 2649426"/>
              <a:gd name="connsiteX55" fmla="*/ 7338648 w 12192000"/>
              <a:gd name="connsiteY55" fmla="*/ 2198119 h 2649426"/>
              <a:gd name="connsiteX56" fmla="*/ 7293703 w 12192000"/>
              <a:gd name="connsiteY56" fmla="*/ 2204721 h 2649426"/>
              <a:gd name="connsiteX57" fmla="*/ 7286955 w 12192000"/>
              <a:gd name="connsiteY57" fmla="*/ 2207494 h 2649426"/>
              <a:gd name="connsiteX58" fmla="*/ 7251199 w 12192000"/>
              <a:gd name="connsiteY58" fmla="*/ 2198184 h 2649426"/>
              <a:gd name="connsiteX59" fmla="*/ 7233016 w 12192000"/>
              <a:gd name="connsiteY59" fmla="*/ 2195902 h 2649426"/>
              <a:gd name="connsiteX60" fmla="*/ 7227281 w 12192000"/>
              <a:gd name="connsiteY60" fmla="*/ 2190042 h 2649426"/>
              <a:gd name="connsiteX61" fmla="*/ 7200745 w 12192000"/>
              <a:gd name="connsiteY61" fmla="*/ 2189321 h 2649426"/>
              <a:gd name="connsiteX62" fmla="*/ 7197924 w 12192000"/>
              <a:gd name="connsiteY62" fmla="*/ 2191205 h 2649426"/>
              <a:gd name="connsiteX63" fmla="*/ 7175198 w 12192000"/>
              <a:gd name="connsiteY63" fmla="*/ 2183294 h 2649426"/>
              <a:gd name="connsiteX64" fmla="*/ 7100681 w 12192000"/>
              <a:gd name="connsiteY64" fmla="*/ 2167822 h 2649426"/>
              <a:gd name="connsiteX65" fmla="*/ 6932665 w 12192000"/>
              <a:gd name="connsiteY65" fmla="*/ 2162157 h 2649426"/>
              <a:gd name="connsiteX66" fmla="*/ 6700029 w 12192000"/>
              <a:gd name="connsiteY66" fmla="*/ 2158310 h 2649426"/>
              <a:gd name="connsiteX67" fmla="*/ 6326162 w 12192000"/>
              <a:gd name="connsiteY67" fmla="*/ 2178632 h 2649426"/>
              <a:gd name="connsiteX68" fmla="*/ 6196177 w 12192000"/>
              <a:gd name="connsiteY68" fmla="*/ 2200059 h 2649426"/>
              <a:gd name="connsiteX69" fmla="*/ 6139086 w 12192000"/>
              <a:gd name="connsiteY69" fmla="*/ 2187339 h 2649426"/>
              <a:gd name="connsiteX70" fmla="*/ 6098878 w 12192000"/>
              <a:gd name="connsiteY70" fmla="*/ 2192939 h 2649426"/>
              <a:gd name="connsiteX71" fmla="*/ 6094339 w 12192000"/>
              <a:gd name="connsiteY71" fmla="*/ 2195871 h 2649426"/>
              <a:gd name="connsiteX72" fmla="*/ 6075163 w 12192000"/>
              <a:gd name="connsiteY72" fmla="*/ 2198856 h 2649426"/>
              <a:gd name="connsiteX73" fmla="*/ 6071016 w 12192000"/>
              <a:gd name="connsiteY73" fmla="*/ 2210639 h 2649426"/>
              <a:gd name="connsiteX74" fmla="*/ 6043058 w 12192000"/>
              <a:gd name="connsiteY74" fmla="*/ 2222971 h 2649426"/>
              <a:gd name="connsiteX75" fmla="*/ 5962031 w 12192000"/>
              <a:gd name="connsiteY75" fmla="*/ 2220873 h 2649426"/>
              <a:gd name="connsiteX76" fmla="*/ 5836800 w 12192000"/>
              <a:gd name="connsiteY76" fmla="*/ 2224771 h 2649426"/>
              <a:gd name="connsiteX77" fmla="*/ 5735414 w 12192000"/>
              <a:gd name="connsiteY77" fmla="*/ 2231366 h 2649426"/>
              <a:gd name="connsiteX78" fmla="*/ 5697982 w 12192000"/>
              <a:gd name="connsiteY78" fmla="*/ 2244836 h 2649426"/>
              <a:gd name="connsiteX79" fmla="*/ 5644981 w 12192000"/>
              <a:gd name="connsiteY79" fmla="*/ 2256274 h 2649426"/>
              <a:gd name="connsiteX80" fmla="*/ 5547744 w 12192000"/>
              <a:gd name="connsiteY80" fmla="*/ 2271333 h 2649426"/>
              <a:gd name="connsiteX81" fmla="*/ 5426280 w 12192000"/>
              <a:gd name="connsiteY81" fmla="*/ 2290560 h 2649426"/>
              <a:gd name="connsiteX82" fmla="*/ 5329896 w 12192000"/>
              <a:gd name="connsiteY82" fmla="*/ 2279209 h 2649426"/>
              <a:gd name="connsiteX83" fmla="*/ 5322508 w 12192000"/>
              <a:gd name="connsiteY83" fmla="*/ 2288005 h 2649426"/>
              <a:gd name="connsiteX84" fmla="*/ 5194705 w 12192000"/>
              <a:gd name="connsiteY84" fmla="*/ 2285938 h 2649426"/>
              <a:gd name="connsiteX85" fmla="*/ 5027899 w 12192000"/>
              <a:gd name="connsiteY85" fmla="*/ 2242653 h 2649426"/>
              <a:gd name="connsiteX86" fmla="*/ 4902443 w 12192000"/>
              <a:gd name="connsiteY86" fmla="*/ 2249037 h 2649426"/>
              <a:gd name="connsiteX87" fmla="*/ 4858751 w 12192000"/>
              <a:gd name="connsiteY87" fmla="*/ 2260409 h 2649426"/>
              <a:gd name="connsiteX88" fmla="*/ 4785497 w 12192000"/>
              <a:gd name="connsiteY88" fmla="*/ 2278897 h 2649426"/>
              <a:gd name="connsiteX89" fmla="*/ 4732807 w 12192000"/>
              <a:gd name="connsiteY89" fmla="*/ 2315139 h 2649426"/>
              <a:gd name="connsiteX90" fmla="*/ 4670737 w 12192000"/>
              <a:gd name="connsiteY90" fmla="*/ 2321711 h 2649426"/>
              <a:gd name="connsiteX91" fmla="*/ 4489013 w 12192000"/>
              <a:gd name="connsiteY91" fmla="*/ 2338805 h 2649426"/>
              <a:gd name="connsiteX92" fmla="*/ 4431159 w 12192000"/>
              <a:gd name="connsiteY92" fmla="*/ 2347536 h 2649426"/>
              <a:gd name="connsiteX93" fmla="*/ 4273885 w 12192000"/>
              <a:gd name="connsiteY93" fmla="*/ 2379520 h 2649426"/>
              <a:gd name="connsiteX94" fmla="*/ 4116925 w 12192000"/>
              <a:gd name="connsiteY94" fmla="*/ 2417756 h 2649426"/>
              <a:gd name="connsiteX95" fmla="*/ 4027169 w 12192000"/>
              <a:gd name="connsiteY95" fmla="*/ 2475399 h 2649426"/>
              <a:gd name="connsiteX96" fmla="*/ 3897799 w 12192000"/>
              <a:gd name="connsiteY96" fmla="*/ 2503049 h 2649426"/>
              <a:gd name="connsiteX97" fmla="*/ 3876619 w 12192000"/>
              <a:gd name="connsiteY97" fmla="*/ 2512804 h 2649426"/>
              <a:gd name="connsiteX98" fmla="*/ 3721493 w 12192000"/>
              <a:gd name="connsiteY98" fmla="*/ 2497646 h 2649426"/>
              <a:gd name="connsiteX99" fmla="*/ 3504883 w 12192000"/>
              <a:gd name="connsiteY99" fmla="*/ 2503869 h 2649426"/>
              <a:gd name="connsiteX100" fmla="*/ 3431219 w 12192000"/>
              <a:gd name="connsiteY100" fmla="*/ 2502163 h 2649426"/>
              <a:gd name="connsiteX101" fmla="*/ 3151243 w 12192000"/>
              <a:gd name="connsiteY101" fmla="*/ 2492405 h 2649426"/>
              <a:gd name="connsiteX102" fmla="*/ 3057639 w 12192000"/>
              <a:gd name="connsiteY102" fmla="*/ 2507988 h 2649426"/>
              <a:gd name="connsiteX103" fmla="*/ 2916555 w 12192000"/>
              <a:gd name="connsiteY103" fmla="*/ 2472028 h 2649426"/>
              <a:gd name="connsiteX104" fmla="*/ 2846802 w 12192000"/>
              <a:gd name="connsiteY104" fmla="*/ 2461014 h 2649426"/>
              <a:gd name="connsiteX105" fmla="*/ 2739588 w 12192000"/>
              <a:gd name="connsiteY105" fmla="*/ 2457956 h 2649426"/>
              <a:gd name="connsiteX106" fmla="*/ 2706684 w 12192000"/>
              <a:gd name="connsiteY106" fmla="*/ 2454540 h 2649426"/>
              <a:gd name="connsiteX107" fmla="*/ 2348435 w 12192000"/>
              <a:gd name="connsiteY107" fmla="*/ 2449176 h 2649426"/>
              <a:gd name="connsiteX108" fmla="*/ 2194299 w 12192000"/>
              <a:gd name="connsiteY108" fmla="*/ 2475215 h 2649426"/>
              <a:gd name="connsiteX109" fmla="*/ 1983009 w 12192000"/>
              <a:gd name="connsiteY109" fmla="*/ 2463117 h 2649426"/>
              <a:gd name="connsiteX110" fmla="*/ 1885040 w 12192000"/>
              <a:gd name="connsiteY110" fmla="*/ 2475917 h 2649426"/>
              <a:gd name="connsiteX111" fmla="*/ 1773324 w 12192000"/>
              <a:gd name="connsiteY111" fmla="*/ 2471718 h 2649426"/>
              <a:gd name="connsiteX112" fmla="*/ 1685197 w 12192000"/>
              <a:gd name="connsiteY112" fmla="*/ 2466249 h 2649426"/>
              <a:gd name="connsiteX113" fmla="*/ 1543732 w 12192000"/>
              <a:gd name="connsiteY113" fmla="*/ 2477865 h 2649426"/>
              <a:gd name="connsiteX114" fmla="*/ 1300369 w 12192000"/>
              <a:gd name="connsiteY114" fmla="*/ 2444914 h 2649426"/>
              <a:gd name="connsiteX115" fmla="*/ 1081876 w 12192000"/>
              <a:gd name="connsiteY115" fmla="*/ 2476491 h 2649426"/>
              <a:gd name="connsiteX116" fmla="*/ 957561 w 12192000"/>
              <a:gd name="connsiteY116" fmla="*/ 2484124 h 2649426"/>
              <a:gd name="connsiteX117" fmla="*/ 822775 w 12192000"/>
              <a:gd name="connsiteY117" fmla="*/ 2542292 h 2649426"/>
              <a:gd name="connsiteX118" fmla="*/ 653171 w 12192000"/>
              <a:gd name="connsiteY118" fmla="*/ 2607266 h 2649426"/>
              <a:gd name="connsiteX119" fmla="*/ 511469 w 12192000"/>
              <a:gd name="connsiteY119" fmla="*/ 2598742 h 2649426"/>
              <a:gd name="connsiteX120" fmla="*/ 441281 w 12192000"/>
              <a:gd name="connsiteY120" fmla="*/ 2605939 h 2649426"/>
              <a:gd name="connsiteX121" fmla="*/ 297100 w 12192000"/>
              <a:gd name="connsiteY121" fmla="*/ 2639558 h 2649426"/>
              <a:gd name="connsiteX122" fmla="*/ 97385 w 12192000"/>
              <a:gd name="connsiteY122" fmla="*/ 2636063 h 2649426"/>
              <a:gd name="connsiteX123" fmla="*/ 48888 w 12192000"/>
              <a:gd name="connsiteY123" fmla="*/ 2641447 h 2649426"/>
              <a:gd name="connsiteX124" fmla="*/ 0 w 12192000"/>
              <a:gd name="connsiteY124" fmla="*/ 2649426 h 2649426"/>
              <a:gd name="connsiteX125" fmla="*/ 0 w 12192000"/>
              <a:gd name="connsiteY125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35223 w 12192000"/>
              <a:gd name="connsiteY4" fmla="*/ 171451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425377 w 12192000"/>
              <a:gd name="connsiteY8" fmla="*/ 1625577 h 2649426"/>
              <a:gd name="connsiteX9" fmla="*/ 11364686 w 12192000"/>
              <a:gd name="connsiteY9" fmla="*/ 1616572 h 2649426"/>
              <a:gd name="connsiteX10" fmla="*/ 11193595 w 12192000"/>
              <a:gd name="connsiteY10" fmla="*/ 1558403 h 2649426"/>
              <a:gd name="connsiteX11" fmla="*/ 11146426 w 12192000"/>
              <a:gd name="connsiteY11" fmla="*/ 1555308 h 2649426"/>
              <a:gd name="connsiteX12" fmla="*/ 10841711 w 12192000"/>
              <a:gd name="connsiteY12" fmla="*/ 1541883 h 2649426"/>
              <a:gd name="connsiteX13" fmla="*/ 10698183 w 12192000"/>
              <a:gd name="connsiteY13" fmla="*/ 1556682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15364 w 12192000"/>
              <a:gd name="connsiteY17" fmla="*/ 1574304 h 2649426"/>
              <a:gd name="connsiteX18" fmla="*/ 10454183 w 12192000"/>
              <a:gd name="connsiteY18" fmla="*/ 1572375 h 2649426"/>
              <a:gd name="connsiteX19" fmla="*/ 10329259 w 12192000"/>
              <a:gd name="connsiteY19" fmla="*/ 1579142 h 2649426"/>
              <a:gd name="connsiteX20" fmla="*/ 10128072 w 12192000"/>
              <a:gd name="connsiteY20" fmla="*/ 1610789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60271 w 12192000"/>
              <a:gd name="connsiteY34" fmla="*/ 1856718 h 2649426"/>
              <a:gd name="connsiteX35" fmla="*/ 8330326 w 12192000"/>
              <a:gd name="connsiteY35" fmla="*/ 1873969 h 2649426"/>
              <a:gd name="connsiteX36" fmla="*/ 8279203 w 12192000"/>
              <a:gd name="connsiteY36" fmla="*/ 1870876 h 2649426"/>
              <a:gd name="connsiteX37" fmla="*/ 8216222 w 12192000"/>
              <a:gd name="connsiteY37" fmla="*/ 1895553 h 2649426"/>
              <a:gd name="connsiteX38" fmla="*/ 8119712 w 12192000"/>
              <a:gd name="connsiteY38" fmla="*/ 1947916 h 2649426"/>
              <a:gd name="connsiteX39" fmla="*/ 8081930 w 12192000"/>
              <a:gd name="connsiteY39" fmla="*/ 1940372 h 2649426"/>
              <a:gd name="connsiteX40" fmla="*/ 8043728 w 12192000"/>
              <a:gd name="connsiteY40" fmla="*/ 1944200 h 2649426"/>
              <a:gd name="connsiteX41" fmla="*/ 7958999 w 12192000"/>
              <a:gd name="connsiteY41" fmla="*/ 1980667 h 2649426"/>
              <a:gd name="connsiteX42" fmla="*/ 7908348 w 12192000"/>
              <a:gd name="connsiteY42" fmla="*/ 1994348 h 2649426"/>
              <a:gd name="connsiteX43" fmla="*/ 7771932 w 12192000"/>
              <a:gd name="connsiteY43" fmla="*/ 2039701 h 2649426"/>
              <a:gd name="connsiteX44" fmla="*/ 7579180 w 12192000"/>
              <a:gd name="connsiteY44" fmla="*/ 2150519 h 2649426"/>
              <a:gd name="connsiteX45" fmla="*/ 7571467 w 12192000"/>
              <a:gd name="connsiteY45" fmla="*/ 2153548 h 2649426"/>
              <a:gd name="connsiteX46" fmla="*/ 7549398 w 12192000"/>
              <a:gd name="connsiteY46" fmla="*/ 2153051 h 2649426"/>
              <a:gd name="connsiteX47" fmla="*/ 7540934 w 12192000"/>
              <a:gd name="connsiteY47" fmla="*/ 2151418 h 2649426"/>
              <a:gd name="connsiteX48" fmla="*/ 7528900 w 12192000"/>
              <a:gd name="connsiteY48" fmla="*/ 2152107 h 2649426"/>
              <a:gd name="connsiteX49" fmla="*/ 7528656 w 12192000"/>
              <a:gd name="connsiteY49" fmla="*/ 2152584 h 2649426"/>
              <a:gd name="connsiteX50" fmla="*/ 7517280 w 12192000"/>
              <a:gd name="connsiteY50" fmla="*/ 2152327 h 2649426"/>
              <a:gd name="connsiteX51" fmla="*/ 7460956 w 12192000"/>
              <a:gd name="connsiteY51" fmla="*/ 2145255 h 2649426"/>
              <a:gd name="connsiteX52" fmla="*/ 7393117 w 12192000"/>
              <a:gd name="connsiteY52" fmla="*/ 2193066 h 2649426"/>
              <a:gd name="connsiteX53" fmla="*/ 7363846 w 12192000"/>
              <a:gd name="connsiteY53" fmla="*/ 2202297 h 2649426"/>
              <a:gd name="connsiteX54" fmla="*/ 7348496 w 12192000"/>
              <a:gd name="connsiteY54" fmla="*/ 2209686 h 2649426"/>
              <a:gd name="connsiteX55" fmla="*/ 7338648 w 12192000"/>
              <a:gd name="connsiteY55" fmla="*/ 2198119 h 2649426"/>
              <a:gd name="connsiteX56" fmla="*/ 7293703 w 12192000"/>
              <a:gd name="connsiteY56" fmla="*/ 2204721 h 2649426"/>
              <a:gd name="connsiteX57" fmla="*/ 7286955 w 12192000"/>
              <a:gd name="connsiteY57" fmla="*/ 2207494 h 2649426"/>
              <a:gd name="connsiteX58" fmla="*/ 7251199 w 12192000"/>
              <a:gd name="connsiteY58" fmla="*/ 2198184 h 2649426"/>
              <a:gd name="connsiteX59" fmla="*/ 7233016 w 12192000"/>
              <a:gd name="connsiteY59" fmla="*/ 2195902 h 2649426"/>
              <a:gd name="connsiteX60" fmla="*/ 7227281 w 12192000"/>
              <a:gd name="connsiteY60" fmla="*/ 2190042 h 2649426"/>
              <a:gd name="connsiteX61" fmla="*/ 7200745 w 12192000"/>
              <a:gd name="connsiteY61" fmla="*/ 2189321 h 2649426"/>
              <a:gd name="connsiteX62" fmla="*/ 7197924 w 12192000"/>
              <a:gd name="connsiteY62" fmla="*/ 2191205 h 2649426"/>
              <a:gd name="connsiteX63" fmla="*/ 7175198 w 12192000"/>
              <a:gd name="connsiteY63" fmla="*/ 2183294 h 2649426"/>
              <a:gd name="connsiteX64" fmla="*/ 7100681 w 12192000"/>
              <a:gd name="connsiteY64" fmla="*/ 2167822 h 2649426"/>
              <a:gd name="connsiteX65" fmla="*/ 6932665 w 12192000"/>
              <a:gd name="connsiteY65" fmla="*/ 2162157 h 2649426"/>
              <a:gd name="connsiteX66" fmla="*/ 6700029 w 12192000"/>
              <a:gd name="connsiteY66" fmla="*/ 2158310 h 2649426"/>
              <a:gd name="connsiteX67" fmla="*/ 6326162 w 12192000"/>
              <a:gd name="connsiteY67" fmla="*/ 2178632 h 2649426"/>
              <a:gd name="connsiteX68" fmla="*/ 6196177 w 12192000"/>
              <a:gd name="connsiteY68" fmla="*/ 2200059 h 2649426"/>
              <a:gd name="connsiteX69" fmla="*/ 6139086 w 12192000"/>
              <a:gd name="connsiteY69" fmla="*/ 2187339 h 2649426"/>
              <a:gd name="connsiteX70" fmla="*/ 6098878 w 12192000"/>
              <a:gd name="connsiteY70" fmla="*/ 2192939 h 2649426"/>
              <a:gd name="connsiteX71" fmla="*/ 6094339 w 12192000"/>
              <a:gd name="connsiteY71" fmla="*/ 2195871 h 2649426"/>
              <a:gd name="connsiteX72" fmla="*/ 6075163 w 12192000"/>
              <a:gd name="connsiteY72" fmla="*/ 2198856 h 2649426"/>
              <a:gd name="connsiteX73" fmla="*/ 6071016 w 12192000"/>
              <a:gd name="connsiteY73" fmla="*/ 2210639 h 2649426"/>
              <a:gd name="connsiteX74" fmla="*/ 6043058 w 12192000"/>
              <a:gd name="connsiteY74" fmla="*/ 2222971 h 2649426"/>
              <a:gd name="connsiteX75" fmla="*/ 5962031 w 12192000"/>
              <a:gd name="connsiteY75" fmla="*/ 2220873 h 2649426"/>
              <a:gd name="connsiteX76" fmla="*/ 5836800 w 12192000"/>
              <a:gd name="connsiteY76" fmla="*/ 2224771 h 2649426"/>
              <a:gd name="connsiteX77" fmla="*/ 5735414 w 12192000"/>
              <a:gd name="connsiteY77" fmla="*/ 2231366 h 2649426"/>
              <a:gd name="connsiteX78" fmla="*/ 5697982 w 12192000"/>
              <a:gd name="connsiteY78" fmla="*/ 2244836 h 2649426"/>
              <a:gd name="connsiteX79" fmla="*/ 5644981 w 12192000"/>
              <a:gd name="connsiteY79" fmla="*/ 2256274 h 2649426"/>
              <a:gd name="connsiteX80" fmla="*/ 5547744 w 12192000"/>
              <a:gd name="connsiteY80" fmla="*/ 2271333 h 2649426"/>
              <a:gd name="connsiteX81" fmla="*/ 5426280 w 12192000"/>
              <a:gd name="connsiteY81" fmla="*/ 2290560 h 2649426"/>
              <a:gd name="connsiteX82" fmla="*/ 5329896 w 12192000"/>
              <a:gd name="connsiteY82" fmla="*/ 2279209 h 2649426"/>
              <a:gd name="connsiteX83" fmla="*/ 5322508 w 12192000"/>
              <a:gd name="connsiteY83" fmla="*/ 2288005 h 2649426"/>
              <a:gd name="connsiteX84" fmla="*/ 5194705 w 12192000"/>
              <a:gd name="connsiteY84" fmla="*/ 2285938 h 2649426"/>
              <a:gd name="connsiteX85" fmla="*/ 5027899 w 12192000"/>
              <a:gd name="connsiteY85" fmla="*/ 2242653 h 2649426"/>
              <a:gd name="connsiteX86" fmla="*/ 4902443 w 12192000"/>
              <a:gd name="connsiteY86" fmla="*/ 2249037 h 2649426"/>
              <a:gd name="connsiteX87" fmla="*/ 4858751 w 12192000"/>
              <a:gd name="connsiteY87" fmla="*/ 2260409 h 2649426"/>
              <a:gd name="connsiteX88" fmla="*/ 4785497 w 12192000"/>
              <a:gd name="connsiteY88" fmla="*/ 2278897 h 2649426"/>
              <a:gd name="connsiteX89" fmla="*/ 4732807 w 12192000"/>
              <a:gd name="connsiteY89" fmla="*/ 2315139 h 2649426"/>
              <a:gd name="connsiteX90" fmla="*/ 4670737 w 12192000"/>
              <a:gd name="connsiteY90" fmla="*/ 2321711 h 2649426"/>
              <a:gd name="connsiteX91" fmla="*/ 4489013 w 12192000"/>
              <a:gd name="connsiteY91" fmla="*/ 2338805 h 2649426"/>
              <a:gd name="connsiteX92" fmla="*/ 4431159 w 12192000"/>
              <a:gd name="connsiteY92" fmla="*/ 2347536 h 2649426"/>
              <a:gd name="connsiteX93" fmla="*/ 4273885 w 12192000"/>
              <a:gd name="connsiteY93" fmla="*/ 2379520 h 2649426"/>
              <a:gd name="connsiteX94" fmla="*/ 4116925 w 12192000"/>
              <a:gd name="connsiteY94" fmla="*/ 2417756 h 2649426"/>
              <a:gd name="connsiteX95" fmla="*/ 4027169 w 12192000"/>
              <a:gd name="connsiteY95" fmla="*/ 2475399 h 2649426"/>
              <a:gd name="connsiteX96" fmla="*/ 3897799 w 12192000"/>
              <a:gd name="connsiteY96" fmla="*/ 2503049 h 2649426"/>
              <a:gd name="connsiteX97" fmla="*/ 3876619 w 12192000"/>
              <a:gd name="connsiteY97" fmla="*/ 2512804 h 2649426"/>
              <a:gd name="connsiteX98" fmla="*/ 3721493 w 12192000"/>
              <a:gd name="connsiteY98" fmla="*/ 2497646 h 2649426"/>
              <a:gd name="connsiteX99" fmla="*/ 3504883 w 12192000"/>
              <a:gd name="connsiteY99" fmla="*/ 2503869 h 2649426"/>
              <a:gd name="connsiteX100" fmla="*/ 3431219 w 12192000"/>
              <a:gd name="connsiteY100" fmla="*/ 2502163 h 2649426"/>
              <a:gd name="connsiteX101" fmla="*/ 3151243 w 12192000"/>
              <a:gd name="connsiteY101" fmla="*/ 2492405 h 2649426"/>
              <a:gd name="connsiteX102" fmla="*/ 3057639 w 12192000"/>
              <a:gd name="connsiteY102" fmla="*/ 2507988 h 2649426"/>
              <a:gd name="connsiteX103" fmla="*/ 2916555 w 12192000"/>
              <a:gd name="connsiteY103" fmla="*/ 2472028 h 2649426"/>
              <a:gd name="connsiteX104" fmla="*/ 2846802 w 12192000"/>
              <a:gd name="connsiteY104" fmla="*/ 2461014 h 2649426"/>
              <a:gd name="connsiteX105" fmla="*/ 2739588 w 12192000"/>
              <a:gd name="connsiteY105" fmla="*/ 2457956 h 2649426"/>
              <a:gd name="connsiteX106" fmla="*/ 2706684 w 12192000"/>
              <a:gd name="connsiteY106" fmla="*/ 2454540 h 2649426"/>
              <a:gd name="connsiteX107" fmla="*/ 2348435 w 12192000"/>
              <a:gd name="connsiteY107" fmla="*/ 2449176 h 2649426"/>
              <a:gd name="connsiteX108" fmla="*/ 2194299 w 12192000"/>
              <a:gd name="connsiteY108" fmla="*/ 2475215 h 2649426"/>
              <a:gd name="connsiteX109" fmla="*/ 1983009 w 12192000"/>
              <a:gd name="connsiteY109" fmla="*/ 2463117 h 2649426"/>
              <a:gd name="connsiteX110" fmla="*/ 1885040 w 12192000"/>
              <a:gd name="connsiteY110" fmla="*/ 2475917 h 2649426"/>
              <a:gd name="connsiteX111" fmla="*/ 1773324 w 12192000"/>
              <a:gd name="connsiteY111" fmla="*/ 2471718 h 2649426"/>
              <a:gd name="connsiteX112" fmla="*/ 1685197 w 12192000"/>
              <a:gd name="connsiteY112" fmla="*/ 2466249 h 2649426"/>
              <a:gd name="connsiteX113" fmla="*/ 1566422 w 12192000"/>
              <a:gd name="connsiteY113" fmla="*/ 2455175 h 2649426"/>
              <a:gd name="connsiteX114" fmla="*/ 1300369 w 12192000"/>
              <a:gd name="connsiteY114" fmla="*/ 2444914 h 2649426"/>
              <a:gd name="connsiteX115" fmla="*/ 1081876 w 12192000"/>
              <a:gd name="connsiteY115" fmla="*/ 2476491 h 2649426"/>
              <a:gd name="connsiteX116" fmla="*/ 957561 w 12192000"/>
              <a:gd name="connsiteY116" fmla="*/ 2484124 h 2649426"/>
              <a:gd name="connsiteX117" fmla="*/ 822775 w 12192000"/>
              <a:gd name="connsiteY117" fmla="*/ 2542292 h 2649426"/>
              <a:gd name="connsiteX118" fmla="*/ 653171 w 12192000"/>
              <a:gd name="connsiteY118" fmla="*/ 2607266 h 2649426"/>
              <a:gd name="connsiteX119" fmla="*/ 511469 w 12192000"/>
              <a:gd name="connsiteY119" fmla="*/ 2598742 h 2649426"/>
              <a:gd name="connsiteX120" fmla="*/ 441281 w 12192000"/>
              <a:gd name="connsiteY120" fmla="*/ 2605939 h 2649426"/>
              <a:gd name="connsiteX121" fmla="*/ 297100 w 12192000"/>
              <a:gd name="connsiteY121" fmla="*/ 2639558 h 2649426"/>
              <a:gd name="connsiteX122" fmla="*/ 97385 w 12192000"/>
              <a:gd name="connsiteY122" fmla="*/ 2636063 h 2649426"/>
              <a:gd name="connsiteX123" fmla="*/ 48888 w 12192000"/>
              <a:gd name="connsiteY123" fmla="*/ 2641447 h 2649426"/>
              <a:gd name="connsiteX124" fmla="*/ 0 w 12192000"/>
              <a:gd name="connsiteY124" fmla="*/ 2649426 h 2649426"/>
              <a:gd name="connsiteX125" fmla="*/ 0 w 12192000"/>
              <a:gd name="connsiteY125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35223 w 12192000"/>
              <a:gd name="connsiteY4" fmla="*/ 171451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425377 w 12192000"/>
              <a:gd name="connsiteY8" fmla="*/ 1625577 h 2649426"/>
              <a:gd name="connsiteX9" fmla="*/ 11364686 w 12192000"/>
              <a:gd name="connsiteY9" fmla="*/ 1616572 h 2649426"/>
              <a:gd name="connsiteX10" fmla="*/ 11193595 w 12192000"/>
              <a:gd name="connsiteY10" fmla="*/ 1558403 h 2649426"/>
              <a:gd name="connsiteX11" fmla="*/ 11146426 w 12192000"/>
              <a:gd name="connsiteY11" fmla="*/ 1555308 h 2649426"/>
              <a:gd name="connsiteX12" fmla="*/ 10841711 w 12192000"/>
              <a:gd name="connsiteY12" fmla="*/ 1541883 h 2649426"/>
              <a:gd name="connsiteX13" fmla="*/ 10698183 w 12192000"/>
              <a:gd name="connsiteY13" fmla="*/ 1556682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15364 w 12192000"/>
              <a:gd name="connsiteY17" fmla="*/ 1574304 h 2649426"/>
              <a:gd name="connsiteX18" fmla="*/ 10454183 w 12192000"/>
              <a:gd name="connsiteY18" fmla="*/ 1572375 h 2649426"/>
              <a:gd name="connsiteX19" fmla="*/ 10329259 w 12192000"/>
              <a:gd name="connsiteY19" fmla="*/ 1579142 h 2649426"/>
              <a:gd name="connsiteX20" fmla="*/ 10128072 w 12192000"/>
              <a:gd name="connsiteY20" fmla="*/ 1610789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60271 w 12192000"/>
              <a:gd name="connsiteY34" fmla="*/ 1856718 h 2649426"/>
              <a:gd name="connsiteX35" fmla="*/ 8330326 w 12192000"/>
              <a:gd name="connsiteY35" fmla="*/ 1873969 h 2649426"/>
              <a:gd name="connsiteX36" fmla="*/ 8279203 w 12192000"/>
              <a:gd name="connsiteY36" fmla="*/ 1870876 h 2649426"/>
              <a:gd name="connsiteX37" fmla="*/ 8216222 w 12192000"/>
              <a:gd name="connsiteY37" fmla="*/ 1895553 h 2649426"/>
              <a:gd name="connsiteX38" fmla="*/ 8119712 w 12192000"/>
              <a:gd name="connsiteY38" fmla="*/ 1947916 h 2649426"/>
              <a:gd name="connsiteX39" fmla="*/ 8081930 w 12192000"/>
              <a:gd name="connsiteY39" fmla="*/ 1940372 h 2649426"/>
              <a:gd name="connsiteX40" fmla="*/ 8043728 w 12192000"/>
              <a:gd name="connsiteY40" fmla="*/ 1944200 h 2649426"/>
              <a:gd name="connsiteX41" fmla="*/ 7958999 w 12192000"/>
              <a:gd name="connsiteY41" fmla="*/ 1980667 h 2649426"/>
              <a:gd name="connsiteX42" fmla="*/ 7908348 w 12192000"/>
              <a:gd name="connsiteY42" fmla="*/ 1994348 h 2649426"/>
              <a:gd name="connsiteX43" fmla="*/ 7771932 w 12192000"/>
              <a:gd name="connsiteY43" fmla="*/ 2039701 h 2649426"/>
              <a:gd name="connsiteX44" fmla="*/ 7579180 w 12192000"/>
              <a:gd name="connsiteY44" fmla="*/ 2150519 h 2649426"/>
              <a:gd name="connsiteX45" fmla="*/ 7571467 w 12192000"/>
              <a:gd name="connsiteY45" fmla="*/ 2153548 h 2649426"/>
              <a:gd name="connsiteX46" fmla="*/ 7549398 w 12192000"/>
              <a:gd name="connsiteY46" fmla="*/ 2153051 h 2649426"/>
              <a:gd name="connsiteX47" fmla="*/ 7540934 w 12192000"/>
              <a:gd name="connsiteY47" fmla="*/ 2151418 h 2649426"/>
              <a:gd name="connsiteX48" fmla="*/ 7528900 w 12192000"/>
              <a:gd name="connsiteY48" fmla="*/ 2152107 h 2649426"/>
              <a:gd name="connsiteX49" fmla="*/ 7528656 w 12192000"/>
              <a:gd name="connsiteY49" fmla="*/ 2152584 h 2649426"/>
              <a:gd name="connsiteX50" fmla="*/ 7517280 w 12192000"/>
              <a:gd name="connsiteY50" fmla="*/ 2152327 h 2649426"/>
              <a:gd name="connsiteX51" fmla="*/ 7460956 w 12192000"/>
              <a:gd name="connsiteY51" fmla="*/ 2145255 h 2649426"/>
              <a:gd name="connsiteX52" fmla="*/ 7393117 w 12192000"/>
              <a:gd name="connsiteY52" fmla="*/ 2193066 h 2649426"/>
              <a:gd name="connsiteX53" fmla="*/ 7363846 w 12192000"/>
              <a:gd name="connsiteY53" fmla="*/ 2202297 h 2649426"/>
              <a:gd name="connsiteX54" fmla="*/ 7348496 w 12192000"/>
              <a:gd name="connsiteY54" fmla="*/ 2209686 h 2649426"/>
              <a:gd name="connsiteX55" fmla="*/ 7338648 w 12192000"/>
              <a:gd name="connsiteY55" fmla="*/ 2198119 h 2649426"/>
              <a:gd name="connsiteX56" fmla="*/ 7293703 w 12192000"/>
              <a:gd name="connsiteY56" fmla="*/ 2204721 h 2649426"/>
              <a:gd name="connsiteX57" fmla="*/ 7286955 w 12192000"/>
              <a:gd name="connsiteY57" fmla="*/ 2207494 h 2649426"/>
              <a:gd name="connsiteX58" fmla="*/ 7251199 w 12192000"/>
              <a:gd name="connsiteY58" fmla="*/ 2198184 h 2649426"/>
              <a:gd name="connsiteX59" fmla="*/ 7233016 w 12192000"/>
              <a:gd name="connsiteY59" fmla="*/ 2195902 h 2649426"/>
              <a:gd name="connsiteX60" fmla="*/ 7227281 w 12192000"/>
              <a:gd name="connsiteY60" fmla="*/ 2190042 h 2649426"/>
              <a:gd name="connsiteX61" fmla="*/ 7200745 w 12192000"/>
              <a:gd name="connsiteY61" fmla="*/ 2189321 h 2649426"/>
              <a:gd name="connsiteX62" fmla="*/ 7197924 w 12192000"/>
              <a:gd name="connsiteY62" fmla="*/ 2191205 h 2649426"/>
              <a:gd name="connsiteX63" fmla="*/ 7175198 w 12192000"/>
              <a:gd name="connsiteY63" fmla="*/ 2183294 h 2649426"/>
              <a:gd name="connsiteX64" fmla="*/ 7100681 w 12192000"/>
              <a:gd name="connsiteY64" fmla="*/ 2167822 h 2649426"/>
              <a:gd name="connsiteX65" fmla="*/ 6932665 w 12192000"/>
              <a:gd name="connsiteY65" fmla="*/ 2162157 h 2649426"/>
              <a:gd name="connsiteX66" fmla="*/ 6700029 w 12192000"/>
              <a:gd name="connsiteY66" fmla="*/ 2158310 h 2649426"/>
              <a:gd name="connsiteX67" fmla="*/ 6326162 w 12192000"/>
              <a:gd name="connsiteY67" fmla="*/ 2178632 h 2649426"/>
              <a:gd name="connsiteX68" fmla="*/ 6196177 w 12192000"/>
              <a:gd name="connsiteY68" fmla="*/ 2200059 h 2649426"/>
              <a:gd name="connsiteX69" fmla="*/ 6139086 w 12192000"/>
              <a:gd name="connsiteY69" fmla="*/ 2187339 h 2649426"/>
              <a:gd name="connsiteX70" fmla="*/ 6098878 w 12192000"/>
              <a:gd name="connsiteY70" fmla="*/ 2192939 h 2649426"/>
              <a:gd name="connsiteX71" fmla="*/ 6094339 w 12192000"/>
              <a:gd name="connsiteY71" fmla="*/ 2195871 h 2649426"/>
              <a:gd name="connsiteX72" fmla="*/ 6075163 w 12192000"/>
              <a:gd name="connsiteY72" fmla="*/ 2198856 h 2649426"/>
              <a:gd name="connsiteX73" fmla="*/ 6071016 w 12192000"/>
              <a:gd name="connsiteY73" fmla="*/ 2210639 h 2649426"/>
              <a:gd name="connsiteX74" fmla="*/ 6043058 w 12192000"/>
              <a:gd name="connsiteY74" fmla="*/ 2222971 h 2649426"/>
              <a:gd name="connsiteX75" fmla="*/ 5962031 w 12192000"/>
              <a:gd name="connsiteY75" fmla="*/ 2220873 h 2649426"/>
              <a:gd name="connsiteX76" fmla="*/ 5836800 w 12192000"/>
              <a:gd name="connsiteY76" fmla="*/ 2224771 h 2649426"/>
              <a:gd name="connsiteX77" fmla="*/ 5735414 w 12192000"/>
              <a:gd name="connsiteY77" fmla="*/ 2231366 h 2649426"/>
              <a:gd name="connsiteX78" fmla="*/ 5697982 w 12192000"/>
              <a:gd name="connsiteY78" fmla="*/ 2244836 h 2649426"/>
              <a:gd name="connsiteX79" fmla="*/ 5644981 w 12192000"/>
              <a:gd name="connsiteY79" fmla="*/ 2256274 h 2649426"/>
              <a:gd name="connsiteX80" fmla="*/ 5547744 w 12192000"/>
              <a:gd name="connsiteY80" fmla="*/ 2271333 h 2649426"/>
              <a:gd name="connsiteX81" fmla="*/ 5426280 w 12192000"/>
              <a:gd name="connsiteY81" fmla="*/ 2290560 h 2649426"/>
              <a:gd name="connsiteX82" fmla="*/ 5329896 w 12192000"/>
              <a:gd name="connsiteY82" fmla="*/ 2279209 h 2649426"/>
              <a:gd name="connsiteX83" fmla="*/ 5322508 w 12192000"/>
              <a:gd name="connsiteY83" fmla="*/ 2288005 h 2649426"/>
              <a:gd name="connsiteX84" fmla="*/ 5194705 w 12192000"/>
              <a:gd name="connsiteY84" fmla="*/ 2285938 h 2649426"/>
              <a:gd name="connsiteX85" fmla="*/ 5027899 w 12192000"/>
              <a:gd name="connsiteY85" fmla="*/ 2242653 h 2649426"/>
              <a:gd name="connsiteX86" fmla="*/ 4902443 w 12192000"/>
              <a:gd name="connsiteY86" fmla="*/ 2249037 h 2649426"/>
              <a:gd name="connsiteX87" fmla="*/ 4858751 w 12192000"/>
              <a:gd name="connsiteY87" fmla="*/ 2260409 h 2649426"/>
              <a:gd name="connsiteX88" fmla="*/ 4785497 w 12192000"/>
              <a:gd name="connsiteY88" fmla="*/ 2278897 h 2649426"/>
              <a:gd name="connsiteX89" fmla="*/ 4732807 w 12192000"/>
              <a:gd name="connsiteY89" fmla="*/ 2315139 h 2649426"/>
              <a:gd name="connsiteX90" fmla="*/ 4670737 w 12192000"/>
              <a:gd name="connsiteY90" fmla="*/ 2321711 h 2649426"/>
              <a:gd name="connsiteX91" fmla="*/ 4489013 w 12192000"/>
              <a:gd name="connsiteY91" fmla="*/ 2338805 h 2649426"/>
              <a:gd name="connsiteX92" fmla="*/ 4431159 w 12192000"/>
              <a:gd name="connsiteY92" fmla="*/ 2347536 h 2649426"/>
              <a:gd name="connsiteX93" fmla="*/ 4273885 w 12192000"/>
              <a:gd name="connsiteY93" fmla="*/ 2379520 h 2649426"/>
              <a:gd name="connsiteX94" fmla="*/ 4116925 w 12192000"/>
              <a:gd name="connsiteY94" fmla="*/ 2417756 h 2649426"/>
              <a:gd name="connsiteX95" fmla="*/ 3897799 w 12192000"/>
              <a:gd name="connsiteY95" fmla="*/ 2503049 h 2649426"/>
              <a:gd name="connsiteX96" fmla="*/ 3876619 w 12192000"/>
              <a:gd name="connsiteY96" fmla="*/ 2512804 h 2649426"/>
              <a:gd name="connsiteX97" fmla="*/ 3721493 w 12192000"/>
              <a:gd name="connsiteY97" fmla="*/ 2497646 h 2649426"/>
              <a:gd name="connsiteX98" fmla="*/ 3504883 w 12192000"/>
              <a:gd name="connsiteY98" fmla="*/ 2503869 h 2649426"/>
              <a:gd name="connsiteX99" fmla="*/ 3431219 w 12192000"/>
              <a:gd name="connsiteY99" fmla="*/ 2502163 h 2649426"/>
              <a:gd name="connsiteX100" fmla="*/ 3151243 w 12192000"/>
              <a:gd name="connsiteY100" fmla="*/ 2492405 h 2649426"/>
              <a:gd name="connsiteX101" fmla="*/ 3057639 w 12192000"/>
              <a:gd name="connsiteY101" fmla="*/ 2507988 h 2649426"/>
              <a:gd name="connsiteX102" fmla="*/ 2916555 w 12192000"/>
              <a:gd name="connsiteY102" fmla="*/ 2472028 h 2649426"/>
              <a:gd name="connsiteX103" fmla="*/ 2846802 w 12192000"/>
              <a:gd name="connsiteY103" fmla="*/ 2461014 h 2649426"/>
              <a:gd name="connsiteX104" fmla="*/ 2739588 w 12192000"/>
              <a:gd name="connsiteY104" fmla="*/ 2457956 h 2649426"/>
              <a:gd name="connsiteX105" fmla="*/ 2706684 w 12192000"/>
              <a:gd name="connsiteY105" fmla="*/ 2454540 h 2649426"/>
              <a:gd name="connsiteX106" fmla="*/ 2348435 w 12192000"/>
              <a:gd name="connsiteY106" fmla="*/ 2449176 h 2649426"/>
              <a:gd name="connsiteX107" fmla="*/ 2194299 w 12192000"/>
              <a:gd name="connsiteY107" fmla="*/ 2475215 h 2649426"/>
              <a:gd name="connsiteX108" fmla="*/ 1983009 w 12192000"/>
              <a:gd name="connsiteY108" fmla="*/ 2463117 h 2649426"/>
              <a:gd name="connsiteX109" fmla="*/ 1885040 w 12192000"/>
              <a:gd name="connsiteY109" fmla="*/ 2475917 h 2649426"/>
              <a:gd name="connsiteX110" fmla="*/ 1773324 w 12192000"/>
              <a:gd name="connsiteY110" fmla="*/ 2471718 h 2649426"/>
              <a:gd name="connsiteX111" fmla="*/ 1685197 w 12192000"/>
              <a:gd name="connsiteY111" fmla="*/ 2466249 h 2649426"/>
              <a:gd name="connsiteX112" fmla="*/ 1566422 w 12192000"/>
              <a:gd name="connsiteY112" fmla="*/ 2455175 h 2649426"/>
              <a:gd name="connsiteX113" fmla="*/ 1300369 w 12192000"/>
              <a:gd name="connsiteY113" fmla="*/ 2444914 h 2649426"/>
              <a:gd name="connsiteX114" fmla="*/ 1081876 w 12192000"/>
              <a:gd name="connsiteY114" fmla="*/ 2476491 h 2649426"/>
              <a:gd name="connsiteX115" fmla="*/ 957561 w 12192000"/>
              <a:gd name="connsiteY115" fmla="*/ 2484124 h 2649426"/>
              <a:gd name="connsiteX116" fmla="*/ 822775 w 12192000"/>
              <a:gd name="connsiteY116" fmla="*/ 2542292 h 2649426"/>
              <a:gd name="connsiteX117" fmla="*/ 653171 w 12192000"/>
              <a:gd name="connsiteY117" fmla="*/ 2607266 h 2649426"/>
              <a:gd name="connsiteX118" fmla="*/ 511469 w 12192000"/>
              <a:gd name="connsiteY118" fmla="*/ 2598742 h 2649426"/>
              <a:gd name="connsiteX119" fmla="*/ 441281 w 12192000"/>
              <a:gd name="connsiteY119" fmla="*/ 2605939 h 2649426"/>
              <a:gd name="connsiteX120" fmla="*/ 297100 w 12192000"/>
              <a:gd name="connsiteY120" fmla="*/ 2639558 h 2649426"/>
              <a:gd name="connsiteX121" fmla="*/ 97385 w 12192000"/>
              <a:gd name="connsiteY121" fmla="*/ 2636063 h 2649426"/>
              <a:gd name="connsiteX122" fmla="*/ 48888 w 12192000"/>
              <a:gd name="connsiteY122" fmla="*/ 2641447 h 2649426"/>
              <a:gd name="connsiteX123" fmla="*/ 0 w 12192000"/>
              <a:gd name="connsiteY123" fmla="*/ 2649426 h 2649426"/>
              <a:gd name="connsiteX124" fmla="*/ 0 w 12192000"/>
              <a:gd name="connsiteY124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35223 w 12192000"/>
              <a:gd name="connsiteY4" fmla="*/ 171451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425377 w 12192000"/>
              <a:gd name="connsiteY8" fmla="*/ 1625577 h 2649426"/>
              <a:gd name="connsiteX9" fmla="*/ 11364686 w 12192000"/>
              <a:gd name="connsiteY9" fmla="*/ 1616572 h 2649426"/>
              <a:gd name="connsiteX10" fmla="*/ 11193595 w 12192000"/>
              <a:gd name="connsiteY10" fmla="*/ 1558403 h 2649426"/>
              <a:gd name="connsiteX11" fmla="*/ 11146426 w 12192000"/>
              <a:gd name="connsiteY11" fmla="*/ 1555308 h 2649426"/>
              <a:gd name="connsiteX12" fmla="*/ 10841711 w 12192000"/>
              <a:gd name="connsiteY12" fmla="*/ 1541883 h 2649426"/>
              <a:gd name="connsiteX13" fmla="*/ 10698183 w 12192000"/>
              <a:gd name="connsiteY13" fmla="*/ 1556682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15364 w 12192000"/>
              <a:gd name="connsiteY17" fmla="*/ 1574304 h 2649426"/>
              <a:gd name="connsiteX18" fmla="*/ 10454183 w 12192000"/>
              <a:gd name="connsiteY18" fmla="*/ 1572375 h 2649426"/>
              <a:gd name="connsiteX19" fmla="*/ 10329259 w 12192000"/>
              <a:gd name="connsiteY19" fmla="*/ 1579142 h 2649426"/>
              <a:gd name="connsiteX20" fmla="*/ 10128072 w 12192000"/>
              <a:gd name="connsiteY20" fmla="*/ 1610789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60271 w 12192000"/>
              <a:gd name="connsiteY34" fmla="*/ 1856718 h 2649426"/>
              <a:gd name="connsiteX35" fmla="*/ 8330326 w 12192000"/>
              <a:gd name="connsiteY35" fmla="*/ 1873969 h 2649426"/>
              <a:gd name="connsiteX36" fmla="*/ 8279203 w 12192000"/>
              <a:gd name="connsiteY36" fmla="*/ 1870876 h 2649426"/>
              <a:gd name="connsiteX37" fmla="*/ 8216222 w 12192000"/>
              <a:gd name="connsiteY37" fmla="*/ 1895553 h 2649426"/>
              <a:gd name="connsiteX38" fmla="*/ 8119712 w 12192000"/>
              <a:gd name="connsiteY38" fmla="*/ 1947916 h 2649426"/>
              <a:gd name="connsiteX39" fmla="*/ 8081930 w 12192000"/>
              <a:gd name="connsiteY39" fmla="*/ 1940372 h 2649426"/>
              <a:gd name="connsiteX40" fmla="*/ 8043728 w 12192000"/>
              <a:gd name="connsiteY40" fmla="*/ 1944200 h 2649426"/>
              <a:gd name="connsiteX41" fmla="*/ 7958999 w 12192000"/>
              <a:gd name="connsiteY41" fmla="*/ 1980667 h 2649426"/>
              <a:gd name="connsiteX42" fmla="*/ 7908348 w 12192000"/>
              <a:gd name="connsiteY42" fmla="*/ 1994348 h 2649426"/>
              <a:gd name="connsiteX43" fmla="*/ 7771932 w 12192000"/>
              <a:gd name="connsiteY43" fmla="*/ 2039701 h 2649426"/>
              <a:gd name="connsiteX44" fmla="*/ 7579180 w 12192000"/>
              <a:gd name="connsiteY44" fmla="*/ 2150519 h 2649426"/>
              <a:gd name="connsiteX45" fmla="*/ 7571467 w 12192000"/>
              <a:gd name="connsiteY45" fmla="*/ 2153548 h 2649426"/>
              <a:gd name="connsiteX46" fmla="*/ 7549398 w 12192000"/>
              <a:gd name="connsiteY46" fmla="*/ 2153051 h 2649426"/>
              <a:gd name="connsiteX47" fmla="*/ 7540934 w 12192000"/>
              <a:gd name="connsiteY47" fmla="*/ 2151418 h 2649426"/>
              <a:gd name="connsiteX48" fmla="*/ 7528900 w 12192000"/>
              <a:gd name="connsiteY48" fmla="*/ 2152107 h 2649426"/>
              <a:gd name="connsiteX49" fmla="*/ 7528656 w 12192000"/>
              <a:gd name="connsiteY49" fmla="*/ 2152584 h 2649426"/>
              <a:gd name="connsiteX50" fmla="*/ 7517280 w 12192000"/>
              <a:gd name="connsiteY50" fmla="*/ 2152327 h 2649426"/>
              <a:gd name="connsiteX51" fmla="*/ 7460956 w 12192000"/>
              <a:gd name="connsiteY51" fmla="*/ 2145255 h 2649426"/>
              <a:gd name="connsiteX52" fmla="*/ 7393117 w 12192000"/>
              <a:gd name="connsiteY52" fmla="*/ 2193066 h 2649426"/>
              <a:gd name="connsiteX53" fmla="*/ 7363846 w 12192000"/>
              <a:gd name="connsiteY53" fmla="*/ 2202297 h 2649426"/>
              <a:gd name="connsiteX54" fmla="*/ 7348496 w 12192000"/>
              <a:gd name="connsiteY54" fmla="*/ 2209686 h 2649426"/>
              <a:gd name="connsiteX55" fmla="*/ 7338648 w 12192000"/>
              <a:gd name="connsiteY55" fmla="*/ 2198119 h 2649426"/>
              <a:gd name="connsiteX56" fmla="*/ 7293703 w 12192000"/>
              <a:gd name="connsiteY56" fmla="*/ 2204721 h 2649426"/>
              <a:gd name="connsiteX57" fmla="*/ 7286955 w 12192000"/>
              <a:gd name="connsiteY57" fmla="*/ 2207494 h 2649426"/>
              <a:gd name="connsiteX58" fmla="*/ 7251199 w 12192000"/>
              <a:gd name="connsiteY58" fmla="*/ 2198184 h 2649426"/>
              <a:gd name="connsiteX59" fmla="*/ 7233016 w 12192000"/>
              <a:gd name="connsiteY59" fmla="*/ 2195902 h 2649426"/>
              <a:gd name="connsiteX60" fmla="*/ 7227281 w 12192000"/>
              <a:gd name="connsiteY60" fmla="*/ 2190042 h 2649426"/>
              <a:gd name="connsiteX61" fmla="*/ 7200745 w 12192000"/>
              <a:gd name="connsiteY61" fmla="*/ 2189321 h 2649426"/>
              <a:gd name="connsiteX62" fmla="*/ 7197924 w 12192000"/>
              <a:gd name="connsiteY62" fmla="*/ 2191205 h 2649426"/>
              <a:gd name="connsiteX63" fmla="*/ 7175198 w 12192000"/>
              <a:gd name="connsiteY63" fmla="*/ 2183294 h 2649426"/>
              <a:gd name="connsiteX64" fmla="*/ 7100681 w 12192000"/>
              <a:gd name="connsiteY64" fmla="*/ 2167822 h 2649426"/>
              <a:gd name="connsiteX65" fmla="*/ 6932665 w 12192000"/>
              <a:gd name="connsiteY65" fmla="*/ 2162157 h 2649426"/>
              <a:gd name="connsiteX66" fmla="*/ 6700029 w 12192000"/>
              <a:gd name="connsiteY66" fmla="*/ 2158310 h 2649426"/>
              <a:gd name="connsiteX67" fmla="*/ 6326162 w 12192000"/>
              <a:gd name="connsiteY67" fmla="*/ 2178632 h 2649426"/>
              <a:gd name="connsiteX68" fmla="*/ 6196177 w 12192000"/>
              <a:gd name="connsiteY68" fmla="*/ 2200059 h 2649426"/>
              <a:gd name="connsiteX69" fmla="*/ 6139086 w 12192000"/>
              <a:gd name="connsiteY69" fmla="*/ 2187339 h 2649426"/>
              <a:gd name="connsiteX70" fmla="*/ 6098878 w 12192000"/>
              <a:gd name="connsiteY70" fmla="*/ 2192939 h 2649426"/>
              <a:gd name="connsiteX71" fmla="*/ 6094339 w 12192000"/>
              <a:gd name="connsiteY71" fmla="*/ 2195871 h 2649426"/>
              <a:gd name="connsiteX72" fmla="*/ 6075163 w 12192000"/>
              <a:gd name="connsiteY72" fmla="*/ 2198856 h 2649426"/>
              <a:gd name="connsiteX73" fmla="*/ 6071016 w 12192000"/>
              <a:gd name="connsiteY73" fmla="*/ 2210639 h 2649426"/>
              <a:gd name="connsiteX74" fmla="*/ 6043058 w 12192000"/>
              <a:gd name="connsiteY74" fmla="*/ 2222971 h 2649426"/>
              <a:gd name="connsiteX75" fmla="*/ 5962031 w 12192000"/>
              <a:gd name="connsiteY75" fmla="*/ 2220873 h 2649426"/>
              <a:gd name="connsiteX76" fmla="*/ 5836800 w 12192000"/>
              <a:gd name="connsiteY76" fmla="*/ 2224771 h 2649426"/>
              <a:gd name="connsiteX77" fmla="*/ 5735414 w 12192000"/>
              <a:gd name="connsiteY77" fmla="*/ 2231366 h 2649426"/>
              <a:gd name="connsiteX78" fmla="*/ 5697982 w 12192000"/>
              <a:gd name="connsiteY78" fmla="*/ 2244836 h 2649426"/>
              <a:gd name="connsiteX79" fmla="*/ 5644981 w 12192000"/>
              <a:gd name="connsiteY79" fmla="*/ 2256274 h 2649426"/>
              <a:gd name="connsiteX80" fmla="*/ 5547744 w 12192000"/>
              <a:gd name="connsiteY80" fmla="*/ 2271333 h 2649426"/>
              <a:gd name="connsiteX81" fmla="*/ 5426280 w 12192000"/>
              <a:gd name="connsiteY81" fmla="*/ 2290560 h 2649426"/>
              <a:gd name="connsiteX82" fmla="*/ 5329896 w 12192000"/>
              <a:gd name="connsiteY82" fmla="*/ 2279209 h 2649426"/>
              <a:gd name="connsiteX83" fmla="*/ 5322508 w 12192000"/>
              <a:gd name="connsiteY83" fmla="*/ 2288005 h 2649426"/>
              <a:gd name="connsiteX84" fmla="*/ 5194705 w 12192000"/>
              <a:gd name="connsiteY84" fmla="*/ 2285938 h 2649426"/>
              <a:gd name="connsiteX85" fmla="*/ 5027899 w 12192000"/>
              <a:gd name="connsiteY85" fmla="*/ 2242653 h 2649426"/>
              <a:gd name="connsiteX86" fmla="*/ 4902443 w 12192000"/>
              <a:gd name="connsiteY86" fmla="*/ 2249037 h 2649426"/>
              <a:gd name="connsiteX87" fmla="*/ 4858751 w 12192000"/>
              <a:gd name="connsiteY87" fmla="*/ 2260409 h 2649426"/>
              <a:gd name="connsiteX88" fmla="*/ 4785497 w 12192000"/>
              <a:gd name="connsiteY88" fmla="*/ 2278897 h 2649426"/>
              <a:gd name="connsiteX89" fmla="*/ 4732807 w 12192000"/>
              <a:gd name="connsiteY89" fmla="*/ 2315139 h 2649426"/>
              <a:gd name="connsiteX90" fmla="*/ 4670737 w 12192000"/>
              <a:gd name="connsiteY90" fmla="*/ 2321711 h 2649426"/>
              <a:gd name="connsiteX91" fmla="*/ 4489013 w 12192000"/>
              <a:gd name="connsiteY91" fmla="*/ 2338805 h 2649426"/>
              <a:gd name="connsiteX92" fmla="*/ 4431159 w 12192000"/>
              <a:gd name="connsiteY92" fmla="*/ 2347536 h 2649426"/>
              <a:gd name="connsiteX93" fmla="*/ 4273885 w 12192000"/>
              <a:gd name="connsiteY93" fmla="*/ 2379520 h 2649426"/>
              <a:gd name="connsiteX94" fmla="*/ 4116925 w 12192000"/>
              <a:gd name="connsiteY94" fmla="*/ 2417756 h 2649426"/>
              <a:gd name="connsiteX95" fmla="*/ 3988558 w 12192000"/>
              <a:gd name="connsiteY95" fmla="*/ 2475821 h 2649426"/>
              <a:gd name="connsiteX96" fmla="*/ 3876619 w 12192000"/>
              <a:gd name="connsiteY96" fmla="*/ 2512804 h 2649426"/>
              <a:gd name="connsiteX97" fmla="*/ 3721493 w 12192000"/>
              <a:gd name="connsiteY97" fmla="*/ 2497646 h 2649426"/>
              <a:gd name="connsiteX98" fmla="*/ 3504883 w 12192000"/>
              <a:gd name="connsiteY98" fmla="*/ 2503869 h 2649426"/>
              <a:gd name="connsiteX99" fmla="*/ 3431219 w 12192000"/>
              <a:gd name="connsiteY99" fmla="*/ 2502163 h 2649426"/>
              <a:gd name="connsiteX100" fmla="*/ 3151243 w 12192000"/>
              <a:gd name="connsiteY100" fmla="*/ 2492405 h 2649426"/>
              <a:gd name="connsiteX101" fmla="*/ 3057639 w 12192000"/>
              <a:gd name="connsiteY101" fmla="*/ 2507988 h 2649426"/>
              <a:gd name="connsiteX102" fmla="*/ 2916555 w 12192000"/>
              <a:gd name="connsiteY102" fmla="*/ 2472028 h 2649426"/>
              <a:gd name="connsiteX103" fmla="*/ 2846802 w 12192000"/>
              <a:gd name="connsiteY103" fmla="*/ 2461014 h 2649426"/>
              <a:gd name="connsiteX104" fmla="*/ 2739588 w 12192000"/>
              <a:gd name="connsiteY104" fmla="*/ 2457956 h 2649426"/>
              <a:gd name="connsiteX105" fmla="*/ 2706684 w 12192000"/>
              <a:gd name="connsiteY105" fmla="*/ 2454540 h 2649426"/>
              <a:gd name="connsiteX106" fmla="*/ 2348435 w 12192000"/>
              <a:gd name="connsiteY106" fmla="*/ 2449176 h 2649426"/>
              <a:gd name="connsiteX107" fmla="*/ 2194299 w 12192000"/>
              <a:gd name="connsiteY107" fmla="*/ 2475215 h 2649426"/>
              <a:gd name="connsiteX108" fmla="*/ 1983009 w 12192000"/>
              <a:gd name="connsiteY108" fmla="*/ 2463117 h 2649426"/>
              <a:gd name="connsiteX109" fmla="*/ 1885040 w 12192000"/>
              <a:gd name="connsiteY109" fmla="*/ 2475917 h 2649426"/>
              <a:gd name="connsiteX110" fmla="*/ 1773324 w 12192000"/>
              <a:gd name="connsiteY110" fmla="*/ 2471718 h 2649426"/>
              <a:gd name="connsiteX111" fmla="*/ 1685197 w 12192000"/>
              <a:gd name="connsiteY111" fmla="*/ 2466249 h 2649426"/>
              <a:gd name="connsiteX112" fmla="*/ 1566422 w 12192000"/>
              <a:gd name="connsiteY112" fmla="*/ 2455175 h 2649426"/>
              <a:gd name="connsiteX113" fmla="*/ 1300369 w 12192000"/>
              <a:gd name="connsiteY113" fmla="*/ 2444914 h 2649426"/>
              <a:gd name="connsiteX114" fmla="*/ 1081876 w 12192000"/>
              <a:gd name="connsiteY114" fmla="*/ 2476491 h 2649426"/>
              <a:gd name="connsiteX115" fmla="*/ 957561 w 12192000"/>
              <a:gd name="connsiteY115" fmla="*/ 2484124 h 2649426"/>
              <a:gd name="connsiteX116" fmla="*/ 822775 w 12192000"/>
              <a:gd name="connsiteY116" fmla="*/ 2542292 h 2649426"/>
              <a:gd name="connsiteX117" fmla="*/ 653171 w 12192000"/>
              <a:gd name="connsiteY117" fmla="*/ 2607266 h 2649426"/>
              <a:gd name="connsiteX118" fmla="*/ 511469 w 12192000"/>
              <a:gd name="connsiteY118" fmla="*/ 2598742 h 2649426"/>
              <a:gd name="connsiteX119" fmla="*/ 441281 w 12192000"/>
              <a:gd name="connsiteY119" fmla="*/ 2605939 h 2649426"/>
              <a:gd name="connsiteX120" fmla="*/ 297100 w 12192000"/>
              <a:gd name="connsiteY120" fmla="*/ 2639558 h 2649426"/>
              <a:gd name="connsiteX121" fmla="*/ 97385 w 12192000"/>
              <a:gd name="connsiteY121" fmla="*/ 2636063 h 2649426"/>
              <a:gd name="connsiteX122" fmla="*/ 48888 w 12192000"/>
              <a:gd name="connsiteY122" fmla="*/ 2641447 h 2649426"/>
              <a:gd name="connsiteX123" fmla="*/ 0 w 12192000"/>
              <a:gd name="connsiteY123" fmla="*/ 2649426 h 2649426"/>
              <a:gd name="connsiteX124" fmla="*/ 0 w 12192000"/>
              <a:gd name="connsiteY124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35223 w 12192000"/>
              <a:gd name="connsiteY4" fmla="*/ 171451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425377 w 12192000"/>
              <a:gd name="connsiteY8" fmla="*/ 1625577 h 2649426"/>
              <a:gd name="connsiteX9" fmla="*/ 11364686 w 12192000"/>
              <a:gd name="connsiteY9" fmla="*/ 1616572 h 2649426"/>
              <a:gd name="connsiteX10" fmla="*/ 11193595 w 12192000"/>
              <a:gd name="connsiteY10" fmla="*/ 1558403 h 2649426"/>
              <a:gd name="connsiteX11" fmla="*/ 11146426 w 12192000"/>
              <a:gd name="connsiteY11" fmla="*/ 1555308 h 2649426"/>
              <a:gd name="connsiteX12" fmla="*/ 10841711 w 12192000"/>
              <a:gd name="connsiteY12" fmla="*/ 1541883 h 2649426"/>
              <a:gd name="connsiteX13" fmla="*/ 10698183 w 12192000"/>
              <a:gd name="connsiteY13" fmla="*/ 1556682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15364 w 12192000"/>
              <a:gd name="connsiteY17" fmla="*/ 1574304 h 2649426"/>
              <a:gd name="connsiteX18" fmla="*/ 10454183 w 12192000"/>
              <a:gd name="connsiteY18" fmla="*/ 1572375 h 2649426"/>
              <a:gd name="connsiteX19" fmla="*/ 10329259 w 12192000"/>
              <a:gd name="connsiteY19" fmla="*/ 1579142 h 2649426"/>
              <a:gd name="connsiteX20" fmla="*/ 10128072 w 12192000"/>
              <a:gd name="connsiteY20" fmla="*/ 1610789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60271 w 12192000"/>
              <a:gd name="connsiteY34" fmla="*/ 1856718 h 2649426"/>
              <a:gd name="connsiteX35" fmla="*/ 8330326 w 12192000"/>
              <a:gd name="connsiteY35" fmla="*/ 1873969 h 2649426"/>
              <a:gd name="connsiteX36" fmla="*/ 8279203 w 12192000"/>
              <a:gd name="connsiteY36" fmla="*/ 1870876 h 2649426"/>
              <a:gd name="connsiteX37" fmla="*/ 8216222 w 12192000"/>
              <a:gd name="connsiteY37" fmla="*/ 1895553 h 2649426"/>
              <a:gd name="connsiteX38" fmla="*/ 8119712 w 12192000"/>
              <a:gd name="connsiteY38" fmla="*/ 1947916 h 2649426"/>
              <a:gd name="connsiteX39" fmla="*/ 8081930 w 12192000"/>
              <a:gd name="connsiteY39" fmla="*/ 1940372 h 2649426"/>
              <a:gd name="connsiteX40" fmla="*/ 8043728 w 12192000"/>
              <a:gd name="connsiteY40" fmla="*/ 1944200 h 2649426"/>
              <a:gd name="connsiteX41" fmla="*/ 7958999 w 12192000"/>
              <a:gd name="connsiteY41" fmla="*/ 1980667 h 2649426"/>
              <a:gd name="connsiteX42" fmla="*/ 7908348 w 12192000"/>
              <a:gd name="connsiteY42" fmla="*/ 1994348 h 2649426"/>
              <a:gd name="connsiteX43" fmla="*/ 7771932 w 12192000"/>
              <a:gd name="connsiteY43" fmla="*/ 2039701 h 2649426"/>
              <a:gd name="connsiteX44" fmla="*/ 7579180 w 12192000"/>
              <a:gd name="connsiteY44" fmla="*/ 2150519 h 2649426"/>
              <a:gd name="connsiteX45" fmla="*/ 7571467 w 12192000"/>
              <a:gd name="connsiteY45" fmla="*/ 2153548 h 2649426"/>
              <a:gd name="connsiteX46" fmla="*/ 7549398 w 12192000"/>
              <a:gd name="connsiteY46" fmla="*/ 2153051 h 2649426"/>
              <a:gd name="connsiteX47" fmla="*/ 7540934 w 12192000"/>
              <a:gd name="connsiteY47" fmla="*/ 2151418 h 2649426"/>
              <a:gd name="connsiteX48" fmla="*/ 7528900 w 12192000"/>
              <a:gd name="connsiteY48" fmla="*/ 2152107 h 2649426"/>
              <a:gd name="connsiteX49" fmla="*/ 7528656 w 12192000"/>
              <a:gd name="connsiteY49" fmla="*/ 2152584 h 2649426"/>
              <a:gd name="connsiteX50" fmla="*/ 7517280 w 12192000"/>
              <a:gd name="connsiteY50" fmla="*/ 2152327 h 2649426"/>
              <a:gd name="connsiteX51" fmla="*/ 7460956 w 12192000"/>
              <a:gd name="connsiteY51" fmla="*/ 2145255 h 2649426"/>
              <a:gd name="connsiteX52" fmla="*/ 7393117 w 12192000"/>
              <a:gd name="connsiteY52" fmla="*/ 2193066 h 2649426"/>
              <a:gd name="connsiteX53" fmla="*/ 7363846 w 12192000"/>
              <a:gd name="connsiteY53" fmla="*/ 2202297 h 2649426"/>
              <a:gd name="connsiteX54" fmla="*/ 7348496 w 12192000"/>
              <a:gd name="connsiteY54" fmla="*/ 2209686 h 2649426"/>
              <a:gd name="connsiteX55" fmla="*/ 7338648 w 12192000"/>
              <a:gd name="connsiteY55" fmla="*/ 2198119 h 2649426"/>
              <a:gd name="connsiteX56" fmla="*/ 7293703 w 12192000"/>
              <a:gd name="connsiteY56" fmla="*/ 2204721 h 2649426"/>
              <a:gd name="connsiteX57" fmla="*/ 7286955 w 12192000"/>
              <a:gd name="connsiteY57" fmla="*/ 2207494 h 2649426"/>
              <a:gd name="connsiteX58" fmla="*/ 7251199 w 12192000"/>
              <a:gd name="connsiteY58" fmla="*/ 2198184 h 2649426"/>
              <a:gd name="connsiteX59" fmla="*/ 7233016 w 12192000"/>
              <a:gd name="connsiteY59" fmla="*/ 2195902 h 2649426"/>
              <a:gd name="connsiteX60" fmla="*/ 7227281 w 12192000"/>
              <a:gd name="connsiteY60" fmla="*/ 2190042 h 2649426"/>
              <a:gd name="connsiteX61" fmla="*/ 7200745 w 12192000"/>
              <a:gd name="connsiteY61" fmla="*/ 2189321 h 2649426"/>
              <a:gd name="connsiteX62" fmla="*/ 7197924 w 12192000"/>
              <a:gd name="connsiteY62" fmla="*/ 2191205 h 2649426"/>
              <a:gd name="connsiteX63" fmla="*/ 7175198 w 12192000"/>
              <a:gd name="connsiteY63" fmla="*/ 2183294 h 2649426"/>
              <a:gd name="connsiteX64" fmla="*/ 7100681 w 12192000"/>
              <a:gd name="connsiteY64" fmla="*/ 2167822 h 2649426"/>
              <a:gd name="connsiteX65" fmla="*/ 6932665 w 12192000"/>
              <a:gd name="connsiteY65" fmla="*/ 2162157 h 2649426"/>
              <a:gd name="connsiteX66" fmla="*/ 6700029 w 12192000"/>
              <a:gd name="connsiteY66" fmla="*/ 2158310 h 2649426"/>
              <a:gd name="connsiteX67" fmla="*/ 6326162 w 12192000"/>
              <a:gd name="connsiteY67" fmla="*/ 2178632 h 2649426"/>
              <a:gd name="connsiteX68" fmla="*/ 6196177 w 12192000"/>
              <a:gd name="connsiteY68" fmla="*/ 2200059 h 2649426"/>
              <a:gd name="connsiteX69" fmla="*/ 6139086 w 12192000"/>
              <a:gd name="connsiteY69" fmla="*/ 2187339 h 2649426"/>
              <a:gd name="connsiteX70" fmla="*/ 6098878 w 12192000"/>
              <a:gd name="connsiteY70" fmla="*/ 2192939 h 2649426"/>
              <a:gd name="connsiteX71" fmla="*/ 6094339 w 12192000"/>
              <a:gd name="connsiteY71" fmla="*/ 2195871 h 2649426"/>
              <a:gd name="connsiteX72" fmla="*/ 6075163 w 12192000"/>
              <a:gd name="connsiteY72" fmla="*/ 2198856 h 2649426"/>
              <a:gd name="connsiteX73" fmla="*/ 6071016 w 12192000"/>
              <a:gd name="connsiteY73" fmla="*/ 2210639 h 2649426"/>
              <a:gd name="connsiteX74" fmla="*/ 6043058 w 12192000"/>
              <a:gd name="connsiteY74" fmla="*/ 2222971 h 2649426"/>
              <a:gd name="connsiteX75" fmla="*/ 5962031 w 12192000"/>
              <a:gd name="connsiteY75" fmla="*/ 2220873 h 2649426"/>
              <a:gd name="connsiteX76" fmla="*/ 5836800 w 12192000"/>
              <a:gd name="connsiteY76" fmla="*/ 2224771 h 2649426"/>
              <a:gd name="connsiteX77" fmla="*/ 5735414 w 12192000"/>
              <a:gd name="connsiteY77" fmla="*/ 2231366 h 2649426"/>
              <a:gd name="connsiteX78" fmla="*/ 5697982 w 12192000"/>
              <a:gd name="connsiteY78" fmla="*/ 2244836 h 2649426"/>
              <a:gd name="connsiteX79" fmla="*/ 5644981 w 12192000"/>
              <a:gd name="connsiteY79" fmla="*/ 2256274 h 2649426"/>
              <a:gd name="connsiteX80" fmla="*/ 5547744 w 12192000"/>
              <a:gd name="connsiteY80" fmla="*/ 2271333 h 2649426"/>
              <a:gd name="connsiteX81" fmla="*/ 5426280 w 12192000"/>
              <a:gd name="connsiteY81" fmla="*/ 2290560 h 2649426"/>
              <a:gd name="connsiteX82" fmla="*/ 5329896 w 12192000"/>
              <a:gd name="connsiteY82" fmla="*/ 2279209 h 2649426"/>
              <a:gd name="connsiteX83" fmla="*/ 5322508 w 12192000"/>
              <a:gd name="connsiteY83" fmla="*/ 2288005 h 2649426"/>
              <a:gd name="connsiteX84" fmla="*/ 5194705 w 12192000"/>
              <a:gd name="connsiteY84" fmla="*/ 2285938 h 2649426"/>
              <a:gd name="connsiteX85" fmla="*/ 5027899 w 12192000"/>
              <a:gd name="connsiteY85" fmla="*/ 2242653 h 2649426"/>
              <a:gd name="connsiteX86" fmla="*/ 4902443 w 12192000"/>
              <a:gd name="connsiteY86" fmla="*/ 2249037 h 2649426"/>
              <a:gd name="connsiteX87" fmla="*/ 4858751 w 12192000"/>
              <a:gd name="connsiteY87" fmla="*/ 2260409 h 2649426"/>
              <a:gd name="connsiteX88" fmla="*/ 4785497 w 12192000"/>
              <a:gd name="connsiteY88" fmla="*/ 2278897 h 2649426"/>
              <a:gd name="connsiteX89" fmla="*/ 4732807 w 12192000"/>
              <a:gd name="connsiteY89" fmla="*/ 2315139 h 2649426"/>
              <a:gd name="connsiteX90" fmla="*/ 4670737 w 12192000"/>
              <a:gd name="connsiteY90" fmla="*/ 2321711 h 2649426"/>
              <a:gd name="connsiteX91" fmla="*/ 4489013 w 12192000"/>
              <a:gd name="connsiteY91" fmla="*/ 2338805 h 2649426"/>
              <a:gd name="connsiteX92" fmla="*/ 4431159 w 12192000"/>
              <a:gd name="connsiteY92" fmla="*/ 2347536 h 2649426"/>
              <a:gd name="connsiteX93" fmla="*/ 4273885 w 12192000"/>
              <a:gd name="connsiteY93" fmla="*/ 2379520 h 2649426"/>
              <a:gd name="connsiteX94" fmla="*/ 4116925 w 12192000"/>
              <a:gd name="connsiteY94" fmla="*/ 2417756 h 2649426"/>
              <a:gd name="connsiteX95" fmla="*/ 3988558 w 12192000"/>
              <a:gd name="connsiteY95" fmla="*/ 2475821 h 2649426"/>
              <a:gd name="connsiteX96" fmla="*/ 3899309 w 12192000"/>
              <a:gd name="connsiteY96" fmla="*/ 2471962 h 2649426"/>
              <a:gd name="connsiteX97" fmla="*/ 3721493 w 12192000"/>
              <a:gd name="connsiteY97" fmla="*/ 2497646 h 2649426"/>
              <a:gd name="connsiteX98" fmla="*/ 3504883 w 12192000"/>
              <a:gd name="connsiteY98" fmla="*/ 2503869 h 2649426"/>
              <a:gd name="connsiteX99" fmla="*/ 3431219 w 12192000"/>
              <a:gd name="connsiteY99" fmla="*/ 2502163 h 2649426"/>
              <a:gd name="connsiteX100" fmla="*/ 3151243 w 12192000"/>
              <a:gd name="connsiteY100" fmla="*/ 2492405 h 2649426"/>
              <a:gd name="connsiteX101" fmla="*/ 3057639 w 12192000"/>
              <a:gd name="connsiteY101" fmla="*/ 2507988 h 2649426"/>
              <a:gd name="connsiteX102" fmla="*/ 2916555 w 12192000"/>
              <a:gd name="connsiteY102" fmla="*/ 2472028 h 2649426"/>
              <a:gd name="connsiteX103" fmla="*/ 2846802 w 12192000"/>
              <a:gd name="connsiteY103" fmla="*/ 2461014 h 2649426"/>
              <a:gd name="connsiteX104" fmla="*/ 2739588 w 12192000"/>
              <a:gd name="connsiteY104" fmla="*/ 2457956 h 2649426"/>
              <a:gd name="connsiteX105" fmla="*/ 2706684 w 12192000"/>
              <a:gd name="connsiteY105" fmla="*/ 2454540 h 2649426"/>
              <a:gd name="connsiteX106" fmla="*/ 2348435 w 12192000"/>
              <a:gd name="connsiteY106" fmla="*/ 2449176 h 2649426"/>
              <a:gd name="connsiteX107" fmla="*/ 2194299 w 12192000"/>
              <a:gd name="connsiteY107" fmla="*/ 2475215 h 2649426"/>
              <a:gd name="connsiteX108" fmla="*/ 1983009 w 12192000"/>
              <a:gd name="connsiteY108" fmla="*/ 2463117 h 2649426"/>
              <a:gd name="connsiteX109" fmla="*/ 1885040 w 12192000"/>
              <a:gd name="connsiteY109" fmla="*/ 2475917 h 2649426"/>
              <a:gd name="connsiteX110" fmla="*/ 1773324 w 12192000"/>
              <a:gd name="connsiteY110" fmla="*/ 2471718 h 2649426"/>
              <a:gd name="connsiteX111" fmla="*/ 1685197 w 12192000"/>
              <a:gd name="connsiteY111" fmla="*/ 2466249 h 2649426"/>
              <a:gd name="connsiteX112" fmla="*/ 1566422 w 12192000"/>
              <a:gd name="connsiteY112" fmla="*/ 2455175 h 2649426"/>
              <a:gd name="connsiteX113" fmla="*/ 1300369 w 12192000"/>
              <a:gd name="connsiteY113" fmla="*/ 2444914 h 2649426"/>
              <a:gd name="connsiteX114" fmla="*/ 1081876 w 12192000"/>
              <a:gd name="connsiteY114" fmla="*/ 2476491 h 2649426"/>
              <a:gd name="connsiteX115" fmla="*/ 957561 w 12192000"/>
              <a:gd name="connsiteY115" fmla="*/ 2484124 h 2649426"/>
              <a:gd name="connsiteX116" fmla="*/ 822775 w 12192000"/>
              <a:gd name="connsiteY116" fmla="*/ 2542292 h 2649426"/>
              <a:gd name="connsiteX117" fmla="*/ 653171 w 12192000"/>
              <a:gd name="connsiteY117" fmla="*/ 2607266 h 2649426"/>
              <a:gd name="connsiteX118" fmla="*/ 511469 w 12192000"/>
              <a:gd name="connsiteY118" fmla="*/ 2598742 h 2649426"/>
              <a:gd name="connsiteX119" fmla="*/ 441281 w 12192000"/>
              <a:gd name="connsiteY119" fmla="*/ 2605939 h 2649426"/>
              <a:gd name="connsiteX120" fmla="*/ 297100 w 12192000"/>
              <a:gd name="connsiteY120" fmla="*/ 2639558 h 2649426"/>
              <a:gd name="connsiteX121" fmla="*/ 97385 w 12192000"/>
              <a:gd name="connsiteY121" fmla="*/ 2636063 h 2649426"/>
              <a:gd name="connsiteX122" fmla="*/ 48888 w 12192000"/>
              <a:gd name="connsiteY122" fmla="*/ 2641447 h 2649426"/>
              <a:gd name="connsiteX123" fmla="*/ 0 w 12192000"/>
              <a:gd name="connsiteY123" fmla="*/ 2649426 h 2649426"/>
              <a:gd name="connsiteX124" fmla="*/ 0 w 12192000"/>
              <a:gd name="connsiteY124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35223 w 12192000"/>
              <a:gd name="connsiteY4" fmla="*/ 171451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425377 w 12192000"/>
              <a:gd name="connsiteY8" fmla="*/ 1625577 h 2649426"/>
              <a:gd name="connsiteX9" fmla="*/ 11364686 w 12192000"/>
              <a:gd name="connsiteY9" fmla="*/ 1616572 h 2649426"/>
              <a:gd name="connsiteX10" fmla="*/ 11193595 w 12192000"/>
              <a:gd name="connsiteY10" fmla="*/ 1558403 h 2649426"/>
              <a:gd name="connsiteX11" fmla="*/ 11146426 w 12192000"/>
              <a:gd name="connsiteY11" fmla="*/ 1555308 h 2649426"/>
              <a:gd name="connsiteX12" fmla="*/ 10841711 w 12192000"/>
              <a:gd name="connsiteY12" fmla="*/ 1541883 h 2649426"/>
              <a:gd name="connsiteX13" fmla="*/ 10698183 w 12192000"/>
              <a:gd name="connsiteY13" fmla="*/ 1556682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15364 w 12192000"/>
              <a:gd name="connsiteY17" fmla="*/ 1574304 h 2649426"/>
              <a:gd name="connsiteX18" fmla="*/ 10454183 w 12192000"/>
              <a:gd name="connsiteY18" fmla="*/ 1572375 h 2649426"/>
              <a:gd name="connsiteX19" fmla="*/ 10329259 w 12192000"/>
              <a:gd name="connsiteY19" fmla="*/ 1579142 h 2649426"/>
              <a:gd name="connsiteX20" fmla="*/ 10128072 w 12192000"/>
              <a:gd name="connsiteY20" fmla="*/ 1610789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60271 w 12192000"/>
              <a:gd name="connsiteY34" fmla="*/ 1856718 h 2649426"/>
              <a:gd name="connsiteX35" fmla="*/ 8330326 w 12192000"/>
              <a:gd name="connsiteY35" fmla="*/ 1873969 h 2649426"/>
              <a:gd name="connsiteX36" fmla="*/ 8279203 w 12192000"/>
              <a:gd name="connsiteY36" fmla="*/ 1870876 h 2649426"/>
              <a:gd name="connsiteX37" fmla="*/ 8216222 w 12192000"/>
              <a:gd name="connsiteY37" fmla="*/ 1895553 h 2649426"/>
              <a:gd name="connsiteX38" fmla="*/ 8119712 w 12192000"/>
              <a:gd name="connsiteY38" fmla="*/ 1947916 h 2649426"/>
              <a:gd name="connsiteX39" fmla="*/ 8081930 w 12192000"/>
              <a:gd name="connsiteY39" fmla="*/ 1940372 h 2649426"/>
              <a:gd name="connsiteX40" fmla="*/ 8043728 w 12192000"/>
              <a:gd name="connsiteY40" fmla="*/ 1944200 h 2649426"/>
              <a:gd name="connsiteX41" fmla="*/ 7958999 w 12192000"/>
              <a:gd name="connsiteY41" fmla="*/ 1980667 h 2649426"/>
              <a:gd name="connsiteX42" fmla="*/ 7908348 w 12192000"/>
              <a:gd name="connsiteY42" fmla="*/ 1994348 h 2649426"/>
              <a:gd name="connsiteX43" fmla="*/ 7771932 w 12192000"/>
              <a:gd name="connsiteY43" fmla="*/ 2039701 h 2649426"/>
              <a:gd name="connsiteX44" fmla="*/ 7579180 w 12192000"/>
              <a:gd name="connsiteY44" fmla="*/ 2150519 h 2649426"/>
              <a:gd name="connsiteX45" fmla="*/ 7571467 w 12192000"/>
              <a:gd name="connsiteY45" fmla="*/ 2153548 h 2649426"/>
              <a:gd name="connsiteX46" fmla="*/ 7549398 w 12192000"/>
              <a:gd name="connsiteY46" fmla="*/ 2153051 h 2649426"/>
              <a:gd name="connsiteX47" fmla="*/ 7540934 w 12192000"/>
              <a:gd name="connsiteY47" fmla="*/ 2151418 h 2649426"/>
              <a:gd name="connsiteX48" fmla="*/ 7528900 w 12192000"/>
              <a:gd name="connsiteY48" fmla="*/ 2152107 h 2649426"/>
              <a:gd name="connsiteX49" fmla="*/ 7528656 w 12192000"/>
              <a:gd name="connsiteY49" fmla="*/ 2152584 h 2649426"/>
              <a:gd name="connsiteX50" fmla="*/ 7517280 w 12192000"/>
              <a:gd name="connsiteY50" fmla="*/ 2152327 h 2649426"/>
              <a:gd name="connsiteX51" fmla="*/ 7460956 w 12192000"/>
              <a:gd name="connsiteY51" fmla="*/ 2145255 h 2649426"/>
              <a:gd name="connsiteX52" fmla="*/ 7393117 w 12192000"/>
              <a:gd name="connsiteY52" fmla="*/ 2193066 h 2649426"/>
              <a:gd name="connsiteX53" fmla="*/ 7363846 w 12192000"/>
              <a:gd name="connsiteY53" fmla="*/ 2202297 h 2649426"/>
              <a:gd name="connsiteX54" fmla="*/ 7348496 w 12192000"/>
              <a:gd name="connsiteY54" fmla="*/ 2209686 h 2649426"/>
              <a:gd name="connsiteX55" fmla="*/ 7338648 w 12192000"/>
              <a:gd name="connsiteY55" fmla="*/ 2198119 h 2649426"/>
              <a:gd name="connsiteX56" fmla="*/ 7293703 w 12192000"/>
              <a:gd name="connsiteY56" fmla="*/ 2204721 h 2649426"/>
              <a:gd name="connsiteX57" fmla="*/ 7286955 w 12192000"/>
              <a:gd name="connsiteY57" fmla="*/ 2207494 h 2649426"/>
              <a:gd name="connsiteX58" fmla="*/ 7251199 w 12192000"/>
              <a:gd name="connsiteY58" fmla="*/ 2198184 h 2649426"/>
              <a:gd name="connsiteX59" fmla="*/ 7233016 w 12192000"/>
              <a:gd name="connsiteY59" fmla="*/ 2195902 h 2649426"/>
              <a:gd name="connsiteX60" fmla="*/ 7227281 w 12192000"/>
              <a:gd name="connsiteY60" fmla="*/ 2190042 h 2649426"/>
              <a:gd name="connsiteX61" fmla="*/ 7200745 w 12192000"/>
              <a:gd name="connsiteY61" fmla="*/ 2189321 h 2649426"/>
              <a:gd name="connsiteX62" fmla="*/ 7197924 w 12192000"/>
              <a:gd name="connsiteY62" fmla="*/ 2191205 h 2649426"/>
              <a:gd name="connsiteX63" fmla="*/ 7175198 w 12192000"/>
              <a:gd name="connsiteY63" fmla="*/ 2183294 h 2649426"/>
              <a:gd name="connsiteX64" fmla="*/ 7100681 w 12192000"/>
              <a:gd name="connsiteY64" fmla="*/ 2167822 h 2649426"/>
              <a:gd name="connsiteX65" fmla="*/ 6932665 w 12192000"/>
              <a:gd name="connsiteY65" fmla="*/ 2162157 h 2649426"/>
              <a:gd name="connsiteX66" fmla="*/ 6700029 w 12192000"/>
              <a:gd name="connsiteY66" fmla="*/ 2158310 h 2649426"/>
              <a:gd name="connsiteX67" fmla="*/ 6326162 w 12192000"/>
              <a:gd name="connsiteY67" fmla="*/ 2178632 h 2649426"/>
              <a:gd name="connsiteX68" fmla="*/ 6196177 w 12192000"/>
              <a:gd name="connsiteY68" fmla="*/ 2200059 h 2649426"/>
              <a:gd name="connsiteX69" fmla="*/ 6139086 w 12192000"/>
              <a:gd name="connsiteY69" fmla="*/ 2187339 h 2649426"/>
              <a:gd name="connsiteX70" fmla="*/ 6098878 w 12192000"/>
              <a:gd name="connsiteY70" fmla="*/ 2192939 h 2649426"/>
              <a:gd name="connsiteX71" fmla="*/ 6094339 w 12192000"/>
              <a:gd name="connsiteY71" fmla="*/ 2195871 h 2649426"/>
              <a:gd name="connsiteX72" fmla="*/ 6075163 w 12192000"/>
              <a:gd name="connsiteY72" fmla="*/ 2198856 h 2649426"/>
              <a:gd name="connsiteX73" fmla="*/ 6071016 w 12192000"/>
              <a:gd name="connsiteY73" fmla="*/ 2210639 h 2649426"/>
              <a:gd name="connsiteX74" fmla="*/ 6043058 w 12192000"/>
              <a:gd name="connsiteY74" fmla="*/ 2222971 h 2649426"/>
              <a:gd name="connsiteX75" fmla="*/ 5962031 w 12192000"/>
              <a:gd name="connsiteY75" fmla="*/ 2220873 h 2649426"/>
              <a:gd name="connsiteX76" fmla="*/ 5836800 w 12192000"/>
              <a:gd name="connsiteY76" fmla="*/ 2224771 h 2649426"/>
              <a:gd name="connsiteX77" fmla="*/ 5735414 w 12192000"/>
              <a:gd name="connsiteY77" fmla="*/ 2231366 h 2649426"/>
              <a:gd name="connsiteX78" fmla="*/ 5697982 w 12192000"/>
              <a:gd name="connsiteY78" fmla="*/ 2244836 h 2649426"/>
              <a:gd name="connsiteX79" fmla="*/ 5644981 w 12192000"/>
              <a:gd name="connsiteY79" fmla="*/ 2256274 h 2649426"/>
              <a:gd name="connsiteX80" fmla="*/ 5547744 w 12192000"/>
              <a:gd name="connsiteY80" fmla="*/ 2271333 h 2649426"/>
              <a:gd name="connsiteX81" fmla="*/ 5426280 w 12192000"/>
              <a:gd name="connsiteY81" fmla="*/ 2290560 h 2649426"/>
              <a:gd name="connsiteX82" fmla="*/ 5329896 w 12192000"/>
              <a:gd name="connsiteY82" fmla="*/ 2279209 h 2649426"/>
              <a:gd name="connsiteX83" fmla="*/ 5322508 w 12192000"/>
              <a:gd name="connsiteY83" fmla="*/ 2288005 h 2649426"/>
              <a:gd name="connsiteX84" fmla="*/ 5194705 w 12192000"/>
              <a:gd name="connsiteY84" fmla="*/ 2285938 h 2649426"/>
              <a:gd name="connsiteX85" fmla="*/ 5027899 w 12192000"/>
              <a:gd name="connsiteY85" fmla="*/ 2242653 h 2649426"/>
              <a:gd name="connsiteX86" fmla="*/ 4902443 w 12192000"/>
              <a:gd name="connsiteY86" fmla="*/ 2249037 h 2649426"/>
              <a:gd name="connsiteX87" fmla="*/ 4858751 w 12192000"/>
              <a:gd name="connsiteY87" fmla="*/ 2260409 h 2649426"/>
              <a:gd name="connsiteX88" fmla="*/ 4785497 w 12192000"/>
              <a:gd name="connsiteY88" fmla="*/ 2278897 h 2649426"/>
              <a:gd name="connsiteX89" fmla="*/ 4732807 w 12192000"/>
              <a:gd name="connsiteY89" fmla="*/ 2315139 h 2649426"/>
              <a:gd name="connsiteX90" fmla="*/ 4670737 w 12192000"/>
              <a:gd name="connsiteY90" fmla="*/ 2321711 h 2649426"/>
              <a:gd name="connsiteX91" fmla="*/ 4489013 w 12192000"/>
              <a:gd name="connsiteY91" fmla="*/ 2338805 h 2649426"/>
              <a:gd name="connsiteX92" fmla="*/ 4431159 w 12192000"/>
              <a:gd name="connsiteY92" fmla="*/ 2347536 h 2649426"/>
              <a:gd name="connsiteX93" fmla="*/ 4273885 w 12192000"/>
              <a:gd name="connsiteY93" fmla="*/ 2379520 h 2649426"/>
              <a:gd name="connsiteX94" fmla="*/ 4116925 w 12192000"/>
              <a:gd name="connsiteY94" fmla="*/ 2417756 h 2649426"/>
              <a:gd name="connsiteX95" fmla="*/ 3988558 w 12192000"/>
              <a:gd name="connsiteY95" fmla="*/ 2475821 h 2649426"/>
              <a:gd name="connsiteX96" fmla="*/ 3894771 w 12192000"/>
              <a:gd name="connsiteY96" fmla="*/ 2494652 h 2649426"/>
              <a:gd name="connsiteX97" fmla="*/ 3721493 w 12192000"/>
              <a:gd name="connsiteY97" fmla="*/ 2497646 h 2649426"/>
              <a:gd name="connsiteX98" fmla="*/ 3504883 w 12192000"/>
              <a:gd name="connsiteY98" fmla="*/ 2503869 h 2649426"/>
              <a:gd name="connsiteX99" fmla="*/ 3431219 w 12192000"/>
              <a:gd name="connsiteY99" fmla="*/ 2502163 h 2649426"/>
              <a:gd name="connsiteX100" fmla="*/ 3151243 w 12192000"/>
              <a:gd name="connsiteY100" fmla="*/ 2492405 h 2649426"/>
              <a:gd name="connsiteX101" fmla="*/ 3057639 w 12192000"/>
              <a:gd name="connsiteY101" fmla="*/ 2507988 h 2649426"/>
              <a:gd name="connsiteX102" fmla="*/ 2916555 w 12192000"/>
              <a:gd name="connsiteY102" fmla="*/ 2472028 h 2649426"/>
              <a:gd name="connsiteX103" fmla="*/ 2846802 w 12192000"/>
              <a:gd name="connsiteY103" fmla="*/ 2461014 h 2649426"/>
              <a:gd name="connsiteX104" fmla="*/ 2739588 w 12192000"/>
              <a:gd name="connsiteY104" fmla="*/ 2457956 h 2649426"/>
              <a:gd name="connsiteX105" fmla="*/ 2706684 w 12192000"/>
              <a:gd name="connsiteY105" fmla="*/ 2454540 h 2649426"/>
              <a:gd name="connsiteX106" fmla="*/ 2348435 w 12192000"/>
              <a:gd name="connsiteY106" fmla="*/ 2449176 h 2649426"/>
              <a:gd name="connsiteX107" fmla="*/ 2194299 w 12192000"/>
              <a:gd name="connsiteY107" fmla="*/ 2475215 h 2649426"/>
              <a:gd name="connsiteX108" fmla="*/ 1983009 w 12192000"/>
              <a:gd name="connsiteY108" fmla="*/ 2463117 h 2649426"/>
              <a:gd name="connsiteX109" fmla="*/ 1885040 w 12192000"/>
              <a:gd name="connsiteY109" fmla="*/ 2475917 h 2649426"/>
              <a:gd name="connsiteX110" fmla="*/ 1773324 w 12192000"/>
              <a:gd name="connsiteY110" fmla="*/ 2471718 h 2649426"/>
              <a:gd name="connsiteX111" fmla="*/ 1685197 w 12192000"/>
              <a:gd name="connsiteY111" fmla="*/ 2466249 h 2649426"/>
              <a:gd name="connsiteX112" fmla="*/ 1566422 w 12192000"/>
              <a:gd name="connsiteY112" fmla="*/ 2455175 h 2649426"/>
              <a:gd name="connsiteX113" fmla="*/ 1300369 w 12192000"/>
              <a:gd name="connsiteY113" fmla="*/ 2444914 h 2649426"/>
              <a:gd name="connsiteX114" fmla="*/ 1081876 w 12192000"/>
              <a:gd name="connsiteY114" fmla="*/ 2476491 h 2649426"/>
              <a:gd name="connsiteX115" fmla="*/ 957561 w 12192000"/>
              <a:gd name="connsiteY115" fmla="*/ 2484124 h 2649426"/>
              <a:gd name="connsiteX116" fmla="*/ 822775 w 12192000"/>
              <a:gd name="connsiteY116" fmla="*/ 2542292 h 2649426"/>
              <a:gd name="connsiteX117" fmla="*/ 653171 w 12192000"/>
              <a:gd name="connsiteY117" fmla="*/ 2607266 h 2649426"/>
              <a:gd name="connsiteX118" fmla="*/ 511469 w 12192000"/>
              <a:gd name="connsiteY118" fmla="*/ 2598742 h 2649426"/>
              <a:gd name="connsiteX119" fmla="*/ 441281 w 12192000"/>
              <a:gd name="connsiteY119" fmla="*/ 2605939 h 2649426"/>
              <a:gd name="connsiteX120" fmla="*/ 297100 w 12192000"/>
              <a:gd name="connsiteY120" fmla="*/ 2639558 h 2649426"/>
              <a:gd name="connsiteX121" fmla="*/ 97385 w 12192000"/>
              <a:gd name="connsiteY121" fmla="*/ 2636063 h 2649426"/>
              <a:gd name="connsiteX122" fmla="*/ 48888 w 12192000"/>
              <a:gd name="connsiteY122" fmla="*/ 2641447 h 2649426"/>
              <a:gd name="connsiteX123" fmla="*/ 0 w 12192000"/>
              <a:gd name="connsiteY123" fmla="*/ 2649426 h 2649426"/>
              <a:gd name="connsiteX124" fmla="*/ 0 w 12192000"/>
              <a:gd name="connsiteY124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35223 w 12192000"/>
              <a:gd name="connsiteY4" fmla="*/ 171451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425377 w 12192000"/>
              <a:gd name="connsiteY8" fmla="*/ 1625577 h 2649426"/>
              <a:gd name="connsiteX9" fmla="*/ 11364686 w 12192000"/>
              <a:gd name="connsiteY9" fmla="*/ 1616572 h 2649426"/>
              <a:gd name="connsiteX10" fmla="*/ 11193595 w 12192000"/>
              <a:gd name="connsiteY10" fmla="*/ 1558403 h 2649426"/>
              <a:gd name="connsiteX11" fmla="*/ 11146426 w 12192000"/>
              <a:gd name="connsiteY11" fmla="*/ 1555308 h 2649426"/>
              <a:gd name="connsiteX12" fmla="*/ 10841711 w 12192000"/>
              <a:gd name="connsiteY12" fmla="*/ 1541883 h 2649426"/>
              <a:gd name="connsiteX13" fmla="*/ 10698183 w 12192000"/>
              <a:gd name="connsiteY13" fmla="*/ 1556682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15364 w 12192000"/>
              <a:gd name="connsiteY17" fmla="*/ 1574304 h 2649426"/>
              <a:gd name="connsiteX18" fmla="*/ 10454183 w 12192000"/>
              <a:gd name="connsiteY18" fmla="*/ 1572375 h 2649426"/>
              <a:gd name="connsiteX19" fmla="*/ 10329259 w 12192000"/>
              <a:gd name="connsiteY19" fmla="*/ 1579142 h 2649426"/>
              <a:gd name="connsiteX20" fmla="*/ 10128072 w 12192000"/>
              <a:gd name="connsiteY20" fmla="*/ 1610789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60271 w 12192000"/>
              <a:gd name="connsiteY34" fmla="*/ 1856718 h 2649426"/>
              <a:gd name="connsiteX35" fmla="*/ 8330326 w 12192000"/>
              <a:gd name="connsiteY35" fmla="*/ 1873969 h 2649426"/>
              <a:gd name="connsiteX36" fmla="*/ 8279203 w 12192000"/>
              <a:gd name="connsiteY36" fmla="*/ 1870876 h 2649426"/>
              <a:gd name="connsiteX37" fmla="*/ 8216222 w 12192000"/>
              <a:gd name="connsiteY37" fmla="*/ 1895553 h 2649426"/>
              <a:gd name="connsiteX38" fmla="*/ 8119712 w 12192000"/>
              <a:gd name="connsiteY38" fmla="*/ 1947916 h 2649426"/>
              <a:gd name="connsiteX39" fmla="*/ 8081930 w 12192000"/>
              <a:gd name="connsiteY39" fmla="*/ 1940372 h 2649426"/>
              <a:gd name="connsiteX40" fmla="*/ 8043728 w 12192000"/>
              <a:gd name="connsiteY40" fmla="*/ 1944200 h 2649426"/>
              <a:gd name="connsiteX41" fmla="*/ 7958999 w 12192000"/>
              <a:gd name="connsiteY41" fmla="*/ 1980667 h 2649426"/>
              <a:gd name="connsiteX42" fmla="*/ 7908348 w 12192000"/>
              <a:gd name="connsiteY42" fmla="*/ 1994348 h 2649426"/>
              <a:gd name="connsiteX43" fmla="*/ 7771932 w 12192000"/>
              <a:gd name="connsiteY43" fmla="*/ 2039701 h 2649426"/>
              <a:gd name="connsiteX44" fmla="*/ 7579180 w 12192000"/>
              <a:gd name="connsiteY44" fmla="*/ 2150519 h 2649426"/>
              <a:gd name="connsiteX45" fmla="*/ 7571467 w 12192000"/>
              <a:gd name="connsiteY45" fmla="*/ 2153548 h 2649426"/>
              <a:gd name="connsiteX46" fmla="*/ 7549398 w 12192000"/>
              <a:gd name="connsiteY46" fmla="*/ 2153051 h 2649426"/>
              <a:gd name="connsiteX47" fmla="*/ 7540934 w 12192000"/>
              <a:gd name="connsiteY47" fmla="*/ 2151418 h 2649426"/>
              <a:gd name="connsiteX48" fmla="*/ 7528900 w 12192000"/>
              <a:gd name="connsiteY48" fmla="*/ 2152107 h 2649426"/>
              <a:gd name="connsiteX49" fmla="*/ 7528656 w 12192000"/>
              <a:gd name="connsiteY49" fmla="*/ 2152584 h 2649426"/>
              <a:gd name="connsiteX50" fmla="*/ 7517280 w 12192000"/>
              <a:gd name="connsiteY50" fmla="*/ 2152327 h 2649426"/>
              <a:gd name="connsiteX51" fmla="*/ 7460956 w 12192000"/>
              <a:gd name="connsiteY51" fmla="*/ 2145255 h 2649426"/>
              <a:gd name="connsiteX52" fmla="*/ 7393117 w 12192000"/>
              <a:gd name="connsiteY52" fmla="*/ 2193066 h 2649426"/>
              <a:gd name="connsiteX53" fmla="*/ 7363846 w 12192000"/>
              <a:gd name="connsiteY53" fmla="*/ 2202297 h 2649426"/>
              <a:gd name="connsiteX54" fmla="*/ 7348496 w 12192000"/>
              <a:gd name="connsiteY54" fmla="*/ 2209686 h 2649426"/>
              <a:gd name="connsiteX55" fmla="*/ 7338648 w 12192000"/>
              <a:gd name="connsiteY55" fmla="*/ 2198119 h 2649426"/>
              <a:gd name="connsiteX56" fmla="*/ 7293703 w 12192000"/>
              <a:gd name="connsiteY56" fmla="*/ 2204721 h 2649426"/>
              <a:gd name="connsiteX57" fmla="*/ 7286955 w 12192000"/>
              <a:gd name="connsiteY57" fmla="*/ 2207494 h 2649426"/>
              <a:gd name="connsiteX58" fmla="*/ 7251199 w 12192000"/>
              <a:gd name="connsiteY58" fmla="*/ 2198184 h 2649426"/>
              <a:gd name="connsiteX59" fmla="*/ 7233016 w 12192000"/>
              <a:gd name="connsiteY59" fmla="*/ 2195902 h 2649426"/>
              <a:gd name="connsiteX60" fmla="*/ 7227281 w 12192000"/>
              <a:gd name="connsiteY60" fmla="*/ 2190042 h 2649426"/>
              <a:gd name="connsiteX61" fmla="*/ 7200745 w 12192000"/>
              <a:gd name="connsiteY61" fmla="*/ 2189321 h 2649426"/>
              <a:gd name="connsiteX62" fmla="*/ 7197924 w 12192000"/>
              <a:gd name="connsiteY62" fmla="*/ 2191205 h 2649426"/>
              <a:gd name="connsiteX63" fmla="*/ 7175198 w 12192000"/>
              <a:gd name="connsiteY63" fmla="*/ 2183294 h 2649426"/>
              <a:gd name="connsiteX64" fmla="*/ 7100681 w 12192000"/>
              <a:gd name="connsiteY64" fmla="*/ 2167822 h 2649426"/>
              <a:gd name="connsiteX65" fmla="*/ 6932665 w 12192000"/>
              <a:gd name="connsiteY65" fmla="*/ 2162157 h 2649426"/>
              <a:gd name="connsiteX66" fmla="*/ 6700029 w 12192000"/>
              <a:gd name="connsiteY66" fmla="*/ 2158310 h 2649426"/>
              <a:gd name="connsiteX67" fmla="*/ 6326162 w 12192000"/>
              <a:gd name="connsiteY67" fmla="*/ 2178632 h 2649426"/>
              <a:gd name="connsiteX68" fmla="*/ 6196177 w 12192000"/>
              <a:gd name="connsiteY68" fmla="*/ 2200059 h 2649426"/>
              <a:gd name="connsiteX69" fmla="*/ 6139086 w 12192000"/>
              <a:gd name="connsiteY69" fmla="*/ 2187339 h 2649426"/>
              <a:gd name="connsiteX70" fmla="*/ 6098878 w 12192000"/>
              <a:gd name="connsiteY70" fmla="*/ 2192939 h 2649426"/>
              <a:gd name="connsiteX71" fmla="*/ 6094339 w 12192000"/>
              <a:gd name="connsiteY71" fmla="*/ 2195871 h 2649426"/>
              <a:gd name="connsiteX72" fmla="*/ 6075163 w 12192000"/>
              <a:gd name="connsiteY72" fmla="*/ 2198856 h 2649426"/>
              <a:gd name="connsiteX73" fmla="*/ 6071016 w 12192000"/>
              <a:gd name="connsiteY73" fmla="*/ 2210639 h 2649426"/>
              <a:gd name="connsiteX74" fmla="*/ 6043058 w 12192000"/>
              <a:gd name="connsiteY74" fmla="*/ 2222971 h 2649426"/>
              <a:gd name="connsiteX75" fmla="*/ 5962031 w 12192000"/>
              <a:gd name="connsiteY75" fmla="*/ 2220873 h 2649426"/>
              <a:gd name="connsiteX76" fmla="*/ 5836800 w 12192000"/>
              <a:gd name="connsiteY76" fmla="*/ 2224771 h 2649426"/>
              <a:gd name="connsiteX77" fmla="*/ 5735414 w 12192000"/>
              <a:gd name="connsiteY77" fmla="*/ 2231366 h 2649426"/>
              <a:gd name="connsiteX78" fmla="*/ 5697982 w 12192000"/>
              <a:gd name="connsiteY78" fmla="*/ 2244836 h 2649426"/>
              <a:gd name="connsiteX79" fmla="*/ 5644981 w 12192000"/>
              <a:gd name="connsiteY79" fmla="*/ 2256274 h 2649426"/>
              <a:gd name="connsiteX80" fmla="*/ 5547744 w 12192000"/>
              <a:gd name="connsiteY80" fmla="*/ 2271333 h 2649426"/>
              <a:gd name="connsiteX81" fmla="*/ 5426280 w 12192000"/>
              <a:gd name="connsiteY81" fmla="*/ 2290560 h 2649426"/>
              <a:gd name="connsiteX82" fmla="*/ 5329896 w 12192000"/>
              <a:gd name="connsiteY82" fmla="*/ 2279209 h 2649426"/>
              <a:gd name="connsiteX83" fmla="*/ 5322508 w 12192000"/>
              <a:gd name="connsiteY83" fmla="*/ 2288005 h 2649426"/>
              <a:gd name="connsiteX84" fmla="*/ 5194705 w 12192000"/>
              <a:gd name="connsiteY84" fmla="*/ 2285938 h 2649426"/>
              <a:gd name="connsiteX85" fmla="*/ 5027899 w 12192000"/>
              <a:gd name="connsiteY85" fmla="*/ 2242653 h 2649426"/>
              <a:gd name="connsiteX86" fmla="*/ 4902443 w 12192000"/>
              <a:gd name="connsiteY86" fmla="*/ 2249037 h 2649426"/>
              <a:gd name="connsiteX87" fmla="*/ 4858751 w 12192000"/>
              <a:gd name="connsiteY87" fmla="*/ 2260409 h 2649426"/>
              <a:gd name="connsiteX88" fmla="*/ 4785497 w 12192000"/>
              <a:gd name="connsiteY88" fmla="*/ 2278897 h 2649426"/>
              <a:gd name="connsiteX89" fmla="*/ 4732807 w 12192000"/>
              <a:gd name="connsiteY89" fmla="*/ 2315139 h 2649426"/>
              <a:gd name="connsiteX90" fmla="*/ 4670737 w 12192000"/>
              <a:gd name="connsiteY90" fmla="*/ 2321711 h 2649426"/>
              <a:gd name="connsiteX91" fmla="*/ 4489013 w 12192000"/>
              <a:gd name="connsiteY91" fmla="*/ 2338805 h 2649426"/>
              <a:gd name="connsiteX92" fmla="*/ 4431159 w 12192000"/>
              <a:gd name="connsiteY92" fmla="*/ 2347536 h 2649426"/>
              <a:gd name="connsiteX93" fmla="*/ 4273885 w 12192000"/>
              <a:gd name="connsiteY93" fmla="*/ 2379520 h 2649426"/>
              <a:gd name="connsiteX94" fmla="*/ 4116925 w 12192000"/>
              <a:gd name="connsiteY94" fmla="*/ 2417756 h 2649426"/>
              <a:gd name="connsiteX95" fmla="*/ 3988558 w 12192000"/>
              <a:gd name="connsiteY95" fmla="*/ 2475821 h 2649426"/>
              <a:gd name="connsiteX96" fmla="*/ 3894771 w 12192000"/>
              <a:gd name="connsiteY96" fmla="*/ 2494652 h 2649426"/>
              <a:gd name="connsiteX97" fmla="*/ 3721493 w 12192000"/>
              <a:gd name="connsiteY97" fmla="*/ 2497646 h 2649426"/>
              <a:gd name="connsiteX98" fmla="*/ 3504883 w 12192000"/>
              <a:gd name="connsiteY98" fmla="*/ 2503869 h 2649426"/>
              <a:gd name="connsiteX99" fmla="*/ 3431219 w 12192000"/>
              <a:gd name="connsiteY99" fmla="*/ 2502163 h 2649426"/>
              <a:gd name="connsiteX100" fmla="*/ 3151243 w 12192000"/>
              <a:gd name="connsiteY100" fmla="*/ 2492405 h 2649426"/>
              <a:gd name="connsiteX101" fmla="*/ 3057639 w 12192000"/>
              <a:gd name="connsiteY101" fmla="*/ 2507988 h 2649426"/>
              <a:gd name="connsiteX102" fmla="*/ 2846802 w 12192000"/>
              <a:gd name="connsiteY102" fmla="*/ 2461014 h 2649426"/>
              <a:gd name="connsiteX103" fmla="*/ 2739588 w 12192000"/>
              <a:gd name="connsiteY103" fmla="*/ 2457956 h 2649426"/>
              <a:gd name="connsiteX104" fmla="*/ 2706684 w 12192000"/>
              <a:gd name="connsiteY104" fmla="*/ 2454540 h 2649426"/>
              <a:gd name="connsiteX105" fmla="*/ 2348435 w 12192000"/>
              <a:gd name="connsiteY105" fmla="*/ 2449176 h 2649426"/>
              <a:gd name="connsiteX106" fmla="*/ 2194299 w 12192000"/>
              <a:gd name="connsiteY106" fmla="*/ 2475215 h 2649426"/>
              <a:gd name="connsiteX107" fmla="*/ 1983009 w 12192000"/>
              <a:gd name="connsiteY107" fmla="*/ 2463117 h 2649426"/>
              <a:gd name="connsiteX108" fmla="*/ 1885040 w 12192000"/>
              <a:gd name="connsiteY108" fmla="*/ 2475917 h 2649426"/>
              <a:gd name="connsiteX109" fmla="*/ 1773324 w 12192000"/>
              <a:gd name="connsiteY109" fmla="*/ 2471718 h 2649426"/>
              <a:gd name="connsiteX110" fmla="*/ 1685197 w 12192000"/>
              <a:gd name="connsiteY110" fmla="*/ 2466249 h 2649426"/>
              <a:gd name="connsiteX111" fmla="*/ 1566422 w 12192000"/>
              <a:gd name="connsiteY111" fmla="*/ 2455175 h 2649426"/>
              <a:gd name="connsiteX112" fmla="*/ 1300369 w 12192000"/>
              <a:gd name="connsiteY112" fmla="*/ 2444914 h 2649426"/>
              <a:gd name="connsiteX113" fmla="*/ 1081876 w 12192000"/>
              <a:gd name="connsiteY113" fmla="*/ 2476491 h 2649426"/>
              <a:gd name="connsiteX114" fmla="*/ 957561 w 12192000"/>
              <a:gd name="connsiteY114" fmla="*/ 2484124 h 2649426"/>
              <a:gd name="connsiteX115" fmla="*/ 822775 w 12192000"/>
              <a:gd name="connsiteY115" fmla="*/ 2542292 h 2649426"/>
              <a:gd name="connsiteX116" fmla="*/ 653171 w 12192000"/>
              <a:gd name="connsiteY116" fmla="*/ 2607266 h 2649426"/>
              <a:gd name="connsiteX117" fmla="*/ 511469 w 12192000"/>
              <a:gd name="connsiteY117" fmla="*/ 2598742 h 2649426"/>
              <a:gd name="connsiteX118" fmla="*/ 441281 w 12192000"/>
              <a:gd name="connsiteY118" fmla="*/ 2605939 h 2649426"/>
              <a:gd name="connsiteX119" fmla="*/ 297100 w 12192000"/>
              <a:gd name="connsiteY119" fmla="*/ 2639558 h 2649426"/>
              <a:gd name="connsiteX120" fmla="*/ 97385 w 12192000"/>
              <a:gd name="connsiteY120" fmla="*/ 2636063 h 2649426"/>
              <a:gd name="connsiteX121" fmla="*/ 48888 w 12192000"/>
              <a:gd name="connsiteY121" fmla="*/ 2641447 h 2649426"/>
              <a:gd name="connsiteX122" fmla="*/ 0 w 12192000"/>
              <a:gd name="connsiteY122" fmla="*/ 2649426 h 2649426"/>
              <a:gd name="connsiteX123" fmla="*/ 0 w 12192000"/>
              <a:gd name="connsiteY123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35223 w 12192000"/>
              <a:gd name="connsiteY4" fmla="*/ 171451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425377 w 12192000"/>
              <a:gd name="connsiteY8" fmla="*/ 1625577 h 2649426"/>
              <a:gd name="connsiteX9" fmla="*/ 11364686 w 12192000"/>
              <a:gd name="connsiteY9" fmla="*/ 1616572 h 2649426"/>
              <a:gd name="connsiteX10" fmla="*/ 11193595 w 12192000"/>
              <a:gd name="connsiteY10" fmla="*/ 1558403 h 2649426"/>
              <a:gd name="connsiteX11" fmla="*/ 11146426 w 12192000"/>
              <a:gd name="connsiteY11" fmla="*/ 1555308 h 2649426"/>
              <a:gd name="connsiteX12" fmla="*/ 10841711 w 12192000"/>
              <a:gd name="connsiteY12" fmla="*/ 1541883 h 2649426"/>
              <a:gd name="connsiteX13" fmla="*/ 10698183 w 12192000"/>
              <a:gd name="connsiteY13" fmla="*/ 1556682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15364 w 12192000"/>
              <a:gd name="connsiteY17" fmla="*/ 1574304 h 2649426"/>
              <a:gd name="connsiteX18" fmla="*/ 10454183 w 12192000"/>
              <a:gd name="connsiteY18" fmla="*/ 1572375 h 2649426"/>
              <a:gd name="connsiteX19" fmla="*/ 10329259 w 12192000"/>
              <a:gd name="connsiteY19" fmla="*/ 1579142 h 2649426"/>
              <a:gd name="connsiteX20" fmla="*/ 10128072 w 12192000"/>
              <a:gd name="connsiteY20" fmla="*/ 1610789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60271 w 12192000"/>
              <a:gd name="connsiteY34" fmla="*/ 1856718 h 2649426"/>
              <a:gd name="connsiteX35" fmla="*/ 8330326 w 12192000"/>
              <a:gd name="connsiteY35" fmla="*/ 1873969 h 2649426"/>
              <a:gd name="connsiteX36" fmla="*/ 8279203 w 12192000"/>
              <a:gd name="connsiteY36" fmla="*/ 1870876 h 2649426"/>
              <a:gd name="connsiteX37" fmla="*/ 8216222 w 12192000"/>
              <a:gd name="connsiteY37" fmla="*/ 1895553 h 2649426"/>
              <a:gd name="connsiteX38" fmla="*/ 8119712 w 12192000"/>
              <a:gd name="connsiteY38" fmla="*/ 1947916 h 2649426"/>
              <a:gd name="connsiteX39" fmla="*/ 8081930 w 12192000"/>
              <a:gd name="connsiteY39" fmla="*/ 1940372 h 2649426"/>
              <a:gd name="connsiteX40" fmla="*/ 8043728 w 12192000"/>
              <a:gd name="connsiteY40" fmla="*/ 1944200 h 2649426"/>
              <a:gd name="connsiteX41" fmla="*/ 7958999 w 12192000"/>
              <a:gd name="connsiteY41" fmla="*/ 1980667 h 2649426"/>
              <a:gd name="connsiteX42" fmla="*/ 7908348 w 12192000"/>
              <a:gd name="connsiteY42" fmla="*/ 1994348 h 2649426"/>
              <a:gd name="connsiteX43" fmla="*/ 7771932 w 12192000"/>
              <a:gd name="connsiteY43" fmla="*/ 2039701 h 2649426"/>
              <a:gd name="connsiteX44" fmla="*/ 7579180 w 12192000"/>
              <a:gd name="connsiteY44" fmla="*/ 2150519 h 2649426"/>
              <a:gd name="connsiteX45" fmla="*/ 7571467 w 12192000"/>
              <a:gd name="connsiteY45" fmla="*/ 2153548 h 2649426"/>
              <a:gd name="connsiteX46" fmla="*/ 7549398 w 12192000"/>
              <a:gd name="connsiteY46" fmla="*/ 2153051 h 2649426"/>
              <a:gd name="connsiteX47" fmla="*/ 7540934 w 12192000"/>
              <a:gd name="connsiteY47" fmla="*/ 2151418 h 2649426"/>
              <a:gd name="connsiteX48" fmla="*/ 7528900 w 12192000"/>
              <a:gd name="connsiteY48" fmla="*/ 2152107 h 2649426"/>
              <a:gd name="connsiteX49" fmla="*/ 7528656 w 12192000"/>
              <a:gd name="connsiteY49" fmla="*/ 2152584 h 2649426"/>
              <a:gd name="connsiteX50" fmla="*/ 7517280 w 12192000"/>
              <a:gd name="connsiteY50" fmla="*/ 2152327 h 2649426"/>
              <a:gd name="connsiteX51" fmla="*/ 7460956 w 12192000"/>
              <a:gd name="connsiteY51" fmla="*/ 2145255 h 2649426"/>
              <a:gd name="connsiteX52" fmla="*/ 7393117 w 12192000"/>
              <a:gd name="connsiteY52" fmla="*/ 2193066 h 2649426"/>
              <a:gd name="connsiteX53" fmla="*/ 7363846 w 12192000"/>
              <a:gd name="connsiteY53" fmla="*/ 2202297 h 2649426"/>
              <a:gd name="connsiteX54" fmla="*/ 7348496 w 12192000"/>
              <a:gd name="connsiteY54" fmla="*/ 2209686 h 2649426"/>
              <a:gd name="connsiteX55" fmla="*/ 7338648 w 12192000"/>
              <a:gd name="connsiteY55" fmla="*/ 2198119 h 2649426"/>
              <a:gd name="connsiteX56" fmla="*/ 7293703 w 12192000"/>
              <a:gd name="connsiteY56" fmla="*/ 2204721 h 2649426"/>
              <a:gd name="connsiteX57" fmla="*/ 7286955 w 12192000"/>
              <a:gd name="connsiteY57" fmla="*/ 2207494 h 2649426"/>
              <a:gd name="connsiteX58" fmla="*/ 7251199 w 12192000"/>
              <a:gd name="connsiteY58" fmla="*/ 2198184 h 2649426"/>
              <a:gd name="connsiteX59" fmla="*/ 7233016 w 12192000"/>
              <a:gd name="connsiteY59" fmla="*/ 2195902 h 2649426"/>
              <a:gd name="connsiteX60" fmla="*/ 7227281 w 12192000"/>
              <a:gd name="connsiteY60" fmla="*/ 2190042 h 2649426"/>
              <a:gd name="connsiteX61" fmla="*/ 7200745 w 12192000"/>
              <a:gd name="connsiteY61" fmla="*/ 2189321 h 2649426"/>
              <a:gd name="connsiteX62" fmla="*/ 7197924 w 12192000"/>
              <a:gd name="connsiteY62" fmla="*/ 2191205 h 2649426"/>
              <a:gd name="connsiteX63" fmla="*/ 7175198 w 12192000"/>
              <a:gd name="connsiteY63" fmla="*/ 2183294 h 2649426"/>
              <a:gd name="connsiteX64" fmla="*/ 7100681 w 12192000"/>
              <a:gd name="connsiteY64" fmla="*/ 2167822 h 2649426"/>
              <a:gd name="connsiteX65" fmla="*/ 6932665 w 12192000"/>
              <a:gd name="connsiteY65" fmla="*/ 2162157 h 2649426"/>
              <a:gd name="connsiteX66" fmla="*/ 6700029 w 12192000"/>
              <a:gd name="connsiteY66" fmla="*/ 2158310 h 2649426"/>
              <a:gd name="connsiteX67" fmla="*/ 6326162 w 12192000"/>
              <a:gd name="connsiteY67" fmla="*/ 2178632 h 2649426"/>
              <a:gd name="connsiteX68" fmla="*/ 6196177 w 12192000"/>
              <a:gd name="connsiteY68" fmla="*/ 2200059 h 2649426"/>
              <a:gd name="connsiteX69" fmla="*/ 6139086 w 12192000"/>
              <a:gd name="connsiteY69" fmla="*/ 2187339 h 2649426"/>
              <a:gd name="connsiteX70" fmla="*/ 6098878 w 12192000"/>
              <a:gd name="connsiteY70" fmla="*/ 2192939 h 2649426"/>
              <a:gd name="connsiteX71" fmla="*/ 6094339 w 12192000"/>
              <a:gd name="connsiteY71" fmla="*/ 2195871 h 2649426"/>
              <a:gd name="connsiteX72" fmla="*/ 6075163 w 12192000"/>
              <a:gd name="connsiteY72" fmla="*/ 2198856 h 2649426"/>
              <a:gd name="connsiteX73" fmla="*/ 6071016 w 12192000"/>
              <a:gd name="connsiteY73" fmla="*/ 2210639 h 2649426"/>
              <a:gd name="connsiteX74" fmla="*/ 6043058 w 12192000"/>
              <a:gd name="connsiteY74" fmla="*/ 2222971 h 2649426"/>
              <a:gd name="connsiteX75" fmla="*/ 5962031 w 12192000"/>
              <a:gd name="connsiteY75" fmla="*/ 2220873 h 2649426"/>
              <a:gd name="connsiteX76" fmla="*/ 5836800 w 12192000"/>
              <a:gd name="connsiteY76" fmla="*/ 2224771 h 2649426"/>
              <a:gd name="connsiteX77" fmla="*/ 5735414 w 12192000"/>
              <a:gd name="connsiteY77" fmla="*/ 2231366 h 2649426"/>
              <a:gd name="connsiteX78" fmla="*/ 5697982 w 12192000"/>
              <a:gd name="connsiteY78" fmla="*/ 2244836 h 2649426"/>
              <a:gd name="connsiteX79" fmla="*/ 5644981 w 12192000"/>
              <a:gd name="connsiteY79" fmla="*/ 2256274 h 2649426"/>
              <a:gd name="connsiteX80" fmla="*/ 5547744 w 12192000"/>
              <a:gd name="connsiteY80" fmla="*/ 2271333 h 2649426"/>
              <a:gd name="connsiteX81" fmla="*/ 5426280 w 12192000"/>
              <a:gd name="connsiteY81" fmla="*/ 2290560 h 2649426"/>
              <a:gd name="connsiteX82" fmla="*/ 5329896 w 12192000"/>
              <a:gd name="connsiteY82" fmla="*/ 2279209 h 2649426"/>
              <a:gd name="connsiteX83" fmla="*/ 5322508 w 12192000"/>
              <a:gd name="connsiteY83" fmla="*/ 2288005 h 2649426"/>
              <a:gd name="connsiteX84" fmla="*/ 5194705 w 12192000"/>
              <a:gd name="connsiteY84" fmla="*/ 2285938 h 2649426"/>
              <a:gd name="connsiteX85" fmla="*/ 5027899 w 12192000"/>
              <a:gd name="connsiteY85" fmla="*/ 2242653 h 2649426"/>
              <a:gd name="connsiteX86" fmla="*/ 4902443 w 12192000"/>
              <a:gd name="connsiteY86" fmla="*/ 2249037 h 2649426"/>
              <a:gd name="connsiteX87" fmla="*/ 4858751 w 12192000"/>
              <a:gd name="connsiteY87" fmla="*/ 2260409 h 2649426"/>
              <a:gd name="connsiteX88" fmla="*/ 4785497 w 12192000"/>
              <a:gd name="connsiteY88" fmla="*/ 2278897 h 2649426"/>
              <a:gd name="connsiteX89" fmla="*/ 4732807 w 12192000"/>
              <a:gd name="connsiteY89" fmla="*/ 2315139 h 2649426"/>
              <a:gd name="connsiteX90" fmla="*/ 4670737 w 12192000"/>
              <a:gd name="connsiteY90" fmla="*/ 2321711 h 2649426"/>
              <a:gd name="connsiteX91" fmla="*/ 4489013 w 12192000"/>
              <a:gd name="connsiteY91" fmla="*/ 2338805 h 2649426"/>
              <a:gd name="connsiteX92" fmla="*/ 4431159 w 12192000"/>
              <a:gd name="connsiteY92" fmla="*/ 2347536 h 2649426"/>
              <a:gd name="connsiteX93" fmla="*/ 4273885 w 12192000"/>
              <a:gd name="connsiteY93" fmla="*/ 2379520 h 2649426"/>
              <a:gd name="connsiteX94" fmla="*/ 4116925 w 12192000"/>
              <a:gd name="connsiteY94" fmla="*/ 2417756 h 2649426"/>
              <a:gd name="connsiteX95" fmla="*/ 3988558 w 12192000"/>
              <a:gd name="connsiteY95" fmla="*/ 2475821 h 2649426"/>
              <a:gd name="connsiteX96" fmla="*/ 3894771 w 12192000"/>
              <a:gd name="connsiteY96" fmla="*/ 2494652 h 2649426"/>
              <a:gd name="connsiteX97" fmla="*/ 3721493 w 12192000"/>
              <a:gd name="connsiteY97" fmla="*/ 2497646 h 2649426"/>
              <a:gd name="connsiteX98" fmla="*/ 3504883 w 12192000"/>
              <a:gd name="connsiteY98" fmla="*/ 2503869 h 2649426"/>
              <a:gd name="connsiteX99" fmla="*/ 3431219 w 12192000"/>
              <a:gd name="connsiteY99" fmla="*/ 2502163 h 2649426"/>
              <a:gd name="connsiteX100" fmla="*/ 3151243 w 12192000"/>
              <a:gd name="connsiteY100" fmla="*/ 2492405 h 2649426"/>
              <a:gd name="connsiteX101" fmla="*/ 3044025 w 12192000"/>
              <a:gd name="connsiteY101" fmla="*/ 2485298 h 2649426"/>
              <a:gd name="connsiteX102" fmla="*/ 2846802 w 12192000"/>
              <a:gd name="connsiteY102" fmla="*/ 2461014 h 2649426"/>
              <a:gd name="connsiteX103" fmla="*/ 2739588 w 12192000"/>
              <a:gd name="connsiteY103" fmla="*/ 2457956 h 2649426"/>
              <a:gd name="connsiteX104" fmla="*/ 2706684 w 12192000"/>
              <a:gd name="connsiteY104" fmla="*/ 2454540 h 2649426"/>
              <a:gd name="connsiteX105" fmla="*/ 2348435 w 12192000"/>
              <a:gd name="connsiteY105" fmla="*/ 2449176 h 2649426"/>
              <a:gd name="connsiteX106" fmla="*/ 2194299 w 12192000"/>
              <a:gd name="connsiteY106" fmla="*/ 2475215 h 2649426"/>
              <a:gd name="connsiteX107" fmla="*/ 1983009 w 12192000"/>
              <a:gd name="connsiteY107" fmla="*/ 2463117 h 2649426"/>
              <a:gd name="connsiteX108" fmla="*/ 1885040 w 12192000"/>
              <a:gd name="connsiteY108" fmla="*/ 2475917 h 2649426"/>
              <a:gd name="connsiteX109" fmla="*/ 1773324 w 12192000"/>
              <a:gd name="connsiteY109" fmla="*/ 2471718 h 2649426"/>
              <a:gd name="connsiteX110" fmla="*/ 1685197 w 12192000"/>
              <a:gd name="connsiteY110" fmla="*/ 2466249 h 2649426"/>
              <a:gd name="connsiteX111" fmla="*/ 1566422 w 12192000"/>
              <a:gd name="connsiteY111" fmla="*/ 2455175 h 2649426"/>
              <a:gd name="connsiteX112" fmla="*/ 1300369 w 12192000"/>
              <a:gd name="connsiteY112" fmla="*/ 2444914 h 2649426"/>
              <a:gd name="connsiteX113" fmla="*/ 1081876 w 12192000"/>
              <a:gd name="connsiteY113" fmla="*/ 2476491 h 2649426"/>
              <a:gd name="connsiteX114" fmla="*/ 957561 w 12192000"/>
              <a:gd name="connsiteY114" fmla="*/ 2484124 h 2649426"/>
              <a:gd name="connsiteX115" fmla="*/ 822775 w 12192000"/>
              <a:gd name="connsiteY115" fmla="*/ 2542292 h 2649426"/>
              <a:gd name="connsiteX116" fmla="*/ 653171 w 12192000"/>
              <a:gd name="connsiteY116" fmla="*/ 2607266 h 2649426"/>
              <a:gd name="connsiteX117" fmla="*/ 511469 w 12192000"/>
              <a:gd name="connsiteY117" fmla="*/ 2598742 h 2649426"/>
              <a:gd name="connsiteX118" fmla="*/ 441281 w 12192000"/>
              <a:gd name="connsiteY118" fmla="*/ 2605939 h 2649426"/>
              <a:gd name="connsiteX119" fmla="*/ 297100 w 12192000"/>
              <a:gd name="connsiteY119" fmla="*/ 2639558 h 2649426"/>
              <a:gd name="connsiteX120" fmla="*/ 97385 w 12192000"/>
              <a:gd name="connsiteY120" fmla="*/ 2636063 h 2649426"/>
              <a:gd name="connsiteX121" fmla="*/ 48888 w 12192000"/>
              <a:gd name="connsiteY121" fmla="*/ 2641447 h 2649426"/>
              <a:gd name="connsiteX122" fmla="*/ 0 w 12192000"/>
              <a:gd name="connsiteY122" fmla="*/ 2649426 h 2649426"/>
              <a:gd name="connsiteX123" fmla="*/ 0 w 12192000"/>
              <a:gd name="connsiteY123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35223 w 12192000"/>
              <a:gd name="connsiteY4" fmla="*/ 171451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425377 w 12192000"/>
              <a:gd name="connsiteY8" fmla="*/ 1625577 h 2649426"/>
              <a:gd name="connsiteX9" fmla="*/ 11364686 w 12192000"/>
              <a:gd name="connsiteY9" fmla="*/ 1616572 h 2649426"/>
              <a:gd name="connsiteX10" fmla="*/ 11193595 w 12192000"/>
              <a:gd name="connsiteY10" fmla="*/ 1558403 h 2649426"/>
              <a:gd name="connsiteX11" fmla="*/ 11146426 w 12192000"/>
              <a:gd name="connsiteY11" fmla="*/ 1555308 h 2649426"/>
              <a:gd name="connsiteX12" fmla="*/ 10841711 w 12192000"/>
              <a:gd name="connsiteY12" fmla="*/ 1541883 h 2649426"/>
              <a:gd name="connsiteX13" fmla="*/ 10698183 w 12192000"/>
              <a:gd name="connsiteY13" fmla="*/ 1556682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15364 w 12192000"/>
              <a:gd name="connsiteY17" fmla="*/ 1574304 h 2649426"/>
              <a:gd name="connsiteX18" fmla="*/ 10454183 w 12192000"/>
              <a:gd name="connsiteY18" fmla="*/ 1572375 h 2649426"/>
              <a:gd name="connsiteX19" fmla="*/ 10329259 w 12192000"/>
              <a:gd name="connsiteY19" fmla="*/ 1579142 h 2649426"/>
              <a:gd name="connsiteX20" fmla="*/ 10128072 w 12192000"/>
              <a:gd name="connsiteY20" fmla="*/ 1610789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60271 w 12192000"/>
              <a:gd name="connsiteY34" fmla="*/ 1856718 h 2649426"/>
              <a:gd name="connsiteX35" fmla="*/ 8330326 w 12192000"/>
              <a:gd name="connsiteY35" fmla="*/ 1873969 h 2649426"/>
              <a:gd name="connsiteX36" fmla="*/ 8279203 w 12192000"/>
              <a:gd name="connsiteY36" fmla="*/ 1870876 h 2649426"/>
              <a:gd name="connsiteX37" fmla="*/ 8216222 w 12192000"/>
              <a:gd name="connsiteY37" fmla="*/ 1895553 h 2649426"/>
              <a:gd name="connsiteX38" fmla="*/ 8119712 w 12192000"/>
              <a:gd name="connsiteY38" fmla="*/ 1947916 h 2649426"/>
              <a:gd name="connsiteX39" fmla="*/ 8081930 w 12192000"/>
              <a:gd name="connsiteY39" fmla="*/ 1940372 h 2649426"/>
              <a:gd name="connsiteX40" fmla="*/ 8043728 w 12192000"/>
              <a:gd name="connsiteY40" fmla="*/ 1944200 h 2649426"/>
              <a:gd name="connsiteX41" fmla="*/ 7958999 w 12192000"/>
              <a:gd name="connsiteY41" fmla="*/ 1980667 h 2649426"/>
              <a:gd name="connsiteX42" fmla="*/ 7908348 w 12192000"/>
              <a:gd name="connsiteY42" fmla="*/ 1994348 h 2649426"/>
              <a:gd name="connsiteX43" fmla="*/ 7771932 w 12192000"/>
              <a:gd name="connsiteY43" fmla="*/ 2039701 h 2649426"/>
              <a:gd name="connsiteX44" fmla="*/ 7579180 w 12192000"/>
              <a:gd name="connsiteY44" fmla="*/ 2150519 h 2649426"/>
              <a:gd name="connsiteX45" fmla="*/ 7571467 w 12192000"/>
              <a:gd name="connsiteY45" fmla="*/ 2153548 h 2649426"/>
              <a:gd name="connsiteX46" fmla="*/ 7549398 w 12192000"/>
              <a:gd name="connsiteY46" fmla="*/ 2153051 h 2649426"/>
              <a:gd name="connsiteX47" fmla="*/ 7540934 w 12192000"/>
              <a:gd name="connsiteY47" fmla="*/ 2151418 h 2649426"/>
              <a:gd name="connsiteX48" fmla="*/ 7528900 w 12192000"/>
              <a:gd name="connsiteY48" fmla="*/ 2152107 h 2649426"/>
              <a:gd name="connsiteX49" fmla="*/ 7528656 w 12192000"/>
              <a:gd name="connsiteY49" fmla="*/ 2152584 h 2649426"/>
              <a:gd name="connsiteX50" fmla="*/ 7517280 w 12192000"/>
              <a:gd name="connsiteY50" fmla="*/ 2152327 h 2649426"/>
              <a:gd name="connsiteX51" fmla="*/ 7460956 w 12192000"/>
              <a:gd name="connsiteY51" fmla="*/ 2145255 h 2649426"/>
              <a:gd name="connsiteX52" fmla="*/ 7393117 w 12192000"/>
              <a:gd name="connsiteY52" fmla="*/ 2193066 h 2649426"/>
              <a:gd name="connsiteX53" fmla="*/ 7363846 w 12192000"/>
              <a:gd name="connsiteY53" fmla="*/ 2202297 h 2649426"/>
              <a:gd name="connsiteX54" fmla="*/ 7348496 w 12192000"/>
              <a:gd name="connsiteY54" fmla="*/ 2209686 h 2649426"/>
              <a:gd name="connsiteX55" fmla="*/ 7338648 w 12192000"/>
              <a:gd name="connsiteY55" fmla="*/ 2198119 h 2649426"/>
              <a:gd name="connsiteX56" fmla="*/ 7293703 w 12192000"/>
              <a:gd name="connsiteY56" fmla="*/ 2204721 h 2649426"/>
              <a:gd name="connsiteX57" fmla="*/ 7286955 w 12192000"/>
              <a:gd name="connsiteY57" fmla="*/ 2207494 h 2649426"/>
              <a:gd name="connsiteX58" fmla="*/ 7251199 w 12192000"/>
              <a:gd name="connsiteY58" fmla="*/ 2198184 h 2649426"/>
              <a:gd name="connsiteX59" fmla="*/ 7233016 w 12192000"/>
              <a:gd name="connsiteY59" fmla="*/ 2195902 h 2649426"/>
              <a:gd name="connsiteX60" fmla="*/ 7227281 w 12192000"/>
              <a:gd name="connsiteY60" fmla="*/ 2190042 h 2649426"/>
              <a:gd name="connsiteX61" fmla="*/ 7200745 w 12192000"/>
              <a:gd name="connsiteY61" fmla="*/ 2189321 h 2649426"/>
              <a:gd name="connsiteX62" fmla="*/ 7197924 w 12192000"/>
              <a:gd name="connsiteY62" fmla="*/ 2191205 h 2649426"/>
              <a:gd name="connsiteX63" fmla="*/ 7175198 w 12192000"/>
              <a:gd name="connsiteY63" fmla="*/ 2183294 h 2649426"/>
              <a:gd name="connsiteX64" fmla="*/ 7100681 w 12192000"/>
              <a:gd name="connsiteY64" fmla="*/ 2167822 h 2649426"/>
              <a:gd name="connsiteX65" fmla="*/ 6932665 w 12192000"/>
              <a:gd name="connsiteY65" fmla="*/ 2162157 h 2649426"/>
              <a:gd name="connsiteX66" fmla="*/ 6700029 w 12192000"/>
              <a:gd name="connsiteY66" fmla="*/ 2158310 h 2649426"/>
              <a:gd name="connsiteX67" fmla="*/ 6326162 w 12192000"/>
              <a:gd name="connsiteY67" fmla="*/ 2178632 h 2649426"/>
              <a:gd name="connsiteX68" fmla="*/ 6196177 w 12192000"/>
              <a:gd name="connsiteY68" fmla="*/ 2200059 h 2649426"/>
              <a:gd name="connsiteX69" fmla="*/ 6139086 w 12192000"/>
              <a:gd name="connsiteY69" fmla="*/ 2187339 h 2649426"/>
              <a:gd name="connsiteX70" fmla="*/ 6098878 w 12192000"/>
              <a:gd name="connsiteY70" fmla="*/ 2192939 h 2649426"/>
              <a:gd name="connsiteX71" fmla="*/ 6094339 w 12192000"/>
              <a:gd name="connsiteY71" fmla="*/ 2195871 h 2649426"/>
              <a:gd name="connsiteX72" fmla="*/ 6075163 w 12192000"/>
              <a:gd name="connsiteY72" fmla="*/ 2198856 h 2649426"/>
              <a:gd name="connsiteX73" fmla="*/ 6071016 w 12192000"/>
              <a:gd name="connsiteY73" fmla="*/ 2210639 h 2649426"/>
              <a:gd name="connsiteX74" fmla="*/ 6043058 w 12192000"/>
              <a:gd name="connsiteY74" fmla="*/ 2222971 h 2649426"/>
              <a:gd name="connsiteX75" fmla="*/ 5962031 w 12192000"/>
              <a:gd name="connsiteY75" fmla="*/ 2220873 h 2649426"/>
              <a:gd name="connsiteX76" fmla="*/ 5836800 w 12192000"/>
              <a:gd name="connsiteY76" fmla="*/ 2224771 h 2649426"/>
              <a:gd name="connsiteX77" fmla="*/ 5735414 w 12192000"/>
              <a:gd name="connsiteY77" fmla="*/ 2231366 h 2649426"/>
              <a:gd name="connsiteX78" fmla="*/ 5697982 w 12192000"/>
              <a:gd name="connsiteY78" fmla="*/ 2244836 h 2649426"/>
              <a:gd name="connsiteX79" fmla="*/ 5644981 w 12192000"/>
              <a:gd name="connsiteY79" fmla="*/ 2256274 h 2649426"/>
              <a:gd name="connsiteX80" fmla="*/ 5547744 w 12192000"/>
              <a:gd name="connsiteY80" fmla="*/ 2271333 h 2649426"/>
              <a:gd name="connsiteX81" fmla="*/ 5426280 w 12192000"/>
              <a:gd name="connsiteY81" fmla="*/ 2290560 h 2649426"/>
              <a:gd name="connsiteX82" fmla="*/ 5329896 w 12192000"/>
              <a:gd name="connsiteY82" fmla="*/ 2279209 h 2649426"/>
              <a:gd name="connsiteX83" fmla="*/ 5322508 w 12192000"/>
              <a:gd name="connsiteY83" fmla="*/ 2288005 h 2649426"/>
              <a:gd name="connsiteX84" fmla="*/ 5194705 w 12192000"/>
              <a:gd name="connsiteY84" fmla="*/ 2285938 h 2649426"/>
              <a:gd name="connsiteX85" fmla="*/ 5027899 w 12192000"/>
              <a:gd name="connsiteY85" fmla="*/ 2242653 h 2649426"/>
              <a:gd name="connsiteX86" fmla="*/ 4902443 w 12192000"/>
              <a:gd name="connsiteY86" fmla="*/ 2249037 h 2649426"/>
              <a:gd name="connsiteX87" fmla="*/ 4858751 w 12192000"/>
              <a:gd name="connsiteY87" fmla="*/ 2260409 h 2649426"/>
              <a:gd name="connsiteX88" fmla="*/ 4785497 w 12192000"/>
              <a:gd name="connsiteY88" fmla="*/ 2278897 h 2649426"/>
              <a:gd name="connsiteX89" fmla="*/ 4732807 w 12192000"/>
              <a:gd name="connsiteY89" fmla="*/ 2315139 h 2649426"/>
              <a:gd name="connsiteX90" fmla="*/ 4670737 w 12192000"/>
              <a:gd name="connsiteY90" fmla="*/ 2321711 h 2649426"/>
              <a:gd name="connsiteX91" fmla="*/ 4489013 w 12192000"/>
              <a:gd name="connsiteY91" fmla="*/ 2338805 h 2649426"/>
              <a:gd name="connsiteX92" fmla="*/ 4431159 w 12192000"/>
              <a:gd name="connsiteY92" fmla="*/ 2347536 h 2649426"/>
              <a:gd name="connsiteX93" fmla="*/ 4273885 w 12192000"/>
              <a:gd name="connsiteY93" fmla="*/ 2379520 h 2649426"/>
              <a:gd name="connsiteX94" fmla="*/ 4116925 w 12192000"/>
              <a:gd name="connsiteY94" fmla="*/ 2417756 h 2649426"/>
              <a:gd name="connsiteX95" fmla="*/ 3988558 w 12192000"/>
              <a:gd name="connsiteY95" fmla="*/ 2475821 h 2649426"/>
              <a:gd name="connsiteX96" fmla="*/ 3894771 w 12192000"/>
              <a:gd name="connsiteY96" fmla="*/ 2494652 h 2649426"/>
              <a:gd name="connsiteX97" fmla="*/ 3721493 w 12192000"/>
              <a:gd name="connsiteY97" fmla="*/ 2497646 h 2649426"/>
              <a:gd name="connsiteX98" fmla="*/ 3504883 w 12192000"/>
              <a:gd name="connsiteY98" fmla="*/ 2503869 h 2649426"/>
              <a:gd name="connsiteX99" fmla="*/ 3431219 w 12192000"/>
              <a:gd name="connsiteY99" fmla="*/ 2502163 h 2649426"/>
              <a:gd name="connsiteX100" fmla="*/ 3151243 w 12192000"/>
              <a:gd name="connsiteY100" fmla="*/ 2492405 h 2649426"/>
              <a:gd name="connsiteX101" fmla="*/ 3044025 w 12192000"/>
              <a:gd name="connsiteY101" fmla="*/ 2485298 h 2649426"/>
              <a:gd name="connsiteX102" fmla="*/ 2864954 w 12192000"/>
              <a:gd name="connsiteY102" fmla="*/ 2456476 h 2649426"/>
              <a:gd name="connsiteX103" fmla="*/ 2739588 w 12192000"/>
              <a:gd name="connsiteY103" fmla="*/ 2457956 h 2649426"/>
              <a:gd name="connsiteX104" fmla="*/ 2706684 w 12192000"/>
              <a:gd name="connsiteY104" fmla="*/ 2454540 h 2649426"/>
              <a:gd name="connsiteX105" fmla="*/ 2348435 w 12192000"/>
              <a:gd name="connsiteY105" fmla="*/ 2449176 h 2649426"/>
              <a:gd name="connsiteX106" fmla="*/ 2194299 w 12192000"/>
              <a:gd name="connsiteY106" fmla="*/ 2475215 h 2649426"/>
              <a:gd name="connsiteX107" fmla="*/ 1983009 w 12192000"/>
              <a:gd name="connsiteY107" fmla="*/ 2463117 h 2649426"/>
              <a:gd name="connsiteX108" fmla="*/ 1885040 w 12192000"/>
              <a:gd name="connsiteY108" fmla="*/ 2475917 h 2649426"/>
              <a:gd name="connsiteX109" fmla="*/ 1773324 w 12192000"/>
              <a:gd name="connsiteY109" fmla="*/ 2471718 h 2649426"/>
              <a:gd name="connsiteX110" fmla="*/ 1685197 w 12192000"/>
              <a:gd name="connsiteY110" fmla="*/ 2466249 h 2649426"/>
              <a:gd name="connsiteX111" fmla="*/ 1566422 w 12192000"/>
              <a:gd name="connsiteY111" fmla="*/ 2455175 h 2649426"/>
              <a:gd name="connsiteX112" fmla="*/ 1300369 w 12192000"/>
              <a:gd name="connsiteY112" fmla="*/ 2444914 h 2649426"/>
              <a:gd name="connsiteX113" fmla="*/ 1081876 w 12192000"/>
              <a:gd name="connsiteY113" fmla="*/ 2476491 h 2649426"/>
              <a:gd name="connsiteX114" fmla="*/ 957561 w 12192000"/>
              <a:gd name="connsiteY114" fmla="*/ 2484124 h 2649426"/>
              <a:gd name="connsiteX115" fmla="*/ 822775 w 12192000"/>
              <a:gd name="connsiteY115" fmla="*/ 2542292 h 2649426"/>
              <a:gd name="connsiteX116" fmla="*/ 653171 w 12192000"/>
              <a:gd name="connsiteY116" fmla="*/ 2607266 h 2649426"/>
              <a:gd name="connsiteX117" fmla="*/ 511469 w 12192000"/>
              <a:gd name="connsiteY117" fmla="*/ 2598742 h 2649426"/>
              <a:gd name="connsiteX118" fmla="*/ 441281 w 12192000"/>
              <a:gd name="connsiteY118" fmla="*/ 2605939 h 2649426"/>
              <a:gd name="connsiteX119" fmla="*/ 297100 w 12192000"/>
              <a:gd name="connsiteY119" fmla="*/ 2639558 h 2649426"/>
              <a:gd name="connsiteX120" fmla="*/ 97385 w 12192000"/>
              <a:gd name="connsiteY120" fmla="*/ 2636063 h 2649426"/>
              <a:gd name="connsiteX121" fmla="*/ 48888 w 12192000"/>
              <a:gd name="connsiteY121" fmla="*/ 2641447 h 2649426"/>
              <a:gd name="connsiteX122" fmla="*/ 0 w 12192000"/>
              <a:gd name="connsiteY122" fmla="*/ 2649426 h 2649426"/>
              <a:gd name="connsiteX123" fmla="*/ 0 w 12192000"/>
              <a:gd name="connsiteY123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35223 w 12192000"/>
              <a:gd name="connsiteY4" fmla="*/ 171451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425377 w 12192000"/>
              <a:gd name="connsiteY8" fmla="*/ 1625577 h 2649426"/>
              <a:gd name="connsiteX9" fmla="*/ 11364686 w 12192000"/>
              <a:gd name="connsiteY9" fmla="*/ 1616572 h 2649426"/>
              <a:gd name="connsiteX10" fmla="*/ 11193595 w 12192000"/>
              <a:gd name="connsiteY10" fmla="*/ 1558403 h 2649426"/>
              <a:gd name="connsiteX11" fmla="*/ 11146426 w 12192000"/>
              <a:gd name="connsiteY11" fmla="*/ 1555308 h 2649426"/>
              <a:gd name="connsiteX12" fmla="*/ 10841711 w 12192000"/>
              <a:gd name="connsiteY12" fmla="*/ 1541883 h 2649426"/>
              <a:gd name="connsiteX13" fmla="*/ 10698183 w 12192000"/>
              <a:gd name="connsiteY13" fmla="*/ 1556682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15364 w 12192000"/>
              <a:gd name="connsiteY17" fmla="*/ 1574304 h 2649426"/>
              <a:gd name="connsiteX18" fmla="*/ 10454183 w 12192000"/>
              <a:gd name="connsiteY18" fmla="*/ 1572375 h 2649426"/>
              <a:gd name="connsiteX19" fmla="*/ 10329259 w 12192000"/>
              <a:gd name="connsiteY19" fmla="*/ 1579142 h 2649426"/>
              <a:gd name="connsiteX20" fmla="*/ 10128072 w 12192000"/>
              <a:gd name="connsiteY20" fmla="*/ 1610789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60271 w 12192000"/>
              <a:gd name="connsiteY34" fmla="*/ 1856718 h 2649426"/>
              <a:gd name="connsiteX35" fmla="*/ 8330326 w 12192000"/>
              <a:gd name="connsiteY35" fmla="*/ 1873969 h 2649426"/>
              <a:gd name="connsiteX36" fmla="*/ 8279203 w 12192000"/>
              <a:gd name="connsiteY36" fmla="*/ 1870876 h 2649426"/>
              <a:gd name="connsiteX37" fmla="*/ 8216222 w 12192000"/>
              <a:gd name="connsiteY37" fmla="*/ 1895553 h 2649426"/>
              <a:gd name="connsiteX38" fmla="*/ 8119712 w 12192000"/>
              <a:gd name="connsiteY38" fmla="*/ 1947916 h 2649426"/>
              <a:gd name="connsiteX39" fmla="*/ 8081930 w 12192000"/>
              <a:gd name="connsiteY39" fmla="*/ 1940372 h 2649426"/>
              <a:gd name="connsiteX40" fmla="*/ 8043728 w 12192000"/>
              <a:gd name="connsiteY40" fmla="*/ 1944200 h 2649426"/>
              <a:gd name="connsiteX41" fmla="*/ 7958999 w 12192000"/>
              <a:gd name="connsiteY41" fmla="*/ 1980667 h 2649426"/>
              <a:gd name="connsiteX42" fmla="*/ 7908348 w 12192000"/>
              <a:gd name="connsiteY42" fmla="*/ 1994348 h 2649426"/>
              <a:gd name="connsiteX43" fmla="*/ 7771932 w 12192000"/>
              <a:gd name="connsiteY43" fmla="*/ 2039701 h 2649426"/>
              <a:gd name="connsiteX44" fmla="*/ 7579180 w 12192000"/>
              <a:gd name="connsiteY44" fmla="*/ 2150519 h 2649426"/>
              <a:gd name="connsiteX45" fmla="*/ 7571467 w 12192000"/>
              <a:gd name="connsiteY45" fmla="*/ 2153548 h 2649426"/>
              <a:gd name="connsiteX46" fmla="*/ 7549398 w 12192000"/>
              <a:gd name="connsiteY46" fmla="*/ 2153051 h 2649426"/>
              <a:gd name="connsiteX47" fmla="*/ 7540934 w 12192000"/>
              <a:gd name="connsiteY47" fmla="*/ 2151418 h 2649426"/>
              <a:gd name="connsiteX48" fmla="*/ 7528900 w 12192000"/>
              <a:gd name="connsiteY48" fmla="*/ 2152107 h 2649426"/>
              <a:gd name="connsiteX49" fmla="*/ 7528656 w 12192000"/>
              <a:gd name="connsiteY49" fmla="*/ 2152584 h 2649426"/>
              <a:gd name="connsiteX50" fmla="*/ 7517280 w 12192000"/>
              <a:gd name="connsiteY50" fmla="*/ 2152327 h 2649426"/>
              <a:gd name="connsiteX51" fmla="*/ 7460956 w 12192000"/>
              <a:gd name="connsiteY51" fmla="*/ 2145255 h 2649426"/>
              <a:gd name="connsiteX52" fmla="*/ 7393117 w 12192000"/>
              <a:gd name="connsiteY52" fmla="*/ 2193066 h 2649426"/>
              <a:gd name="connsiteX53" fmla="*/ 7363846 w 12192000"/>
              <a:gd name="connsiteY53" fmla="*/ 2202297 h 2649426"/>
              <a:gd name="connsiteX54" fmla="*/ 7348496 w 12192000"/>
              <a:gd name="connsiteY54" fmla="*/ 2209686 h 2649426"/>
              <a:gd name="connsiteX55" fmla="*/ 7293703 w 12192000"/>
              <a:gd name="connsiteY55" fmla="*/ 2204721 h 2649426"/>
              <a:gd name="connsiteX56" fmla="*/ 7286955 w 12192000"/>
              <a:gd name="connsiteY56" fmla="*/ 2207494 h 2649426"/>
              <a:gd name="connsiteX57" fmla="*/ 7251199 w 12192000"/>
              <a:gd name="connsiteY57" fmla="*/ 2198184 h 2649426"/>
              <a:gd name="connsiteX58" fmla="*/ 7233016 w 12192000"/>
              <a:gd name="connsiteY58" fmla="*/ 2195902 h 2649426"/>
              <a:gd name="connsiteX59" fmla="*/ 7227281 w 12192000"/>
              <a:gd name="connsiteY59" fmla="*/ 2190042 h 2649426"/>
              <a:gd name="connsiteX60" fmla="*/ 7200745 w 12192000"/>
              <a:gd name="connsiteY60" fmla="*/ 2189321 h 2649426"/>
              <a:gd name="connsiteX61" fmla="*/ 7197924 w 12192000"/>
              <a:gd name="connsiteY61" fmla="*/ 2191205 h 2649426"/>
              <a:gd name="connsiteX62" fmla="*/ 7175198 w 12192000"/>
              <a:gd name="connsiteY62" fmla="*/ 2183294 h 2649426"/>
              <a:gd name="connsiteX63" fmla="*/ 7100681 w 12192000"/>
              <a:gd name="connsiteY63" fmla="*/ 2167822 h 2649426"/>
              <a:gd name="connsiteX64" fmla="*/ 6932665 w 12192000"/>
              <a:gd name="connsiteY64" fmla="*/ 2162157 h 2649426"/>
              <a:gd name="connsiteX65" fmla="*/ 6700029 w 12192000"/>
              <a:gd name="connsiteY65" fmla="*/ 2158310 h 2649426"/>
              <a:gd name="connsiteX66" fmla="*/ 6326162 w 12192000"/>
              <a:gd name="connsiteY66" fmla="*/ 2178632 h 2649426"/>
              <a:gd name="connsiteX67" fmla="*/ 6196177 w 12192000"/>
              <a:gd name="connsiteY67" fmla="*/ 2200059 h 2649426"/>
              <a:gd name="connsiteX68" fmla="*/ 6139086 w 12192000"/>
              <a:gd name="connsiteY68" fmla="*/ 2187339 h 2649426"/>
              <a:gd name="connsiteX69" fmla="*/ 6098878 w 12192000"/>
              <a:gd name="connsiteY69" fmla="*/ 2192939 h 2649426"/>
              <a:gd name="connsiteX70" fmla="*/ 6094339 w 12192000"/>
              <a:gd name="connsiteY70" fmla="*/ 2195871 h 2649426"/>
              <a:gd name="connsiteX71" fmla="*/ 6075163 w 12192000"/>
              <a:gd name="connsiteY71" fmla="*/ 2198856 h 2649426"/>
              <a:gd name="connsiteX72" fmla="*/ 6071016 w 12192000"/>
              <a:gd name="connsiteY72" fmla="*/ 2210639 h 2649426"/>
              <a:gd name="connsiteX73" fmla="*/ 6043058 w 12192000"/>
              <a:gd name="connsiteY73" fmla="*/ 2222971 h 2649426"/>
              <a:gd name="connsiteX74" fmla="*/ 5962031 w 12192000"/>
              <a:gd name="connsiteY74" fmla="*/ 2220873 h 2649426"/>
              <a:gd name="connsiteX75" fmla="*/ 5836800 w 12192000"/>
              <a:gd name="connsiteY75" fmla="*/ 2224771 h 2649426"/>
              <a:gd name="connsiteX76" fmla="*/ 5735414 w 12192000"/>
              <a:gd name="connsiteY76" fmla="*/ 2231366 h 2649426"/>
              <a:gd name="connsiteX77" fmla="*/ 5697982 w 12192000"/>
              <a:gd name="connsiteY77" fmla="*/ 2244836 h 2649426"/>
              <a:gd name="connsiteX78" fmla="*/ 5644981 w 12192000"/>
              <a:gd name="connsiteY78" fmla="*/ 2256274 h 2649426"/>
              <a:gd name="connsiteX79" fmla="*/ 5547744 w 12192000"/>
              <a:gd name="connsiteY79" fmla="*/ 2271333 h 2649426"/>
              <a:gd name="connsiteX80" fmla="*/ 5426280 w 12192000"/>
              <a:gd name="connsiteY80" fmla="*/ 2290560 h 2649426"/>
              <a:gd name="connsiteX81" fmla="*/ 5329896 w 12192000"/>
              <a:gd name="connsiteY81" fmla="*/ 2279209 h 2649426"/>
              <a:gd name="connsiteX82" fmla="*/ 5322508 w 12192000"/>
              <a:gd name="connsiteY82" fmla="*/ 2288005 h 2649426"/>
              <a:gd name="connsiteX83" fmla="*/ 5194705 w 12192000"/>
              <a:gd name="connsiteY83" fmla="*/ 2285938 h 2649426"/>
              <a:gd name="connsiteX84" fmla="*/ 5027899 w 12192000"/>
              <a:gd name="connsiteY84" fmla="*/ 2242653 h 2649426"/>
              <a:gd name="connsiteX85" fmla="*/ 4902443 w 12192000"/>
              <a:gd name="connsiteY85" fmla="*/ 2249037 h 2649426"/>
              <a:gd name="connsiteX86" fmla="*/ 4858751 w 12192000"/>
              <a:gd name="connsiteY86" fmla="*/ 2260409 h 2649426"/>
              <a:gd name="connsiteX87" fmla="*/ 4785497 w 12192000"/>
              <a:gd name="connsiteY87" fmla="*/ 2278897 h 2649426"/>
              <a:gd name="connsiteX88" fmla="*/ 4732807 w 12192000"/>
              <a:gd name="connsiteY88" fmla="*/ 2315139 h 2649426"/>
              <a:gd name="connsiteX89" fmla="*/ 4670737 w 12192000"/>
              <a:gd name="connsiteY89" fmla="*/ 2321711 h 2649426"/>
              <a:gd name="connsiteX90" fmla="*/ 4489013 w 12192000"/>
              <a:gd name="connsiteY90" fmla="*/ 2338805 h 2649426"/>
              <a:gd name="connsiteX91" fmla="*/ 4431159 w 12192000"/>
              <a:gd name="connsiteY91" fmla="*/ 2347536 h 2649426"/>
              <a:gd name="connsiteX92" fmla="*/ 4273885 w 12192000"/>
              <a:gd name="connsiteY92" fmla="*/ 2379520 h 2649426"/>
              <a:gd name="connsiteX93" fmla="*/ 4116925 w 12192000"/>
              <a:gd name="connsiteY93" fmla="*/ 2417756 h 2649426"/>
              <a:gd name="connsiteX94" fmla="*/ 3988558 w 12192000"/>
              <a:gd name="connsiteY94" fmla="*/ 2475821 h 2649426"/>
              <a:gd name="connsiteX95" fmla="*/ 3894771 w 12192000"/>
              <a:gd name="connsiteY95" fmla="*/ 2494652 h 2649426"/>
              <a:gd name="connsiteX96" fmla="*/ 3721493 w 12192000"/>
              <a:gd name="connsiteY96" fmla="*/ 2497646 h 2649426"/>
              <a:gd name="connsiteX97" fmla="*/ 3504883 w 12192000"/>
              <a:gd name="connsiteY97" fmla="*/ 2503869 h 2649426"/>
              <a:gd name="connsiteX98" fmla="*/ 3431219 w 12192000"/>
              <a:gd name="connsiteY98" fmla="*/ 2502163 h 2649426"/>
              <a:gd name="connsiteX99" fmla="*/ 3151243 w 12192000"/>
              <a:gd name="connsiteY99" fmla="*/ 2492405 h 2649426"/>
              <a:gd name="connsiteX100" fmla="*/ 3044025 w 12192000"/>
              <a:gd name="connsiteY100" fmla="*/ 2485298 h 2649426"/>
              <a:gd name="connsiteX101" fmla="*/ 2864954 w 12192000"/>
              <a:gd name="connsiteY101" fmla="*/ 2456476 h 2649426"/>
              <a:gd name="connsiteX102" fmla="*/ 2739588 w 12192000"/>
              <a:gd name="connsiteY102" fmla="*/ 2457956 h 2649426"/>
              <a:gd name="connsiteX103" fmla="*/ 2706684 w 12192000"/>
              <a:gd name="connsiteY103" fmla="*/ 2454540 h 2649426"/>
              <a:gd name="connsiteX104" fmla="*/ 2348435 w 12192000"/>
              <a:gd name="connsiteY104" fmla="*/ 2449176 h 2649426"/>
              <a:gd name="connsiteX105" fmla="*/ 2194299 w 12192000"/>
              <a:gd name="connsiteY105" fmla="*/ 2475215 h 2649426"/>
              <a:gd name="connsiteX106" fmla="*/ 1983009 w 12192000"/>
              <a:gd name="connsiteY106" fmla="*/ 2463117 h 2649426"/>
              <a:gd name="connsiteX107" fmla="*/ 1885040 w 12192000"/>
              <a:gd name="connsiteY107" fmla="*/ 2475917 h 2649426"/>
              <a:gd name="connsiteX108" fmla="*/ 1773324 w 12192000"/>
              <a:gd name="connsiteY108" fmla="*/ 2471718 h 2649426"/>
              <a:gd name="connsiteX109" fmla="*/ 1685197 w 12192000"/>
              <a:gd name="connsiteY109" fmla="*/ 2466249 h 2649426"/>
              <a:gd name="connsiteX110" fmla="*/ 1566422 w 12192000"/>
              <a:gd name="connsiteY110" fmla="*/ 2455175 h 2649426"/>
              <a:gd name="connsiteX111" fmla="*/ 1300369 w 12192000"/>
              <a:gd name="connsiteY111" fmla="*/ 2444914 h 2649426"/>
              <a:gd name="connsiteX112" fmla="*/ 1081876 w 12192000"/>
              <a:gd name="connsiteY112" fmla="*/ 2476491 h 2649426"/>
              <a:gd name="connsiteX113" fmla="*/ 957561 w 12192000"/>
              <a:gd name="connsiteY113" fmla="*/ 2484124 h 2649426"/>
              <a:gd name="connsiteX114" fmla="*/ 822775 w 12192000"/>
              <a:gd name="connsiteY114" fmla="*/ 2542292 h 2649426"/>
              <a:gd name="connsiteX115" fmla="*/ 653171 w 12192000"/>
              <a:gd name="connsiteY115" fmla="*/ 2607266 h 2649426"/>
              <a:gd name="connsiteX116" fmla="*/ 511469 w 12192000"/>
              <a:gd name="connsiteY116" fmla="*/ 2598742 h 2649426"/>
              <a:gd name="connsiteX117" fmla="*/ 441281 w 12192000"/>
              <a:gd name="connsiteY117" fmla="*/ 2605939 h 2649426"/>
              <a:gd name="connsiteX118" fmla="*/ 297100 w 12192000"/>
              <a:gd name="connsiteY118" fmla="*/ 2639558 h 2649426"/>
              <a:gd name="connsiteX119" fmla="*/ 97385 w 12192000"/>
              <a:gd name="connsiteY119" fmla="*/ 2636063 h 2649426"/>
              <a:gd name="connsiteX120" fmla="*/ 48888 w 12192000"/>
              <a:gd name="connsiteY120" fmla="*/ 2641447 h 2649426"/>
              <a:gd name="connsiteX121" fmla="*/ 0 w 12192000"/>
              <a:gd name="connsiteY121" fmla="*/ 2649426 h 2649426"/>
              <a:gd name="connsiteX122" fmla="*/ 0 w 12192000"/>
              <a:gd name="connsiteY122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35223 w 12192000"/>
              <a:gd name="connsiteY4" fmla="*/ 171451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425377 w 12192000"/>
              <a:gd name="connsiteY8" fmla="*/ 1625577 h 2649426"/>
              <a:gd name="connsiteX9" fmla="*/ 11364686 w 12192000"/>
              <a:gd name="connsiteY9" fmla="*/ 1616572 h 2649426"/>
              <a:gd name="connsiteX10" fmla="*/ 11193595 w 12192000"/>
              <a:gd name="connsiteY10" fmla="*/ 1558403 h 2649426"/>
              <a:gd name="connsiteX11" fmla="*/ 11146426 w 12192000"/>
              <a:gd name="connsiteY11" fmla="*/ 1555308 h 2649426"/>
              <a:gd name="connsiteX12" fmla="*/ 10841711 w 12192000"/>
              <a:gd name="connsiteY12" fmla="*/ 1541883 h 2649426"/>
              <a:gd name="connsiteX13" fmla="*/ 10698183 w 12192000"/>
              <a:gd name="connsiteY13" fmla="*/ 1556682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15364 w 12192000"/>
              <a:gd name="connsiteY17" fmla="*/ 1574304 h 2649426"/>
              <a:gd name="connsiteX18" fmla="*/ 10454183 w 12192000"/>
              <a:gd name="connsiteY18" fmla="*/ 1572375 h 2649426"/>
              <a:gd name="connsiteX19" fmla="*/ 10329259 w 12192000"/>
              <a:gd name="connsiteY19" fmla="*/ 1579142 h 2649426"/>
              <a:gd name="connsiteX20" fmla="*/ 10128072 w 12192000"/>
              <a:gd name="connsiteY20" fmla="*/ 1610789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60271 w 12192000"/>
              <a:gd name="connsiteY34" fmla="*/ 1856718 h 2649426"/>
              <a:gd name="connsiteX35" fmla="*/ 8330326 w 12192000"/>
              <a:gd name="connsiteY35" fmla="*/ 1873969 h 2649426"/>
              <a:gd name="connsiteX36" fmla="*/ 8279203 w 12192000"/>
              <a:gd name="connsiteY36" fmla="*/ 1870876 h 2649426"/>
              <a:gd name="connsiteX37" fmla="*/ 8216222 w 12192000"/>
              <a:gd name="connsiteY37" fmla="*/ 1895553 h 2649426"/>
              <a:gd name="connsiteX38" fmla="*/ 8119712 w 12192000"/>
              <a:gd name="connsiteY38" fmla="*/ 1947916 h 2649426"/>
              <a:gd name="connsiteX39" fmla="*/ 8081930 w 12192000"/>
              <a:gd name="connsiteY39" fmla="*/ 1940372 h 2649426"/>
              <a:gd name="connsiteX40" fmla="*/ 8043728 w 12192000"/>
              <a:gd name="connsiteY40" fmla="*/ 1944200 h 2649426"/>
              <a:gd name="connsiteX41" fmla="*/ 7958999 w 12192000"/>
              <a:gd name="connsiteY41" fmla="*/ 1980667 h 2649426"/>
              <a:gd name="connsiteX42" fmla="*/ 7908348 w 12192000"/>
              <a:gd name="connsiteY42" fmla="*/ 1994348 h 2649426"/>
              <a:gd name="connsiteX43" fmla="*/ 7771932 w 12192000"/>
              <a:gd name="connsiteY43" fmla="*/ 2039701 h 2649426"/>
              <a:gd name="connsiteX44" fmla="*/ 7579180 w 12192000"/>
              <a:gd name="connsiteY44" fmla="*/ 2150519 h 2649426"/>
              <a:gd name="connsiteX45" fmla="*/ 7571467 w 12192000"/>
              <a:gd name="connsiteY45" fmla="*/ 2153548 h 2649426"/>
              <a:gd name="connsiteX46" fmla="*/ 7549398 w 12192000"/>
              <a:gd name="connsiteY46" fmla="*/ 2153051 h 2649426"/>
              <a:gd name="connsiteX47" fmla="*/ 7540934 w 12192000"/>
              <a:gd name="connsiteY47" fmla="*/ 2151418 h 2649426"/>
              <a:gd name="connsiteX48" fmla="*/ 7528900 w 12192000"/>
              <a:gd name="connsiteY48" fmla="*/ 2152107 h 2649426"/>
              <a:gd name="connsiteX49" fmla="*/ 7528656 w 12192000"/>
              <a:gd name="connsiteY49" fmla="*/ 2152584 h 2649426"/>
              <a:gd name="connsiteX50" fmla="*/ 7517280 w 12192000"/>
              <a:gd name="connsiteY50" fmla="*/ 2152327 h 2649426"/>
              <a:gd name="connsiteX51" fmla="*/ 7460956 w 12192000"/>
              <a:gd name="connsiteY51" fmla="*/ 2145255 h 2649426"/>
              <a:gd name="connsiteX52" fmla="*/ 7393117 w 12192000"/>
              <a:gd name="connsiteY52" fmla="*/ 2193066 h 2649426"/>
              <a:gd name="connsiteX53" fmla="*/ 7363846 w 12192000"/>
              <a:gd name="connsiteY53" fmla="*/ 2202297 h 2649426"/>
              <a:gd name="connsiteX54" fmla="*/ 7293703 w 12192000"/>
              <a:gd name="connsiteY54" fmla="*/ 2204721 h 2649426"/>
              <a:gd name="connsiteX55" fmla="*/ 7286955 w 12192000"/>
              <a:gd name="connsiteY55" fmla="*/ 2207494 h 2649426"/>
              <a:gd name="connsiteX56" fmla="*/ 7251199 w 12192000"/>
              <a:gd name="connsiteY56" fmla="*/ 2198184 h 2649426"/>
              <a:gd name="connsiteX57" fmla="*/ 7233016 w 12192000"/>
              <a:gd name="connsiteY57" fmla="*/ 2195902 h 2649426"/>
              <a:gd name="connsiteX58" fmla="*/ 7227281 w 12192000"/>
              <a:gd name="connsiteY58" fmla="*/ 2190042 h 2649426"/>
              <a:gd name="connsiteX59" fmla="*/ 7200745 w 12192000"/>
              <a:gd name="connsiteY59" fmla="*/ 2189321 h 2649426"/>
              <a:gd name="connsiteX60" fmla="*/ 7197924 w 12192000"/>
              <a:gd name="connsiteY60" fmla="*/ 2191205 h 2649426"/>
              <a:gd name="connsiteX61" fmla="*/ 7175198 w 12192000"/>
              <a:gd name="connsiteY61" fmla="*/ 2183294 h 2649426"/>
              <a:gd name="connsiteX62" fmla="*/ 7100681 w 12192000"/>
              <a:gd name="connsiteY62" fmla="*/ 2167822 h 2649426"/>
              <a:gd name="connsiteX63" fmla="*/ 6932665 w 12192000"/>
              <a:gd name="connsiteY63" fmla="*/ 2162157 h 2649426"/>
              <a:gd name="connsiteX64" fmla="*/ 6700029 w 12192000"/>
              <a:gd name="connsiteY64" fmla="*/ 2158310 h 2649426"/>
              <a:gd name="connsiteX65" fmla="*/ 6326162 w 12192000"/>
              <a:gd name="connsiteY65" fmla="*/ 2178632 h 2649426"/>
              <a:gd name="connsiteX66" fmla="*/ 6196177 w 12192000"/>
              <a:gd name="connsiteY66" fmla="*/ 2200059 h 2649426"/>
              <a:gd name="connsiteX67" fmla="*/ 6139086 w 12192000"/>
              <a:gd name="connsiteY67" fmla="*/ 2187339 h 2649426"/>
              <a:gd name="connsiteX68" fmla="*/ 6098878 w 12192000"/>
              <a:gd name="connsiteY68" fmla="*/ 2192939 h 2649426"/>
              <a:gd name="connsiteX69" fmla="*/ 6094339 w 12192000"/>
              <a:gd name="connsiteY69" fmla="*/ 2195871 h 2649426"/>
              <a:gd name="connsiteX70" fmla="*/ 6075163 w 12192000"/>
              <a:gd name="connsiteY70" fmla="*/ 2198856 h 2649426"/>
              <a:gd name="connsiteX71" fmla="*/ 6071016 w 12192000"/>
              <a:gd name="connsiteY71" fmla="*/ 2210639 h 2649426"/>
              <a:gd name="connsiteX72" fmla="*/ 6043058 w 12192000"/>
              <a:gd name="connsiteY72" fmla="*/ 2222971 h 2649426"/>
              <a:gd name="connsiteX73" fmla="*/ 5962031 w 12192000"/>
              <a:gd name="connsiteY73" fmla="*/ 2220873 h 2649426"/>
              <a:gd name="connsiteX74" fmla="*/ 5836800 w 12192000"/>
              <a:gd name="connsiteY74" fmla="*/ 2224771 h 2649426"/>
              <a:gd name="connsiteX75" fmla="*/ 5735414 w 12192000"/>
              <a:gd name="connsiteY75" fmla="*/ 2231366 h 2649426"/>
              <a:gd name="connsiteX76" fmla="*/ 5697982 w 12192000"/>
              <a:gd name="connsiteY76" fmla="*/ 2244836 h 2649426"/>
              <a:gd name="connsiteX77" fmla="*/ 5644981 w 12192000"/>
              <a:gd name="connsiteY77" fmla="*/ 2256274 h 2649426"/>
              <a:gd name="connsiteX78" fmla="*/ 5547744 w 12192000"/>
              <a:gd name="connsiteY78" fmla="*/ 2271333 h 2649426"/>
              <a:gd name="connsiteX79" fmla="*/ 5426280 w 12192000"/>
              <a:gd name="connsiteY79" fmla="*/ 2290560 h 2649426"/>
              <a:gd name="connsiteX80" fmla="*/ 5329896 w 12192000"/>
              <a:gd name="connsiteY80" fmla="*/ 2279209 h 2649426"/>
              <a:gd name="connsiteX81" fmla="*/ 5322508 w 12192000"/>
              <a:gd name="connsiteY81" fmla="*/ 2288005 h 2649426"/>
              <a:gd name="connsiteX82" fmla="*/ 5194705 w 12192000"/>
              <a:gd name="connsiteY82" fmla="*/ 2285938 h 2649426"/>
              <a:gd name="connsiteX83" fmla="*/ 5027899 w 12192000"/>
              <a:gd name="connsiteY83" fmla="*/ 2242653 h 2649426"/>
              <a:gd name="connsiteX84" fmla="*/ 4902443 w 12192000"/>
              <a:gd name="connsiteY84" fmla="*/ 2249037 h 2649426"/>
              <a:gd name="connsiteX85" fmla="*/ 4858751 w 12192000"/>
              <a:gd name="connsiteY85" fmla="*/ 2260409 h 2649426"/>
              <a:gd name="connsiteX86" fmla="*/ 4785497 w 12192000"/>
              <a:gd name="connsiteY86" fmla="*/ 2278897 h 2649426"/>
              <a:gd name="connsiteX87" fmla="*/ 4732807 w 12192000"/>
              <a:gd name="connsiteY87" fmla="*/ 2315139 h 2649426"/>
              <a:gd name="connsiteX88" fmla="*/ 4670737 w 12192000"/>
              <a:gd name="connsiteY88" fmla="*/ 2321711 h 2649426"/>
              <a:gd name="connsiteX89" fmla="*/ 4489013 w 12192000"/>
              <a:gd name="connsiteY89" fmla="*/ 2338805 h 2649426"/>
              <a:gd name="connsiteX90" fmla="*/ 4431159 w 12192000"/>
              <a:gd name="connsiteY90" fmla="*/ 2347536 h 2649426"/>
              <a:gd name="connsiteX91" fmla="*/ 4273885 w 12192000"/>
              <a:gd name="connsiteY91" fmla="*/ 2379520 h 2649426"/>
              <a:gd name="connsiteX92" fmla="*/ 4116925 w 12192000"/>
              <a:gd name="connsiteY92" fmla="*/ 2417756 h 2649426"/>
              <a:gd name="connsiteX93" fmla="*/ 3988558 w 12192000"/>
              <a:gd name="connsiteY93" fmla="*/ 2475821 h 2649426"/>
              <a:gd name="connsiteX94" fmla="*/ 3894771 w 12192000"/>
              <a:gd name="connsiteY94" fmla="*/ 2494652 h 2649426"/>
              <a:gd name="connsiteX95" fmla="*/ 3721493 w 12192000"/>
              <a:gd name="connsiteY95" fmla="*/ 2497646 h 2649426"/>
              <a:gd name="connsiteX96" fmla="*/ 3504883 w 12192000"/>
              <a:gd name="connsiteY96" fmla="*/ 2503869 h 2649426"/>
              <a:gd name="connsiteX97" fmla="*/ 3431219 w 12192000"/>
              <a:gd name="connsiteY97" fmla="*/ 2502163 h 2649426"/>
              <a:gd name="connsiteX98" fmla="*/ 3151243 w 12192000"/>
              <a:gd name="connsiteY98" fmla="*/ 2492405 h 2649426"/>
              <a:gd name="connsiteX99" fmla="*/ 3044025 w 12192000"/>
              <a:gd name="connsiteY99" fmla="*/ 2485298 h 2649426"/>
              <a:gd name="connsiteX100" fmla="*/ 2864954 w 12192000"/>
              <a:gd name="connsiteY100" fmla="*/ 2456476 h 2649426"/>
              <a:gd name="connsiteX101" fmla="*/ 2739588 w 12192000"/>
              <a:gd name="connsiteY101" fmla="*/ 2457956 h 2649426"/>
              <a:gd name="connsiteX102" fmla="*/ 2706684 w 12192000"/>
              <a:gd name="connsiteY102" fmla="*/ 2454540 h 2649426"/>
              <a:gd name="connsiteX103" fmla="*/ 2348435 w 12192000"/>
              <a:gd name="connsiteY103" fmla="*/ 2449176 h 2649426"/>
              <a:gd name="connsiteX104" fmla="*/ 2194299 w 12192000"/>
              <a:gd name="connsiteY104" fmla="*/ 2475215 h 2649426"/>
              <a:gd name="connsiteX105" fmla="*/ 1983009 w 12192000"/>
              <a:gd name="connsiteY105" fmla="*/ 2463117 h 2649426"/>
              <a:gd name="connsiteX106" fmla="*/ 1885040 w 12192000"/>
              <a:gd name="connsiteY106" fmla="*/ 2475917 h 2649426"/>
              <a:gd name="connsiteX107" fmla="*/ 1773324 w 12192000"/>
              <a:gd name="connsiteY107" fmla="*/ 2471718 h 2649426"/>
              <a:gd name="connsiteX108" fmla="*/ 1685197 w 12192000"/>
              <a:gd name="connsiteY108" fmla="*/ 2466249 h 2649426"/>
              <a:gd name="connsiteX109" fmla="*/ 1566422 w 12192000"/>
              <a:gd name="connsiteY109" fmla="*/ 2455175 h 2649426"/>
              <a:gd name="connsiteX110" fmla="*/ 1300369 w 12192000"/>
              <a:gd name="connsiteY110" fmla="*/ 2444914 h 2649426"/>
              <a:gd name="connsiteX111" fmla="*/ 1081876 w 12192000"/>
              <a:gd name="connsiteY111" fmla="*/ 2476491 h 2649426"/>
              <a:gd name="connsiteX112" fmla="*/ 957561 w 12192000"/>
              <a:gd name="connsiteY112" fmla="*/ 2484124 h 2649426"/>
              <a:gd name="connsiteX113" fmla="*/ 822775 w 12192000"/>
              <a:gd name="connsiteY113" fmla="*/ 2542292 h 2649426"/>
              <a:gd name="connsiteX114" fmla="*/ 653171 w 12192000"/>
              <a:gd name="connsiteY114" fmla="*/ 2607266 h 2649426"/>
              <a:gd name="connsiteX115" fmla="*/ 511469 w 12192000"/>
              <a:gd name="connsiteY115" fmla="*/ 2598742 h 2649426"/>
              <a:gd name="connsiteX116" fmla="*/ 441281 w 12192000"/>
              <a:gd name="connsiteY116" fmla="*/ 2605939 h 2649426"/>
              <a:gd name="connsiteX117" fmla="*/ 297100 w 12192000"/>
              <a:gd name="connsiteY117" fmla="*/ 2639558 h 2649426"/>
              <a:gd name="connsiteX118" fmla="*/ 97385 w 12192000"/>
              <a:gd name="connsiteY118" fmla="*/ 2636063 h 2649426"/>
              <a:gd name="connsiteX119" fmla="*/ 48888 w 12192000"/>
              <a:gd name="connsiteY119" fmla="*/ 2641447 h 2649426"/>
              <a:gd name="connsiteX120" fmla="*/ 0 w 12192000"/>
              <a:gd name="connsiteY120" fmla="*/ 2649426 h 2649426"/>
              <a:gd name="connsiteX121" fmla="*/ 0 w 12192000"/>
              <a:gd name="connsiteY121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35223 w 12192000"/>
              <a:gd name="connsiteY4" fmla="*/ 171451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425377 w 12192000"/>
              <a:gd name="connsiteY8" fmla="*/ 1625577 h 2649426"/>
              <a:gd name="connsiteX9" fmla="*/ 11364686 w 12192000"/>
              <a:gd name="connsiteY9" fmla="*/ 1616572 h 2649426"/>
              <a:gd name="connsiteX10" fmla="*/ 11193595 w 12192000"/>
              <a:gd name="connsiteY10" fmla="*/ 1558403 h 2649426"/>
              <a:gd name="connsiteX11" fmla="*/ 11146426 w 12192000"/>
              <a:gd name="connsiteY11" fmla="*/ 1555308 h 2649426"/>
              <a:gd name="connsiteX12" fmla="*/ 10841711 w 12192000"/>
              <a:gd name="connsiteY12" fmla="*/ 1541883 h 2649426"/>
              <a:gd name="connsiteX13" fmla="*/ 10698183 w 12192000"/>
              <a:gd name="connsiteY13" fmla="*/ 1556682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15364 w 12192000"/>
              <a:gd name="connsiteY17" fmla="*/ 1574304 h 2649426"/>
              <a:gd name="connsiteX18" fmla="*/ 10454183 w 12192000"/>
              <a:gd name="connsiteY18" fmla="*/ 1572375 h 2649426"/>
              <a:gd name="connsiteX19" fmla="*/ 10329259 w 12192000"/>
              <a:gd name="connsiteY19" fmla="*/ 1579142 h 2649426"/>
              <a:gd name="connsiteX20" fmla="*/ 10128072 w 12192000"/>
              <a:gd name="connsiteY20" fmla="*/ 1610789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60271 w 12192000"/>
              <a:gd name="connsiteY34" fmla="*/ 1856718 h 2649426"/>
              <a:gd name="connsiteX35" fmla="*/ 8330326 w 12192000"/>
              <a:gd name="connsiteY35" fmla="*/ 1873969 h 2649426"/>
              <a:gd name="connsiteX36" fmla="*/ 8279203 w 12192000"/>
              <a:gd name="connsiteY36" fmla="*/ 1870876 h 2649426"/>
              <a:gd name="connsiteX37" fmla="*/ 8216222 w 12192000"/>
              <a:gd name="connsiteY37" fmla="*/ 1895553 h 2649426"/>
              <a:gd name="connsiteX38" fmla="*/ 8119712 w 12192000"/>
              <a:gd name="connsiteY38" fmla="*/ 1947916 h 2649426"/>
              <a:gd name="connsiteX39" fmla="*/ 8081930 w 12192000"/>
              <a:gd name="connsiteY39" fmla="*/ 1940372 h 2649426"/>
              <a:gd name="connsiteX40" fmla="*/ 8043728 w 12192000"/>
              <a:gd name="connsiteY40" fmla="*/ 1944200 h 2649426"/>
              <a:gd name="connsiteX41" fmla="*/ 7958999 w 12192000"/>
              <a:gd name="connsiteY41" fmla="*/ 1980667 h 2649426"/>
              <a:gd name="connsiteX42" fmla="*/ 7908348 w 12192000"/>
              <a:gd name="connsiteY42" fmla="*/ 1994348 h 2649426"/>
              <a:gd name="connsiteX43" fmla="*/ 7771932 w 12192000"/>
              <a:gd name="connsiteY43" fmla="*/ 2039701 h 2649426"/>
              <a:gd name="connsiteX44" fmla="*/ 7579180 w 12192000"/>
              <a:gd name="connsiteY44" fmla="*/ 2150519 h 2649426"/>
              <a:gd name="connsiteX45" fmla="*/ 7571467 w 12192000"/>
              <a:gd name="connsiteY45" fmla="*/ 2153548 h 2649426"/>
              <a:gd name="connsiteX46" fmla="*/ 7549398 w 12192000"/>
              <a:gd name="connsiteY46" fmla="*/ 2153051 h 2649426"/>
              <a:gd name="connsiteX47" fmla="*/ 7540934 w 12192000"/>
              <a:gd name="connsiteY47" fmla="*/ 2151418 h 2649426"/>
              <a:gd name="connsiteX48" fmla="*/ 7528900 w 12192000"/>
              <a:gd name="connsiteY48" fmla="*/ 2152107 h 2649426"/>
              <a:gd name="connsiteX49" fmla="*/ 7528656 w 12192000"/>
              <a:gd name="connsiteY49" fmla="*/ 2152584 h 2649426"/>
              <a:gd name="connsiteX50" fmla="*/ 7517280 w 12192000"/>
              <a:gd name="connsiteY50" fmla="*/ 2152327 h 2649426"/>
              <a:gd name="connsiteX51" fmla="*/ 7460956 w 12192000"/>
              <a:gd name="connsiteY51" fmla="*/ 2145255 h 2649426"/>
              <a:gd name="connsiteX52" fmla="*/ 7363846 w 12192000"/>
              <a:gd name="connsiteY52" fmla="*/ 2202297 h 2649426"/>
              <a:gd name="connsiteX53" fmla="*/ 7293703 w 12192000"/>
              <a:gd name="connsiteY53" fmla="*/ 2204721 h 2649426"/>
              <a:gd name="connsiteX54" fmla="*/ 7286955 w 12192000"/>
              <a:gd name="connsiteY54" fmla="*/ 2207494 h 2649426"/>
              <a:gd name="connsiteX55" fmla="*/ 7251199 w 12192000"/>
              <a:gd name="connsiteY55" fmla="*/ 2198184 h 2649426"/>
              <a:gd name="connsiteX56" fmla="*/ 7233016 w 12192000"/>
              <a:gd name="connsiteY56" fmla="*/ 2195902 h 2649426"/>
              <a:gd name="connsiteX57" fmla="*/ 7227281 w 12192000"/>
              <a:gd name="connsiteY57" fmla="*/ 2190042 h 2649426"/>
              <a:gd name="connsiteX58" fmla="*/ 7200745 w 12192000"/>
              <a:gd name="connsiteY58" fmla="*/ 2189321 h 2649426"/>
              <a:gd name="connsiteX59" fmla="*/ 7197924 w 12192000"/>
              <a:gd name="connsiteY59" fmla="*/ 2191205 h 2649426"/>
              <a:gd name="connsiteX60" fmla="*/ 7175198 w 12192000"/>
              <a:gd name="connsiteY60" fmla="*/ 2183294 h 2649426"/>
              <a:gd name="connsiteX61" fmla="*/ 7100681 w 12192000"/>
              <a:gd name="connsiteY61" fmla="*/ 2167822 h 2649426"/>
              <a:gd name="connsiteX62" fmla="*/ 6932665 w 12192000"/>
              <a:gd name="connsiteY62" fmla="*/ 2162157 h 2649426"/>
              <a:gd name="connsiteX63" fmla="*/ 6700029 w 12192000"/>
              <a:gd name="connsiteY63" fmla="*/ 2158310 h 2649426"/>
              <a:gd name="connsiteX64" fmla="*/ 6326162 w 12192000"/>
              <a:gd name="connsiteY64" fmla="*/ 2178632 h 2649426"/>
              <a:gd name="connsiteX65" fmla="*/ 6196177 w 12192000"/>
              <a:gd name="connsiteY65" fmla="*/ 2200059 h 2649426"/>
              <a:gd name="connsiteX66" fmla="*/ 6139086 w 12192000"/>
              <a:gd name="connsiteY66" fmla="*/ 2187339 h 2649426"/>
              <a:gd name="connsiteX67" fmla="*/ 6098878 w 12192000"/>
              <a:gd name="connsiteY67" fmla="*/ 2192939 h 2649426"/>
              <a:gd name="connsiteX68" fmla="*/ 6094339 w 12192000"/>
              <a:gd name="connsiteY68" fmla="*/ 2195871 h 2649426"/>
              <a:gd name="connsiteX69" fmla="*/ 6075163 w 12192000"/>
              <a:gd name="connsiteY69" fmla="*/ 2198856 h 2649426"/>
              <a:gd name="connsiteX70" fmla="*/ 6071016 w 12192000"/>
              <a:gd name="connsiteY70" fmla="*/ 2210639 h 2649426"/>
              <a:gd name="connsiteX71" fmla="*/ 6043058 w 12192000"/>
              <a:gd name="connsiteY71" fmla="*/ 2222971 h 2649426"/>
              <a:gd name="connsiteX72" fmla="*/ 5962031 w 12192000"/>
              <a:gd name="connsiteY72" fmla="*/ 2220873 h 2649426"/>
              <a:gd name="connsiteX73" fmla="*/ 5836800 w 12192000"/>
              <a:gd name="connsiteY73" fmla="*/ 2224771 h 2649426"/>
              <a:gd name="connsiteX74" fmla="*/ 5735414 w 12192000"/>
              <a:gd name="connsiteY74" fmla="*/ 2231366 h 2649426"/>
              <a:gd name="connsiteX75" fmla="*/ 5697982 w 12192000"/>
              <a:gd name="connsiteY75" fmla="*/ 2244836 h 2649426"/>
              <a:gd name="connsiteX76" fmla="*/ 5644981 w 12192000"/>
              <a:gd name="connsiteY76" fmla="*/ 2256274 h 2649426"/>
              <a:gd name="connsiteX77" fmla="*/ 5547744 w 12192000"/>
              <a:gd name="connsiteY77" fmla="*/ 2271333 h 2649426"/>
              <a:gd name="connsiteX78" fmla="*/ 5426280 w 12192000"/>
              <a:gd name="connsiteY78" fmla="*/ 2290560 h 2649426"/>
              <a:gd name="connsiteX79" fmla="*/ 5329896 w 12192000"/>
              <a:gd name="connsiteY79" fmla="*/ 2279209 h 2649426"/>
              <a:gd name="connsiteX80" fmla="*/ 5322508 w 12192000"/>
              <a:gd name="connsiteY80" fmla="*/ 2288005 h 2649426"/>
              <a:gd name="connsiteX81" fmla="*/ 5194705 w 12192000"/>
              <a:gd name="connsiteY81" fmla="*/ 2285938 h 2649426"/>
              <a:gd name="connsiteX82" fmla="*/ 5027899 w 12192000"/>
              <a:gd name="connsiteY82" fmla="*/ 2242653 h 2649426"/>
              <a:gd name="connsiteX83" fmla="*/ 4902443 w 12192000"/>
              <a:gd name="connsiteY83" fmla="*/ 2249037 h 2649426"/>
              <a:gd name="connsiteX84" fmla="*/ 4858751 w 12192000"/>
              <a:gd name="connsiteY84" fmla="*/ 2260409 h 2649426"/>
              <a:gd name="connsiteX85" fmla="*/ 4785497 w 12192000"/>
              <a:gd name="connsiteY85" fmla="*/ 2278897 h 2649426"/>
              <a:gd name="connsiteX86" fmla="*/ 4732807 w 12192000"/>
              <a:gd name="connsiteY86" fmla="*/ 2315139 h 2649426"/>
              <a:gd name="connsiteX87" fmla="*/ 4670737 w 12192000"/>
              <a:gd name="connsiteY87" fmla="*/ 2321711 h 2649426"/>
              <a:gd name="connsiteX88" fmla="*/ 4489013 w 12192000"/>
              <a:gd name="connsiteY88" fmla="*/ 2338805 h 2649426"/>
              <a:gd name="connsiteX89" fmla="*/ 4431159 w 12192000"/>
              <a:gd name="connsiteY89" fmla="*/ 2347536 h 2649426"/>
              <a:gd name="connsiteX90" fmla="*/ 4273885 w 12192000"/>
              <a:gd name="connsiteY90" fmla="*/ 2379520 h 2649426"/>
              <a:gd name="connsiteX91" fmla="*/ 4116925 w 12192000"/>
              <a:gd name="connsiteY91" fmla="*/ 2417756 h 2649426"/>
              <a:gd name="connsiteX92" fmla="*/ 3988558 w 12192000"/>
              <a:gd name="connsiteY92" fmla="*/ 2475821 h 2649426"/>
              <a:gd name="connsiteX93" fmla="*/ 3894771 w 12192000"/>
              <a:gd name="connsiteY93" fmla="*/ 2494652 h 2649426"/>
              <a:gd name="connsiteX94" fmla="*/ 3721493 w 12192000"/>
              <a:gd name="connsiteY94" fmla="*/ 2497646 h 2649426"/>
              <a:gd name="connsiteX95" fmla="*/ 3504883 w 12192000"/>
              <a:gd name="connsiteY95" fmla="*/ 2503869 h 2649426"/>
              <a:gd name="connsiteX96" fmla="*/ 3431219 w 12192000"/>
              <a:gd name="connsiteY96" fmla="*/ 2502163 h 2649426"/>
              <a:gd name="connsiteX97" fmla="*/ 3151243 w 12192000"/>
              <a:gd name="connsiteY97" fmla="*/ 2492405 h 2649426"/>
              <a:gd name="connsiteX98" fmla="*/ 3044025 w 12192000"/>
              <a:gd name="connsiteY98" fmla="*/ 2485298 h 2649426"/>
              <a:gd name="connsiteX99" fmla="*/ 2864954 w 12192000"/>
              <a:gd name="connsiteY99" fmla="*/ 2456476 h 2649426"/>
              <a:gd name="connsiteX100" fmla="*/ 2739588 w 12192000"/>
              <a:gd name="connsiteY100" fmla="*/ 2457956 h 2649426"/>
              <a:gd name="connsiteX101" fmla="*/ 2706684 w 12192000"/>
              <a:gd name="connsiteY101" fmla="*/ 2454540 h 2649426"/>
              <a:gd name="connsiteX102" fmla="*/ 2348435 w 12192000"/>
              <a:gd name="connsiteY102" fmla="*/ 2449176 h 2649426"/>
              <a:gd name="connsiteX103" fmla="*/ 2194299 w 12192000"/>
              <a:gd name="connsiteY103" fmla="*/ 2475215 h 2649426"/>
              <a:gd name="connsiteX104" fmla="*/ 1983009 w 12192000"/>
              <a:gd name="connsiteY104" fmla="*/ 2463117 h 2649426"/>
              <a:gd name="connsiteX105" fmla="*/ 1885040 w 12192000"/>
              <a:gd name="connsiteY105" fmla="*/ 2475917 h 2649426"/>
              <a:gd name="connsiteX106" fmla="*/ 1773324 w 12192000"/>
              <a:gd name="connsiteY106" fmla="*/ 2471718 h 2649426"/>
              <a:gd name="connsiteX107" fmla="*/ 1685197 w 12192000"/>
              <a:gd name="connsiteY107" fmla="*/ 2466249 h 2649426"/>
              <a:gd name="connsiteX108" fmla="*/ 1566422 w 12192000"/>
              <a:gd name="connsiteY108" fmla="*/ 2455175 h 2649426"/>
              <a:gd name="connsiteX109" fmla="*/ 1300369 w 12192000"/>
              <a:gd name="connsiteY109" fmla="*/ 2444914 h 2649426"/>
              <a:gd name="connsiteX110" fmla="*/ 1081876 w 12192000"/>
              <a:gd name="connsiteY110" fmla="*/ 2476491 h 2649426"/>
              <a:gd name="connsiteX111" fmla="*/ 957561 w 12192000"/>
              <a:gd name="connsiteY111" fmla="*/ 2484124 h 2649426"/>
              <a:gd name="connsiteX112" fmla="*/ 822775 w 12192000"/>
              <a:gd name="connsiteY112" fmla="*/ 2542292 h 2649426"/>
              <a:gd name="connsiteX113" fmla="*/ 653171 w 12192000"/>
              <a:gd name="connsiteY113" fmla="*/ 2607266 h 2649426"/>
              <a:gd name="connsiteX114" fmla="*/ 511469 w 12192000"/>
              <a:gd name="connsiteY114" fmla="*/ 2598742 h 2649426"/>
              <a:gd name="connsiteX115" fmla="*/ 441281 w 12192000"/>
              <a:gd name="connsiteY115" fmla="*/ 2605939 h 2649426"/>
              <a:gd name="connsiteX116" fmla="*/ 297100 w 12192000"/>
              <a:gd name="connsiteY116" fmla="*/ 2639558 h 2649426"/>
              <a:gd name="connsiteX117" fmla="*/ 97385 w 12192000"/>
              <a:gd name="connsiteY117" fmla="*/ 2636063 h 2649426"/>
              <a:gd name="connsiteX118" fmla="*/ 48888 w 12192000"/>
              <a:gd name="connsiteY118" fmla="*/ 2641447 h 2649426"/>
              <a:gd name="connsiteX119" fmla="*/ 0 w 12192000"/>
              <a:gd name="connsiteY119" fmla="*/ 2649426 h 2649426"/>
              <a:gd name="connsiteX120" fmla="*/ 0 w 12192000"/>
              <a:gd name="connsiteY120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35223 w 12192000"/>
              <a:gd name="connsiteY4" fmla="*/ 171451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425377 w 12192000"/>
              <a:gd name="connsiteY8" fmla="*/ 1625577 h 2649426"/>
              <a:gd name="connsiteX9" fmla="*/ 11364686 w 12192000"/>
              <a:gd name="connsiteY9" fmla="*/ 1616572 h 2649426"/>
              <a:gd name="connsiteX10" fmla="*/ 11193595 w 12192000"/>
              <a:gd name="connsiteY10" fmla="*/ 1558403 h 2649426"/>
              <a:gd name="connsiteX11" fmla="*/ 11146426 w 12192000"/>
              <a:gd name="connsiteY11" fmla="*/ 1555308 h 2649426"/>
              <a:gd name="connsiteX12" fmla="*/ 10841711 w 12192000"/>
              <a:gd name="connsiteY12" fmla="*/ 1541883 h 2649426"/>
              <a:gd name="connsiteX13" fmla="*/ 10698183 w 12192000"/>
              <a:gd name="connsiteY13" fmla="*/ 1556682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15364 w 12192000"/>
              <a:gd name="connsiteY17" fmla="*/ 1574304 h 2649426"/>
              <a:gd name="connsiteX18" fmla="*/ 10454183 w 12192000"/>
              <a:gd name="connsiteY18" fmla="*/ 1572375 h 2649426"/>
              <a:gd name="connsiteX19" fmla="*/ 10329259 w 12192000"/>
              <a:gd name="connsiteY19" fmla="*/ 1579142 h 2649426"/>
              <a:gd name="connsiteX20" fmla="*/ 10128072 w 12192000"/>
              <a:gd name="connsiteY20" fmla="*/ 1610789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60271 w 12192000"/>
              <a:gd name="connsiteY34" fmla="*/ 1856718 h 2649426"/>
              <a:gd name="connsiteX35" fmla="*/ 8330326 w 12192000"/>
              <a:gd name="connsiteY35" fmla="*/ 1873969 h 2649426"/>
              <a:gd name="connsiteX36" fmla="*/ 8279203 w 12192000"/>
              <a:gd name="connsiteY36" fmla="*/ 1870876 h 2649426"/>
              <a:gd name="connsiteX37" fmla="*/ 8216222 w 12192000"/>
              <a:gd name="connsiteY37" fmla="*/ 1895553 h 2649426"/>
              <a:gd name="connsiteX38" fmla="*/ 8119712 w 12192000"/>
              <a:gd name="connsiteY38" fmla="*/ 1947916 h 2649426"/>
              <a:gd name="connsiteX39" fmla="*/ 8081930 w 12192000"/>
              <a:gd name="connsiteY39" fmla="*/ 1940372 h 2649426"/>
              <a:gd name="connsiteX40" fmla="*/ 8043728 w 12192000"/>
              <a:gd name="connsiteY40" fmla="*/ 1944200 h 2649426"/>
              <a:gd name="connsiteX41" fmla="*/ 7958999 w 12192000"/>
              <a:gd name="connsiteY41" fmla="*/ 1980667 h 2649426"/>
              <a:gd name="connsiteX42" fmla="*/ 7908348 w 12192000"/>
              <a:gd name="connsiteY42" fmla="*/ 1994348 h 2649426"/>
              <a:gd name="connsiteX43" fmla="*/ 7771932 w 12192000"/>
              <a:gd name="connsiteY43" fmla="*/ 2039701 h 2649426"/>
              <a:gd name="connsiteX44" fmla="*/ 7579180 w 12192000"/>
              <a:gd name="connsiteY44" fmla="*/ 2150519 h 2649426"/>
              <a:gd name="connsiteX45" fmla="*/ 7571467 w 12192000"/>
              <a:gd name="connsiteY45" fmla="*/ 2153548 h 2649426"/>
              <a:gd name="connsiteX46" fmla="*/ 7549398 w 12192000"/>
              <a:gd name="connsiteY46" fmla="*/ 2153051 h 2649426"/>
              <a:gd name="connsiteX47" fmla="*/ 7540934 w 12192000"/>
              <a:gd name="connsiteY47" fmla="*/ 2151418 h 2649426"/>
              <a:gd name="connsiteX48" fmla="*/ 7528900 w 12192000"/>
              <a:gd name="connsiteY48" fmla="*/ 2152107 h 2649426"/>
              <a:gd name="connsiteX49" fmla="*/ 7528656 w 12192000"/>
              <a:gd name="connsiteY49" fmla="*/ 2152584 h 2649426"/>
              <a:gd name="connsiteX50" fmla="*/ 7517280 w 12192000"/>
              <a:gd name="connsiteY50" fmla="*/ 2152327 h 2649426"/>
              <a:gd name="connsiteX51" fmla="*/ 7460956 w 12192000"/>
              <a:gd name="connsiteY51" fmla="*/ 2145255 h 2649426"/>
              <a:gd name="connsiteX52" fmla="*/ 7372921 w 12192000"/>
              <a:gd name="connsiteY52" fmla="*/ 2175069 h 2649426"/>
              <a:gd name="connsiteX53" fmla="*/ 7293703 w 12192000"/>
              <a:gd name="connsiteY53" fmla="*/ 2204721 h 2649426"/>
              <a:gd name="connsiteX54" fmla="*/ 7286955 w 12192000"/>
              <a:gd name="connsiteY54" fmla="*/ 2207494 h 2649426"/>
              <a:gd name="connsiteX55" fmla="*/ 7251199 w 12192000"/>
              <a:gd name="connsiteY55" fmla="*/ 2198184 h 2649426"/>
              <a:gd name="connsiteX56" fmla="*/ 7233016 w 12192000"/>
              <a:gd name="connsiteY56" fmla="*/ 2195902 h 2649426"/>
              <a:gd name="connsiteX57" fmla="*/ 7227281 w 12192000"/>
              <a:gd name="connsiteY57" fmla="*/ 2190042 h 2649426"/>
              <a:gd name="connsiteX58" fmla="*/ 7200745 w 12192000"/>
              <a:gd name="connsiteY58" fmla="*/ 2189321 h 2649426"/>
              <a:gd name="connsiteX59" fmla="*/ 7197924 w 12192000"/>
              <a:gd name="connsiteY59" fmla="*/ 2191205 h 2649426"/>
              <a:gd name="connsiteX60" fmla="*/ 7175198 w 12192000"/>
              <a:gd name="connsiteY60" fmla="*/ 2183294 h 2649426"/>
              <a:gd name="connsiteX61" fmla="*/ 7100681 w 12192000"/>
              <a:gd name="connsiteY61" fmla="*/ 2167822 h 2649426"/>
              <a:gd name="connsiteX62" fmla="*/ 6932665 w 12192000"/>
              <a:gd name="connsiteY62" fmla="*/ 2162157 h 2649426"/>
              <a:gd name="connsiteX63" fmla="*/ 6700029 w 12192000"/>
              <a:gd name="connsiteY63" fmla="*/ 2158310 h 2649426"/>
              <a:gd name="connsiteX64" fmla="*/ 6326162 w 12192000"/>
              <a:gd name="connsiteY64" fmla="*/ 2178632 h 2649426"/>
              <a:gd name="connsiteX65" fmla="*/ 6196177 w 12192000"/>
              <a:gd name="connsiteY65" fmla="*/ 2200059 h 2649426"/>
              <a:gd name="connsiteX66" fmla="*/ 6139086 w 12192000"/>
              <a:gd name="connsiteY66" fmla="*/ 2187339 h 2649426"/>
              <a:gd name="connsiteX67" fmla="*/ 6098878 w 12192000"/>
              <a:gd name="connsiteY67" fmla="*/ 2192939 h 2649426"/>
              <a:gd name="connsiteX68" fmla="*/ 6094339 w 12192000"/>
              <a:gd name="connsiteY68" fmla="*/ 2195871 h 2649426"/>
              <a:gd name="connsiteX69" fmla="*/ 6075163 w 12192000"/>
              <a:gd name="connsiteY69" fmla="*/ 2198856 h 2649426"/>
              <a:gd name="connsiteX70" fmla="*/ 6071016 w 12192000"/>
              <a:gd name="connsiteY70" fmla="*/ 2210639 h 2649426"/>
              <a:gd name="connsiteX71" fmla="*/ 6043058 w 12192000"/>
              <a:gd name="connsiteY71" fmla="*/ 2222971 h 2649426"/>
              <a:gd name="connsiteX72" fmla="*/ 5962031 w 12192000"/>
              <a:gd name="connsiteY72" fmla="*/ 2220873 h 2649426"/>
              <a:gd name="connsiteX73" fmla="*/ 5836800 w 12192000"/>
              <a:gd name="connsiteY73" fmla="*/ 2224771 h 2649426"/>
              <a:gd name="connsiteX74" fmla="*/ 5735414 w 12192000"/>
              <a:gd name="connsiteY74" fmla="*/ 2231366 h 2649426"/>
              <a:gd name="connsiteX75" fmla="*/ 5697982 w 12192000"/>
              <a:gd name="connsiteY75" fmla="*/ 2244836 h 2649426"/>
              <a:gd name="connsiteX76" fmla="*/ 5644981 w 12192000"/>
              <a:gd name="connsiteY76" fmla="*/ 2256274 h 2649426"/>
              <a:gd name="connsiteX77" fmla="*/ 5547744 w 12192000"/>
              <a:gd name="connsiteY77" fmla="*/ 2271333 h 2649426"/>
              <a:gd name="connsiteX78" fmla="*/ 5426280 w 12192000"/>
              <a:gd name="connsiteY78" fmla="*/ 2290560 h 2649426"/>
              <a:gd name="connsiteX79" fmla="*/ 5329896 w 12192000"/>
              <a:gd name="connsiteY79" fmla="*/ 2279209 h 2649426"/>
              <a:gd name="connsiteX80" fmla="*/ 5322508 w 12192000"/>
              <a:gd name="connsiteY80" fmla="*/ 2288005 h 2649426"/>
              <a:gd name="connsiteX81" fmla="*/ 5194705 w 12192000"/>
              <a:gd name="connsiteY81" fmla="*/ 2285938 h 2649426"/>
              <a:gd name="connsiteX82" fmla="*/ 5027899 w 12192000"/>
              <a:gd name="connsiteY82" fmla="*/ 2242653 h 2649426"/>
              <a:gd name="connsiteX83" fmla="*/ 4902443 w 12192000"/>
              <a:gd name="connsiteY83" fmla="*/ 2249037 h 2649426"/>
              <a:gd name="connsiteX84" fmla="*/ 4858751 w 12192000"/>
              <a:gd name="connsiteY84" fmla="*/ 2260409 h 2649426"/>
              <a:gd name="connsiteX85" fmla="*/ 4785497 w 12192000"/>
              <a:gd name="connsiteY85" fmla="*/ 2278897 h 2649426"/>
              <a:gd name="connsiteX86" fmla="*/ 4732807 w 12192000"/>
              <a:gd name="connsiteY86" fmla="*/ 2315139 h 2649426"/>
              <a:gd name="connsiteX87" fmla="*/ 4670737 w 12192000"/>
              <a:gd name="connsiteY87" fmla="*/ 2321711 h 2649426"/>
              <a:gd name="connsiteX88" fmla="*/ 4489013 w 12192000"/>
              <a:gd name="connsiteY88" fmla="*/ 2338805 h 2649426"/>
              <a:gd name="connsiteX89" fmla="*/ 4431159 w 12192000"/>
              <a:gd name="connsiteY89" fmla="*/ 2347536 h 2649426"/>
              <a:gd name="connsiteX90" fmla="*/ 4273885 w 12192000"/>
              <a:gd name="connsiteY90" fmla="*/ 2379520 h 2649426"/>
              <a:gd name="connsiteX91" fmla="*/ 4116925 w 12192000"/>
              <a:gd name="connsiteY91" fmla="*/ 2417756 h 2649426"/>
              <a:gd name="connsiteX92" fmla="*/ 3988558 w 12192000"/>
              <a:gd name="connsiteY92" fmla="*/ 2475821 h 2649426"/>
              <a:gd name="connsiteX93" fmla="*/ 3894771 w 12192000"/>
              <a:gd name="connsiteY93" fmla="*/ 2494652 h 2649426"/>
              <a:gd name="connsiteX94" fmla="*/ 3721493 w 12192000"/>
              <a:gd name="connsiteY94" fmla="*/ 2497646 h 2649426"/>
              <a:gd name="connsiteX95" fmla="*/ 3504883 w 12192000"/>
              <a:gd name="connsiteY95" fmla="*/ 2503869 h 2649426"/>
              <a:gd name="connsiteX96" fmla="*/ 3431219 w 12192000"/>
              <a:gd name="connsiteY96" fmla="*/ 2502163 h 2649426"/>
              <a:gd name="connsiteX97" fmla="*/ 3151243 w 12192000"/>
              <a:gd name="connsiteY97" fmla="*/ 2492405 h 2649426"/>
              <a:gd name="connsiteX98" fmla="*/ 3044025 w 12192000"/>
              <a:gd name="connsiteY98" fmla="*/ 2485298 h 2649426"/>
              <a:gd name="connsiteX99" fmla="*/ 2864954 w 12192000"/>
              <a:gd name="connsiteY99" fmla="*/ 2456476 h 2649426"/>
              <a:gd name="connsiteX100" fmla="*/ 2739588 w 12192000"/>
              <a:gd name="connsiteY100" fmla="*/ 2457956 h 2649426"/>
              <a:gd name="connsiteX101" fmla="*/ 2706684 w 12192000"/>
              <a:gd name="connsiteY101" fmla="*/ 2454540 h 2649426"/>
              <a:gd name="connsiteX102" fmla="*/ 2348435 w 12192000"/>
              <a:gd name="connsiteY102" fmla="*/ 2449176 h 2649426"/>
              <a:gd name="connsiteX103" fmla="*/ 2194299 w 12192000"/>
              <a:gd name="connsiteY103" fmla="*/ 2475215 h 2649426"/>
              <a:gd name="connsiteX104" fmla="*/ 1983009 w 12192000"/>
              <a:gd name="connsiteY104" fmla="*/ 2463117 h 2649426"/>
              <a:gd name="connsiteX105" fmla="*/ 1885040 w 12192000"/>
              <a:gd name="connsiteY105" fmla="*/ 2475917 h 2649426"/>
              <a:gd name="connsiteX106" fmla="*/ 1773324 w 12192000"/>
              <a:gd name="connsiteY106" fmla="*/ 2471718 h 2649426"/>
              <a:gd name="connsiteX107" fmla="*/ 1685197 w 12192000"/>
              <a:gd name="connsiteY107" fmla="*/ 2466249 h 2649426"/>
              <a:gd name="connsiteX108" fmla="*/ 1566422 w 12192000"/>
              <a:gd name="connsiteY108" fmla="*/ 2455175 h 2649426"/>
              <a:gd name="connsiteX109" fmla="*/ 1300369 w 12192000"/>
              <a:gd name="connsiteY109" fmla="*/ 2444914 h 2649426"/>
              <a:gd name="connsiteX110" fmla="*/ 1081876 w 12192000"/>
              <a:gd name="connsiteY110" fmla="*/ 2476491 h 2649426"/>
              <a:gd name="connsiteX111" fmla="*/ 957561 w 12192000"/>
              <a:gd name="connsiteY111" fmla="*/ 2484124 h 2649426"/>
              <a:gd name="connsiteX112" fmla="*/ 822775 w 12192000"/>
              <a:gd name="connsiteY112" fmla="*/ 2542292 h 2649426"/>
              <a:gd name="connsiteX113" fmla="*/ 653171 w 12192000"/>
              <a:gd name="connsiteY113" fmla="*/ 2607266 h 2649426"/>
              <a:gd name="connsiteX114" fmla="*/ 511469 w 12192000"/>
              <a:gd name="connsiteY114" fmla="*/ 2598742 h 2649426"/>
              <a:gd name="connsiteX115" fmla="*/ 441281 w 12192000"/>
              <a:gd name="connsiteY115" fmla="*/ 2605939 h 2649426"/>
              <a:gd name="connsiteX116" fmla="*/ 297100 w 12192000"/>
              <a:gd name="connsiteY116" fmla="*/ 2639558 h 2649426"/>
              <a:gd name="connsiteX117" fmla="*/ 97385 w 12192000"/>
              <a:gd name="connsiteY117" fmla="*/ 2636063 h 2649426"/>
              <a:gd name="connsiteX118" fmla="*/ 48888 w 12192000"/>
              <a:gd name="connsiteY118" fmla="*/ 2641447 h 2649426"/>
              <a:gd name="connsiteX119" fmla="*/ 0 w 12192000"/>
              <a:gd name="connsiteY119" fmla="*/ 2649426 h 2649426"/>
              <a:gd name="connsiteX120" fmla="*/ 0 w 12192000"/>
              <a:gd name="connsiteY120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35223 w 12192000"/>
              <a:gd name="connsiteY4" fmla="*/ 171451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425377 w 12192000"/>
              <a:gd name="connsiteY8" fmla="*/ 1625577 h 2649426"/>
              <a:gd name="connsiteX9" fmla="*/ 11364686 w 12192000"/>
              <a:gd name="connsiteY9" fmla="*/ 1616572 h 2649426"/>
              <a:gd name="connsiteX10" fmla="*/ 11193595 w 12192000"/>
              <a:gd name="connsiteY10" fmla="*/ 1558403 h 2649426"/>
              <a:gd name="connsiteX11" fmla="*/ 11146426 w 12192000"/>
              <a:gd name="connsiteY11" fmla="*/ 1555308 h 2649426"/>
              <a:gd name="connsiteX12" fmla="*/ 10841711 w 12192000"/>
              <a:gd name="connsiteY12" fmla="*/ 1541883 h 2649426"/>
              <a:gd name="connsiteX13" fmla="*/ 10698183 w 12192000"/>
              <a:gd name="connsiteY13" fmla="*/ 1556682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15364 w 12192000"/>
              <a:gd name="connsiteY17" fmla="*/ 1574304 h 2649426"/>
              <a:gd name="connsiteX18" fmla="*/ 10454183 w 12192000"/>
              <a:gd name="connsiteY18" fmla="*/ 1572375 h 2649426"/>
              <a:gd name="connsiteX19" fmla="*/ 10329259 w 12192000"/>
              <a:gd name="connsiteY19" fmla="*/ 1579142 h 2649426"/>
              <a:gd name="connsiteX20" fmla="*/ 10128072 w 12192000"/>
              <a:gd name="connsiteY20" fmla="*/ 1610789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60271 w 12192000"/>
              <a:gd name="connsiteY34" fmla="*/ 1856718 h 2649426"/>
              <a:gd name="connsiteX35" fmla="*/ 8330326 w 12192000"/>
              <a:gd name="connsiteY35" fmla="*/ 1873969 h 2649426"/>
              <a:gd name="connsiteX36" fmla="*/ 8279203 w 12192000"/>
              <a:gd name="connsiteY36" fmla="*/ 1870876 h 2649426"/>
              <a:gd name="connsiteX37" fmla="*/ 8216222 w 12192000"/>
              <a:gd name="connsiteY37" fmla="*/ 1895553 h 2649426"/>
              <a:gd name="connsiteX38" fmla="*/ 8119712 w 12192000"/>
              <a:gd name="connsiteY38" fmla="*/ 1947916 h 2649426"/>
              <a:gd name="connsiteX39" fmla="*/ 8081930 w 12192000"/>
              <a:gd name="connsiteY39" fmla="*/ 1940372 h 2649426"/>
              <a:gd name="connsiteX40" fmla="*/ 8043728 w 12192000"/>
              <a:gd name="connsiteY40" fmla="*/ 1944200 h 2649426"/>
              <a:gd name="connsiteX41" fmla="*/ 7958999 w 12192000"/>
              <a:gd name="connsiteY41" fmla="*/ 1980667 h 2649426"/>
              <a:gd name="connsiteX42" fmla="*/ 7908348 w 12192000"/>
              <a:gd name="connsiteY42" fmla="*/ 1994348 h 2649426"/>
              <a:gd name="connsiteX43" fmla="*/ 7771932 w 12192000"/>
              <a:gd name="connsiteY43" fmla="*/ 2039701 h 2649426"/>
              <a:gd name="connsiteX44" fmla="*/ 7579180 w 12192000"/>
              <a:gd name="connsiteY44" fmla="*/ 2150519 h 2649426"/>
              <a:gd name="connsiteX45" fmla="*/ 7549398 w 12192000"/>
              <a:gd name="connsiteY45" fmla="*/ 2153051 h 2649426"/>
              <a:gd name="connsiteX46" fmla="*/ 7540934 w 12192000"/>
              <a:gd name="connsiteY46" fmla="*/ 2151418 h 2649426"/>
              <a:gd name="connsiteX47" fmla="*/ 7528900 w 12192000"/>
              <a:gd name="connsiteY47" fmla="*/ 2152107 h 2649426"/>
              <a:gd name="connsiteX48" fmla="*/ 7528656 w 12192000"/>
              <a:gd name="connsiteY48" fmla="*/ 2152584 h 2649426"/>
              <a:gd name="connsiteX49" fmla="*/ 7517280 w 12192000"/>
              <a:gd name="connsiteY49" fmla="*/ 2152327 h 2649426"/>
              <a:gd name="connsiteX50" fmla="*/ 7460956 w 12192000"/>
              <a:gd name="connsiteY50" fmla="*/ 2145255 h 2649426"/>
              <a:gd name="connsiteX51" fmla="*/ 7372921 w 12192000"/>
              <a:gd name="connsiteY51" fmla="*/ 2175069 h 2649426"/>
              <a:gd name="connsiteX52" fmla="*/ 7293703 w 12192000"/>
              <a:gd name="connsiteY52" fmla="*/ 2204721 h 2649426"/>
              <a:gd name="connsiteX53" fmla="*/ 7286955 w 12192000"/>
              <a:gd name="connsiteY53" fmla="*/ 2207494 h 2649426"/>
              <a:gd name="connsiteX54" fmla="*/ 7251199 w 12192000"/>
              <a:gd name="connsiteY54" fmla="*/ 2198184 h 2649426"/>
              <a:gd name="connsiteX55" fmla="*/ 7233016 w 12192000"/>
              <a:gd name="connsiteY55" fmla="*/ 2195902 h 2649426"/>
              <a:gd name="connsiteX56" fmla="*/ 7227281 w 12192000"/>
              <a:gd name="connsiteY56" fmla="*/ 2190042 h 2649426"/>
              <a:gd name="connsiteX57" fmla="*/ 7200745 w 12192000"/>
              <a:gd name="connsiteY57" fmla="*/ 2189321 h 2649426"/>
              <a:gd name="connsiteX58" fmla="*/ 7197924 w 12192000"/>
              <a:gd name="connsiteY58" fmla="*/ 2191205 h 2649426"/>
              <a:gd name="connsiteX59" fmla="*/ 7175198 w 12192000"/>
              <a:gd name="connsiteY59" fmla="*/ 2183294 h 2649426"/>
              <a:gd name="connsiteX60" fmla="*/ 7100681 w 12192000"/>
              <a:gd name="connsiteY60" fmla="*/ 2167822 h 2649426"/>
              <a:gd name="connsiteX61" fmla="*/ 6932665 w 12192000"/>
              <a:gd name="connsiteY61" fmla="*/ 2162157 h 2649426"/>
              <a:gd name="connsiteX62" fmla="*/ 6700029 w 12192000"/>
              <a:gd name="connsiteY62" fmla="*/ 2158310 h 2649426"/>
              <a:gd name="connsiteX63" fmla="*/ 6326162 w 12192000"/>
              <a:gd name="connsiteY63" fmla="*/ 2178632 h 2649426"/>
              <a:gd name="connsiteX64" fmla="*/ 6196177 w 12192000"/>
              <a:gd name="connsiteY64" fmla="*/ 2200059 h 2649426"/>
              <a:gd name="connsiteX65" fmla="*/ 6139086 w 12192000"/>
              <a:gd name="connsiteY65" fmla="*/ 2187339 h 2649426"/>
              <a:gd name="connsiteX66" fmla="*/ 6098878 w 12192000"/>
              <a:gd name="connsiteY66" fmla="*/ 2192939 h 2649426"/>
              <a:gd name="connsiteX67" fmla="*/ 6094339 w 12192000"/>
              <a:gd name="connsiteY67" fmla="*/ 2195871 h 2649426"/>
              <a:gd name="connsiteX68" fmla="*/ 6075163 w 12192000"/>
              <a:gd name="connsiteY68" fmla="*/ 2198856 h 2649426"/>
              <a:gd name="connsiteX69" fmla="*/ 6071016 w 12192000"/>
              <a:gd name="connsiteY69" fmla="*/ 2210639 h 2649426"/>
              <a:gd name="connsiteX70" fmla="*/ 6043058 w 12192000"/>
              <a:gd name="connsiteY70" fmla="*/ 2222971 h 2649426"/>
              <a:gd name="connsiteX71" fmla="*/ 5962031 w 12192000"/>
              <a:gd name="connsiteY71" fmla="*/ 2220873 h 2649426"/>
              <a:gd name="connsiteX72" fmla="*/ 5836800 w 12192000"/>
              <a:gd name="connsiteY72" fmla="*/ 2224771 h 2649426"/>
              <a:gd name="connsiteX73" fmla="*/ 5735414 w 12192000"/>
              <a:gd name="connsiteY73" fmla="*/ 2231366 h 2649426"/>
              <a:gd name="connsiteX74" fmla="*/ 5697982 w 12192000"/>
              <a:gd name="connsiteY74" fmla="*/ 2244836 h 2649426"/>
              <a:gd name="connsiteX75" fmla="*/ 5644981 w 12192000"/>
              <a:gd name="connsiteY75" fmla="*/ 2256274 h 2649426"/>
              <a:gd name="connsiteX76" fmla="*/ 5547744 w 12192000"/>
              <a:gd name="connsiteY76" fmla="*/ 2271333 h 2649426"/>
              <a:gd name="connsiteX77" fmla="*/ 5426280 w 12192000"/>
              <a:gd name="connsiteY77" fmla="*/ 2290560 h 2649426"/>
              <a:gd name="connsiteX78" fmla="*/ 5329896 w 12192000"/>
              <a:gd name="connsiteY78" fmla="*/ 2279209 h 2649426"/>
              <a:gd name="connsiteX79" fmla="*/ 5322508 w 12192000"/>
              <a:gd name="connsiteY79" fmla="*/ 2288005 h 2649426"/>
              <a:gd name="connsiteX80" fmla="*/ 5194705 w 12192000"/>
              <a:gd name="connsiteY80" fmla="*/ 2285938 h 2649426"/>
              <a:gd name="connsiteX81" fmla="*/ 5027899 w 12192000"/>
              <a:gd name="connsiteY81" fmla="*/ 2242653 h 2649426"/>
              <a:gd name="connsiteX82" fmla="*/ 4902443 w 12192000"/>
              <a:gd name="connsiteY82" fmla="*/ 2249037 h 2649426"/>
              <a:gd name="connsiteX83" fmla="*/ 4858751 w 12192000"/>
              <a:gd name="connsiteY83" fmla="*/ 2260409 h 2649426"/>
              <a:gd name="connsiteX84" fmla="*/ 4785497 w 12192000"/>
              <a:gd name="connsiteY84" fmla="*/ 2278897 h 2649426"/>
              <a:gd name="connsiteX85" fmla="*/ 4732807 w 12192000"/>
              <a:gd name="connsiteY85" fmla="*/ 2315139 h 2649426"/>
              <a:gd name="connsiteX86" fmla="*/ 4670737 w 12192000"/>
              <a:gd name="connsiteY86" fmla="*/ 2321711 h 2649426"/>
              <a:gd name="connsiteX87" fmla="*/ 4489013 w 12192000"/>
              <a:gd name="connsiteY87" fmla="*/ 2338805 h 2649426"/>
              <a:gd name="connsiteX88" fmla="*/ 4431159 w 12192000"/>
              <a:gd name="connsiteY88" fmla="*/ 2347536 h 2649426"/>
              <a:gd name="connsiteX89" fmla="*/ 4273885 w 12192000"/>
              <a:gd name="connsiteY89" fmla="*/ 2379520 h 2649426"/>
              <a:gd name="connsiteX90" fmla="*/ 4116925 w 12192000"/>
              <a:gd name="connsiteY90" fmla="*/ 2417756 h 2649426"/>
              <a:gd name="connsiteX91" fmla="*/ 3988558 w 12192000"/>
              <a:gd name="connsiteY91" fmla="*/ 2475821 h 2649426"/>
              <a:gd name="connsiteX92" fmla="*/ 3894771 w 12192000"/>
              <a:gd name="connsiteY92" fmla="*/ 2494652 h 2649426"/>
              <a:gd name="connsiteX93" fmla="*/ 3721493 w 12192000"/>
              <a:gd name="connsiteY93" fmla="*/ 2497646 h 2649426"/>
              <a:gd name="connsiteX94" fmla="*/ 3504883 w 12192000"/>
              <a:gd name="connsiteY94" fmla="*/ 2503869 h 2649426"/>
              <a:gd name="connsiteX95" fmla="*/ 3431219 w 12192000"/>
              <a:gd name="connsiteY95" fmla="*/ 2502163 h 2649426"/>
              <a:gd name="connsiteX96" fmla="*/ 3151243 w 12192000"/>
              <a:gd name="connsiteY96" fmla="*/ 2492405 h 2649426"/>
              <a:gd name="connsiteX97" fmla="*/ 3044025 w 12192000"/>
              <a:gd name="connsiteY97" fmla="*/ 2485298 h 2649426"/>
              <a:gd name="connsiteX98" fmla="*/ 2864954 w 12192000"/>
              <a:gd name="connsiteY98" fmla="*/ 2456476 h 2649426"/>
              <a:gd name="connsiteX99" fmla="*/ 2739588 w 12192000"/>
              <a:gd name="connsiteY99" fmla="*/ 2457956 h 2649426"/>
              <a:gd name="connsiteX100" fmla="*/ 2706684 w 12192000"/>
              <a:gd name="connsiteY100" fmla="*/ 2454540 h 2649426"/>
              <a:gd name="connsiteX101" fmla="*/ 2348435 w 12192000"/>
              <a:gd name="connsiteY101" fmla="*/ 2449176 h 2649426"/>
              <a:gd name="connsiteX102" fmla="*/ 2194299 w 12192000"/>
              <a:gd name="connsiteY102" fmla="*/ 2475215 h 2649426"/>
              <a:gd name="connsiteX103" fmla="*/ 1983009 w 12192000"/>
              <a:gd name="connsiteY103" fmla="*/ 2463117 h 2649426"/>
              <a:gd name="connsiteX104" fmla="*/ 1885040 w 12192000"/>
              <a:gd name="connsiteY104" fmla="*/ 2475917 h 2649426"/>
              <a:gd name="connsiteX105" fmla="*/ 1773324 w 12192000"/>
              <a:gd name="connsiteY105" fmla="*/ 2471718 h 2649426"/>
              <a:gd name="connsiteX106" fmla="*/ 1685197 w 12192000"/>
              <a:gd name="connsiteY106" fmla="*/ 2466249 h 2649426"/>
              <a:gd name="connsiteX107" fmla="*/ 1566422 w 12192000"/>
              <a:gd name="connsiteY107" fmla="*/ 2455175 h 2649426"/>
              <a:gd name="connsiteX108" fmla="*/ 1300369 w 12192000"/>
              <a:gd name="connsiteY108" fmla="*/ 2444914 h 2649426"/>
              <a:gd name="connsiteX109" fmla="*/ 1081876 w 12192000"/>
              <a:gd name="connsiteY109" fmla="*/ 2476491 h 2649426"/>
              <a:gd name="connsiteX110" fmla="*/ 957561 w 12192000"/>
              <a:gd name="connsiteY110" fmla="*/ 2484124 h 2649426"/>
              <a:gd name="connsiteX111" fmla="*/ 822775 w 12192000"/>
              <a:gd name="connsiteY111" fmla="*/ 2542292 h 2649426"/>
              <a:gd name="connsiteX112" fmla="*/ 653171 w 12192000"/>
              <a:gd name="connsiteY112" fmla="*/ 2607266 h 2649426"/>
              <a:gd name="connsiteX113" fmla="*/ 511469 w 12192000"/>
              <a:gd name="connsiteY113" fmla="*/ 2598742 h 2649426"/>
              <a:gd name="connsiteX114" fmla="*/ 441281 w 12192000"/>
              <a:gd name="connsiteY114" fmla="*/ 2605939 h 2649426"/>
              <a:gd name="connsiteX115" fmla="*/ 297100 w 12192000"/>
              <a:gd name="connsiteY115" fmla="*/ 2639558 h 2649426"/>
              <a:gd name="connsiteX116" fmla="*/ 97385 w 12192000"/>
              <a:gd name="connsiteY116" fmla="*/ 2636063 h 2649426"/>
              <a:gd name="connsiteX117" fmla="*/ 48888 w 12192000"/>
              <a:gd name="connsiteY117" fmla="*/ 2641447 h 2649426"/>
              <a:gd name="connsiteX118" fmla="*/ 0 w 12192000"/>
              <a:gd name="connsiteY118" fmla="*/ 2649426 h 2649426"/>
              <a:gd name="connsiteX119" fmla="*/ 0 w 12192000"/>
              <a:gd name="connsiteY119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35223 w 12192000"/>
              <a:gd name="connsiteY4" fmla="*/ 171451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425377 w 12192000"/>
              <a:gd name="connsiteY8" fmla="*/ 1625577 h 2649426"/>
              <a:gd name="connsiteX9" fmla="*/ 11364686 w 12192000"/>
              <a:gd name="connsiteY9" fmla="*/ 1616572 h 2649426"/>
              <a:gd name="connsiteX10" fmla="*/ 11193595 w 12192000"/>
              <a:gd name="connsiteY10" fmla="*/ 1558403 h 2649426"/>
              <a:gd name="connsiteX11" fmla="*/ 11146426 w 12192000"/>
              <a:gd name="connsiteY11" fmla="*/ 1555308 h 2649426"/>
              <a:gd name="connsiteX12" fmla="*/ 10841711 w 12192000"/>
              <a:gd name="connsiteY12" fmla="*/ 1541883 h 2649426"/>
              <a:gd name="connsiteX13" fmla="*/ 10698183 w 12192000"/>
              <a:gd name="connsiteY13" fmla="*/ 1556682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15364 w 12192000"/>
              <a:gd name="connsiteY17" fmla="*/ 1574304 h 2649426"/>
              <a:gd name="connsiteX18" fmla="*/ 10454183 w 12192000"/>
              <a:gd name="connsiteY18" fmla="*/ 1572375 h 2649426"/>
              <a:gd name="connsiteX19" fmla="*/ 10329259 w 12192000"/>
              <a:gd name="connsiteY19" fmla="*/ 1579142 h 2649426"/>
              <a:gd name="connsiteX20" fmla="*/ 10128072 w 12192000"/>
              <a:gd name="connsiteY20" fmla="*/ 1610789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60271 w 12192000"/>
              <a:gd name="connsiteY34" fmla="*/ 1856718 h 2649426"/>
              <a:gd name="connsiteX35" fmla="*/ 8330326 w 12192000"/>
              <a:gd name="connsiteY35" fmla="*/ 1873969 h 2649426"/>
              <a:gd name="connsiteX36" fmla="*/ 8279203 w 12192000"/>
              <a:gd name="connsiteY36" fmla="*/ 1870876 h 2649426"/>
              <a:gd name="connsiteX37" fmla="*/ 8216222 w 12192000"/>
              <a:gd name="connsiteY37" fmla="*/ 1895553 h 2649426"/>
              <a:gd name="connsiteX38" fmla="*/ 8119712 w 12192000"/>
              <a:gd name="connsiteY38" fmla="*/ 1947916 h 2649426"/>
              <a:gd name="connsiteX39" fmla="*/ 8081930 w 12192000"/>
              <a:gd name="connsiteY39" fmla="*/ 1940372 h 2649426"/>
              <a:gd name="connsiteX40" fmla="*/ 8043728 w 12192000"/>
              <a:gd name="connsiteY40" fmla="*/ 1944200 h 2649426"/>
              <a:gd name="connsiteX41" fmla="*/ 7958999 w 12192000"/>
              <a:gd name="connsiteY41" fmla="*/ 1980667 h 2649426"/>
              <a:gd name="connsiteX42" fmla="*/ 7908348 w 12192000"/>
              <a:gd name="connsiteY42" fmla="*/ 1994348 h 2649426"/>
              <a:gd name="connsiteX43" fmla="*/ 7771932 w 12192000"/>
              <a:gd name="connsiteY43" fmla="*/ 2039701 h 2649426"/>
              <a:gd name="connsiteX44" fmla="*/ 7629097 w 12192000"/>
              <a:gd name="connsiteY44" fmla="*/ 2123292 h 2649426"/>
              <a:gd name="connsiteX45" fmla="*/ 7549398 w 12192000"/>
              <a:gd name="connsiteY45" fmla="*/ 2153051 h 2649426"/>
              <a:gd name="connsiteX46" fmla="*/ 7540934 w 12192000"/>
              <a:gd name="connsiteY46" fmla="*/ 2151418 h 2649426"/>
              <a:gd name="connsiteX47" fmla="*/ 7528900 w 12192000"/>
              <a:gd name="connsiteY47" fmla="*/ 2152107 h 2649426"/>
              <a:gd name="connsiteX48" fmla="*/ 7528656 w 12192000"/>
              <a:gd name="connsiteY48" fmla="*/ 2152584 h 2649426"/>
              <a:gd name="connsiteX49" fmla="*/ 7517280 w 12192000"/>
              <a:gd name="connsiteY49" fmla="*/ 2152327 h 2649426"/>
              <a:gd name="connsiteX50" fmla="*/ 7460956 w 12192000"/>
              <a:gd name="connsiteY50" fmla="*/ 2145255 h 2649426"/>
              <a:gd name="connsiteX51" fmla="*/ 7372921 w 12192000"/>
              <a:gd name="connsiteY51" fmla="*/ 2175069 h 2649426"/>
              <a:gd name="connsiteX52" fmla="*/ 7293703 w 12192000"/>
              <a:gd name="connsiteY52" fmla="*/ 2204721 h 2649426"/>
              <a:gd name="connsiteX53" fmla="*/ 7286955 w 12192000"/>
              <a:gd name="connsiteY53" fmla="*/ 2207494 h 2649426"/>
              <a:gd name="connsiteX54" fmla="*/ 7251199 w 12192000"/>
              <a:gd name="connsiteY54" fmla="*/ 2198184 h 2649426"/>
              <a:gd name="connsiteX55" fmla="*/ 7233016 w 12192000"/>
              <a:gd name="connsiteY55" fmla="*/ 2195902 h 2649426"/>
              <a:gd name="connsiteX56" fmla="*/ 7227281 w 12192000"/>
              <a:gd name="connsiteY56" fmla="*/ 2190042 h 2649426"/>
              <a:gd name="connsiteX57" fmla="*/ 7200745 w 12192000"/>
              <a:gd name="connsiteY57" fmla="*/ 2189321 h 2649426"/>
              <a:gd name="connsiteX58" fmla="*/ 7197924 w 12192000"/>
              <a:gd name="connsiteY58" fmla="*/ 2191205 h 2649426"/>
              <a:gd name="connsiteX59" fmla="*/ 7175198 w 12192000"/>
              <a:gd name="connsiteY59" fmla="*/ 2183294 h 2649426"/>
              <a:gd name="connsiteX60" fmla="*/ 7100681 w 12192000"/>
              <a:gd name="connsiteY60" fmla="*/ 2167822 h 2649426"/>
              <a:gd name="connsiteX61" fmla="*/ 6932665 w 12192000"/>
              <a:gd name="connsiteY61" fmla="*/ 2162157 h 2649426"/>
              <a:gd name="connsiteX62" fmla="*/ 6700029 w 12192000"/>
              <a:gd name="connsiteY62" fmla="*/ 2158310 h 2649426"/>
              <a:gd name="connsiteX63" fmla="*/ 6326162 w 12192000"/>
              <a:gd name="connsiteY63" fmla="*/ 2178632 h 2649426"/>
              <a:gd name="connsiteX64" fmla="*/ 6196177 w 12192000"/>
              <a:gd name="connsiteY64" fmla="*/ 2200059 h 2649426"/>
              <a:gd name="connsiteX65" fmla="*/ 6139086 w 12192000"/>
              <a:gd name="connsiteY65" fmla="*/ 2187339 h 2649426"/>
              <a:gd name="connsiteX66" fmla="*/ 6098878 w 12192000"/>
              <a:gd name="connsiteY66" fmla="*/ 2192939 h 2649426"/>
              <a:gd name="connsiteX67" fmla="*/ 6094339 w 12192000"/>
              <a:gd name="connsiteY67" fmla="*/ 2195871 h 2649426"/>
              <a:gd name="connsiteX68" fmla="*/ 6075163 w 12192000"/>
              <a:gd name="connsiteY68" fmla="*/ 2198856 h 2649426"/>
              <a:gd name="connsiteX69" fmla="*/ 6071016 w 12192000"/>
              <a:gd name="connsiteY69" fmla="*/ 2210639 h 2649426"/>
              <a:gd name="connsiteX70" fmla="*/ 6043058 w 12192000"/>
              <a:gd name="connsiteY70" fmla="*/ 2222971 h 2649426"/>
              <a:gd name="connsiteX71" fmla="*/ 5962031 w 12192000"/>
              <a:gd name="connsiteY71" fmla="*/ 2220873 h 2649426"/>
              <a:gd name="connsiteX72" fmla="*/ 5836800 w 12192000"/>
              <a:gd name="connsiteY72" fmla="*/ 2224771 h 2649426"/>
              <a:gd name="connsiteX73" fmla="*/ 5735414 w 12192000"/>
              <a:gd name="connsiteY73" fmla="*/ 2231366 h 2649426"/>
              <a:gd name="connsiteX74" fmla="*/ 5697982 w 12192000"/>
              <a:gd name="connsiteY74" fmla="*/ 2244836 h 2649426"/>
              <a:gd name="connsiteX75" fmla="*/ 5644981 w 12192000"/>
              <a:gd name="connsiteY75" fmla="*/ 2256274 h 2649426"/>
              <a:gd name="connsiteX76" fmla="*/ 5547744 w 12192000"/>
              <a:gd name="connsiteY76" fmla="*/ 2271333 h 2649426"/>
              <a:gd name="connsiteX77" fmla="*/ 5426280 w 12192000"/>
              <a:gd name="connsiteY77" fmla="*/ 2290560 h 2649426"/>
              <a:gd name="connsiteX78" fmla="*/ 5329896 w 12192000"/>
              <a:gd name="connsiteY78" fmla="*/ 2279209 h 2649426"/>
              <a:gd name="connsiteX79" fmla="*/ 5322508 w 12192000"/>
              <a:gd name="connsiteY79" fmla="*/ 2288005 h 2649426"/>
              <a:gd name="connsiteX80" fmla="*/ 5194705 w 12192000"/>
              <a:gd name="connsiteY80" fmla="*/ 2285938 h 2649426"/>
              <a:gd name="connsiteX81" fmla="*/ 5027899 w 12192000"/>
              <a:gd name="connsiteY81" fmla="*/ 2242653 h 2649426"/>
              <a:gd name="connsiteX82" fmla="*/ 4902443 w 12192000"/>
              <a:gd name="connsiteY82" fmla="*/ 2249037 h 2649426"/>
              <a:gd name="connsiteX83" fmla="*/ 4858751 w 12192000"/>
              <a:gd name="connsiteY83" fmla="*/ 2260409 h 2649426"/>
              <a:gd name="connsiteX84" fmla="*/ 4785497 w 12192000"/>
              <a:gd name="connsiteY84" fmla="*/ 2278897 h 2649426"/>
              <a:gd name="connsiteX85" fmla="*/ 4732807 w 12192000"/>
              <a:gd name="connsiteY85" fmla="*/ 2315139 h 2649426"/>
              <a:gd name="connsiteX86" fmla="*/ 4670737 w 12192000"/>
              <a:gd name="connsiteY86" fmla="*/ 2321711 h 2649426"/>
              <a:gd name="connsiteX87" fmla="*/ 4489013 w 12192000"/>
              <a:gd name="connsiteY87" fmla="*/ 2338805 h 2649426"/>
              <a:gd name="connsiteX88" fmla="*/ 4431159 w 12192000"/>
              <a:gd name="connsiteY88" fmla="*/ 2347536 h 2649426"/>
              <a:gd name="connsiteX89" fmla="*/ 4273885 w 12192000"/>
              <a:gd name="connsiteY89" fmla="*/ 2379520 h 2649426"/>
              <a:gd name="connsiteX90" fmla="*/ 4116925 w 12192000"/>
              <a:gd name="connsiteY90" fmla="*/ 2417756 h 2649426"/>
              <a:gd name="connsiteX91" fmla="*/ 3988558 w 12192000"/>
              <a:gd name="connsiteY91" fmla="*/ 2475821 h 2649426"/>
              <a:gd name="connsiteX92" fmla="*/ 3894771 w 12192000"/>
              <a:gd name="connsiteY92" fmla="*/ 2494652 h 2649426"/>
              <a:gd name="connsiteX93" fmla="*/ 3721493 w 12192000"/>
              <a:gd name="connsiteY93" fmla="*/ 2497646 h 2649426"/>
              <a:gd name="connsiteX94" fmla="*/ 3504883 w 12192000"/>
              <a:gd name="connsiteY94" fmla="*/ 2503869 h 2649426"/>
              <a:gd name="connsiteX95" fmla="*/ 3431219 w 12192000"/>
              <a:gd name="connsiteY95" fmla="*/ 2502163 h 2649426"/>
              <a:gd name="connsiteX96" fmla="*/ 3151243 w 12192000"/>
              <a:gd name="connsiteY96" fmla="*/ 2492405 h 2649426"/>
              <a:gd name="connsiteX97" fmla="*/ 3044025 w 12192000"/>
              <a:gd name="connsiteY97" fmla="*/ 2485298 h 2649426"/>
              <a:gd name="connsiteX98" fmla="*/ 2864954 w 12192000"/>
              <a:gd name="connsiteY98" fmla="*/ 2456476 h 2649426"/>
              <a:gd name="connsiteX99" fmla="*/ 2739588 w 12192000"/>
              <a:gd name="connsiteY99" fmla="*/ 2457956 h 2649426"/>
              <a:gd name="connsiteX100" fmla="*/ 2706684 w 12192000"/>
              <a:gd name="connsiteY100" fmla="*/ 2454540 h 2649426"/>
              <a:gd name="connsiteX101" fmla="*/ 2348435 w 12192000"/>
              <a:gd name="connsiteY101" fmla="*/ 2449176 h 2649426"/>
              <a:gd name="connsiteX102" fmla="*/ 2194299 w 12192000"/>
              <a:gd name="connsiteY102" fmla="*/ 2475215 h 2649426"/>
              <a:gd name="connsiteX103" fmla="*/ 1983009 w 12192000"/>
              <a:gd name="connsiteY103" fmla="*/ 2463117 h 2649426"/>
              <a:gd name="connsiteX104" fmla="*/ 1885040 w 12192000"/>
              <a:gd name="connsiteY104" fmla="*/ 2475917 h 2649426"/>
              <a:gd name="connsiteX105" fmla="*/ 1773324 w 12192000"/>
              <a:gd name="connsiteY105" fmla="*/ 2471718 h 2649426"/>
              <a:gd name="connsiteX106" fmla="*/ 1685197 w 12192000"/>
              <a:gd name="connsiteY106" fmla="*/ 2466249 h 2649426"/>
              <a:gd name="connsiteX107" fmla="*/ 1566422 w 12192000"/>
              <a:gd name="connsiteY107" fmla="*/ 2455175 h 2649426"/>
              <a:gd name="connsiteX108" fmla="*/ 1300369 w 12192000"/>
              <a:gd name="connsiteY108" fmla="*/ 2444914 h 2649426"/>
              <a:gd name="connsiteX109" fmla="*/ 1081876 w 12192000"/>
              <a:gd name="connsiteY109" fmla="*/ 2476491 h 2649426"/>
              <a:gd name="connsiteX110" fmla="*/ 957561 w 12192000"/>
              <a:gd name="connsiteY110" fmla="*/ 2484124 h 2649426"/>
              <a:gd name="connsiteX111" fmla="*/ 822775 w 12192000"/>
              <a:gd name="connsiteY111" fmla="*/ 2542292 h 2649426"/>
              <a:gd name="connsiteX112" fmla="*/ 653171 w 12192000"/>
              <a:gd name="connsiteY112" fmla="*/ 2607266 h 2649426"/>
              <a:gd name="connsiteX113" fmla="*/ 511469 w 12192000"/>
              <a:gd name="connsiteY113" fmla="*/ 2598742 h 2649426"/>
              <a:gd name="connsiteX114" fmla="*/ 441281 w 12192000"/>
              <a:gd name="connsiteY114" fmla="*/ 2605939 h 2649426"/>
              <a:gd name="connsiteX115" fmla="*/ 297100 w 12192000"/>
              <a:gd name="connsiteY115" fmla="*/ 2639558 h 2649426"/>
              <a:gd name="connsiteX116" fmla="*/ 97385 w 12192000"/>
              <a:gd name="connsiteY116" fmla="*/ 2636063 h 2649426"/>
              <a:gd name="connsiteX117" fmla="*/ 48888 w 12192000"/>
              <a:gd name="connsiteY117" fmla="*/ 2641447 h 2649426"/>
              <a:gd name="connsiteX118" fmla="*/ 0 w 12192000"/>
              <a:gd name="connsiteY118" fmla="*/ 2649426 h 2649426"/>
              <a:gd name="connsiteX119" fmla="*/ 0 w 12192000"/>
              <a:gd name="connsiteY119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35223 w 12192000"/>
              <a:gd name="connsiteY4" fmla="*/ 171451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425377 w 12192000"/>
              <a:gd name="connsiteY8" fmla="*/ 1625577 h 2649426"/>
              <a:gd name="connsiteX9" fmla="*/ 11364686 w 12192000"/>
              <a:gd name="connsiteY9" fmla="*/ 1616572 h 2649426"/>
              <a:gd name="connsiteX10" fmla="*/ 11193595 w 12192000"/>
              <a:gd name="connsiteY10" fmla="*/ 1558403 h 2649426"/>
              <a:gd name="connsiteX11" fmla="*/ 11146426 w 12192000"/>
              <a:gd name="connsiteY11" fmla="*/ 1555308 h 2649426"/>
              <a:gd name="connsiteX12" fmla="*/ 10841711 w 12192000"/>
              <a:gd name="connsiteY12" fmla="*/ 1541883 h 2649426"/>
              <a:gd name="connsiteX13" fmla="*/ 10698183 w 12192000"/>
              <a:gd name="connsiteY13" fmla="*/ 1556682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15364 w 12192000"/>
              <a:gd name="connsiteY17" fmla="*/ 1574304 h 2649426"/>
              <a:gd name="connsiteX18" fmla="*/ 10454183 w 12192000"/>
              <a:gd name="connsiteY18" fmla="*/ 1572375 h 2649426"/>
              <a:gd name="connsiteX19" fmla="*/ 10329259 w 12192000"/>
              <a:gd name="connsiteY19" fmla="*/ 1579142 h 2649426"/>
              <a:gd name="connsiteX20" fmla="*/ 10128072 w 12192000"/>
              <a:gd name="connsiteY20" fmla="*/ 1610789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60271 w 12192000"/>
              <a:gd name="connsiteY34" fmla="*/ 1856718 h 2649426"/>
              <a:gd name="connsiteX35" fmla="*/ 8330326 w 12192000"/>
              <a:gd name="connsiteY35" fmla="*/ 1873969 h 2649426"/>
              <a:gd name="connsiteX36" fmla="*/ 8279203 w 12192000"/>
              <a:gd name="connsiteY36" fmla="*/ 1870876 h 2649426"/>
              <a:gd name="connsiteX37" fmla="*/ 8216222 w 12192000"/>
              <a:gd name="connsiteY37" fmla="*/ 1895553 h 2649426"/>
              <a:gd name="connsiteX38" fmla="*/ 8119712 w 12192000"/>
              <a:gd name="connsiteY38" fmla="*/ 1947916 h 2649426"/>
              <a:gd name="connsiteX39" fmla="*/ 8081930 w 12192000"/>
              <a:gd name="connsiteY39" fmla="*/ 1940372 h 2649426"/>
              <a:gd name="connsiteX40" fmla="*/ 8043728 w 12192000"/>
              <a:gd name="connsiteY40" fmla="*/ 1944200 h 2649426"/>
              <a:gd name="connsiteX41" fmla="*/ 7958999 w 12192000"/>
              <a:gd name="connsiteY41" fmla="*/ 1980667 h 2649426"/>
              <a:gd name="connsiteX42" fmla="*/ 7908348 w 12192000"/>
              <a:gd name="connsiteY42" fmla="*/ 1994348 h 2649426"/>
              <a:gd name="connsiteX43" fmla="*/ 7776470 w 12192000"/>
              <a:gd name="connsiteY43" fmla="*/ 2053315 h 2649426"/>
              <a:gd name="connsiteX44" fmla="*/ 7629097 w 12192000"/>
              <a:gd name="connsiteY44" fmla="*/ 2123292 h 2649426"/>
              <a:gd name="connsiteX45" fmla="*/ 7549398 w 12192000"/>
              <a:gd name="connsiteY45" fmla="*/ 2153051 h 2649426"/>
              <a:gd name="connsiteX46" fmla="*/ 7540934 w 12192000"/>
              <a:gd name="connsiteY46" fmla="*/ 2151418 h 2649426"/>
              <a:gd name="connsiteX47" fmla="*/ 7528900 w 12192000"/>
              <a:gd name="connsiteY47" fmla="*/ 2152107 h 2649426"/>
              <a:gd name="connsiteX48" fmla="*/ 7528656 w 12192000"/>
              <a:gd name="connsiteY48" fmla="*/ 2152584 h 2649426"/>
              <a:gd name="connsiteX49" fmla="*/ 7517280 w 12192000"/>
              <a:gd name="connsiteY49" fmla="*/ 2152327 h 2649426"/>
              <a:gd name="connsiteX50" fmla="*/ 7460956 w 12192000"/>
              <a:gd name="connsiteY50" fmla="*/ 2145255 h 2649426"/>
              <a:gd name="connsiteX51" fmla="*/ 7372921 w 12192000"/>
              <a:gd name="connsiteY51" fmla="*/ 2175069 h 2649426"/>
              <a:gd name="connsiteX52" fmla="*/ 7293703 w 12192000"/>
              <a:gd name="connsiteY52" fmla="*/ 2204721 h 2649426"/>
              <a:gd name="connsiteX53" fmla="*/ 7286955 w 12192000"/>
              <a:gd name="connsiteY53" fmla="*/ 2207494 h 2649426"/>
              <a:gd name="connsiteX54" fmla="*/ 7251199 w 12192000"/>
              <a:gd name="connsiteY54" fmla="*/ 2198184 h 2649426"/>
              <a:gd name="connsiteX55" fmla="*/ 7233016 w 12192000"/>
              <a:gd name="connsiteY55" fmla="*/ 2195902 h 2649426"/>
              <a:gd name="connsiteX56" fmla="*/ 7227281 w 12192000"/>
              <a:gd name="connsiteY56" fmla="*/ 2190042 h 2649426"/>
              <a:gd name="connsiteX57" fmla="*/ 7200745 w 12192000"/>
              <a:gd name="connsiteY57" fmla="*/ 2189321 h 2649426"/>
              <a:gd name="connsiteX58" fmla="*/ 7197924 w 12192000"/>
              <a:gd name="connsiteY58" fmla="*/ 2191205 h 2649426"/>
              <a:gd name="connsiteX59" fmla="*/ 7175198 w 12192000"/>
              <a:gd name="connsiteY59" fmla="*/ 2183294 h 2649426"/>
              <a:gd name="connsiteX60" fmla="*/ 7100681 w 12192000"/>
              <a:gd name="connsiteY60" fmla="*/ 2167822 h 2649426"/>
              <a:gd name="connsiteX61" fmla="*/ 6932665 w 12192000"/>
              <a:gd name="connsiteY61" fmla="*/ 2162157 h 2649426"/>
              <a:gd name="connsiteX62" fmla="*/ 6700029 w 12192000"/>
              <a:gd name="connsiteY62" fmla="*/ 2158310 h 2649426"/>
              <a:gd name="connsiteX63" fmla="*/ 6326162 w 12192000"/>
              <a:gd name="connsiteY63" fmla="*/ 2178632 h 2649426"/>
              <a:gd name="connsiteX64" fmla="*/ 6196177 w 12192000"/>
              <a:gd name="connsiteY64" fmla="*/ 2200059 h 2649426"/>
              <a:gd name="connsiteX65" fmla="*/ 6139086 w 12192000"/>
              <a:gd name="connsiteY65" fmla="*/ 2187339 h 2649426"/>
              <a:gd name="connsiteX66" fmla="*/ 6098878 w 12192000"/>
              <a:gd name="connsiteY66" fmla="*/ 2192939 h 2649426"/>
              <a:gd name="connsiteX67" fmla="*/ 6094339 w 12192000"/>
              <a:gd name="connsiteY67" fmla="*/ 2195871 h 2649426"/>
              <a:gd name="connsiteX68" fmla="*/ 6075163 w 12192000"/>
              <a:gd name="connsiteY68" fmla="*/ 2198856 h 2649426"/>
              <a:gd name="connsiteX69" fmla="*/ 6071016 w 12192000"/>
              <a:gd name="connsiteY69" fmla="*/ 2210639 h 2649426"/>
              <a:gd name="connsiteX70" fmla="*/ 6043058 w 12192000"/>
              <a:gd name="connsiteY70" fmla="*/ 2222971 h 2649426"/>
              <a:gd name="connsiteX71" fmla="*/ 5962031 w 12192000"/>
              <a:gd name="connsiteY71" fmla="*/ 2220873 h 2649426"/>
              <a:gd name="connsiteX72" fmla="*/ 5836800 w 12192000"/>
              <a:gd name="connsiteY72" fmla="*/ 2224771 h 2649426"/>
              <a:gd name="connsiteX73" fmla="*/ 5735414 w 12192000"/>
              <a:gd name="connsiteY73" fmla="*/ 2231366 h 2649426"/>
              <a:gd name="connsiteX74" fmla="*/ 5697982 w 12192000"/>
              <a:gd name="connsiteY74" fmla="*/ 2244836 h 2649426"/>
              <a:gd name="connsiteX75" fmla="*/ 5644981 w 12192000"/>
              <a:gd name="connsiteY75" fmla="*/ 2256274 h 2649426"/>
              <a:gd name="connsiteX76" fmla="*/ 5547744 w 12192000"/>
              <a:gd name="connsiteY76" fmla="*/ 2271333 h 2649426"/>
              <a:gd name="connsiteX77" fmla="*/ 5426280 w 12192000"/>
              <a:gd name="connsiteY77" fmla="*/ 2290560 h 2649426"/>
              <a:gd name="connsiteX78" fmla="*/ 5329896 w 12192000"/>
              <a:gd name="connsiteY78" fmla="*/ 2279209 h 2649426"/>
              <a:gd name="connsiteX79" fmla="*/ 5322508 w 12192000"/>
              <a:gd name="connsiteY79" fmla="*/ 2288005 h 2649426"/>
              <a:gd name="connsiteX80" fmla="*/ 5194705 w 12192000"/>
              <a:gd name="connsiteY80" fmla="*/ 2285938 h 2649426"/>
              <a:gd name="connsiteX81" fmla="*/ 5027899 w 12192000"/>
              <a:gd name="connsiteY81" fmla="*/ 2242653 h 2649426"/>
              <a:gd name="connsiteX82" fmla="*/ 4902443 w 12192000"/>
              <a:gd name="connsiteY82" fmla="*/ 2249037 h 2649426"/>
              <a:gd name="connsiteX83" fmla="*/ 4858751 w 12192000"/>
              <a:gd name="connsiteY83" fmla="*/ 2260409 h 2649426"/>
              <a:gd name="connsiteX84" fmla="*/ 4785497 w 12192000"/>
              <a:gd name="connsiteY84" fmla="*/ 2278897 h 2649426"/>
              <a:gd name="connsiteX85" fmla="*/ 4732807 w 12192000"/>
              <a:gd name="connsiteY85" fmla="*/ 2315139 h 2649426"/>
              <a:gd name="connsiteX86" fmla="*/ 4670737 w 12192000"/>
              <a:gd name="connsiteY86" fmla="*/ 2321711 h 2649426"/>
              <a:gd name="connsiteX87" fmla="*/ 4489013 w 12192000"/>
              <a:gd name="connsiteY87" fmla="*/ 2338805 h 2649426"/>
              <a:gd name="connsiteX88" fmla="*/ 4431159 w 12192000"/>
              <a:gd name="connsiteY88" fmla="*/ 2347536 h 2649426"/>
              <a:gd name="connsiteX89" fmla="*/ 4273885 w 12192000"/>
              <a:gd name="connsiteY89" fmla="*/ 2379520 h 2649426"/>
              <a:gd name="connsiteX90" fmla="*/ 4116925 w 12192000"/>
              <a:gd name="connsiteY90" fmla="*/ 2417756 h 2649426"/>
              <a:gd name="connsiteX91" fmla="*/ 3988558 w 12192000"/>
              <a:gd name="connsiteY91" fmla="*/ 2475821 h 2649426"/>
              <a:gd name="connsiteX92" fmla="*/ 3894771 w 12192000"/>
              <a:gd name="connsiteY92" fmla="*/ 2494652 h 2649426"/>
              <a:gd name="connsiteX93" fmla="*/ 3721493 w 12192000"/>
              <a:gd name="connsiteY93" fmla="*/ 2497646 h 2649426"/>
              <a:gd name="connsiteX94" fmla="*/ 3504883 w 12192000"/>
              <a:gd name="connsiteY94" fmla="*/ 2503869 h 2649426"/>
              <a:gd name="connsiteX95" fmla="*/ 3431219 w 12192000"/>
              <a:gd name="connsiteY95" fmla="*/ 2502163 h 2649426"/>
              <a:gd name="connsiteX96" fmla="*/ 3151243 w 12192000"/>
              <a:gd name="connsiteY96" fmla="*/ 2492405 h 2649426"/>
              <a:gd name="connsiteX97" fmla="*/ 3044025 w 12192000"/>
              <a:gd name="connsiteY97" fmla="*/ 2485298 h 2649426"/>
              <a:gd name="connsiteX98" fmla="*/ 2864954 w 12192000"/>
              <a:gd name="connsiteY98" fmla="*/ 2456476 h 2649426"/>
              <a:gd name="connsiteX99" fmla="*/ 2739588 w 12192000"/>
              <a:gd name="connsiteY99" fmla="*/ 2457956 h 2649426"/>
              <a:gd name="connsiteX100" fmla="*/ 2706684 w 12192000"/>
              <a:gd name="connsiteY100" fmla="*/ 2454540 h 2649426"/>
              <a:gd name="connsiteX101" fmla="*/ 2348435 w 12192000"/>
              <a:gd name="connsiteY101" fmla="*/ 2449176 h 2649426"/>
              <a:gd name="connsiteX102" fmla="*/ 2194299 w 12192000"/>
              <a:gd name="connsiteY102" fmla="*/ 2475215 h 2649426"/>
              <a:gd name="connsiteX103" fmla="*/ 1983009 w 12192000"/>
              <a:gd name="connsiteY103" fmla="*/ 2463117 h 2649426"/>
              <a:gd name="connsiteX104" fmla="*/ 1885040 w 12192000"/>
              <a:gd name="connsiteY104" fmla="*/ 2475917 h 2649426"/>
              <a:gd name="connsiteX105" fmla="*/ 1773324 w 12192000"/>
              <a:gd name="connsiteY105" fmla="*/ 2471718 h 2649426"/>
              <a:gd name="connsiteX106" fmla="*/ 1685197 w 12192000"/>
              <a:gd name="connsiteY106" fmla="*/ 2466249 h 2649426"/>
              <a:gd name="connsiteX107" fmla="*/ 1566422 w 12192000"/>
              <a:gd name="connsiteY107" fmla="*/ 2455175 h 2649426"/>
              <a:gd name="connsiteX108" fmla="*/ 1300369 w 12192000"/>
              <a:gd name="connsiteY108" fmla="*/ 2444914 h 2649426"/>
              <a:gd name="connsiteX109" fmla="*/ 1081876 w 12192000"/>
              <a:gd name="connsiteY109" fmla="*/ 2476491 h 2649426"/>
              <a:gd name="connsiteX110" fmla="*/ 957561 w 12192000"/>
              <a:gd name="connsiteY110" fmla="*/ 2484124 h 2649426"/>
              <a:gd name="connsiteX111" fmla="*/ 822775 w 12192000"/>
              <a:gd name="connsiteY111" fmla="*/ 2542292 h 2649426"/>
              <a:gd name="connsiteX112" fmla="*/ 653171 w 12192000"/>
              <a:gd name="connsiteY112" fmla="*/ 2607266 h 2649426"/>
              <a:gd name="connsiteX113" fmla="*/ 511469 w 12192000"/>
              <a:gd name="connsiteY113" fmla="*/ 2598742 h 2649426"/>
              <a:gd name="connsiteX114" fmla="*/ 441281 w 12192000"/>
              <a:gd name="connsiteY114" fmla="*/ 2605939 h 2649426"/>
              <a:gd name="connsiteX115" fmla="*/ 297100 w 12192000"/>
              <a:gd name="connsiteY115" fmla="*/ 2639558 h 2649426"/>
              <a:gd name="connsiteX116" fmla="*/ 97385 w 12192000"/>
              <a:gd name="connsiteY116" fmla="*/ 2636063 h 2649426"/>
              <a:gd name="connsiteX117" fmla="*/ 48888 w 12192000"/>
              <a:gd name="connsiteY117" fmla="*/ 2641447 h 2649426"/>
              <a:gd name="connsiteX118" fmla="*/ 0 w 12192000"/>
              <a:gd name="connsiteY118" fmla="*/ 2649426 h 2649426"/>
              <a:gd name="connsiteX119" fmla="*/ 0 w 12192000"/>
              <a:gd name="connsiteY119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35223 w 12192000"/>
              <a:gd name="connsiteY4" fmla="*/ 171451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425377 w 12192000"/>
              <a:gd name="connsiteY8" fmla="*/ 1625577 h 2649426"/>
              <a:gd name="connsiteX9" fmla="*/ 11364686 w 12192000"/>
              <a:gd name="connsiteY9" fmla="*/ 1616572 h 2649426"/>
              <a:gd name="connsiteX10" fmla="*/ 11193595 w 12192000"/>
              <a:gd name="connsiteY10" fmla="*/ 1558403 h 2649426"/>
              <a:gd name="connsiteX11" fmla="*/ 11146426 w 12192000"/>
              <a:gd name="connsiteY11" fmla="*/ 1555308 h 2649426"/>
              <a:gd name="connsiteX12" fmla="*/ 10841711 w 12192000"/>
              <a:gd name="connsiteY12" fmla="*/ 1541883 h 2649426"/>
              <a:gd name="connsiteX13" fmla="*/ 10698183 w 12192000"/>
              <a:gd name="connsiteY13" fmla="*/ 1556682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15364 w 12192000"/>
              <a:gd name="connsiteY17" fmla="*/ 1574304 h 2649426"/>
              <a:gd name="connsiteX18" fmla="*/ 10454183 w 12192000"/>
              <a:gd name="connsiteY18" fmla="*/ 1572375 h 2649426"/>
              <a:gd name="connsiteX19" fmla="*/ 10329259 w 12192000"/>
              <a:gd name="connsiteY19" fmla="*/ 1579142 h 2649426"/>
              <a:gd name="connsiteX20" fmla="*/ 10128072 w 12192000"/>
              <a:gd name="connsiteY20" fmla="*/ 1610789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60271 w 12192000"/>
              <a:gd name="connsiteY34" fmla="*/ 1856718 h 2649426"/>
              <a:gd name="connsiteX35" fmla="*/ 8330326 w 12192000"/>
              <a:gd name="connsiteY35" fmla="*/ 1873969 h 2649426"/>
              <a:gd name="connsiteX36" fmla="*/ 8216222 w 12192000"/>
              <a:gd name="connsiteY36" fmla="*/ 1895553 h 2649426"/>
              <a:gd name="connsiteX37" fmla="*/ 8119712 w 12192000"/>
              <a:gd name="connsiteY37" fmla="*/ 1947916 h 2649426"/>
              <a:gd name="connsiteX38" fmla="*/ 8081930 w 12192000"/>
              <a:gd name="connsiteY38" fmla="*/ 1940372 h 2649426"/>
              <a:gd name="connsiteX39" fmla="*/ 8043728 w 12192000"/>
              <a:gd name="connsiteY39" fmla="*/ 1944200 h 2649426"/>
              <a:gd name="connsiteX40" fmla="*/ 7958999 w 12192000"/>
              <a:gd name="connsiteY40" fmla="*/ 1980667 h 2649426"/>
              <a:gd name="connsiteX41" fmla="*/ 7908348 w 12192000"/>
              <a:gd name="connsiteY41" fmla="*/ 1994348 h 2649426"/>
              <a:gd name="connsiteX42" fmla="*/ 7776470 w 12192000"/>
              <a:gd name="connsiteY42" fmla="*/ 2053315 h 2649426"/>
              <a:gd name="connsiteX43" fmla="*/ 7629097 w 12192000"/>
              <a:gd name="connsiteY43" fmla="*/ 2123292 h 2649426"/>
              <a:gd name="connsiteX44" fmla="*/ 7549398 w 12192000"/>
              <a:gd name="connsiteY44" fmla="*/ 2153051 h 2649426"/>
              <a:gd name="connsiteX45" fmla="*/ 7540934 w 12192000"/>
              <a:gd name="connsiteY45" fmla="*/ 2151418 h 2649426"/>
              <a:gd name="connsiteX46" fmla="*/ 7528900 w 12192000"/>
              <a:gd name="connsiteY46" fmla="*/ 2152107 h 2649426"/>
              <a:gd name="connsiteX47" fmla="*/ 7528656 w 12192000"/>
              <a:gd name="connsiteY47" fmla="*/ 2152584 h 2649426"/>
              <a:gd name="connsiteX48" fmla="*/ 7517280 w 12192000"/>
              <a:gd name="connsiteY48" fmla="*/ 2152327 h 2649426"/>
              <a:gd name="connsiteX49" fmla="*/ 7460956 w 12192000"/>
              <a:gd name="connsiteY49" fmla="*/ 2145255 h 2649426"/>
              <a:gd name="connsiteX50" fmla="*/ 7372921 w 12192000"/>
              <a:gd name="connsiteY50" fmla="*/ 2175069 h 2649426"/>
              <a:gd name="connsiteX51" fmla="*/ 7293703 w 12192000"/>
              <a:gd name="connsiteY51" fmla="*/ 2204721 h 2649426"/>
              <a:gd name="connsiteX52" fmla="*/ 7286955 w 12192000"/>
              <a:gd name="connsiteY52" fmla="*/ 2207494 h 2649426"/>
              <a:gd name="connsiteX53" fmla="*/ 7251199 w 12192000"/>
              <a:gd name="connsiteY53" fmla="*/ 2198184 h 2649426"/>
              <a:gd name="connsiteX54" fmla="*/ 7233016 w 12192000"/>
              <a:gd name="connsiteY54" fmla="*/ 2195902 h 2649426"/>
              <a:gd name="connsiteX55" fmla="*/ 7227281 w 12192000"/>
              <a:gd name="connsiteY55" fmla="*/ 2190042 h 2649426"/>
              <a:gd name="connsiteX56" fmla="*/ 7200745 w 12192000"/>
              <a:gd name="connsiteY56" fmla="*/ 2189321 h 2649426"/>
              <a:gd name="connsiteX57" fmla="*/ 7197924 w 12192000"/>
              <a:gd name="connsiteY57" fmla="*/ 2191205 h 2649426"/>
              <a:gd name="connsiteX58" fmla="*/ 7175198 w 12192000"/>
              <a:gd name="connsiteY58" fmla="*/ 2183294 h 2649426"/>
              <a:gd name="connsiteX59" fmla="*/ 7100681 w 12192000"/>
              <a:gd name="connsiteY59" fmla="*/ 2167822 h 2649426"/>
              <a:gd name="connsiteX60" fmla="*/ 6932665 w 12192000"/>
              <a:gd name="connsiteY60" fmla="*/ 2162157 h 2649426"/>
              <a:gd name="connsiteX61" fmla="*/ 6700029 w 12192000"/>
              <a:gd name="connsiteY61" fmla="*/ 2158310 h 2649426"/>
              <a:gd name="connsiteX62" fmla="*/ 6326162 w 12192000"/>
              <a:gd name="connsiteY62" fmla="*/ 2178632 h 2649426"/>
              <a:gd name="connsiteX63" fmla="*/ 6196177 w 12192000"/>
              <a:gd name="connsiteY63" fmla="*/ 2200059 h 2649426"/>
              <a:gd name="connsiteX64" fmla="*/ 6139086 w 12192000"/>
              <a:gd name="connsiteY64" fmla="*/ 2187339 h 2649426"/>
              <a:gd name="connsiteX65" fmla="*/ 6098878 w 12192000"/>
              <a:gd name="connsiteY65" fmla="*/ 2192939 h 2649426"/>
              <a:gd name="connsiteX66" fmla="*/ 6094339 w 12192000"/>
              <a:gd name="connsiteY66" fmla="*/ 2195871 h 2649426"/>
              <a:gd name="connsiteX67" fmla="*/ 6075163 w 12192000"/>
              <a:gd name="connsiteY67" fmla="*/ 2198856 h 2649426"/>
              <a:gd name="connsiteX68" fmla="*/ 6071016 w 12192000"/>
              <a:gd name="connsiteY68" fmla="*/ 2210639 h 2649426"/>
              <a:gd name="connsiteX69" fmla="*/ 6043058 w 12192000"/>
              <a:gd name="connsiteY69" fmla="*/ 2222971 h 2649426"/>
              <a:gd name="connsiteX70" fmla="*/ 5962031 w 12192000"/>
              <a:gd name="connsiteY70" fmla="*/ 2220873 h 2649426"/>
              <a:gd name="connsiteX71" fmla="*/ 5836800 w 12192000"/>
              <a:gd name="connsiteY71" fmla="*/ 2224771 h 2649426"/>
              <a:gd name="connsiteX72" fmla="*/ 5735414 w 12192000"/>
              <a:gd name="connsiteY72" fmla="*/ 2231366 h 2649426"/>
              <a:gd name="connsiteX73" fmla="*/ 5697982 w 12192000"/>
              <a:gd name="connsiteY73" fmla="*/ 2244836 h 2649426"/>
              <a:gd name="connsiteX74" fmla="*/ 5644981 w 12192000"/>
              <a:gd name="connsiteY74" fmla="*/ 2256274 h 2649426"/>
              <a:gd name="connsiteX75" fmla="*/ 5547744 w 12192000"/>
              <a:gd name="connsiteY75" fmla="*/ 2271333 h 2649426"/>
              <a:gd name="connsiteX76" fmla="*/ 5426280 w 12192000"/>
              <a:gd name="connsiteY76" fmla="*/ 2290560 h 2649426"/>
              <a:gd name="connsiteX77" fmla="*/ 5329896 w 12192000"/>
              <a:gd name="connsiteY77" fmla="*/ 2279209 h 2649426"/>
              <a:gd name="connsiteX78" fmla="*/ 5322508 w 12192000"/>
              <a:gd name="connsiteY78" fmla="*/ 2288005 h 2649426"/>
              <a:gd name="connsiteX79" fmla="*/ 5194705 w 12192000"/>
              <a:gd name="connsiteY79" fmla="*/ 2285938 h 2649426"/>
              <a:gd name="connsiteX80" fmla="*/ 5027899 w 12192000"/>
              <a:gd name="connsiteY80" fmla="*/ 2242653 h 2649426"/>
              <a:gd name="connsiteX81" fmla="*/ 4902443 w 12192000"/>
              <a:gd name="connsiteY81" fmla="*/ 2249037 h 2649426"/>
              <a:gd name="connsiteX82" fmla="*/ 4858751 w 12192000"/>
              <a:gd name="connsiteY82" fmla="*/ 2260409 h 2649426"/>
              <a:gd name="connsiteX83" fmla="*/ 4785497 w 12192000"/>
              <a:gd name="connsiteY83" fmla="*/ 2278897 h 2649426"/>
              <a:gd name="connsiteX84" fmla="*/ 4732807 w 12192000"/>
              <a:gd name="connsiteY84" fmla="*/ 2315139 h 2649426"/>
              <a:gd name="connsiteX85" fmla="*/ 4670737 w 12192000"/>
              <a:gd name="connsiteY85" fmla="*/ 2321711 h 2649426"/>
              <a:gd name="connsiteX86" fmla="*/ 4489013 w 12192000"/>
              <a:gd name="connsiteY86" fmla="*/ 2338805 h 2649426"/>
              <a:gd name="connsiteX87" fmla="*/ 4431159 w 12192000"/>
              <a:gd name="connsiteY87" fmla="*/ 2347536 h 2649426"/>
              <a:gd name="connsiteX88" fmla="*/ 4273885 w 12192000"/>
              <a:gd name="connsiteY88" fmla="*/ 2379520 h 2649426"/>
              <a:gd name="connsiteX89" fmla="*/ 4116925 w 12192000"/>
              <a:gd name="connsiteY89" fmla="*/ 2417756 h 2649426"/>
              <a:gd name="connsiteX90" fmla="*/ 3988558 w 12192000"/>
              <a:gd name="connsiteY90" fmla="*/ 2475821 h 2649426"/>
              <a:gd name="connsiteX91" fmla="*/ 3894771 w 12192000"/>
              <a:gd name="connsiteY91" fmla="*/ 2494652 h 2649426"/>
              <a:gd name="connsiteX92" fmla="*/ 3721493 w 12192000"/>
              <a:gd name="connsiteY92" fmla="*/ 2497646 h 2649426"/>
              <a:gd name="connsiteX93" fmla="*/ 3504883 w 12192000"/>
              <a:gd name="connsiteY93" fmla="*/ 2503869 h 2649426"/>
              <a:gd name="connsiteX94" fmla="*/ 3431219 w 12192000"/>
              <a:gd name="connsiteY94" fmla="*/ 2502163 h 2649426"/>
              <a:gd name="connsiteX95" fmla="*/ 3151243 w 12192000"/>
              <a:gd name="connsiteY95" fmla="*/ 2492405 h 2649426"/>
              <a:gd name="connsiteX96" fmla="*/ 3044025 w 12192000"/>
              <a:gd name="connsiteY96" fmla="*/ 2485298 h 2649426"/>
              <a:gd name="connsiteX97" fmla="*/ 2864954 w 12192000"/>
              <a:gd name="connsiteY97" fmla="*/ 2456476 h 2649426"/>
              <a:gd name="connsiteX98" fmla="*/ 2739588 w 12192000"/>
              <a:gd name="connsiteY98" fmla="*/ 2457956 h 2649426"/>
              <a:gd name="connsiteX99" fmla="*/ 2706684 w 12192000"/>
              <a:gd name="connsiteY99" fmla="*/ 2454540 h 2649426"/>
              <a:gd name="connsiteX100" fmla="*/ 2348435 w 12192000"/>
              <a:gd name="connsiteY100" fmla="*/ 2449176 h 2649426"/>
              <a:gd name="connsiteX101" fmla="*/ 2194299 w 12192000"/>
              <a:gd name="connsiteY101" fmla="*/ 2475215 h 2649426"/>
              <a:gd name="connsiteX102" fmla="*/ 1983009 w 12192000"/>
              <a:gd name="connsiteY102" fmla="*/ 2463117 h 2649426"/>
              <a:gd name="connsiteX103" fmla="*/ 1885040 w 12192000"/>
              <a:gd name="connsiteY103" fmla="*/ 2475917 h 2649426"/>
              <a:gd name="connsiteX104" fmla="*/ 1773324 w 12192000"/>
              <a:gd name="connsiteY104" fmla="*/ 2471718 h 2649426"/>
              <a:gd name="connsiteX105" fmla="*/ 1685197 w 12192000"/>
              <a:gd name="connsiteY105" fmla="*/ 2466249 h 2649426"/>
              <a:gd name="connsiteX106" fmla="*/ 1566422 w 12192000"/>
              <a:gd name="connsiteY106" fmla="*/ 2455175 h 2649426"/>
              <a:gd name="connsiteX107" fmla="*/ 1300369 w 12192000"/>
              <a:gd name="connsiteY107" fmla="*/ 2444914 h 2649426"/>
              <a:gd name="connsiteX108" fmla="*/ 1081876 w 12192000"/>
              <a:gd name="connsiteY108" fmla="*/ 2476491 h 2649426"/>
              <a:gd name="connsiteX109" fmla="*/ 957561 w 12192000"/>
              <a:gd name="connsiteY109" fmla="*/ 2484124 h 2649426"/>
              <a:gd name="connsiteX110" fmla="*/ 822775 w 12192000"/>
              <a:gd name="connsiteY110" fmla="*/ 2542292 h 2649426"/>
              <a:gd name="connsiteX111" fmla="*/ 653171 w 12192000"/>
              <a:gd name="connsiteY111" fmla="*/ 2607266 h 2649426"/>
              <a:gd name="connsiteX112" fmla="*/ 511469 w 12192000"/>
              <a:gd name="connsiteY112" fmla="*/ 2598742 h 2649426"/>
              <a:gd name="connsiteX113" fmla="*/ 441281 w 12192000"/>
              <a:gd name="connsiteY113" fmla="*/ 2605939 h 2649426"/>
              <a:gd name="connsiteX114" fmla="*/ 297100 w 12192000"/>
              <a:gd name="connsiteY114" fmla="*/ 2639558 h 2649426"/>
              <a:gd name="connsiteX115" fmla="*/ 97385 w 12192000"/>
              <a:gd name="connsiteY115" fmla="*/ 2636063 h 2649426"/>
              <a:gd name="connsiteX116" fmla="*/ 48888 w 12192000"/>
              <a:gd name="connsiteY116" fmla="*/ 2641447 h 2649426"/>
              <a:gd name="connsiteX117" fmla="*/ 0 w 12192000"/>
              <a:gd name="connsiteY117" fmla="*/ 2649426 h 2649426"/>
              <a:gd name="connsiteX118" fmla="*/ 0 w 12192000"/>
              <a:gd name="connsiteY118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35223 w 12192000"/>
              <a:gd name="connsiteY4" fmla="*/ 171451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425377 w 12192000"/>
              <a:gd name="connsiteY8" fmla="*/ 1625577 h 2649426"/>
              <a:gd name="connsiteX9" fmla="*/ 11364686 w 12192000"/>
              <a:gd name="connsiteY9" fmla="*/ 1616572 h 2649426"/>
              <a:gd name="connsiteX10" fmla="*/ 11193595 w 12192000"/>
              <a:gd name="connsiteY10" fmla="*/ 1558403 h 2649426"/>
              <a:gd name="connsiteX11" fmla="*/ 11146426 w 12192000"/>
              <a:gd name="connsiteY11" fmla="*/ 1555308 h 2649426"/>
              <a:gd name="connsiteX12" fmla="*/ 10841711 w 12192000"/>
              <a:gd name="connsiteY12" fmla="*/ 1541883 h 2649426"/>
              <a:gd name="connsiteX13" fmla="*/ 10698183 w 12192000"/>
              <a:gd name="connsiteY13" fmla="*/ 1556682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15364 w 12192000"/>
              <a:gd name="connsiteY17" fmla="*/ 1574304 h 2649426"/>
              <a:gd name="connsiteX18" fmla="*/ 10454183 w 12192000"/>
              <a:gd name="connsiteY18" fmla="*/ 1572375 h 2649426"/>
              <a:gd name="connsiteX19" fmla="*/ 10329259 w 12192000"/>
              <a:gd name="connsiteY19" fmla="*/ 1579142 h 2649426"/>
              <a:gd name="connsiteX20" fmla="*/ 10128072 w 12192000"/>
              <a:gd name="connsiteY20" fmla="*/ 1610789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60271 w 12192000"/>
              <a:gd name="connsiteY34" fmla="*/ 1856718 h 2649426"/>
              <a:gd name="connsiteX35" fmla="*/ 8330326 w 12192000"/>
              <a:gd name="connsiteY35" fmla="*/ 1873969 h 2649426"/>
              <a:gd name="connsiteX36" fmla="*/ 8216222 w 12192000"/>
              <a:gd name="connsiteY36" fmla="*/ 1895553 h 2649426"/>
              <a:gd name="connsiteX37" fmla="*/ 8081930 w 12192000"/>
              <a:gd name="connsiteY37" fmla="*/ 1940372 h 2649426"/>
              <a:gd name="connsiteX38" fmla="*/ 8043728 w 12192000"/>
              <a:gd name="connsiteY38" fmla="*/ 1944200 h 2649426"/>
              <a:gd name="connsiteX39" fmla="*/ 7958999 w 12192000"/>
              <a:gd name="connsiteY39" fmla="*/ 1980667 h 2649426"/>
              <a:gd name="connsiteX40" fmla="*/ 7908348 w 12192000"/>
              <a:gd name="connsiteY40" fmla="*/ 1994348 h 2649426"/>
              <a:gd name="connsiteX41" fmla="*/ 7776470 w 12192000"/>
              <a:gd name="connsiteY41" fmla="*/ 2053315 h 2649426"/>
              <a:gd name="connsiteX42" fmla="*/ 7629097 w 12192000"/>
              <a:gd name="connsiteY42" fmla="*/ 2123292 h 2649426"/>
              <a:gd name="connsiteX43" fmla="*/ 7549398 w 12192000"/>
              <a:gd name="connsiteY43" fmla="*/ 2153051 h 2649426"/>
              <a:gd name="connsiteX44" fmla="*/ 7540934 w 12192000"/>
              <a:gd name="connsiteY44" fmla="*/ 2151418 h 2649426"/>
              <a:gd name="connsiteX45" fmla="*/ 7528900 w 12192000"/>
              <a:gd name="connsiteY45" fmla="*/ 2152107 h 2649426"/>
              <a:gd name="connsiteX46" fmla="*/ 7528656 w 12192000"/>
              <a:gd name="connsiteY46" fmla="*/ 2152584 h 2649426"/>
              <a:gd name="connsiteX47" fmla="*/ 7517280 w 12192000"/>
              <a:gd name="connsiteY47" fmla="*/ 2152327 h 2649426"/>
              <a:gd name="connsiteX48" fmla="*/ 7460956 w 12192000"/>
              <a:gd name="connsiteY48" fmla="*/ 2145255 h 2649426"/>
              <a:gd name="connsiteX49" fmla="*/ 7372921 w 12192000"/>
              <a:gd name="connsiteY49" fmla="*/ 2175069 h 2649426"/>
              <a:gd name="connsiteX50" fmla="*/ 7293703 w 12192000"/>
              <a:gd name="connsiteY50" fmla="*/ 2204721 h 2649426"/>
              <a:gd name="connsiteX51" fmla="*/ 7286955 w 12192000"/>
              <a:gd name="connsiteY51" fmla="*/ 2207494 h 2649426"/>
              <a:gd name="connsiteX52" fmla="*/ 7251199 w 12192000"/>
              <a:gd name="connsiteY52" fmla="*/ 2198184 h 2649426"/>
              <a:gd name="connsiteX53" fmla="*/ 7233016 w 12192000"/>
              <a:gd name="connsiteY53" fmla="*/ 2195902 h 2649426"/>
              <a:gd name="connsiteX54" fmla="*/ 7227281 w 12192000"/>
              <a:gd name="connsiteY54" fmla="*/ 2190042 h 2649426"/>
              <a:gd name="connsiteX55" fmla="*/ 7200745 w 12192000"/>
              <a:gd name="connsiteY55" fmla="*/ 2189321 h 2649426"/>
              <a:gd name="connsiteX56" fmla="*/ 7197924 w 12192000"/>
              <a:gd name="connsiteY56" fmla="*/ 2191205 h 2649426"/>
              <a:gd name="connsiteX57" fmla="*/ 7175198 w 12192000"/>
              <a:gd name="connsiteY57" fmla="*/ 2183294 h 2649426"/>
              <a:gd name="connsiteX58" fmla="*/ 7100681 w 12192000"/>
              <a:gd name="connsiteY58" fmla="*/ 2167822 h 2649426"/>
              <a:gd name="connsiteX59" fmla="*/ 6932665 w 12192000"/>
              <a:gd name="connsiteY59" fmla="*/ 2162157 h 2649426"/>
              <a:gd name="connsiteX60" fmla="*/ 6700029 w 12192000"/>
              <a:gd name="connsiteY60" fmla="*/ 2158310 h 2649426"/>
              <a:gd name="connsiteX61" fmla="*/ 6326162 w 12192000"/>
              <a:gd name="connsiteY61" fmla="*/ 2178632 h 2649426"/>
              <a:gd name="connsiteX62" fmla="*/ 6196177 w 12192000"/>
              <a:gd name="connsiteY62" fmla="*/ 2200059 h 2649426"/>
              <a:gd name="connsiteX63" fmla="*/ 6139086 w 12192000"/>
              <a:gd name="connsiteY63" fmla="*/ 2187339 h 2649426"/>
              <a:gd name="connsiteX64" fmla="*/ 6098878 w 12192000"/>
              <a:gd name="connsiteY64" fmla="*/ 2192939 h 2649426"/>
              <a:gd name="connsiteX65" fmla="*/ 6094339 w 12192000"/>
              <a:gd name="connsiteY65" fmla="*/ 2195871 h 2649426"/>
              <a:gd name="connsiteX66" fmla="*/ 6075163 w 12192000"/>
              <a:gd name="connsiteY66" fmla="*/ 2198856 h 2649426"/>
              <a:gd name="connsiteX67" fmla="*/ 6071016 w 12192000"/>
              <a:gd name="connsiteY67" fmla="*/ 2210639 h 2649426"/>
              <a:gd name="connsiteX68" fmla="*/ 6043058 w 12192000"/>
              <a:gd name="connsiteY68" fmla="*/ 2222971 h 2649426"/>
              <a:gd name="connsiteX69" fmla="*/ 5962031 w 12192000"/>
              <a:gd name="connsiteY69" fmla="*/ 2220873 h 2649426"/>
              <a:gd name="connsiteX70" fmla="*/ 5836800 w 12192000"/>
              <a:gd name="connsiteY70" fmla="*/ 2224771 h 2649426"/>
              <a:gd name="connsiteX71" fmla="*/ 5735414 w 12192000"/>
              <a:gd name="connsiteY71" fmla="*/ 2231366 h 2649426"/>
              <a:gd name="connsiteX72" fmla="*/ 5697982 w 12192000"/>
              <a:gd name="connsiteY72" fmla="*/ 2244836 h 2649426"/>
              <a:gd name="connsiteX73" fmla="*/ 5644981 w 12192000"/>
              <a:gd name="connsiteY73" fmla="*/ 2256274 h 2649426"/>
              <a:gd name="connsiteX74" fmla="*/ 5547744 w 12192000"/>
              <a:gd name="connsiteY74" fmla="*/ 2271333 h 2649426"/>
              <a:gd name="connsiteX75" fmla="*/ 5426280 w 12192000"/>
              <a:gd name="connsiteY75" fmla="*/ 2290560 h 2649426"/>
              <a:gd name="connsiteX76" fmla="*/ 5329896 w 12192000"/>
              <a:gd name="connsiteY76" fmla="*/ 2279209 h 2649426"/>
              <a:gd name="connsiteX77" fmla="*/ 5322508 w 12192000"/>
              <a:gd name="connsiteY77" fmla="*/ 2288005 h 2649426"/>
              <a:gd name="connsiteX78" fmla="*/ 5194705 w 12192000"/>
              <a:gd name="connsiteY78" fmla="*/ 2285938 h 2649426"/>
              <a:gd name="connsiteX79" fmla="*/ 5027899 w 12192000"/>
              <a:gd name="connsiteY79" fmla="*/ 2242653 h 2649426"/>
              <a:gd name="connsiteX80" fmla="*/ 4902443 w 12192000"/>
              <a:gd name="connsiteY80" fmla="*/ 2249037 h 2649426"/>
              <a:gd name="connsiteX81" fmla="*/ 4858751 w 12192000"/>
              <a:gd name="connsiteY81" fmla="*/ 2260409 h 2649426"/>
              <a:gd name="connsiteX82" fmla="*/ 4785497 w 12192000"/>
              <a:gd name="connsiteY82" fmla="*/ 2278897 h 2649426"/>
              <a:gd name="connsiteX83" fmla="*/ 4732807 w 12192000"/>
              <a:gd name="connsiteY83" fmla="*/ 2315139 h 2649426"/>
              <a:gd name="connsiteX84" fmla="*/ 4670737 w 12192000"/>
              <a:gd name="connsiteY84" fmla="*/ 2321711 h 2649426"/>
              <a:gd name="connsiteX85" fmla="*/ 4489013 w 12192000"/>
              <a:gd name="connsiteY85" fmla="*/ 2338805 h 2649426"/>
              <a:gd name="connsiteX86" fmla="*/ 4431159 w 12192000"/>
              <a:gd name="connsiteY86" fmla="*/ 2347536 h 2649426"/>
              <a:gd name="connsiteX87" fmla="*/ 4273885 w 12192000"/>
              <a:gd name="connsiteY87" fmla="*/ 2379520 h 2649426"/>
              <a:gd name="connsiteX88" fmla="*/ 4116925 w 12192000"/>
              <a:gd name="connsiteY88" fmla="*/ 2417756 h 2649426"/>
              <a:gd name="connsiteX89" fmla="*/ 3988558 w 12192000"/>
              <a:gd name="connsiteY89" fmla="*/ 2475821 h 2649426"/>
              <a:gd name="connsiteX90" fmla="*/ 3894771 w 12192000"/>
              <a:gd name="connsiteY90" fmla="*/ 2494652 h 2649426"/>
              <a:gd name="connsiteX91" fmla="*/ 3721493 w 12192000"/>
              <a:gd name="connsiteY91" fmla="*/ 2497646 h 2649426"/>
              <a:gd name="connsiteX92" fmla="*/ 3504883 w 12192000"/>
              <a:gd name="connsiteY92" fmla="*/ 2503869 h 2649426"/>
              <a:gd name="connsiteX93" fmla="*/ 3431219 w 12192000"/>
              <a:gd name="connsiteY93" fmla="*/ 2502163 h 2649426"/>
              <a:gd name="connsiteX94" fmla="*/ 3151243 w 12192000"/>
              <a:gd name="connsiteY94" fmla="*/ 2492405 h 2649426"/>
              <a:gd name="connsiteX95" fmla="*/ 3044025 w 12192000"/>
              <a:gd name="connsiteY95" fmla="*/ 2485298 h 2649426"/>
              <a:gd name="connsiteX96" fmla="*/ 2864954 w 12192000"/>
              <a:gd name="connsiteY96" fmla="*/ 2456476 h 2649426"/>
              <a:gd name="connsiteX97" fmla="*/ 2739588 w 12192000"/>
              <a:gd name="connsiteY97" fmla="*/ 2457956 h 2649426"/>
              <a:gd name="connsiteX98" fmla="*/ 2706684 w 12192000"/>
              <a:gd name="connsiteY98" fmla="*/ 2454540 h 2649426"/>
              <a:gd name="connsiteX99" fmla="*/ 2348435 w 12192000"/>
              <a:gd name="connsiteY99" fmla="*/ 2449176 h 2649426"/>
              <a:gd name="connsiteX100" fmla="*/ 2194299 w 12192000"/>
              <a:gd name="connsiteY100" fmla="*/ 2475215 h 2649426"/>
              <a:gd name="connsiteX101" fmla="*/ 1983009 w 12192000"/>
              <a:gd name="connsiteY101" fmla="*/ 2463117 h 2649426"/>
              <a:gd name="connsiteX102" fmla="*/ 1885040 w 12192000"/>
              <a:gd name="connsiteY102" fmla="*/ 2475917 h 2649426"/>
              <a:gd name="connsiteX103" fmla="*/ 1773324 w 12192000"/>
              <a:gd name="connsiteY103" fmla="*/ 2471718 h 2649426"/>
              <a:gd name="connsiteX104" fmla="*/ 1685197 w 12192000"/>
              <a:gd name="connsiteY104" fmla="*/ 2466249 h 2649426"/>
              <a:gd name="connsiteX105" fmla="*/ 1566422 w 12192000"/>
              <a:gd name="connsiteY105" fmla="*/ 2455175 h 2649426"/>
              <a:gd name="connsiteX106" fmla="*/ 1300369 w 12192000"/>
              <a:gd name="connsiteY106" fmla="*/ 2444914 h 2649426"/>
              <a:gd name="connsiteX107" fmla="*/ 1081876 w 12192000"/>
              <a:gd name="connsiteY107" fmla="*/ 2476491 h 2649426"/>
              <a:gd name="connsiteX108" fmla="*/ 957561 w 12192000"/>
              <a:gd name="connsiteY108" fmla="*/ 2484124 h 2649426"/>
              <a:gd name="connsiteX109" fmla="*/ 822775 w 12192000"/>
              <a:gd name="connsiteY109" fmla="*/ 2542292 h 2649426"/>
              <a:gd name="connsiteX110" fmla="*/ 653171 w 12192000"/>
              <a:gd name="connsiteY110" fmla="*/ 2607266 h 2649426"/>
              <a:gd name="connsiteX111" fmla="*/ 511469 w 12192000"/>
              <a:gd name="connsiteY111" fmla="*/ 2598742 h 2649426"/>
              <a:gd name="connsiteX112" fmla="*/ 441281 w 12192000"/>
              <a:gd name="connsiteY112" fmla="*/ 2605939 h 2649426"/>
              <a:gd name="connsiteX113" fmla="*/ 297100 w 12192000"/>
              <a:gd name="connsiteY113" fmla="*/ 2639558 h 2649426"/>
              <a:gd name="connsiteX114" fmla="*/ 97385 w 12192000"/>
              <a:gd name="connsiteY114" fmla="*/ 2636063 h 2649426"/>
              <a:gd name="connsiteX115" fmla="*/ 48888 w 12192000"/>
              <a:gd name="connsiteY115" fmla="*/ 2641447 h 2649426"/>
              <a:gd name="connsiteX116" fmla="*/ 0 w 12192000"/>
              <a:gd name="connsiteY116" fmla="*/ 2649426 h 2649426"/>
              <a:gd name="connsiteX117" fmla="*/ 0 w 12192000"/>
              <a:gd name="connsiteY117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35223 w 12192000"/>
              <a:gd name="connsiteY4" fmla="*/ 171451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425377 w 12192000"/>
              <a:gd name="connsiteY8" fmla="*/ 1625577 h 2649426"/>
              <a:gd name="connsiteX9" fmla="*/ 11364686 w 12192000"/>
              <a:gd name="connsiteY9" fmla="*/ 1616572 h 2649426"/>
              <a:gd name="connsiteX10" fmla="*/ 11193595 w 12192000"/>
              <a:gd name="connsiteY10" fmla="*/ 1558403 h 2649426"/>
              <a:gd name="connsiteX11" fmla="*/ 11146426 w 12192000"/>
              <a:gd name="connsiteY11" fmla="*/ 1555308 h 2649426"/>
              <a:gd name="connsiteX12" fmla="*/ 10841711 w 12192000"/>
              <a:gd name="connsiteY12" fmla="*/ 1541883 h 2649426"/>
              <a:gd name="connsiteX13" fmla="*/ 10698183 w 12192000"/>
              <a:gd name="connsiteY13" fmla="*/ 1556682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15364 w 12192000"/>
              <a:gd name="connsiteY17" fmla="*/ 1574304 h 2649426"/>
              <a:gd name="connsiteX18" fmla="*/ 10454183 w 12192000"/>
              <a:gd name="connsiteY18" fmla="*/ 1572375 h 2649426"/>
              <a:gd name="connsiteX19" fmla="*/ 10329259 w 12192000"/>
              <a:gd name="connsiteY19" fmla="*/ 1579142 h 2649426"/>
              <a:gd name="connsiteX20" fmla="*/ 10128072 w 12192000"/>
              <a:gd name="connsiteY20" fmla="*/ 1610789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60271 w 12192000"/>
              <a:gd name="connsiteY34" fmla="*/ 1856718 h 2649426"/>
              <a:gd name="connsiteX35" fmla="*/ 8330326 w 12192000"/>
              <a:gd name="connsiteY35" fmla="*/ 1873969 h 2649426"/>
              <a:gd name="connsiteX36" fmla="*/ 8216222 w 12192000"/>
              <a:gd name="connsiteY36" fmla="*/ 1895553 h 2649426"/>
              <a:gd name="connsiteX37" fmla="*/ 8145462 w 12192000"/>
              <a:gd name="connsiteY37" fmla="*/ 1926758 h 2649426"/>
              <a:gd name="connsiteX38" fmla="*/ 8043728 w 12192000"/>
              <a:gd name="connsiteY38" fmla="*/ 1944200 h 2649426"/>
              <a:gd name="connsiteX39" fmla="*/ 7958999 w 12192000"/>
              <a:gd name="connsiteY39" fmla="*/ 1980667 h 2649426"/>
              <a:gd name="connsiteX40" fmla="*/ 7908348 w 12192000"/>
              <a:gd name="connsiteY40" fmla="*/ 1994348 h 2649426"/>
              <a:gd name="connsiteX41" fmla="*/ 7776470 w 12192000"/>
              <a:gd name="connsiteY41" fmla="*/ 2053315 h 2649426"/>
              <a:gd name="connsiteX42" fmla="*/ 7629097 w 12192000"/>
              <a:gd name="connsiteY42" fmla="*/ 2123292 h 2649426"/>
              <a:gd name="connsiteX43" fmla="*/ 7549398 w 12192000"/>
              <a:gd name="connsiteY43" fmla="*/ 2153051 h 2649426"/>
              <a:gd name="connsiteX44" fmla="*/ 7540934 w 12192000"/>
              <a:gd name="connsiteY44" fmla="*/ 2151418 h 2649426"/>
              <a:gd name="connsiteX45" fmla="*/ 7528900 w 12192000"/>
              <a:gd name="connsiteY45" fmla="*/ 2152107 h 2649426"/>
              <a:gd name="connsiteX46" fmla="*/ 7528656 w 12192000"/>
              <a:gd name="connsiteY46" fmla="*/ 2152584 h 2649426"/>
              <a:gd name="connsiteX47" fmla="*/ 7517280 w 12192000"/>
              <a:gd name="connsiteY47" fmla="*/ 2152327 h 2649426"/>
              <a:gd name="connsiteX48" fmla="*/ 7460956 w 12192000"/>
              <a:gd name="connsiteY48" fmla="*/ 2145255 h 2649426"/>
              <a:gd name="connsiteX49" fmla="*/ 7372921 w 12192000"/>
              <a:gd name="connsiteY49" fmla="*/ 2175069 h 2649426"/>
              <a:gd name="connsiteX50" fmla="*/ 7293703 w 12192000"/>
              <a:gd name="connsiteY50" fmla="*/ 2204721 h 2649426"/>
              <a:gd name="connsiteX51" fmla="*/ 7286955 w 12192000"/>
              <a:gd name="connsiteY51" fmla="*/ 2207494 h 2649426"/>
              <a:gd name="connsiteX52" fmla="*/ 7251199 w 12192000"/>
              <a:gd name="connsiteY52" fmla="*/ 2198184 h 2649426"/>
              <a:gd name="connsiteX53" fmla="*/ 7233016 w 12192000"/>
              <a:gd name="connsiteY53" fmla="*/ 2195902 h 2649426"/>
              <a:gd name="connsiteX54" fmla="*/ 7227281 w 12192000"/>
              <a:gd name="connsiteY54" fmla="*/ 2190042 h 2649426"/>
              <a:gd name="connsiteX55" fmla="*/ 7200745 w 12192000"/>
              <a:gd name="connsiteY55" fmla="*/ 2189321 h 2649426"/>
              <a:gd name="connsiteX56" fmla="*/ 7197924 w 12192000"/>
              <a:gd name="connsiteY56" fmla="*/ 2191205 h 2649426"/>
              <a:gd name="connsiteX57" fmla="*/ 7175198 w 12192000"/>
              <a:gd name="connsiteY57" fmla="*/ 2183294 h 2649426"/>
              <a:gd name="connsiteX58" fmla="*/ 7100681 w 12192000"/>
              <a:gd name="connsiteY58" fmla="*/ 2167822 h 2649426"/>
              <a:gd name="connsiteX59" fmla="*/ 6932665 w 12192000"/>
              <a:gd name="connsiteY59" fmla="*/ 2162157 h 2649426"/>
              <a:gd name="connsiteX60" fmla="*/ 6700029 w 12192000"/>
              <a:gd name="connsiteY60" fmla="*/ 2158310 h 2649426"/>
              <a:gd name="connsiteX61" fmla="*/ 6326162 w 12192000"/>
              <a:gd name="connsiteY61" fmla="*/ 2178632 h 2649426"/>
              <a:gd name="connsiteX62" fmla="*/ 6196177 w 12192000"/>
              <a:gd name="connsiteY62" fmla="*/ 2200059 h 2649426"/>
              <a:gd name="connsiteX63" fmla="*/ 6139086 w 12192000"/>
              <a:gd name="connsiteY63" fmla="*/ 2187339 h 2649426"/>
              <a:gd name="connsiteX64" fmla="*/ 6098878 w 12192000"/>
              <a:gd name="connsiteY64" fmla="*/ 2192939 h 2649426"/>
              <a:gd name="connsiteX65" fmla="*/ 6094339 w 12192000"/>
              <a:gd name="connsiteY65" fmla="*/ 2195871 h 2649426"/>
              <a:gd name="connsiteX66" fmla="*/ 6075163 w 12192000"/>
              <a:gd name="connsiteY66" fmla="*/ 2198856 h 2649426"/>
              <a:gd name="connsiteX67" fmla="*/ 6071016 w 12192000"/>
              <a:gd name="connsiteY67" fmla="*/ 2210639 h 2649426"/>
              <a:gd name="connsiteX68" fmla="*/ 6043058 w 12192000"/>
              <a:gd name="connsiteY68" fmla="*/ 2222971 h 2649426"/>
              <a:gd name="connsiteX69" fmla="*/ 5962031 w 12192000"/>
              <a:gd name="connsiteY69" fmla="*/ 2220873 h 2649426"/>
              <a:gd name="connsiteX70" fmla="*/ 5836800 w 12192000"/>
              <a:gd name="connsiteY70" fmla="*/ 2224771 h 2649426"/>
              <a:gd name="connsiteX71" fmla="*/ 5735414 w 12192000"/>
              <a:gd name="connsiteY71" fmla="*/ 2231366 h 2649426"/>
              <a:gd name="connsiteX72" fmla="*/ 5697982 w 12192000"/>
              <a:gd name="connsiteY72" fmla="*/ 2244836 h 2649426"/>
              <a:gd name="connsiteX73" fmla="*/ 5644981 w 12192000"/>
              <a:gd name="connsiteY73" fmla="*/ 2256274 h 2649426"/>
              <a:gd name="connsiteX74" fmla="*/ 5547744 w 12192000"/>
              <a:gd name="connsiteY74" fmla="*/ 2271333 h 2649426"/>
              <a:gd name="connsiteX75" fmla="*/ 5426280 w 12192000"/>
              <a:gd name="connsiteY75" fmla="*/ 2290560 h 2649426"/>
              <a:gd name="connsiteX76" fmla="*/ 5329896 w 12192000"/>
              <a:gd name="connsiteY76" fmla="*/ 2279209 h 2649426"/>
              <a:gd name="connsiteX77" fmla="*/ 5322508 w 12192000"/>
              <a:gd name="connsiteY77" fmla="*/ 2288005 h 2649426"/>
              <a:gd name="connsiteX78" fmla="*/ 5194705 w 12192000"/>
              <a:gd name="connsiteY78" fmla="*/ 2285938 h 2649426"/>
              <a:gd name="connsiteX79" fmla="*/ 5027899 w 12192000"/>
              <a:gd name="connsiteY79" fmla="*/ 2242653 h 2649426"/>
              <a:gd name="connsiteX80" fmla="*/ 4902443 w 12192000"/>
              <a:gd name="connsiteY80" fmla="*/ 2249037 h 2649426"/>
              <a:gd name="connsiteX81" fmla="*/ 4858751 w 12192000"/>
              <a:gd name="connsiteY81" fmla="*/ 2260409 h 2649426"/>
              <a:gd name="connsiteX82" fmla="*/ 4785497 w 12192000"/>
              <a:gd name="connsiteY82" fmla="*/ 2278897 h 2649426"/>
              <a:gd name="connsiteX83" fmla="*/ 4732807 w 12192000"/>
              <a:gd name="connsiteY83" fmla="*/ 2315139 h 2649426"/>
              <a:gd name="connsiteX84" fmla="*/ 4670737 w 12192000"/>
              <a:gd name="connsiteY84" fmla="*/ 2321711 h 2649426"/>
              <a:gd name="connsiteX85" fmla="*/ 4489013 w 12192000"/>
              <a:gd name="connsiteY85" fmla="*/ 2338805 h 2649426"/>
              <a:gd name="connsiteX86" fmla="*/ 4431159 w 12192000"/>
              <a:gd name="connsiteY86" fmla="*/ 2347536 h 2649426"/>
              <a:gd name="connsiteX87" fmla="*/ 4273885 w 12192000"/>
              <a:gd name="connsiteY87" fmla="*/ 2379520 h 2649426"/>
              <a:gd name="connsiteX88" fmla="*/ 4116925 w 12192000"/>
              <a:gd name="connsiteY88" fmla="*/ 2417756 h 2649426"/>
              <a:gd name="connsiteX89" fmla="*/ 3988558 w 12192000"/>
              <a:gd name="connsiteY89" fmla="*/ 2475821 h 2649426"/>
              <a:gd name="connsiteX90" fmla="*/ 3894771 w 12192000"/>
              <a:gd name="connsiteY90" fmla="*/ 2494652 h 2649426"/>
              <a:gd name="connsiteX91" fmla="*/ 3721493 w 12192000"/>
              <a:gd name="connsiteY91" fmla="*/ 2497646 h 2649426"/>
              <a:gd name="connsiteX92" fmla="*/ 3504883 w 12192000"/>
              <a:gd name="connsiteY92" fmla="*/ 2503869 h 2649426"/>
              <a:gd name="connsiteX93" fmla="*/ 3431219 w 12192000"/>
              <a:gd name="connsiteY93" fmla="*/ 2502163 h 2649426"/>
              <a:gd name="connsiteX94" fmla="*/ 3151243 w 12192000"/>
              <a:gd name="connsiteY94" fmla="*/ 2492405 h 2649426"/>
              <a:gd name="connsiteX95" fmla="*/ 3044025 w 12192000"/>
              <a:gd name="connsiteY95" fmla="*/ 2485298 h 2649426"/>
              <a:gd name="connsiteX96" fmla="*/ 2864954 w 12192000"/>
              <a:gd name="connsiteY96" fmla="*/ 2456476 h 2649426"/>
              <a:gd name="connsiteX97" fmla="*/ 2739588 w 12192000"/>
              <a:gd name="connsiteY97" fmla="*/ 2457956 h 2649426"/>
              <a:gd name="connsiteX98" fmla="*/ 2706684 w 12192000"/>
              <a:gd name="connsiteY98" fmla="*/ 2454540 h 2649426"/>
              <a:gd name="connsiteX99" fmla="*/ 2348435 w 12192000"/>
              <a:gd name="connsiteY99" fmla="*/ 2449176 h 2649426"/>
              <a:gd name="connsiteX100" fmla="*/ 2194299 w 12192000"/>
              <a:gd name="connsiteY100" fmla="*/ 2475215 h 2649426"/>
              <a:gd name="connsiteX101" fmla="*/ 1983009 w 12192000"/>
              <a:gd name="connsiteY101" fmla="*/ 2463117 h 2649426"/>
              <a:gd name="connsiteX102" fmla="*/ 1885040 w 12192000"/>
              <a:gd name="connsiteY102" fmla="*/ 2475917 h 2649426"/>
              <a:gd name="connsiteX103" fmla="*/ 1773324 w 12192000"/>
              <a:gd name="connsiteY103" fmla="*/ 2471718 h 2649426"/>
              <a:gd name="connsiteX104" fmla="*/ 1685197 w 12192000"/>
              <a:gd name="connsiteY104" fmla="*/ 2466249 h 2649426"/>
              <a:gd name="connsiteX105" fmla="*/ 1566422 w 12192000"/>
              <a:gd name="connsiteY105" fmla="*/ 2455175 h 2649426"/>
              <a:gd name="connsiteX106" fmla="*/ 1300369 w 12192000"/>
              <a:gd name="connsiteY106" fmla="*/ 2444914 h 2649426"/>
              <a:gd name="connsiteX107" fmla="*/ 1081876 w 12192000"/>
              <a:gd name="connsiteY107" fmla="*/ 2476491 h 2649426"/>
              <a:gd name="connsiteX108" fmla="*/ 957561 w 12192000"/>
              <a:gd name="connsiteY108" fmla="*/ 2484124 h 2649426"/>
              <a:gd name="connsiteX109" fmla="*/ 822775 w 12192000"/>
              <a:gd name="connsiteY109" fmla="*/ 2542292 h 2649426"/>
              <a:gd name="connsiteX110" fmla="*/ 653171 w 12192000"/>
              <a:gd name="connsiteY110" fmla="*/ 2607266 h 2649426"/>
              <a:gd name="connsiteX111" fmla="*/ 511469 w 12192000"/>
              <a:gd name="connsiteY111" fmla="*/ 2598742 h 2649426"/>
              <a:gd name="connsiteX112" fmla="*/ 441281 w 12192000"/>
              <a:gd name="connsiteY112" fmla="*/ 2605939 h 2649426"/>
              <a:gd name="connsiteX113" fmla="*/ 297100 w 12192000"/>
              <a:gd name="connsiteY113" fmla="*/ 2639558 h 2649426"/>
              <a:gd name="connsiteX114" fmla="*/ 97385 w 12192000"/>
              <a:gd name="connsiteY114" fmla="*/ 2636063 h 2649426"/>
              <a:gd name="connsiteX115" fmla="*/ 48888 w 12192000"/>
              <a:gd name="connsiteY115" fmla="*/ 2641447 h 2649426"/>
              <a:gd name="connsiteX116" fmla="*/ 0 w 12192000"/>
              <a:gd name="connsiteY116" fmla="*/ 2649426 h 2649426"/>
              <a:gd name="connsiteX117" fmla="*/ 0 w 12192000"/>
              <a:gd name="connsiteY117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35223 w 12192000"/>
              <a:gd name="connsiteY4" fmla="*/ 171451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425377 w 12192000"/>
              <a:gd name="connsiteY8" fmla="*/ 1625577 h 2649426"/>
              <a:gd name="connsiteX9" fmla="*/ 11364686 w 12192000"/>
              <a:gd name="connsiteY9" fmla="*/ 1616572 h 2649426"/>
              <a:gd name="connsiteX10" fmla="*/ 11193595 w 12192000"/>
              <a:gd name="connsiteY10" fmla="*/ 1558403 h 2649426"/>
              <a:gd name="connsiteX11" fmla="*/ 11146426 w 12192000"/>
              <a:gd name="connsiteY11" fmla="*/ 1555308 h 2649426"/>
              <a:gd name="connsiteX12" fmla="*/ 10841711 w 12192000"/>
              <a:gd name="connsiteY12" fmla="*/ 1541883 h 2649426"/>
              <a:gd name="connsiteX13" fmla="*/ 10698183 w 12192000"/>
              <a:gd name="connsiteY13" fmla="*/ 1556682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15364 w 12192000"/>
              <a:gd name="connsiteY17" fmla="*/ 1574304 h 2649426"/>
              <a:gd name="connsiteX18" fmla="*/ 10454183 w 12192000"/>
              <a:gd name="connsiteY18" fmla="*/ 1572375 h 2649426"/>
              <a:gd name="connsiteX19" fmla="*/ 10329259 w 12192000"/>
              <a:gd name="connsiteY19" fmla="*/ 1579142 h 2649426"/>
              <a:gd name="connsiteX20" fmla="*/ 10128072 w 12192000"/>
              <a:gd name="connsiteY20" fmla="*/ 1610789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60271 w 12192000"/>
              <a:gd name="connsiteY34" fmla="*/ 1856718 h 2649426"/>
              <a:gd name="connsiteX35" fmla="*/ 8330326 w 12192000"/>
              <a:gd name="connsiteY35" fmla="*/ 1873969 h 2649426"/>
              <a:gd name="connsiteX36" fmla="*/ 8216222 w 12192000"/>
              <a:gd name="connsiteY36" fmla="*/ 1895553 h 2649426"/>
              <a:gd name="connsiteX37" fmla="*/ 8145462 w 12192000"/>
              <a:gd name="connsiteY37" fmla="*/ 1926758 h 2649426"/>
              <a:gd name="connsiteX38" fmla="*/ 8043728 w 12192000"/>
              <a:gd name="connsiteY38" fmla="*/ 1944200 h 2649426"/>
              <a:gd name="connsiteX39" fmla="*/ 7958999 w 12192000"/>
              <a:gd name="connsiteY39" fmla="*/ 1980667 h 2649426"/>
              <a:gd name="connsiteX40" fmla="*/ 7908348 w 12192000"/>
              <a:gd name="connsiteY40" fmla="*/ 1994348 h 2649426"/>
              <a:gd name="connsiteX41" fmla="*/ 7776470 w 12192000"/>
              <a:gd name="connsiteY41" fmla="*/ 2053315 h 2649426"/>
              <a:gd name="connsiteX42" fmla="*/ 7629097 w 12192000"/>
              <a:gd name="connsiteY42" fmla="*/ 2123292 h 2649426"/>
              <a:gd name="connsiteX43" fmla="*/ 7549398 w 12192000"/>
              <a:gd name="connsiteY43" fmla="*/ 2153051 h 2649426"/>
              <a:gd name="connsiteX44" fmla="*/ 7540934 w 12192000"/>
              <a:gd name="connsiteY44" fmla="*/ 2151418 h 2649426"/>
              <a:gd name="connsiteX45" fmla="*/ 7528900 w 12192000"/>
              <a:gd name="connsiteY45" fmla="*/ 2152107 h 2649426"/>
              <a:gd name="connsiteX46" fmla="*/ 7528656 w 12192000"/>
              <a:gd name="connsiteY46" fmla="*/ 2152584 h 2649426"/>
              <a:gd name="connsiteX47" fmla="*/ 7517280 w 12192000"/>
              <a:gd name="connsiteY47" fmla="*/ 2152327 h 2649426"/>
              <a:gd name="connsiteX48" fmla="*/ 7460956 w 12192000"/>
              <a:gd name="connsiteY48" fmla="*/ 2145255 h 2649426"/>
              <a:gd name="connsiteX49" fmla="*/ 7372921 w 12192000"/>
              <a:gd name="connsiteY49" fmla="*/ 2175069 h 2649426"/>
              <a:gd name="connsiteX50" fmla="*/ 7293703 w 12192000"/>
              <a:gd name="connsiteY50" fmla="*/ 2204721 h 2649426"/>
              <a:gd name="connsiteX51" fmla="*/ 7286955 w 12192000"/>
              <a:gd name="connsiteY51" fmla="*/ 2207494 h 2649426"/>
              <a:gd name="connsiteX52" fmla="*/ 7251199 w 12192000"/>
              <a:gd name="connsiteY52" fmla="*/ 2198184 h 2649426"/>
              <a:gd name="connsiteX53" fmla="*/ 7233016 w 12192000"/>
              <a:gd name="connsiteY53" fmla="*/ 2195902 h 2649426"/>
              <a:gd name="connsiteX54" fmla="*/ 7227281 w 12192000"/>
              <a:gd name="connsiteY54" fmla="*/ 2190042 h 2649426"/>
              <a:gd name="connsiteX55" fmla="*/ 7200745 w 12192000"/>
              <a:gd name="connsiteY55" fmla="*/ 2189321 h 2649426"/>
              <a:gd name="connsiteX56" fmla="*/ 7197924 w 12192000"/>
              <a:gd name="connsiteY56" fmla="*/ 2191205 h 2649426"/>
              <a:gd name="connsiteX57" fmla="*/ 7175198 w 12192000"/>
              <a:gd name="connsiteY57" fmla="*/ 2183294 h 2649426"/>
              <a:gd name="connsiteX58" fmla="*/ 7100681 w 12192000"/>
              <a:gd name="connsiteY58" fmla="*/ 2167822 h 2649426"/>
              <a:gd name="connsiteX59" fmla="*/ 6932665 w 12192000"/>
              <a:gd name="connsiteY59" fmla="*/ 2162157 h 2649426"/>
              <a:gd name="connsiteX60" fmla="*/ 6700029 w 12192000"/>
              <a:gd name="connsiteY60" fmla="*/ 2158310 h 2649426"/>
              <a:gd name="connsiteX61" fmla="*/ 6326162 w 12192000"/>
              <a:gd name="connsiteY61" fmla="*/ 2178632 h 2649426"/>
              <a:gd name="connsiteX62" fmla="*/ 6196177 w 12192000"/>
              <a:gd name="connsiteY62" fmla="*/ 2200059 h 2649426"/>
              <a:gd name="connsiteX63" fmla="*/ 6139086 w 12192000"/>
              <a:gd name="connsiteY63" fmla="*/ 2187339 h 2649426"/>
              <a:gd name="connsiteX64" fmla="*/ 6098878 w 12192000"/>
              <a:gd name="connsiteY64" fmla="*/ 2192939 h 2649426"/>
              <a:gd name="connsiteX65" fmla="*/ 6094339 w 12192000"/>
              <a:gd name="connsiteY65" fmla="*/ 2195871 h 2649426"/>
              <a:gd name="connsiteX66" fmla="*/ 6075163 w 12192000"/>
              <a:gd name="connsiteY66" fmla="*/ 2198856 h 2649426"/>
              <a:gd name="connsiteX67" fmla="*/ 6071016 w 12192000"/>
              <a:gd name="connsiteY67" fmla="*/ 2210639 h 2649426"/>
              <a:gd name="connsiteX68" fmla="*/ 6043058 w 12192000"/>
              <a:gd name="connsiteY68" fmla="*/ 2222971 h 2649426"/>
              <a:gd name="connsiteX69" fmla="*/ 5962031 w 12192000"/>
              <a:gd name="connsiteY69" fmla="*/ 2220873 h 2649426"/>
              <a:gd name="connsiteX70" fmla="*/ 5836800 w 12192000"/>
              <a:gd name="connsiteY70" fmla="*/ 2224771 h 2649426"/>
              <a:gd name="connsiteX71" fmla="*/ 5735414 w 12192000"/>
              <a:gd name="connsiteY71" fmla="*/ 2231366 h 2649426"/>
              <a:gd name="connsiteX72" fmla="*/ 5697982 w 12192000"/>
              <a:gd name="connsiteY72" fmla="*/ 2244836 h 2649426"/>
              <a:gd name="connsiteX73" fmla="*/ 5644981 w 12192000"/>
              <a:gd name="connsiteY73" fmla="*/ 2256274 h 2649426"/>
              <a:gd name="connsiteX74" fmla="*/ 5547744 w 12192000"/>
              <a:gd name="connsiteY74" fmla="*/ 2271333 h 2649426"/>
              <a:gd name="connsiteX75" fmla="*/ 5426280 w 12192000"/>
              <a:gd name="connsiteY75" fmla="*/ 2290560 h 2649426"/>
              <a:gd name="connsiteX76" fmla="*/ 5329896 w 12192000"/>
              <a:gd name="connsiteY76" fmla="*/ 2279209 h 2649426"/>
              <a:gd name="connsiteX77" fmla="*/ 5322508 w 12192000"/>
              <a:gd name="connsiteY77" fmla="*/ 2288005 h 2649426"/>
              <a:gd name="connsiteX78" fmla="*/ 5194705 w 12192000"/>
              <a:gd name="connsiteY78" fmla="*/ 2285938 h 2649426"/>
              <a:gd name="connsiteX79" fmla="*/ 5027899 w 12192000"/>
              <a:gd name="connsiteY79" fmla="*/ 2242653 h 2649426"/>
              <a:gd name="connsiteX80" fmla="*/ 4902443 w 12192000"/>
              <a:gd name="connsiteY80" fmla="*/ 2249037 h 2649426"/>
              <a:gd name="connsiteX81" fmla="*/ 4858751 w 12192000"/>
              <a:gd name="connsiteY81" fmla="*/ 2260409 h 2649426"/>
              <a:gd name="connsiteX82" fmla="*/ 4732807 w 12192000"/>
              <a:gd name="connsiteY82" fmla="*/ 2315139 h 2649426"/>
              <a:gd name="connsiteX83" fmla="*/ 4670737 w 12192000"/>
              <a:gd name="connsiteY83" fmla="*/ 2321711 h 2649426"/>
              <a:gd name="connsiteX84" fmla="*/ 4489013 w 12192000"/>
              <a:gd name="connsiteY84" fmla="*/ 2338805 h 2649426"/>
              <a:gd name="connsiteX85" fmla="*/ 4431159 w 12192000"/>
              <a:gd name="connsiteY85" fmla="*/ 2347536 h 2649426"/>
              <a:gd name="connsiteX86" fmla="*/ 4273885 w 12192000"/>
              <a:gd name="connsiteY86" fmla="*/ 2379520 h 2649426"/>
              <a:gd name="connsiteX87" fmla="*/ 4116925 w 12192000"/>
              <a:gd name="connsiteY87" fmla="*/ 2417756 h 2649426"/>
              <a:gd name="connsiteX88" fmla="*/ 3988558 w 12192000"/>
              <a:gd name="connsiteY88" fmla="*/ 2475821 h 2649426"/>
              <a:gd name="connsiteX89" fmla="*/ 3894771 w 12192000"/>
              <a:gd name="connsiteY89" fmla="*/ 2494652 h 2649426"/>
              <a:gd name="connsiteX90" fmla="*/ 3721493 w 12192000"/>
              <a:gd name="connsiteY90" fmla="*/ 2497646 h 2649426"/>
              <a:gd name="connsiteX91" fmla="*/ 3504883 w 12192000"/>
              <a:gd name="connsiteY91" fmla="*/ 2503869 h 2649426"/>
              <a:gd name="connsiteX92" fmla="*/ 3431219 w 12192000"/>
              <a:gd name="connsiteY92" fmla="*/ 2502163 h 2649426"/>
              <a:gd name="connsiteX93" fmla="*/ 3151243 w 12192000"/>
              <a:gd name="connsiteY93" fmla="*/ 2492405 h 2649426"/>
              <a:gd name="connsiteX94" fmla="*/ 3044025 w 12192000"/>
              <a:gd name="connsiteY94" fmla="*/ 2485298 h 2649426"/>
              <a:gd name="connsiteX95" fmla="*/ 2864954 w 12192000"/>
              <a:gd name="connsiteY95" fmla="*/ 2456476 h 2649426"/>
              <a:gd name="connsiteX96" fmla="*/ 2739588 w 12192000"/>
              <a:gd name="connsiteY96" fmla="*/ 2457956 h 2649426"/>
              <a:gd name="connsiteX97" fmla="*/ 2706684 w 12192000"/>
              <a:gd name="connsiteY97" fmla="*/ 2454540 h 2649426"/>
              <a:gd name="connsiteX98" fmla="*/ 2348435 w 12192000"/>
              <a:gd name="connsiteY98" fmla="*/ 2449176 h 2649426"/>
              <a:gd name="connsiteX99" fmla="*/ 2194299 w 12192000"/>
              <a:gd name="connsiteY99" fmla="*/ 2475215 h 2649426"/>
              <a:gd name="connsiteX100" fmla="*/ 1983009 w 12192000"/>
              <a:gd name="connsiteY100" fmla="*/ 2463117 h 2649426"/>
              <a:gd name="connsiteX101" fmla="*/ 1885040 w 12192000"/>
              <a:gd name="connsiteY101" fmla="*/ 2475917 h 2649426"/>
              <a:gd name="connsiteX102" fmla="*/ 1773324 w 12192000"/>
              <a:gd name="connsiteY102" fmla="*/ 2471718 h 2649426"/>
              <a:gd name="connsiteX103" fmla="*/ 1685197 w 12192000"/>
              <a:gd name="connsiteY103" fmla="*/ 2466249 h 2649426"/>
              <a:gd name="connsiteX104" fmla="*/ 1566422 w 12192000"/>
              <a:gd name="connsiteY104" fmla="*/ 2455175 h 2649426"/>
              <a:gd name="connsiteX105" fmla="*/ 1300369 w 12192000"/>
              <a:gd name="connsiteY105" fmla="*/ 2444914 h 2649426"/>
              <a:gd name="connsiteX106" fmla="*/ 1081876 w 12192000"/>
              <a:gd name="connsiteY106" fmla="*/ 2476491 h 2649426"/>
              <a:gd name="connsiteX107" fmla="*/ 957561 w 12192000"/>
              <a:gd name="connsiteY107" fmla="*/ 2484124 h 2649426"/>
              <a:gd name="connsiteX108" fmla="*/ 822775 w 12192000"/>
              <a:gd name="connsiteY108" fmla="*/ 2542292 h 2649426"/>
              <a:gd name="connsiteX109" fmla="*/ 653171 w 12192000"/>
              <a:gd name="connsiteY109" fmla="*/ 2607266 h 2649426"/>
              <a:gd name="connsiteX110" fmla="*/ 511469 w 12192000"/>
              <a:gd name="connsiteY110" fmla="*/ 2598742 h 2649426"/>
              <a:gd name="connsiteX111" fmla="*/ 441281 w 12192000"/>
              <a:gd name="connsiteY111" fmla="*/ 2605939 h 2649426"/>
              <a:gd name="connsiteX112" fmla="*/ 297100 w 12192000"/>
              <a:gd name="connsiteY112" fmla="*/ 2639558 h 2649426"/>
              <a:gd name="connsiteX113" fmla="*/ 97385 w 12192000"/>
              <a:gd name="connsiteY113" fmla="*/ 2636063 h 2649426"/>
              <a:gd name="connsiteX114" fmla="*/ 48888 w 12192000"/>
              <a:gd name="connsiteY114" fmla="*/ 2641447 h 2649426"/>
              <a:gd name="connsiteX115" fmla="*/ 0 w 12192000"/>
              <a:gd name="connsiteY115" fmla="*/ 2649426 h 2649426"/>
              <a:gd name="connsiteX116" fmla="*/ 0 w 12192000"/>
              <a:gd name="connsiteY116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35223 w 12192000"/>
              <a:gd name="connsiteY4" fmla="*/ 171451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425377 w 12192000"/>
              <a:gd name="connsiteY8" fmla="*/ 1625577 h 2649426"/>
              <a:gd name="connsiteX9" fmla="*/ 11364686 w 12192000"/>
              <a:gd name="connsiteY9" fmla="*/ 1616572 h 2649426"/>
              <a:gd name="connsiteX10" fmla="*/ 11193595 w 12192000"/>
              <a:gd name="connsiteY10" fmla="*/ 1558403 h 2649426"/>
              <a:gd name="connsiteX11" fmla="*/ 11146426 w 12192000"/>
              <a:gd name="connsiteY11" fmla="*/ 1555308 h 2649426"/>
              <a:gd name="connsiteX12" fmla="*/ 10841711 w 12192000"/>
              <a:gd name="connsiteY12" fmla="*/ 1541883 h 2649426"/>
              <a:gd name="connsiteX13" fmla="*/ 10698183 w 12192000"/>
              <a:gd name="connsiteY13" fmla="*/ 1556682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15364 w 12192000"/>
              <a:gd name="connsiteY17" fmla="*/ 1574304 h 2649426"/>
              <a:gd name="connsiteX18" fmla="*/ 10454183 w 12192000"/>
              <a:gd name="connsiteY18" fmla="*/ 1572375 h 2649426"/>
              <a:gd name="connsiteX19" fmla="*/ 10329259 w 12192000"/>
              <a:gd name="connsiteY19" fmla="*/ 1579142 h 2649426"/>
              <a:gd name="connsiteX20" fmla="*/ 10128072 w 12192000"/>
              <a:gd name="connsiteY20" fmla="*/ 1610789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60271 w 12192000"/>
              <a:gd name="connsiteY34" fmla="*/ 1856718 h 2649426"/>
              <a:gd name="connsiteX35" fmla="*/ 8330326 w 12192000"/>
              <a:gd name="connsiteY35" fmla="*/ 1873969 h 2649426"/>
              <a:gd name="connsiteX36" fmla="*/ 8216222 w 12192000"/>
              <a:gd name="connsiteY36" fmla="*/ 1895553 h 2649426"/>
              <a:gd name="connsiteX37" fmla="*/ 8145462 w 12192000"/>
              <a:gd name="connsiteY37" fmla="*/ 1926758 h 2649426"/>
              <a:gd name="connsiteX38" fmla="*/ 8043728 w 12192000"/>
              <a:gd name="connsiteY38" fmla="*/ 1944200 h 2649426"/>
              <a:gd name="connsiteX39" fmla="*/ 7958999 w 12192000"/>
              <a:gd name="connsiteY39" fmla="*/ 1980667 h 2649426"/>
              <a:gd name="connsiteX40" fmla="*/ 7908348 w 12192000"/>
              <a:gd name="connsiteY40" fmla="*/ 1994348 h 2649426"/>
              <a:gd name="connsiteX41" fmla="*/ 7776470 w 12192000"/>
              <a:gd name="connsiteY41" fmla="*/ 2053315 h 2649426"/>
              <a:gd name="connsiteX42" fmla="*/ 7629097 w 12192000"/>
              <a:gd name="connsiteY42" fmla="*/ 2123292 h 2649426"/>
              <a:gd name="connsiteX43" fmla="*/ 7549398 w 12192000"/>
              <a:gd name="connsiteY43" fmla="*/ 2153051 h 2649426"/>
              <a:gd name="connsiteX44" fmla="*/ 7540934 w 12192000"/>
              <a:gd name="connsiteY44" fmla="*/ 2151418 h 2649426"/>
              <a:gd name="connsiteX45" fmla="*/ 7528900 w 12192000"/>
              <a:gd name="connsiteY45" fmla="*/ 2152107 h 2649426"/>
              <a:gd name="connsiteX46" fmla="*/ 7528656 w 12192000"/>
              <a:gd name="connsiteY46" fmla="*/ 2152584 h 2649426"/>
              <a:gd name="connsiteX47" fmla="*/ 7517280 w 12192000"/>
              <a:gd name="connsiteY47" fmla="*/ 2152327 h 2649426"/>
              <a:gd name="connsiteX48" fmla="*/ 7460956 w 12192000"/>
              <a:gd name="connsiteY48" fmla="*/ 2145255 h 2649426"/>
              <a:gd name="connsiteX49" fmla="*/ 7372921 w 12192000"/>
              <a:gd name="connsiteY49" fmla="*/ 2175069 h 2649426"/>
              <a:gd name="connsiteX50" fmla="*/ 7293703 w 12192000"/>
              <a:gd name="connsiteY50" fmla="*/ 2204721 h 2649426"/>
              <a:gd name="connsiteX51" fmla="*/ 7286955 w 12192000"/>
              <a:gd name="connsiteY51" fmla="*/ 2207494 h 2649426"/>
              <a:gd name="connsiteX52" fmla="*/ 7251199 w 12192000"/>
              <a:gd name="connsiteY52" fmla="*/ 2198184 h 2649426"/>
              <a:gd name="connsiteX53" fmla="*/ 7233016 w 12192000"/>
              <a:gd name="connsiteY53" fmla="*/ 2195902 h 2649426"/>
              <a:gd name="connsiteX54" fmla="*/ 7227281 w 12192000"/>
              <a:gd name="connsiteY54" fmla="*/ 2190042 h 2649426"/>
              <a:gd name="connsiteX55" fmla="*/ 7200745 w 12192000"/>
              <a:gd name="connsiteY55" fmla="*/ 2189321 h 2649426"/>
              <a:gd name="connsiteX56" fmla="*/ 7197924 w 12192000"/>
              <a:gd name="connsiteY56" fmla="*/ 2191205 h 2649426"/>
              <a:gd name="connsiteX57" fmla="*/ 7175198 w 12192000"/>
              <a:gd name="connsiteY57" fmla="*/ 2183294 h 2649426"/>
              <a:gd name="connsiteX58" fmla="*/ 7100681 w 12192000"/>
              <a:gd name="connsiteY58" fmla="*/ 2167822 h 2649426"/>
              <a:gd name="connsiteX59" fmla="*/ 6932665 w 12192000"/>
              <a:gd name="connsiteY59" fmla="*/ 2162157 h 2649426"/>
              <a:gd name="connsiteX60" fmla="*/ 6700029 w 12192000"/>
              <a:gd name="connsiteY60" fmla="*/ 2158310 h 2649426"/>
              <a:gd name="connsiteX61" fmla="*/ 6326162 w 12192000"/>
              <a:gd name="connsiteY61" fmla="*/ 2178632 h 2649426"/>
              <a:gd name="connsiteX62" fmla="*/ 6196177 w 12192000"/>
              <a:gd name="connsiteY62" fmla="*/ 2200059 h 2649426"/>
              <a:gd name="connsiteX63" fmla="*/ 6139086 w 12192000"/>
              <a:gd name="connsiteY63" fmla="*/ 2187339 h 2649426"/>
              <a:gd name="connsiteX64" fmla="*/ 6098878 w 12192000"/>
              <a:gd name="connsiteY64" fmla="*/ 2192939 h 2649426"/>
              <a:gd name="connsiteX65" fmla="*/ 6094339 w 12192000"/>
              <a:gd name="connsiteY65" fmla="*/ 2195871 h 2649426"/>
              <a:gd name="connsiteX66" fmla="*/ 6075163 w 12192000"/>
              <a:gd name="connsiteY66" fmla="*/ 2198856 h 2649426"/>
              <a:gd name="connsiteX67" fmla="*/ 6071016 w 12192000"/>
              <a:gd name="connsiteY67" fmla="*/ 2210639 h 2649426"/>
              <a:gd name="connsiteX68" fmla="*/ 6043058 w 12192000"/>
              <a:gd name="connsiteY68" fmla="*/ 2222971 h 2649426"/>
              <a:gd name="connsiteX69" fmla="*/ 5962031 w 12192000"/>
              <a:gd name="connsiteY69" fmla="*/ 2220873 h 2649426"/>
              <a:gd name="connsiteX70" fmla="*/ 5836800 w 12192000"/>
              <a:gd name="connsiteY70" fmla="*/ 2224771 h 2649426"/>
              <a:gd name="connsiteX71" fmla="*/ 5735414 w 12192000"/>
              <a:gd name="connsiteY71" fmla="*/ 2231366 h 2649426"/>
              <a:gd name="connsiteX72" fmla="*/ 5697982 w 12192000"/>
              <a:gd name="connsiteY72" fmla="*/ 2244836 h 2649426"/>
              <a:gd name="connsiteX73" fmla="*/ 5644981 w 12192000"/>
              <a:gd name="connsiteY73" fmla="*/ 2256274 h 2649426"/>
              <a:gd name="connsiteX74" fmla="*/ 5547744 w 12192000"/>
              <a:gd name="connsiteY74" fmla="*/ 2271333 h 2649426"/>
              <a:gd name="connsiteX75" fmla="*/ 5426280 w 12192000"/>
              <a:gd name="connsiteY75" fmla="*/ 2290560 h 2649426"/>
              <a:gd name="connsiteX76" fmla="*/ 5329896 w 12192000"/>
              <a:gd name="connsiteY76" fmla="*/ 2279209 h 2649426"/>
              <a:gd name="connsiteX77" fmla="*/ 5322508 w 12192000"/>
              <a:gd name="connsiteY77" fmla="*/ 2288005 h 2649426"/>
              <a:gd name="connsiteX78" fmla="*/ 5194705 w 12192000"/>
              <a:gd name="connsiteY78" fmla="*/ 2285938 h 2649426"/>
              <a:gd name="connsiteX79" fmla="*/ 5027899 w 12192000"/>
              <a:gd name="connsiteY79" fmla="*/ 2242653 h 2649426"/>
              <a:gd name="connsiteX80" fmla="*/ 4902443 w 12192000"/>
              <a:gd name="connsiteY80" fmla="*/ 2249037 h 2649426"/>
              <a:gd name="connsiteX81" fmla="*/ 4858751 w 12192000"/>
              <a:gd name="connsiteY81" fmla="*/ 2260409 h 2649426"/>
              <a:gd name="connsiteX82" fmla="*/ 4670737 w 12192000"/>
              <a:gd name="connsiteY82" fmla="*/ 2321711 h 2649426"/>
              <a:gd name="connsiteX83" fmla="*/ 4489013 w 12192000"/>
              <a:gd name="connsiteY83" fmla="*/ 2338805 h 2649426"/>
              <a:gd name="connsiteX84" fmla="*/ 4431159 w 12192000"/>
              <a:gd name="connsiteY84" fmla="*/ 2347536 h 2649426"/>
              <a:gd name="connsiteX85" fmla="*/ 4273885 w 12192000"/>
              <a:gd name="connsiteY85" fmla="*/ 2379520 h 2649426"/>
              <a:gd name="connsiteX86" fmla="*/ 4116925 w 12192000"/>
              <a:gd name="connsiteY86" fmla="*/ 2417756 h 2649426"/>
              <a:gd name="connsiteX87" fmla="*/ 3988558 w 12192000"/>
              <a:gd name="connsiteY87" fmla="*/ 2475821 h 2649426"/>
              <a:gd name="connsiteX88" fmla="*/ 3894771 w 12192000"/>
              <a:gd name="connsiteY88" fmla="*/ 2494652 h 2649426"/>
              <a:gd name="connsiteX89" fmla="*/ 3721493 w 12192000"/>
              <a:gd name="connsiteY89" fmla="*/ 2497646 h 2649426"/>
              <a:gd name="connsiteX90" fmla="*/ 3504883 w 12192000"/>
              <a:gd name="connsiteY90" fmla="*/ 2503869 h 2649426"/>
              <a:gd name="connsiteX91" fmla="*/ 3431219 w 12192000"/>
              <a:gd name="connsiteY91" fmla="*/ 2502163 h 2649426"/>
              <a:gd name="connsiteX92" fmla="*/ 3151243 w 12192000"/>
              <a:gd name="connsiteY92" fmla="*/ 2492405 h 2649426"/>
              <a:gd name="connsiteX93" fmla="*/ 3044025 w 12192000"/>
              <a:gd name="connsiteY93" fmla="*/ 2485298 h 2649426"/>
              <a:gd name="connsiteX94" fmla="*/ 2864954 w 12192000"/>
              <a:gd name="connsiteY94" fmla="*/ 2456476 h 2649426"/>
              <a:gd name="connsiteX95" fmla="*/ 2739588 w 12192000"/>
              <a:gd name="connsiteY95" fmla="*/ 2457956 h 2649426"/>
              <a:gd name="connsiteX96" fmla="*/ 2706684 w 12192000"/>
              <a:gd name="connsiteY96" fmla="*/ 2454540 h 2649426"/>
              <a:gd name="connsiteX97" fmla="*/ 2348435 w 12192000"/>
              <a:gd name="connsiteY97" fmla="*/ 2449176 h 2649426"/>
              <a:gd name="connsiteX98" fmla="*/ 2194299 w 12192000"/>
              <a:gd name="connsiteY98" fmla="*/ 2475215 h 2649426"/>
              <a:gd name="connsiteX99" fmla="*/ 1983009 w 12192000"/>
              <a:gd name="connsiteY99" fmla="*/ 2463117 h 2649426"/>
              <a:gd name="connsiteX100" fmla="*/ 1885040 w 12192000"/>
              <a:gd name="connsiteY100" fmla="*/ 2475917 h 2649426"/>
              <a:gd name="connsiteX101" fmla="*/ 1773324 w 12192000"/>
              <a:gd name="connsiteY101" fmla="*/ 2471718 h 2649426"/>
              <a:gd name="connsiteX102" fmla="*/ 1685197 w 12192000"/>
              <a:gd name="connsiteY102" fmla="*/ 2466249 h 2649426"/>
              <a:gd name="connsiteX103" fmla="*/ 1566422 w 12192000"/>
              <a:gd name="connsiteY103" fmla="*/ 2455175 h 2649426"/>
              <a:gd name="connsiteX104" fmla="*/ 1300369 w 12192000"/>
              <a:gd name="connsiteY104" fmla="*/ 2444914 h 2649426"/>
              <a:gd name="connsiteX105" fmla="*/ 1081876 w 12192000"/>
              <a:gd name="connsiteY105" fmla="*/ 2476491 h 2649426"/>
              <a:gd name="connsiteX106" fmla="*/ 957561 w 12192000"/>
              <a:gd name="connsiteY106" fmla="*/ 2484124 h 2649426"/>
              <a:gd name="connsiteX107" fmla="*/ 822775 w 12192000"/>
              <a:gd name="connsiteY107" fmla="*/ 2542292 h 2649426"/>
              <a:gd name="connsiteX108" fmla="*/ 653171 w 12192000"/>
              <a:gd name="connsiteY108" fmla="*/ 2607266 h 2649426"/>
              <a:gd name="connsiteX109" fmla="*/ 511469 w 12192000"/>
              <a:gd name="connsiteY109" fmla="*/ 2598742 h 2649426"/>
              <a:gd name="connsiteX110" fmla="*/ 441281 w 12192000"/>
              <a:gd name="connsiteY110" fmla="*/ 2605939 h 2649426"/>
              <a:gd name="connsiteX111" fmla="*/ 297100 w 12192000"/>
              <a:gd name="connsiteY111" fmla="*/ 2639558 h 2649426"/>
              <a:gd name="connsiteX112" fmla="*/ 97385 w 12192000"/>
              <a:gd name="connsiteY112" fmla="*/ 2636063 h 2649426"/>
              <a:gd name="connsiteX113" fmla="*/ 48888 w 12192000"/>
              <a:gd name="connsiteY113" fmla="*/ 2641447 h 2649426"/>
              <a:gd name="connsiteX114" fmla="*/ 0 w 12192000"/>
              <a:gd name="connsiteY114" fmla="*/ 2649426 h 2649426"/>
              <a:gd name="connsiteX115" fmla="*/ 0 w 12192000"/>
              <a:gd name="connsiteY115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35223 w 12192000"/>
              <a:gd name="connsiteY4" fmla="*/ 171451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425377 w 12192000"/>
              <a:gd name="connsiteY8" fmla="*/ 1625577 h 2649426"/>
              <a:gd name="connsiteX9" fmla="*/ 11364686 w 12192000"/>
              <a:gd name="connsiteY9" fmla="*/ 1616572 h 2649426"/>
              <a:gd name="connsiteX10" fmla="*/ 11193595 w 12192000"/>
              <a:gd name="connsiteY10" fmla="*/ 1558403 h 2649426"/>
              <a:gd name="connsiteX11" fmla="*/ 11146426 w 12192000"/>
              <a:gd name="connsiteY11" fmla="*/ 1555308 h 2649426"/>
              <a:gd name="connsiteX12" fmla="*/ 10841711 w 12192000"/>
              <a:gd name="connsiteY12" fmla="*/ 1541883 h 2649426"/>
              <a:gd name="connsiteX13" fmla="*/ 10698183 w 12192000"/>
              <a:gd name="connsiteY13" fmla="*/ 1556682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15364 w 12192000"/>
              <a:gd name="connsiteY17" fmla="*/ 1574304 h 2649426"/>
              <a:gd name="connsiteX18" fmla="*/ 10454183 w 12192000"/>
              <a:gd name="connsiteY18" fmla="*/ 1572375 h 2649426"/>
              <a:gd name="connsiteX19" fmla="*/ 10329259 w 12192000"/>
              <a:gd name="connsiteY19" fmla="*/ 1579142 h 2649426"/>
              <a:gd name="connsiteX20" fmla="*/ 10128072 w 12192000"/>
              <a:gd name="connsiteY20" fmla="*/ 1610789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60271 w 12192000"/>
              <a:gd name="connsiteY34" fmla="*/ 1856718 h 2649426"/>
              <a:gd name="connsiteX35" fmla="*/ 8330326 w 12192000"/>
              <a:gd name="connsiteY35" fmla="*/ 1873969 h 2649426"/>
              <a:gd name="connsiteX36" fmla="*/ 8216222 w 12192000"/>
              <a:gd name="connsiteY36" fmla="*/ 1895553 h 2649426"/>
              <a:gd name="connsiteX37" fmla="*/ 8145462 w 12192000"/>
              <a:gd name="connsiteY37" fmla="*/ 1926758 h 2649426"/>
              <a:gd name="connsiteX38" fmla="*/ 8043728 w 12192000"/>
              <a:gd name="connsiteY38" fmla="*/ 1944200 h 2649426"/>
              <a:gd name="connsiteX39" fmla="*/ 7958999 w 12192000"/>
              <a:gd name="connsiteY39" fmla="*/ 1980667 h 2649426"/>
              <a:gd name="connsiteX40" fmla="*/ 7908348 w 12192000"/>
              <a:gd name="connsiteY40" fmla="*/ 1994348 h 2649426"/>
              <a:gd name="connsiteX41" fmla="*/ 7776470 w 12192000"/>
              <a:gd name="connsiteY41" fmla="*/ 2053315 h 2649426"/>
              <a:gd name="connsiteX42" fmla="*/ 7629097 w 12192000"/>
              <a:gd name="connsiteY42" fmla="*/ 2123292 h 2649426"/>
              <a:gd name="connsiteX43" fmla="*/ 7549398 w 12192000"/>
              <a:gd name="connsiteY43" fmla="*/ 2153051 h 2649426"/>
              <a:gd name="connsiteX44" fmla="*/ 7540934 w 12192000"/>
              <a:gd name="connsiteY44" fmla="*/ 2151418 h 2649426"/>
              <a:gd name="connsiteX45" fmla="*/ 7528900 w 12192000"/>
              <a:gd name="connsiteY45" fmla="*/ 2152107 h 2649426"/>
              <a:gd name="connsiteX46" fmla="*/ 7528656 w 12192000"/>
              <a:gd name="connsiteY46" fmla="*/ 2152584 h 2649426"/>
              <a:gd name="connsiteX47" fmla="*/ 7517280 w 12192000"/>
              <a:gd name="connsiteY47" fmla="*/ 2152327 h 2649426"/>
              <a:gd name="connsiteX48" fmla="*/ 7460956 w 12192000"/>
              <a:gd name="connsiteY48" fmla="*/ 2145255 h 2649426"/>
              <a:gd name="connsiteX49" fmla="*/ 7372921 w 12192000"/>
              <a:gd name="connsiteY49" fmla="*/ 2175069 h 2649426"/>
              <a:gd name="connsiteX50" fmla="*/ 7293703 w 12192000"/>
              <a:gd name="connsiteY50" fmla="*/ 2204721 h 2649426"/>
              <a:gd name="connsiteX51" fmla="*/ 7286955 w 12192000"/>
              <a:gd name="connsiteY51" fmla="*/ 2207494 h 2649426"/>
              <a:gd name="connsiteX52" fmla="*/ 7251199 w 12192000"/>
              <a:gd name="connsiteY52" fmla="*/ 2198184 h 2649426"/>
              <a:gd name="connsiteX53" fmla="*/ 7233016 w 12192000"/>
              <a:gd name="connsiteY53" fmla="*/ 2195902 h 2649426"/>
              <a:gd name="connsiteX54" fmla="*/ 7227281 w 12192000"/>
              <a:gd name="connsiteY54" fmla="*/ 2190042 h 2649426"/>
              <a:gd name="connsiteX55" fmla="*/ 7200745 w 12192000"/>
              <a:gd name="connsiteY55" fmla="*/ 2189321 h 2649426"/>
              <a:gd name="connsiteX56" fmla="*/ 7197924 w 12192000"/>
              <a:gd name="connsiteY56" fmla="*/ 2191205 h 2649426"/>
              <a:gd name="connsiteX57" fmla="*/ 7175198 w 12192000"/>
              <a:gd name="connsiteY57" fmla="*/ 2183294 h 2649426"/>
              <a:gd name="connsiteX58" fmla="*/ 7100681 w 12192000"/>
              <a:gd name="connsiteY58" fmla="*/ 2167822 h 2649426"/>
              <a:gd name="connsiteX59" fmla="*/ 6932665 w 12192000"/>
              <a:gd name="connsiteY59" fmla="*/ 2162157 h 2649426"/>
              <a:gd name="connsiteX60" fmla="*/ 6700029 w 12192000"/>
              <a:gd name="connsiteY60" fmla="*/ 2158310 h 2649426"/>
              <a:gd name="connsiteX61" fmla="*/ 6326162 w 12192000"/>
              <a:gd name="connsiteY61" fmla="*/ 2178632 h 2649426"/>
              <a:gd name="connsiteX62" fmla="*/ 6196177 w 12192000"/>
              <a:gd name="connsiteY62" fmla="*/ 2200059 h 2649426"/>
              <a:gd name="connsiteX63" fmla="*/ 6139086 w 12192000"/>
              <a:gd name="connsiteY63" fmla="*/ 2187339 h 2649426"/>
              <a:gd name="connsiteX64" fmla="*/ 6098878 w 12192000"/>
              <a:gd name="connsiteY64" fmla="*/ 2192939 h 2649426"/>
              <a:gd name="connsiteX65" fmla="*/ 6094339 w 12192000"/>
              <a:gd name="connsiteY65" fmla="*/ 2195871 h 2649426"/>
              <a:gd name="connsiteX66" fmla="*/ 6075163 w 12192000"/>
              <a:gd name="connsiteY66" fmla="*/ 2198856 h 2649426"/>
              <a:gd name="connsiteX67" fmla="*/ 6071016 w 12192000"/>
              <a:gd name="connsiteY67" fmla="*/ 2210639 h 2649426"/>
              <a:gd name="connsiteX68" fmla="*/ 6043058 w 12192000"/>
              <a:gd name="connsiteY68" fmla="*/ 2222971 h 2649426"/>
              <a:gd name="connsiteX69" fmla="*/ 5962031 w 12192000"/>
              <a:gd name="connsiteY69" fmla="*/ 2220873 h 2649426"/>
              <a:gd name="connsiteX70" fmla="*/ 5836800 w 12192000"/>
              <a:gd name="connsiteY70" fmla="*/ 2224771 h 2649426"/>
              <a:gd name="connsiteX71" fmla="*/ 5735414 w 12192000"/>
              <a:gd name="connsiteY71" fmla="*/ 2231366 h 2649426"/>
              <a:gd name="connsiteX72" fmla="*/ 5697982 w 12192000"/>
              <a:gd name="connsiteY72" fmla="*/ 2244836 h 2649426"/>
              <a:gd name="connsiteX73" fmla="*/ 5644981 w 12192000"/>
              <a:gd name="connsiteY73" fmla="*/ 2256274 h 2649426"/>
              <a:gd name="connsiteX74" fmla="*/ 5547744 w 12192000"/>
              <a:gd name="connsiteY74" fmla="*/ 2271333 h 2649426"/>
              <a:gd name="connsiteX75" fmla="*/ 5426280 w 12192000"/>
              <a:gd name="connsiteY75" fmla="*/ 2290560 h 2649426"/>
              <a:gd name="connsiteX76" fmla="*/ 5329896 w 12192000"/>
              <a:gd name="connsiteY76" fmla="*/ 2279209 h 2649426"/>
              <a:gd name="connsiteX77" fmla="*/ 5322508 w 12192000"/>
              <a:gd name="connsiteY77" fmla="*/ 2288005 h 2649426"/>
              <a:gd name="connsiteX78" fmla="*/ 5194705 w 12192000"/>
              <a:gd name="connsiteY78" fmla="*/ 2285938 h 2649426"/>
              <a:gd name="connsiteX79" fmla="*/ 5027899 w 12192000"/>
              <a:gd name="connsiteY79" fmla="*/ 2242653 h 2649426"/>
              <a:gd name="connsiteX80" fmla="*/ 4902443 w 12192000"/>
              <a:gd name="connsiteY80" fmla="*/ 2249037 h 2649426"/>
              <a:gd name="connsiteX81" fmla="*/ 4822447 w 12192000"/>
              <a:gd name="connsiteY81" fmla="*/ 2292174 h 2649426"/>
              <a:gd name="connsiteX82" fmla="*/ 4670737 w 12192000"/>
              <a:gd name="connsiteY82" fmla="*/ 2321711 h 2649426"/>
              <a:gd name="connsiteX83" fmla="*/ 4489013 w 12192000"/>
              <a:gd name="connsiteY83" fmla="*/ 2338805 h 2649426"/>
              <a:gd name="connsiteX84" fmla="*/ 4431159 w 12192000"/>
              <a:gd name="connsiteY84" fmla="*/ 2347536 h 2649426"/>
              <a:gd name="connsiteX85" fmla="*/ 4273885 w 12192000"/>
              <a:gd name="connsiteY85" fmla="*/ 2379520 h 2649426"/>
              <a:gd name="connsiteX86" fmla="*/ 4116925 w 12192000"/>
              <a:gd name="connsiteY86" fmla="*/ 2417756 h 2649426"/>
              <a:gd name="connsiteX87" fmla="*/ 3988558 w 12192000"/>
              <a:gd name="connsiteY87" fmla="*/ 2475821 h 2649426"/>
              <a:gd name="connsiteX88" fmla="*/ 3894771 w 12192000"/>
              <a:gd name="connsiteY88" fmla="*/ 2494652 h 2649426"/>
              <a:gd name="connsiteX89" fmla="*/ 3721493 w 12192000"/>
              <a:gd name="connsiteY89" fmla="*/ 2497646 h 2649426"/>
              <a:gd name="connsiteX90" fmla="*/ 3504883 w 12192000"/>
              <a:gd name="connsiteY90" fmla="*/ 2503869 h 2649426"/>
              <a:gd name="connsiteX91" fmla="*/ 3431219 w 12192000"/>
              <a:gd name="connsiteY91" fmla="*/ 2502163 h 2649426"/>
              <a:gd name="connsiteX92" fmla="*/ 3151243 w 12192000"/>
              <a:gd name="connsiteY92" fmla="*/ 2492405 h 2649426"/>
              <a:gd name="connsiteX93" fmla="*/ 3044025 w 12192000"/>
              <a:gd name="connsiteY93" fmla="*/ 2485298 h 2649426"/>
              <a:gd name="connsiteX94" fmla="*/ 2864954 w 12192000"/>
              <a:gd name="connsiteY94" fmla="*/ 2456476 h 2649426"/>
              <a:gd name="connsiteX95" fmla="*/ 2739588 w 12192000"/>
              <a:gd name="connsiteY95" fmla="*/ 2457956 h 2649426"/>
              <a:gd name="connsiteX96" fmla="*/ 2706684 w 12192000"/>
              <a:gd name="connsiteY96" fmla="*/ 2454540 h 2649426"/>
              <a:gd name="connsiteX97" fmla="*/ 2348435 w 12192000"/>
              <a:gd name="connsiteY97" fmla="*/ 2449176 h 2649426"/>
              <a:gd name="connsiteX98" fmla="*/ 2194299 w 12192000"/>
              <a:gd name="connsiteY98" fmla="*/ 2475215 h 2649426"/>
              <a:gd name="connsiteX99" fmla="*/ 1983009 w 12192000"/>
              <a:gd name="connsiteY99" fmla="*/ 2463117 h 2649426"/>
              <a:gd name="connsiteX100" fmla="*/ 1885040 w 12192000"/>
              <a:gd name="connsiteY100" fmla="*/ 2475917 h 2649426"/>
              <a:gd name="connsiteX101" fmla="*/ 1773324 w 12192000"/>
              <a:gd name="connsiteY101" fmla="*/ 2471718 h 2649426"/>
              <a:gd name="connsiteX102" fmla="*/ 1685197 w 12192000"/>
              <a:gd name="connsiteY102" fmla="*/ 2466249 h 2649426"/>
              <a:gd name="connsiteX103" fmla="*/ 1566422 w 12192000"/>
              <a:gd name="connsiteY103" fmla="*/ 2455175 h 2649426"/>
              <a:gd name="connsiteX104" fmla="*/ 1300369 w 12192000"/>
              <a:gd name="connsiteY104" fmla="*/ 2444914 h 2649426"/>
              <a:gd name="connsiteX105" fmla="*/ 1081876 w 12192000"/>
              <a:gd name="connsiteY105" fmla="*/ 2476491 h 2649426"/>
              <a:gd name="connsiteX106" fmla="*/ 957561 w 12192000"/>
              <a:gd name="connsiteY106" fmla="*/ 2484124 h 2649426"/>
              <a:gd name="connsiteX107" fmla="*/ 822775 w 12192000"/>
              <a:gd name="connsiteY107" fmla="*/ 2542292 h 2649426"/>
              <a:gd name="connsiteX108" fmla="*/ 653171 w 12192000"/>
              <a:gd name="connsiteY108" fmla="*/ 2607266 h 2649426"/>
              <a:gd name="connsiteX109" fmla="*/ 511469 w 12192000"/>
              <a:gd name="connsiteY109" fmla="*/ 2598742 h 2649426"/>
              <a:gd name="connsiteX110" fmla="*/ 441281 w 12192000"/>
              <a:gd name="connsiteY110" fmla="*/ 2605939 h 2649426"/>
              <a:gd name="connsiteX111" fmla="*/ 297100 w 12192000"/>
              <a:gd name="connsiteY111" fmla="*/ 2639558 h 2649426"/>
              <a:gd name="connsiteX112" fmla="*/ 97385 w 12192000"/>
              <a:gd name="connsiteY112" fmla="*/ 2636063 h 2649426"/>
              <a:gd name="connsiteX113" fmla="*/ 48888 w 12192000"/>
              <a:gd name="connsiteY113" fmla="*/ 2641447 h 2649426"/>
              <a:gd name="connsiteX114" fmla="*/ 0 w 12192000"/>
              <a:gd name="connsiteY114" fmla="*/ 2649426 h 2649426"/>
              <a:gd name="connsiteX115" fmla="*/ 0 w 12192000"/>
              <a:gd name="connsiteY115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35223 w 12192000"/>
              <a:gd name="connsiteY4" fmla="*/ 171451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425377 w 12192000"/>
              <a:gd name="connsiteY8" fmla="*/ 1625577 h 2649426"/>
              <a:gd name="connsiteX9" fmla="*/ 11364686 w 12192000"/>
              <a:gd name="connsiteY9" fmla="*/ 1616572 h 2649426"/>
              <a:gd name="connsiteX10" fmla="*/ 11193595 w 12192000"/>
              <a:gd name="connsiteY10" fmla="*/ 1558403 h 2649426"/>
              <a:gd name="connsiteX11" fmla="*/ 11146426 w 12192000"/>
              <a:gd name="connsiteY11" fmla="*/ 1555308 h 2649426"/>
              <a:gd name="connsiteX12" fmla="*/ 10841711 w 12192000"/>
              <a:gd name="connsiteY12" fmla="*/ 1541883 h 2649426"/>
              <a:gd name="connsiteX13" fmla="*/ 10698183 w 12192000"/>
              <a:gd name="connsiteY13" fmla="*/ 1556682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15364 w 12192000"/>
              <a:gd name="connsiteY17" fmla="*/ 1574304 h 2649426"/>
              <a:gd name="connsiteX18" fmla="*/ 10454183 w 12192000"/>
              <a:gd name="connsiteY18" fmla="*/ 1572375 h 2649426"/>
              <a:gd name="connsiteX19" fmla="*/ 10329259 w 12192000"/>
              <a:gd name="connsiteY19" fmla="*/ 1579142 h 2649426"/>
              <a:gd name="connsiteX20" fmla="*/ 10128072 w 12192000"/>
              <a:gd name="connsiteY20" fmla="*/ 1610789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60271 w 12192000"/>
              <a:gd name="connsiteY34" fmla="*/ 1856718 h 2649426"/>
              <a:gd name="connsiteX35" fmla="*/ 8330326 w 12192000"/>
              <a:gd name="connsiteY35" fmla="*/ 1873969 h 2649426"/>
              <a:gd name="connsiteX36" fmla="*/ 8216222 w 12192000"/>
              <a:gd name="connsiteY36" fmla="*/ 1895553 h 2649426"/>
              <a:gd name="connsiteX37" fmla="*/ 8145462 w 12192000"/>
              <a:gd name="connsiteY37" fmla="*/ 1926758 h 2649426"/>
              <a:gd name="connsiteX38" fmla="*/ 8043728 w 12192000"/>
              <a:gd name="connsiteY38" fmla="*/ 1944200 h 2649426"/>
              <a:gd name="connsiteX39" fmla="*/ 7958999 w 12192000"/>
              <a:gd name="connsiteY39" fmla="*/ 1980667 h 2649426"/>
              <a:gd name="connsiteX40" fmla="*/ 7908348 w 12192000"/>
              <a:gd name="connsiteY40" fmla="*/ 1994348 h 2649426"/>
              <a:gd name="connsiteX41" fmla="*/ 7776470 w 12192000"/>
              <a:gd name="connsiteY41" fmla="*/ 2053315 h 2649426"/>
              <a:gd name="connsiteX42" fmla="*/ 7629097 w 12192000"/>
              <a:gd name="connsiteY42" fmla="*/ 2123292 h 2649426"/>
              <a:gd name="connsiteX43" fmla="*/ 7549398 w 12192000"/>
              <a:gd name="connsiteY43" fmla="*/ 2153051 h 2649426"/>
              <a:gd name="connsiteX44" fmla="*/ 7540934 w 12192000"/>
              <a:gd name="connsiteY44" fmla="*/ 2151418 h 2649426"/>
              <a:gd name="connsiteX45" fmla="*/ 7528900 w 12192000"/>
              <a:gd name="connsiteY45" fmla="*/ 2152107 h 2649426"/>
              <a:gd name="connsiteX46" fmla="*/ 7528656 w 12192000"/>
              <a:gd name="connsiteY46" fmla="*/ 2152584 h 2649426"/>
              <a:gd name="connsiteX47" fmla="*/ 7517280 w 12192000"/>
              <a:gd name="connsiteY47" fmla="*/ 2152327 h 2649426"/>
              <a:gd name="connsiteX48" fmla="*/ 7460956 w 12192000"/>
              <a:gd name="connsiteY48" fmla="*/ 2145255 h 2649426"/>
              <a:gd name="connsiteX49" fmla="*/ 7372921 w 12192000"/>
              <a:gd name="connsiteY49" fmla="*/ 2175069 h 2649426"/>
              <a:gd name="connsiteX50" fmla="*/ 7293703 w 12192000"/>
              <a:gd name="connsiteY50" fmla="*/ 2204721 h 2649426"/>
              <a:gd name="connsiteX51" fmla="*/ 7286955 w 12192000"/>
              <a:gd name="connsiteY51" fmla="*/ 2207494 h 2649426"/>
              <a:gd name="connsiteX52" fmla="*/ 7251199 w 12192000"/>
              <a:gd name="connsiteY52" fmla="*/ 2198184 h 2649426"/>
              <a:gd name="connsiteX53" fmla="*/ 7233016 w 12192000"/>
              <a:gd name="connsiteY53" fmla="*/ 2195902 h 2649426"/>
              <a:gd name="connsiteX54" fmla="*/ 7227281 w 12192000"/>
              <a:gd name="connsiteY54" fmla="*/ 2190042 h 2649426"/>
              <a:gd name="connsiteX55" fmla="*/ 7200745 w 12192000"/>
              <a:gd name="connsiteY55" fmla="*/ 2189321 h 2649426"/>
              <a:gd name="connsiteX56" fmla="*/ 7197924 w 12192000"/>
              <a:gd name="connsiteY56" fmla="*/ 2191205 h 2649426"/>
              <a:gd name="connsiteX57" fmla="*/ 7175198 w 12192000"/>
              <a:gd name="connsiteY57" fmla="*/ 2183294 h 2649426"/>
              <a:gd name="connsiteX58" fmla="*/ 7100681 w 12192000"/>
              <a:gd name="connsiteY58" fmla="*/ 2167822 h 2649426"/>
              <a:gd name="connsiteX59" fmla="*/ 6932665 w 12192000"/>
              <a:gd name="connsiteY59" fmla="*/ 2162157 h 2649426"/>
              <a:gd name="connsiteX60" fmla="*/ 6700029 w 12192000"/>
              <a:gd name="connsiteY60" fmla="*/ 2158310 h 2649426"/>
              <a:gd name="connsiteX61" fmla="*/ 6326162 w 12192000"/>
              <a:gd name="connsiteY61" fmla="*/ 2178632 h 2649426"/>
              <a:gd name="connsiteX62" fmla="*/ 6196177 w 12192000"/>
              <a:gd name="connsiteY62" fmla="*/ 2200059 h 2649426"/>
              <a:gd name="connsiteX63" fmla="*/ 6139086 w 12192000"/>
              <a:gd name="connsiteY63" fmla="*/ 2187339 h 2649426"/>
              <a:gd name="connsiteX64" fmla="*/ 6098878 w 12192000"/>
              <a:gd name="connsiteY64" fmla="*/ 2192939 h 2649426"/>
              <a:gd name="connsiteX65" fmla="*/ 6094339 w 12192000"/>
              <a:gd name="connsiteY65" fmla="*/ 2195871 h 2649426"/>
              <a:gd name="connsiteX66" fmla="*/ 6075163 w 12192000"/>
              <a:gd name="connsiteY66" fmla="*/ 2198856 h 2649426"/>
              <a:gd name="connsiteX67" fmla="*/ 6071016 w 12192000"/>
              <a:gd name="connsiteY67" fmla="*/ 2210639 h 2649426"/>
              <a:gd name="connsiteX68" fmla="*/ 6043058 w 12192000"/>
              <a:gd name="connsiteY68" fmla="*/ 2222971 h 2649426"/>
              <a:gd name="connsiteX69" fmla="*/ 5962031 w 12192000"/>
              <a:gd name="connsiteY69" fmla="*/ 2220873 h 2649426"/>
              <a:gd name="connsiteX70" fmla="*/ 5836800 w 12192000"/>
              <a:gd name="connsiteY70" fmla="*/ 2224771 h 2649426"/>
              <a:gd name="connsiteX71" fmla="*/ 5735414 w 12192000"/>
              <a:gd name="connsiteY71" fmla="*/ 2231366 h 2649426"/>
              <a:gd name="connsiteX72" fmla="*/ 5697982 w 12192000"/>
              <a:gd name="connsiteY72" fmla="*/ 2244836 h 2649426"/>
              <a:gd name="connsiteX73" fmla="*/ 5644981 w 12192000"/>
              <a:gd name="connsiteY73" fmla="*/ 2256274 h 2649426"/>
              <a:gd name="connsiteX74" fmla="*/ 5547744 w 12192000"/>
              <a:gd name="connsiteY74" fmla="*/ 2271333 h 2649426"/>
              <a:gd name="connsiteX75" fmla="*/ 5426280 w 12192000"/>
              <a:gd name="connsiteY75" fmla="*/ 2290560 h 2649426"/>
              <a:gd name="connsiteX76" fmla="*/ 5329896 w 12192000"/>
              <a:gd name="connsiteY76" fmla="*/ 2279209 h 2649426"/>
              <a:gd name="connsiteX77" fmla="*/ 5322508 w 12192000"/>
              <a:gd name="connsiteY77" fmla="*/ 2288005 h 2649426"/>
              <a:gd name="connsiteX78" fmla="*/ 5194705 w 12192000"/>
              <a:gd name="connsiteY78" fmla="*/ 2285938 h 2649426"/>
              <a:gd name="connsiteX79" fmla="*/ 5027899 w 12192000"/>
              <a:gd name="connsiteY79" fmla="*/ 2242653 h 2649426"/>
              <a:gd name="connsiteX80" fmla="*/ 4911519 w 12192000"/>
              <a:gd name="connsiteY80" fmla="*/ 2285340 h 2649426"/>
              <a:gd name="connsiteX81" fmla="*/ 4822447 w 12192000"/>
              <a:gd name="connsiteY81" fmla="*/ 2292174 h 2649426"/>
              <a:gd name="connsiteX82" fmla="*/ 4670737 w 12192000"/>
              <a:gd name="connsiteY82" fmla="*/ 2321711 h 2649426"/>
              <a:gd name="connsiteX83" fmla="*/ 4489013 w 12192000"/>
              <a:gd name="connsiteY83" fmla="*/ 2338805 h 2649426"/>
              <a:gd name="connsiteX84" fmla="*/ 4431159 w 12192000"/>
              <a:gd name="connsiteY84" fmla="*/ 2347536 h 2649426"/>
              <a:gd name="connsiteX85" fmla="*/ 4273885 w 12192000"/>
              <a:gd name="connsiteY85" fmla="*/ 2379520 h 2649426"/>
              <a:gd name="connsiteX86" fmla="*/ 4116925 w 12192000"/>
              <a:gd name="connsiteY86" fmla="*/ 2417756 h 2649426"/>
              <a:gd name="connsiteX87" fmla="*/ 3988558 w 12192000"/>
              <a:gd name="connsiteY87" fmla="*/ 2475821 h 2649426"/>
              <a:gd name="connsiteX88" fmla="*/ 3894771 w 12192000"/>
              <a:gd name="connsiteY88" fmla="*/ 2494652 h 2649426"/>
              <a:gd name="connsiteX89" fmla="*/ 3721493 w 12192000"/>
              <a:gd name="connsiteY89" fmla="*/ 2497646 h 2649426"/>
              <a:gd name="connsiteX90" fmla="*/ 3504883 w 12192000"/>
              <a:gd name="connsiteY90" fmla="*/ 2503869 h 2649426"/>
              <a:gd name="connsiteX91" fmla="*/ 3431219 w 12192000"/>
              <a:gd name="connsiteY91" fmla="*/ 2502163 h 2649426"/>
              <a:gd name="connsiteX92" fmla="*/ 3151243 w 12192000"/>
              <a:gd name="connsiteY92" fmla="*/ 2492405 h 2649426"/>
              <a:gd name="connsiteX93" fmla="*/ 3044025 w 12192000"/>
              <a:gd name="connsiteY93" fmla="*/ 2485298 h 2649426"/>
              <a:gd name="connsiteX94" fmla="*/ 2864954 w 12192000"/>
              <a:gd name="connsiteY94" fmla="*/ 2456476 h 2649426"/>
              <a:gd name="connsiteX95" fmla="*/ 2739588 w 12192000"/>
              <a:gd name="connsiteY95" fmla="*/ 2457956 h 2649426"/>
              <a:gd name="connsiteX96" fmla="*/ 2706684 w 12192000"/>
              <a:gd name="connsiteY96" fmla="*/ 2454540 h 2649426"/>
              <a:gd name="connsiteX97" fmla="*/ 2348435 w 12192000"/>
              <a:gd name="connsiteY97" fmla="*/ 2449176 h 2649426"/>
              <a:gd name="connsiteX98" fmla="*/ 2194299 w 12192000"/>
              <a:gd name="connsiteY98" fmla="*/ 2475215 h 2649426"/>
              <a:gd name="connsiteX99" fmla="*/ 1983009 w 12192000"/>
              <a:gd name="connsiteY99" fmla="*/ 2463117 h 2649426"/>
              <a:gd name="connsiteX100" fmla="*/ 1885040 w 12192000"/>
              <a:gd name="connsiteY100" fmla="*/ 2475917 h 2649426"/>
              <a:gd name="connsiteX101" fmla="*/ 1773324 w 12192000"/>
              <a:gd name="connsiteY101" fmla="*/ 2471718 h 2649426"/>
              <a:gd name="connsiteX102" fmla="*/ 1685197 w 12192000"/>
              <a:gd name="connsiteY102" fmla="*/ 2466249 h 2649426"/>
              <a:gd name="connsiteX103" fmla="*/ 1566422 w 12192000"/>
              <a:gd name="connsiteY103" fmla="*/ 2455175 h 2649426"/>
              <a:gd name="connsiteX104" fmla="*/ 1300369 w 12192000"/>
              <a:gd name="connsiteY104" fmla="*/ 2444914 h 2649426"/>
              <a:gd name="connsiteX105" fmla="*/ 1081876 w 12192000"/>
              <a:gd name="connsiteY105" fmla="*/ 2476491 h 2649426"/>
              <a:gd name="connsiteX106" fmla="*/ 957561 w 12192000"/>
              <a:gd name="connsiteY106" fmla="*/ 2484124 h 2649426"/>
              <a:gd name="connsiteX107" fmla="*/ 822775 w 12192000"/>
              <a:gd name="connsiteY107" fmla="*/ 2542292 h 2649426"/>
              <a:gd name="connsiteX108" fmla="*/ 653171 w 12192000"/>
              <a:gd name="connsiteY108" fmla="*/ 2607266 h 2649426"/>
              <a:gd name="connsiteX109" fmla="*/ 511469 w 12192000"/>
              <a:gd name="connsiteY109" fmla="*/ 2598742 h 2649426"/>
              <a:gd name="connsiteX110" fmla="*/ 441281 w 12192000"/>
              <a:gd name="connsiteY110" fmla="*/ 2605939 h 2649426"/>
              <a:gd name="connsiteX111" fmla="*/ 297100 w 12192000"/>
              <a:gd name="connsiteY111" fmla="*/ 2639558 h 2649426"/>
              <a:gd name="connsiteX112" fmla="*/ 97385 w 12192000"/>
              <a:gd name="connsiteY112" fmla="*/ 2636063 h 2649426"/>
              <a:gd name="connsiteX113" fmla="*/ 48888 w 12192000"/>
              <a:gd name="connsiteY113" fmla="*/ 2641447 h 2649426"/>
              <a:gd name="connsiteX114" fmla="*/ 0 w 12192000"/>
              <a:gd name="connsiteY114" fmla="*/ 2649426 h 2649426"/>
              <a:gd name="connsiteX115" fmla="*/ 0 w 12192000"/>
              <a:gd name="connsiteY115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35223 w 12192000"/>
              <a:gd name="connsiteY4" fmla="*/ 171451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425377 w 12192000"/>
              <a:gd name="connsiteY8" fmla="*/ 1625577 h 2649426"/>
              <a:gd name="connsiteX9" fmla="*/ 11364686 w 12192000"/>
              <a:gd name="connsiteY9" fmla="*/ 1616572 h 2649426"/>
              <a:gd name="connsiteX10" fmla="*/ 11193595 w 12192000"/>
              <a:gd name="connsiteY10" fmla="*/ 1558403 h 2649426"/>
              <a:gd name="connsiteX11" fmla="*/ 11146426 w 12192000"/>
              <a:gd name="connsiteY11" fmla="*/ 1555308 h 2649426"/>
              <a:gd name="connsiteX12" fmla="*/ 10841711 w 12192000"/>
              <a:gd name="connsiteY12" fmla="*/ 1541883 h 2649426"/>
              <a:gd name="connsiteX13" fmla="*/ 10698183 w 12192000"/>
              <a:gd name="connsiteY13" fmla="*/ 1556682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15364 w 12192000"/>
              <a:gd name="connsiteY17" fmla="*/ 1574304 h 2649426"/>
              <a:gd name="connsiteX18" fmla="*/ 10454183 w 12192000"/>
              <a:gd name="connsiteY18" fmla="*/ 1572375 h 2649426"/>
              <a:gd name="connsiteX19" fmla="*/ 10329259 w 12192000"/>
              <a:gd name="connsiteY19" fmla="*/ 1579142 h 2649426"/>
              <a:gd name="connsiteX20" fmla="*/ 10128072 w 12192000"/>
              <a:gd name="connsiteY20" fmla="*/ 1610789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60271 w 12192000"/>
              <a:gd name="connsiteY34" fmla="*/ 1856718 h 2649426"/>
              <a:gd name="connsiteX35" fmla="*/ 8330326 w 12192000"/>
              <a:gd name="connsiteY35" fmla="*/ 1873969 h 2649426"/>
              <a:gd name="connsiteX36" fmla="*/ 8216222 w 12192000"/>
              <a:gd name="connsiteY36" fmla="*/ 1895553 h 2649426"/>
              <a:gd name="connsiteX37" fmla="*/ 8145462 w 12192000"/>
              <a:gd name="connsiteY37" fmla="*/ 1926758 h 2649426"/>
              <a:gd name="connsiteX38" fmla="*/ 8043728 w 12192000"/>
              <a:gd name="connsiteY38" fmla="*/ 1944200 h 2649426"/>
              <a:gd name="connsiteX39" fmla="*/ 7958999 w 12192000"/>
              <a:gd name="connsiteY39" fmla="*/ 1980667 h 2649426"/>
              <a:gd name="connsiteX40" fmla="*/ 7908348 w 12192000"/>
              <a:gd name="connsiteY40" fmla="*/ 1994348 h 2649426"/>
              <a:gd name="connsiteX41" fmla="*/ 7776470 w 12192000"/>
              <a:gd name="connsiteY41" fmla="*/ 2053315 h 2649426"/>
              <a:gd name="connsiteX42" fmla="*/ 7629097 w 12192000"/>
              <a:gd name="connsiteY42" fmla="*/ 2123292 h 2649426"/>
              <a:gd name="connsiteX43" fmla="*/ 7549398 w 12192000"/>
              <a:gd name="connsiteY43" fmla="*/ 2153051 h 2649426"/>
              <a:gd name="connsiteX44" fmla="*/ 7540934 w 12192000"/>
              <a:gd name="connsiteY44" fmla="*/ 2151418 h 2649426"/>
              <a:gd name="connsiteX45" fmla="*/ 7528900 w 12192000"/>
              <a:gd name="connsiteY45" fmla="*/ 2152107 h 2649426"/>
              <a:gd name="connsiteX46" fmla="*/ 7528656 w 12192000"/>
              <a:gd name="connsiteY46" fmla="*/ 2152584 h 2649426"/>
              <a:gd name="connsiteX47" fmla="*/ 7517280 w 12192000"/>
              <a:gd name="connsiteY47" fmla="*/ 2152327 h 2649426"/>
              <a:gd name="connsiteX48" fmla="*/ 7460956 w 12192000"/>
              <a:gd name="connsiteY48" fmla="*/ 2145255 h 2649426"/>
              <a:gd name="connsiteX49" fmla="*/ 7372921 w 12192000"/>
              <a:gd name="connsiteY49" fmla="*/ 2175069 h 2649426"/>
              <a:gd name="connsiteX50" fmla="*/ 7293703 w 12192000"/>
              <a:gd name="connsiteY50" fmla="*/ 2204721 h 2649426"/>
              <a:gd name="connsiteX51" fmla="*/ 7286955 w 12192000"/>
              <a:gd name="connsiteY51" fmla="*/ 2207494 h 2649426"/>
              <a:gd name="connsiteX52" fmla="*/ 7251199 w 12192000"/>
              <a:gd name="connsiteY52" fmla="*/ 2198184 h 2649426"/>
              <a:gd name="connsiteX53" fmla="*/ 7233016 w 12192000"/>
              <a:gd name="connsiteY53" fmla="*/ 2195902 h 2649426"/>
              <a:gd name="connsiteX54" fmla="*/ 7227281 w 12192000"/>
              <a:gd name="connsiteY54" fmla="*/ 2190042 h 2649426"/>
              <a:gd name="connsiteX55" fmla="*/ 7200745 w 12192000"/>
              <a:gd name="connsiteY55" fmla="*/ 2189321 h 2649426"/>
              <a:gd name="connsiteX56" fmla="*/ 7197924 w 12192000"/>
              <a:gd name="connsiteY56" fmla="*/ 2191205 h 2649426"/>
              <a:gd name="connsiteX57" fmla="*/ 7175198 w 12192000"/>
              <a:gd name="connsiteY57" fmla="*/ 2183294 h 2649426"/>
              <a:gd name="connsiteX58" fmla="*/ 7100681 w 12192000"/>
              <a:gd name="connsiteY58" fmla="*/ 2167822 h 2649426"/>
              <a:gd name="connsiteX59" fmla="*/ 6932665 w 12192000"/>
              <a:gd name="connsiteY59" fmla="*/ 2162157 h 2649426"/>
              <a:gd name="connsiteX60" fmla="*/ 6700029 w 12192000"/>
              <a:gd name="connsiteY60" fmla="*/ 2158310 h 2649426"/>
              <a:gd name="connsiteX61" fmla="*/ 6326162 w 12192000"/>
              <a:gd name="connsiteY61" fmla="*/ 2178632 h 2649426"/>
              <a:gd name="connsiteX62" fmla="*/ 6196177 w 12192000"/>
              <a:gd name="connsiteY62" fmla="*/ 2200059 h 2649426"/>
              <a:gd name="connsiteX63" fmla="*/ 6139086 w 12192000"/>
              <a:gd name="connsiteY63" fmla="*/ 2187339 h 2649426"/>
              <a:gd name="connsiteX64" fmla="*/ 6098878 w 12192000"/>
              <a:gd name="connsiteY64" fmla="*/ 2192939 h 2649426"/>
              <a:gd name="connsiteX65" fmla="*/ 6094339 w 12192000"/>
              <a:gd name="connsiteY65" fmla="*/ 2195871 h 2649426"/>
              <a:gd name="connsiteX66" fmla="*/ 6075163 w 12192000"/>
              <a:gd name="connsiteY66" fmla="*/ 2198856 h 2649426"/>
              <a:gd name="connsiteX67" fmla="*/ 6071016 w 12192000"/>
              <a:gd name="connsiteY67" fmla="*/ 2210639 h 2649426"/>
              <a:gd name="connsiteX68" fmla="*/ 6043058 w 12192000"/>
              <a:gd name="connsiteY68" fmla="*/ 2222971 h 2649426"/>
              <a:gd name="connsiteX69" fmla="*/ 5962031 w 12192000"/>
              <a:gd name="connsiteY69" fmla="*/ 2220873 h 2649426"/>
              <a:gd name="connsiteX70" fmla="*/ 5836800 w 12192000"/>
              <a:gd name="connsiteY70" fmla="*/ 2224771 h 2649426"/>
              <a:gd name="connsiteX71" fmla="*/ 5735414 w 12192000"/>
              <a:gd name="connsiteY71" fmla="*/ 2231366 h 2649426"/>
              <a:gd name="connsiteX72" fmla="*/ 5697982 w 12192000"/>
              <a:gd name="connsiteY72" fmla="*/ 2244836 h 2649426"/>
              <a:gd name="connsiteX73" fmla="*/ 5644981 w 12192000"/>
              <a:gd name="connsiteY73" fmla="*/ 2256274 h 2649426"/>
              <a:gd name="connsiteX74" fmla="*/ 5547744 w 12192000"/>
              <a:gd name="connsiteY74" fmla="*/ 2271333 h 2649426"/>
              <a:gd name="connsiteX75" fmla="*/ 5426280 w 12192000"/>
              <a:gd name="connsiteY75" fmla="*/ 2290560 h 2649426"/>
              <a:gd name="connsiteX76" fmla="*/ 5329896 w 12192000"/>
              <a:gd name="connsiteY76" fmla="*/ 2279209 h 2649426"/>
              <a:gd name="connsiteX77" fmla="*/ 5322508 w 12192000"/>
              <a:gd name="connsiteY77" fmla="*/ 2288005 h 2649426"/>
              <a:gd name="connsiteX78" fmla="*/ 5194705 w 12192000"/>
              <a:gd name="connsiteY78" fmla="*/ 2285938 h 2649426"/>
              <a:gd name="connsiteX79" fmla="*/ 5077816 w 12192000"/>
              <a:gd name="connsiteY79" fmla="*/ 2292570 h 2649426"/>
              <a:gd name="connsiteX80" fmla="*/ 4911519 w 12192000"/>
              <a:gd name="connsiteY80" fmla="*/ 2285340 h 2649426"/>
              <a:gd name="connsiteX81" fmla="*/ 4822447 w 12192000"/>
              <a:gd name="connsiteY81" fmla="*/ 2292174 h 2649426"/>
              <a:gd name="connsiteX82" fmla="*/ 4670737 w 12192000"/>
              <a:gd name="connsiteY82" fmla="*/ 2321711 h 2649426"/>
              <a:gd name="connsiteX83" fmla="*/ 4489013 w 12192000"/>
              <a:gd name="connsiteY83" fmla="*/ 2338805 h 2649426"/>
              <a:gd name="connsiteX84" fmla="*/ 4431159 w 12192000"/>
              <a:gd name="connsiteY84" fmla="*/ 2347536 h 2649426"/>
              <a:gd name="connsiteX85" fmla="*/ 4273885 w 12192000"/>
              <a:gd name="connsiteY85" fmla="*/ 2379520 h 2649426"/>
              <a:gd name="connsiteX86" fmla="*/ 4116925 w 12192000"/>
              <a:gd name="connsiteY86" fmla="*/ 2417756 h 2649426"/>
              <a:gd name="connsiteX87" fmla="*/ 3988558 w 12192000"/>
              <a:gd name="connsiteY87" fmla="*/ 2475821 h 2649426"/>
              <a:gd name="connsiteX88" fmla="*/ 3894771 w 12192000"/>
              <a:gd name="connsiteY88" fmla="*/ 2494652 h 2649426"/>
              <a:gd name="connsiteX89" fmla="*/ 3721493 w 12192000"/>
              <a:gd name="connsiteY89" fmla="*/ 2497646 h 2649426"/>
              <a:gd name="connsiteX90" fmla="*/ 3504883 w 12192000"/>
              <a:gd name="connsiteY90" fmla="*/ 2503869 h 2649426"/>
              <a:gd name="connsiteX91" fmla="*/ 3431219 w 12192000"/>
              <a:gd name="connsiteY91" fmla="*/ 2502163 h 2649426"/>
              <a:gd name="connsiteX92" fmla="*/ 3151243 w 12192000"/>
              <a:gd name="connsiteY92" fmla="*/ 2492405 h 2649426"/>
              <a:gd name="connsiteX93" fmla="*/ 3044025 w 12192000"/>
              <a:gd name="connsiteY93" fmla="*/ 2485298 h 2649426"/>
              <a:gd name="connsiteX94" fmla="*/ 2864954 w 12192000"/>
              <a:gd name="connsiteY94" fmla="*/ 2456476 h 2649426"/>
              <a:gd name="connsiteX95" fmla="*/ 2739588 w 12192000"/>
              <a:gd name="connsiteY95" fmla="*/ 2457956 h 2649426"/>
              <a:gd name="connsiteX96" fmla="*/ 2706684 w 12192000"/>
              <a:gd name="connsiteY96" fmla="*/ 2454540 h 2649426"/>
              <a:gd name="connsiteX97" fmla="*/ 2348435 w 12192000"/>
              <a:gd name="connsiteY97" fmla="*/ 2449176 h 2649426"/>
              <a:gd name="connsiteX98" fmla="*/ 2194299 w 12192000"/>
              <a:gd name="connsiteY98" fmla="*/ 2475215 h 2649426"/>
              <a:gd name="connsiteX99" fmla="*/ 1983009 w 12192000"/>
              <a:gd name="connsiteY99" fmla="*/ 2463117 h 2649426"/>
              <a:gd name="connsiteX100" fmla="*/ 1885040 w 12192000"/>
              <a:gd name="connsiteY100" fmla="*/ 2475917 h 2649426"/>
              <a:gd name="connsiteX101" fmla="*/ 1773324 w 12192000"/>
              <a:gd name="connsiteY101" fmla="*/ 2471718 h 2649426"/>
              <a:gd name="connsiteX102" fmla="*/ 1685197 w 12192000"/>
              <a:gd name="connsiteY102" fmla="*/ 2466249 h 2649426"/>
              <a:gd name="connsiteX103" fmla="*/ 1566422 w 12192000"/>
              <a:gd name="connsiteY103" fmla="*/ 2455175 h 2649426"/>
              <a:gd name="connsiteX104" fmla="*/ 1300369 w 12192000"/>
              <a:gd name="connsiteY104" fmla="*/ 2444914 h 2649426"/>
              <a:gd name="connsiteX105" fmla="*/ 1081876 w 12192000"/>
              <a:gd name="connsiteY105" fmla="*/ 2476491 h 2649426"/>
              <a:gd name="connsiteX106" fmla="*/ 957561 w 12192000"/>
              <a:gd name="connsiteY106" fmla="*/ 2484124 h 2649426"/>
              <a:gd name="connsiteX107" fmla="*/ 822775 w 12192000"/>
              <a:gd name="connsiteY107" fmla="*/ 2542292 h 2649426"/>
              <a:gd name="connsiteX108" fmla="*/ 653171 w 12192000"/>
              <a:gd name="connsiteY108" fmla="*/ 2607266 h 2649426"/>
              <a:gd name="connsiteX109" fmla="*/ 511469 w 12192000"/>
              <a:gd name="connsiteY109" fmla="*/ 2598742 h 2649426"/>
              <a:gd name="connsiteX110" fmla="*/ 441281 w 12192000"/>
              <a:gd name="connsiteY110" fmla="*/ 2605939 h 2649426"/>
              <a:gd name="connsiteX111" fmla="*/ 297100 w 12192000"/>
              <a:gd name="connsiteY111" fmla="*/ 2639558 h 2649426"/>
              <a:gd name="connsiteX112" fmla="*/ 97385 w 12192000"/>
              <a:gd name="connsiteY112" fmla="*/ 2636063 h 2649426"/>
              <a:gd name="connsiteX113" fmla="*/ 48888 w 12192000"/>
              <a:gd name="connsiteY113" fmla="*/ 2641447 h 2649426"/>
              <a:gd name="connsiteX114" fmla="*/ 0 w 12192000"/>
              <a:gd name="connsiteY114" fmla="*/ 2649426 h 2649426"/>
              <a:gd name="connsiteX115" fmla="*/ 0 w 12192000"/>
              <a:gd name="connsiteY115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35223 w 12192000"/>
              <a:gd name="connsiteY4" fmla="*/ 171451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425377 w 12192000"/>
              <a:gd name="connsiteY8" fmla="*/ 1625577 h 2649426"/>
              <a:gd name="connsiteX9" fmla="*/ 11364686 w 12192000"/>
              <a:gd name="connsiteY9" fmla="*/ 1616572 h 2649426"/>
              <a:gd name="connsiteX10" fmla="*/ 11193595 w 12192000"/>
              <a:gd name="connsiteY10" fmla="*/ 1558403 h 2649426"/>
              <a:gd name="connsiteX11" fmla="*/ 11146426 w 12192000"/>
              <a:gd name="connsiteY11" fmla="*/ 1555308 h 2649426"/>
              <a:gd name="connsiteX12" fmla="*/ 10841711 w 12192000"/>
              <a:gd name="connsiteY12" fmla="*/ 1541883 h 2649426"/>
              <a:gd name="connsiteX13" fmla="*/ 10698183 w 12192000"/>
              <a:gd name="connsiteY13" fmla="*/ 1556682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15364 w 12192000"/>
              <a:gd name="connsiteY17" fmla="*/ 1574304 h 2649426"/>
              <a:gd name="connsiteX18" fmla="*/ 10454183 w 12192000"/>
              <a:gd name="connsiteY18" fmla="*/ 1572375 h 2649426"/>
              <a:gd name="connsiteX19" fmla="*/ 10329259 w 12192000"/>
              <a:gd name="connsiteY19" fmla="*/ 1579142 h 2649426"/>
              <a:gd name="connsiteX20" fmla="*/ 10128072 w 12192000"/>
              <a:gd name="connsiteY20" fmla="*/ 1610789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60271 w 12192000"/>
              <a:gd name="connsiteY34" fmla="*/ 1856718 h 2649426"/>
              <a:gd name="connsiteX35" fmla="*/ 8330326 w 12192000"/>
              <a:gd name="connsiteY35" fmla="*/ 1873969 h 2649426"/>
              <a:gd name="connsiteX36" fmla="*/ 8216222 w 12192000"/>
              <a:gd name="connsiteY36" fmla="*/ 1895553 h 2649426"/>
              <a:gd name="connsiteX37" fmla="*/ 8145462 w 12192000"/>
              <a:gd name="connsiteY37" fmla="*/ 1926758 h 2649426"/>
              <a:gd name="connsiteX38" fmla="*/ 8043728 w 12192000"/>
              <a:gd name="connsiteY38" fmla="*/ 1944200 h 2649426"/>
              <a:gd name="connsiteX39" fmla="*/ 7958999 w 12192000"/>
              <a:gd name="connsiteY39" fmla="*/ 1980667 h 2649426"/>
              <a:gd name="connsiteX40" fmla="*/ 7908348 w 12192000"/>
              <a:gd name="connsiteY40" fmla="*/ 1994348 h 2649426"/>
              <a:gd name="connsiteX41" fmla="*/ 7776470 w 12192000"/>
              <a:gd name="connsiteY41" fmla="*/ 2053315 h 2649426"/>
              <a:gd name="connsiteX42" fmla="*/ 7629097 w 12192000"/>
              <a:gd name="connsiteY42" fmla="*/ 2123292 h 2649426"/>
              <a:gd name="connsiteX43" fmla="*/ 7549398 w 12192000"/>
              <a:gd name="connsiteY43" fmla="*/ 2153051 h 2649426"/>
              <a:gd name="connsiteX44" fmla="*/ 7540934 w 12192000"/>
              <a:gd name="connsiteY44" fmla="*/ 2151418 h 2649426"/>
              <a:gd name="connsiteX45" fmla="*/ 7528900 w 12192000"/>
              <a:gd name="connsiteY45" fmla="*/ 2152107 h 2649426"/>
              <a:gd name="connsiteX46" fmla="*/ 7528656 w 12192000"/>
              <a:gd name="connsiteY46" fmla="*/ 2152584 h 2649426"/>
              <a:gd name="connsiteX47" fmla="*/ 7517280 w 12192000"/>
              <a:gd name="connsiteY47" fmla="*/ 2152327 h 2649426"/>
              <a:gd name="connsiteX48" fmla="*/ 7460956 w 12192000"/>
              <a:gd name="connsiteY48" fmla="*/ 2145255 h 2649426"/>
              <a:gd name="connsiteX49" fmla="*/ 7372921 w 12192000"/>
              <a:gd name="connsiteY49" fmla="*/ 2175069 h 2649426"/>
              <a:gd name="connsiteX50" fmla="*/ 7293703 w 12192000"/>
              <a:gd name="connsiteY50" fmla="*/ 2204721 h 2649426"/>
              <a:gd name="connsiteX51" fmla="*/ 7286955 w 12192000"/>
              <a:gd name="connsiteY51" fmla="*/ 2207494 h 2649426"/>
              <a:gd name="connsiteX52" fmla="*/ 7251199 w 12192000"/>
              <a:gd name="connsiteY52" fmla="*/ 2198184 h 2649426"/>
              <a:gd name="connsiteX53" fmla="*/ 7233016 w 12192000"/>
              <a:gd name="connsiteY53" fmla="*/ 2195902 h 2649426"/>
              <a:gd name="connsiteX54" fmla="*/ 7227281 w 12192000"/>
              <a:gd name="connsiteY54" fmla="*/ 2190042 h 2649426"/>
              <a:gd name="connsiteX55" fmla="*/ 7200745 w 12192000"/>
              <a:gd name="connsiteY55" fmla="*/ 2189321 h 2649426"/>
              <a:gd name="connsiteX56" fmla="*/ 7197924 w 12192000"/>
              <a:gd name="connsiteY56" fmla="*/ 2191205 h 2649426"/>
              <a:gd name="connsiteX57" fmla="*/ 7175198 w 12192000"/>
              <a:gd name="connsiteY57" fmla="*/ 2183294 h 2649426"/>
              <a:gd name="connsiteX58" fmla="*/ 7100681 w 12192000"/>
              <a:gd name="connsiteY58" fmla="*/ 2167822 h 2649426"/>
              <a:gd name="connsiteX59" fmla="*/ 6932665 w 12192000"/>
              <a:gd name="connsiteY59" fmla="*/ 2162157 h 2649426"/>
              <a:gd name="connsiteX60" fmla="*/ 6700029 w 12192000"/>
              <a:gd name="connsiteY60" fmla="*/ 2158310 h 2649426"/>
              <a:gd name="connsiteX61" fmla="*/ 6326162 w 12192000"/>
              <a:gd name="connsiteY61" fmla="*/ 2178632 h 2649426"/>
              <a:gd name="connsiteX62" fmla="*/ 6196177 w 12192000"/>
              <a:gd name="connsiteY62" fmla="*/ 2200059 h 2649426"/>
              <a:gd name="connsiteX63" fmla="*/ 6139086 w 12192000"/>
              <a:gd name="connsiteY63" fmla="*/ 2187339 h 2649426"/>
              <a:gd name="connsiteX64" fmla="*/ 6098878 w 12192000"/>
              <a:gd name="connsiteY64" fmla="*/ 2192939 h 2649426"/>
              <a:gd name="connsiteX65" fmla="*/ 6094339 w 12192000"/>
              <a:gd name="connsiteY65" fmla="*/ 2195871 h 2649426"/>
              <a:gd name="connsiteX66" fmla="*/ 6075163 w 12192000"/>
              <a:gd name="connsiteY66" fmla="*/ 2198856 h 2649426"/>
              <a:gd name="connsiteX67" fmla="*/ 6071016 w 12192000"/>
              <a:gd name="connsiteY67" fmla="*/ 2210639 h 2649426"/>
              <a:gd name="connsiteX68" fmla="*/ 6043058 w 12192000"/>
              <a:gd name="connsiteY68" fmla="*/ 2222971 h 2649426"/>
              <a:gd name="connsiteX69" fmla="*/ 5962031 w 12192000"/>
              <a:gd name="connsiteY69" fmla="*/ 2220873 h 2649426"/>
              <a:gd name="connsiteX70" fmla="*/ 5836800 w 12192000"/>
              <a:gd name="connsiteY70" fmla="*/ 2224771 h 2649426"/>
              <a:gd name="connsiteX71" fmla="*/ 5697982 w 12192000"/>
              <a:gd name="connsiteY71" fmla="*/ 2244836 h 2649426"/>
              <a:gd name="connsiteX72" fmla="*/ 5644981 w 12192000"/>
              <a:gd name="connsiteY72" fmla="*/ 2256274 h 2649426"/>
              <a:gd name="connsiteX73" fmla="*/ 5547744 w 12192000"/>
              <a:gd name="connsiteY73" fmla="*/ 2271333 h 2649426"/>
              <a:gd name="connsiteX74" fmla="*/ 5426280 w 12192000"/>
              <a:gd name="connsiteY74" fmla="*/ 2290560 h 2649426"/>
              <a:gd name="connsiteX75" fmla="*/ 5329896 w 12192000"/>
              <a:gd name="connsiteY75" fmla="*/ 2279209 h 2649426"/>
              <a:gd name="connsiteX76" fmla="*/ 5322508 w 12192000"/>
              <a:gd name="connsiteY76" fmla="*/ 2288005 h 2649426"/>
              <a:gd name="connsiteX77" fmla="*/ 5194705 w 12192000"/>
              <a:gd name="connsiteY77" fmla="*/ 2285938 h 2649426"/>
              <a:gd name="connsiteX78" fmla="*/ 5077816 w 12192000"/>
              <a:gd name="connsiteY78" fmla="*/ 2292570 h 2649426"/>
              <a:gd name="connsiteX79" fmla="*/ 4911519 w 12192000"/>
              <a:gd name="connsiteY79" fmla="*/ 2285340 h 2649426"/>
              <a:gd name="connsiteX80" fmla="*/ 4822447 w 12192000"/>
              <a:gd name="connsiteY80" fmla="*/ 2292174 h 2649426"/>
              <a:gd name="connsiteX81" fmla="*/ 4670737 w 12192000"/>
              <a:gd name="connsiteY81" fmla="*/ 2321711 h 2649426"/>
              <a:gd name="connsiteX82" fmla="*/ 4489013 w 12192000"/>
              <a:gd name="connsiteY82" fmla="*/ 2338805 h 2649426"/>
              <a:gd name="connsiteX83" fmla="*/ 4431159 w 12192000"/>
              <a:gd name="connsiteY83" fmla="*/ 2347536 h 2649426"/>
              <a:gd name="connsiteX84" fmla="*/ 4273885 w 12192000"/>
              <a:gd name="connsiteY84" fmla="*/ 2379520 h 2649426"/>
              <a:gd name="connsiteX85" fmla="*/ 4116925 w 12192000"/>
              <a:gd name="connsiteY85" fmla="*/ 2417756 h 2649426"/>
              <a:gd name="connsiteX86" fmla="*/ 3988558 w 12192000"/>
              <a:gd name="connsiteY86" fmla="*/ 2475821 h 2649426"/>
              <a:gd name="connsiteX87" fmla="*/ 3894771 w 12192000"/>
              <a:gd name="connsiteY87" fmla="*/ 2494652 h 2649426"/>
              <a:gd name="connsiteX88" fmla="*/ 3721493 w 12192000"/>
              <a:gd name="connsiteY88" fmla="*/ 2497646 h 2649426"/>
              <a:gd name="connsiteX89" fmla="*/ 3504883 w 12192000"/>
              <a:gd name="connsiteY89" fmla="*/ 2503869 h 2649426"/>
              <a:gd name="connsiteX90" fmla="*/ 3431219 w 12192000"/>
              <a:gd name="connsiteY90" fmla="*/ 2502163 h 2649426"/>
              <a:gd name="connsiteX91" fmla="*/ 3151243 w 12192000"/>
              <a:gd name="connsiteY91" fmla="*/ 2492405 h 2649426"/>
              <a:gd name="connsiteX92" fmla="*/ 3044025 w 12192000"/>
              <a:gd name="connsiteY92" fmla="*/ 2485298 h 2649426"/>
              <a:gd name="connsiteX93" fmla="*/ 2864954 w 12192000"/>
              <a:gd name="connsiteY93" fmla="*/ 2456476 h 2649426"/>
              <a:gd name="connsiteX94" fmla="*/ 2739588 w 12192000"/>
              <a:gd name="connsiteY94" fmla="*/ 2457956 h 2649426"/>
              <a:gd name="connsiteX95" fmla="*/ 2706684 w 12192000"/>
              <a:gd name="connsiteY95" fmla="*/ 2454540 h 2649426"/>
              <a:gd name="connsiteX96" fmla="*/ 2348435 w 12192000"/>
              <a:gd name="connsiteY96" fmla="*/ 2449176 h 2649426"/>
              <a:gd name="connsiteX97" fmla="*/ 2194299 w 12192000"/>
              <a:gd name="connsiteY97" fmla="*/ 2475215 h 2649426"/>
              <a:gd name="connsiteX98" fmla="*/ 1983009 w 12192000"/>
              <a:gd name="connsiteY98" fmla="*/ 2463117 h 2649426"/>
              <a:gd name="connsiteX99" fmla="*/ 1885040 w 12192000"/>
              <a:gd name="connsiteY99" fmla="*/ 2475917 h 2649426"/>
              <a:gd name="connsiteX100" fmla="*/ 1773324 w 12192000"/>
              <a:gd name="connsiteY100" fmla="*/ 2471718 h 2649426"/>
              <a:gd name="connsiteX101" fmla="*/ 1685197 w 12192000"/>
              <a:gd name="connsiteY101" fmla="*/ 2466249 h 2649426"/>
              <a:gd name="connsiteX102" fmla="*/ 1566422 w 12192000"/>
              <a:gd name="connsiteY102" fmla="*/ 2455175 h 2649426"/>
              <a:gd name="connsiteX103" fmla="*/ 1300369 w 12192000"/>
              <a:gd name="connsiteY103" fmla="*/ 2444914 h 2649426"/>
              <a:gd name="connsiteX104" fmla="*/ 1081876 w 12192000"/>
              <a:gd name="connsiteY104" fmla="*/ 2476491 h 2649426"/>
              <a:gd name="connsiteX105" fmla="*/ 957561 w 12192000"/>
              <a:gd name="connsiteY105" fmla="*/ 2484124 h 2649426"/>
              <a:gd name="connsiteX106" fmla="*/ 822775 w 12192000"/>
              <a:gd name="connsiteY106" fmla="*/ 2542292 h 2649426"/>
              <a:gd name="connsiteX107" fmla="*/ 653171 w 12192000"/>
              <a:gd name="connsiteY107" fmla="*/ 2607266 h 2649426"/>
              <a:gd name="connsiteX108" fmla="*/ 511469 w 12192000"/>
              <a:gd name="connsiteY108" fmla="*/ 2598742 h 2649426"/>
              <a:gd name="connsiteX109" fmla="*/ 441281 w 12192000"/>
              <a:gd name="connsiteY109" fmla="*/ 2605939 h 2649426"/>
              <a:gd name="connsiteX110" fmla="*/ 297100 w 12192000"/>
              <a:gd name="connsiteY110" fmla="*/ 2639558 h 2649426"/>
              <a:gd name="connsiteX111" fmla="*/ 97385 w 12192000"/>
              <a:gd name="connsiteY111" fmla="*/ 2636063 h 2649426"/>
              <a:gd name="connsiteX112" fmla="*/ 48888 w 12192000"/>
              <a:gd name="connsiteY112" fmla="*/ 2641447 h 2649426"/>
              <a:gd name="connsiteX113" fmla="*/ 0 w 12192000"/>
              <a:gd name="connsiteY113" fmla="*/ 2649426 h 2649426"/>
              <a:gd name="connsiteX114" fmla="*/ 0 w 12192000"/>
              <a:gd name="connsiteY114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35223 w 12192000"/>
              <a:gd name="connsiteY4" fmla="*/ 171451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425377 w 12192000"/>
              <a:gd name="connsiteY8" fmla="*/ 1625577 h 2649426"/>
              <a:gd name="connsiteX9" fmla="*/ 11364686 w 12192000"/>
              <a:gd name="connsiteY9" fmla="*/ 1616572 h 2649426"/>
              <a:gd name="connsiteX10" fmla="*/ 11193595 w 12192000"/>
              <a:gd name="connsiteY10" fmla="*/ 1558403 h 2649426"/>
              <a:gd name="connsiteX11" fmla="*/ 11146426 w 12192000"/>
              <a:gd name="connsiteY11" fmla="*/ 1555308 h 2649426"/>
              <a:gd name="connsiteX12" fmla="*/ 10841711 w 12192000"/>
              <a:gd name="connsiteY12" fmla="*/ 1541883 h 2649426"/>
              <a:gd name="connsiteX13" fmla="*/ 10698183 w 12192000"/>
              <a:gd name="connsiteY13" fmla="*/ 1556682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15364 w 12192000"/>
              <a:gd name="connsiteY17" fmla="*/ 1574304 h 2649426"/>
              <a:gd name="connsiteX18" fmla="*/ 10454183 w 12192000"/>
              <a:gd name="connsiteY18" fmla="*/ 1572375 h 2649426"/>
              <a:gd name="connsiteX19" fmla="*/ 10329259 w 12192000"/>
              <a:gd name="connsiteY19" fmla="*/ 1579142 h 2649426"/>
              <a:gd name="connsiteX20" fmla="*/ 10128072 w 12192000"/>
              <a:gd name="connsiteY20" fmla="*/ 1610789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60271 w 12192000"/>
              <a:gd name="connsiteY34" fmla="*/ 1856718 h 2649426"/>
              <a:gd name="connsiteX35" fmla="*/ 8330326 w 12192000"/>
              <a:gd name="connsiteY35" fmla="*/ 1873969 h 2649426"/>
              <a:gd name="connsiteX36" fmla="*/ 8216222 w 12192000"/>
              <a:gd name="connsiteY36" fmla="*/ 1895553 h 2649426"/>
              <a:gd name="connsiteX37" fmla="*/ 8145462 w 12192000"/>
              <a:gd name="connsiteY37" fmla="*/ 1926758 h 2649426"/>
              <a:gd name="connsiteX38" fmla="*/ 8043728 w 12192000"/>
              <a:gd name="connsiteY38" fmla="*/ 1944200 h 2649426"/>
              <a:gd name="connsiteX39" fmla="*/ 7958999 w 12192000"/>
              <a:gd name="connsiteY39" fmla="*/ 1980667 h 2649426"/>
              <a:gd name="connsiteX40" fmla="*/ 7908348 w 12192000"/>
              <a:gd name="connsiteY40" fmla="*/ 1994348 h 2649426"/>
              <a:gd name="connsiteX41" fmla="*/ 7776470 w 12192000"/>
              <a:gd name="connsiteY41" fmla="*/ 2053315 h 2649426"/>
              <a:gd name="connsiteX42" fmla="*/ 7629097 w 12192000"/>
              <a:gd name="connsiteY42" fmla="*/ 2123292 h 2649426"/>
              <a:gd name="connsiteX43" fmla="*/ 7549398 w 12192000"/>
              <a:gd name="connsiteY43" fmla="*/ 2153051 h 2649426"/>
              <a:gd name="connsiteX44" fmla="*/ 7540934 w 12192000"/>
              <a:gd name="connsiteY44" fmla="*/ 2151418 h 2649426"/>
              <a:gd name="connsiteX45" fmla="*/ 7528900 w 12192000"/>
              <a:gd name="connsiteY45" fmla="*/ 2152107 h 2649426"/>
              <a:gd name="connsiteX46" fmla="*/ 7528656 w 12192000"/>
              <a:gd name="connsiteY46" fmla="*/ 2152584 h 2649426"/>
              <a:gd name="connsiteX47" fmla="*/ 7517280 w 12192000"/>
              <a:gd name="connsiteY47" fmla="*/ 2152327 h 2649426"/>
              <a:gd name="connsiteX48" fmla="*/ 7460956 w 12192000"/>
              <a:gd name="connsiteY48" fmla="*/ 2145255 h 2649426"/>
              <a:gd name="connsiteX49" fmla="*/ 7372921 w 12192000"/>
              <a:gd name="connsiteY49" fmla="*/ 2175069 h 2649426"/>
              <a:gd name="connsiteX50" fmla="*/ 7293703 w 12192000"/>
              <a:gd name="connsiteY50" fmla="*/ 2204721 h 2649426"/>
              <a:gd name="connsiteX51" fmla="*/ 7286955 w 12192000"/>
              <a:gd name="connsiteY51" fmla="*/ 2207494 h 2649426"/>
              <a:gd name="connsiteX52" fmla="*/ 7251199 w 12192000"/>
              <a:gd name="connsiteY52" fmla="*/ 2198184 h 2649426"/>
              <a:gd name="connsiteX53" fmla="*/ 7233016 w 12192000"/>
              <a:gd name="connsiteY53" fmla="*/ 2195902 h 2649426"/>
              <a:gd name="connsiteX54" fmla="*/ 7227281 w 12192000"/>
              <a:gd name="connsiteY54" fmla="*/ 2190042 h 2649426"/>
              <a:gd name="connsiteX55" fmla="*/ 7200745 w 12192000"/>
              <a:gd name="connsiteY55" fmla="*/ 2189321 h 2649426"/>
              <a:gd name="connsiteX56" fmla="*/ 7197924 w 12192000"/>
              <a:gd name="connsiteY56" fmla="*/ 2191205 h 2649426"/>
              <a:gd name="connsiteX57" fmla="*/ 7175198 w 12192000"/>
              <a:gd name="connsiteY57" fmla="*/ 2183294 h 2649426"/>
              <a:gd name="connsiteX58" fmla="*/ 7100681 w 12192000"/>
              <a:gd name="connsiteY58" fmla="*/ 2167822 h 2649426"/>
              <a:gd name="connsiteX59" fmla="*/ 6932665 w 12192000"/>
              <a:gd name="connsiteY59" fmla="*/ 2162157 h 2649426"/>
              <a:gd name="connsiteX60" fmla="*/ 6700029 w 12192000"/>
              <a:gd name="connsiteY60" fmla="*/ 2158310 h 2649426"/>
              <a:gd name="connsiteX61" fmla="*/ 6326162 w 12192000"/>
              <a:gd name="connsiteY61" fmla="*/ 2178632 h 2649426"/>
              <a:gd name="connsiteX62" fmla="*/ 6196177 w 12192000"/>
              <a:gd name="connsiteY62" fmla="*/ 2200059 h 2649426"/>
              <a:gd name="connsiteX63" fmla="*/ 6139086 w 12192000"/>
              <a:gd name="connsiteY63" fmla="*/ 2187339 h 2649426"/>
              <a:gd name="connsiteX64" fmla="*/ 6098878 w 12192000"/>
              <a:gd name="connsiteY64" fmla="*/ 2192939 h 2649426"/>
              <a:gd name="connsiteX65" fmla="*/ 6094339 w 12192000"/>
              <a:gd name="connsiteY65" fmla="*/ 2195871 h 2649426"/>
              <a:gd name="connsiteX66" fmla="*/ 6075163 w 12192000"/>
              <a:gd name="connsiteY66" fmla="*/ 2198856 h 2649426"/>
              <a:gd name="connsiteX67" fmla="*/ 6071016 w 12192000"/>
              <a:gd name="connsiteY67" fmla="*/ 2210639 h 2649426"/>
              <a:gd name="connsiteX68" fmla="*/ 6043058 w 12192000"/>
              <a:gd name="connsiteY68" fmla="*/ 2222971 h 2649426"/>
              <a:gd name="connsiteX69" fmla="*/ 5962031 w 12192000"/>
              <a:gd name="connsiteY69" fmla="*/ 2220873 h 2649426"/>
              <a:gd name="connsiteX70" fmla="*/ 5818648 w 12192000"/>
              <a:gd name="connsiteY70" fmla="*/ 2229309 h 2649426"/>
              <a:gd name="connsiteX71" fmla="*/ 5697982 w 12192000"/>
              <a:gd name="connsiteY71" fmla="*/ 2244836 h 2649426"/>
              <a:gd name="connsiteX72" fmla="*/ 5644981 w 12192000"/>
              <a:gd name="connsiteY72" fmla="*/ 2256274 h 2649426"/>
              <a:gd name="connsiteX73" fmla="*/ 5547744 w 12192000"/>
              <a:gd name="connsiteY73" fmla="*/ 2271333 h 2649426"/>
              <a:gd name="connsiteX74" fmla="*/ 5426280 w 12192000"/>
              <a:gd name="connsiteY74" fmla="*/ 2290560 h 2649426"/>
              <a:gd name="connsiteX75" fmla="*/ 5329896 w 12192000"/>
              <a:gd name="connsiteY75" fmla="*/ 2279209 h 2649426"/>
              <a:gd name="connsiteX76" fmla="*/ 5322508 w 12192000"/>
              <a:gd name="connsiteY76" fmla="*/ 2288005 h 2649426"/>
              <a:gd name="connsiteX77" fmla="*/ 5194705 w 12192000"/>
              <a:gd name="connsiteY77" fmla="*/ 2285938 h 2649426"/>
              <a:gd name="connsiteX78" fmla="*/ 5077816 w 12192000"/>
              <a:gd name="connsiteY78" fmla="*/ 2292570 h 2649426"/>
              <a:gd name="connsiteX79" fmla="*/ 4911519 w 12192000"/>
              <a:gd name="connsiteY79" fmla="*/ 2285340 h 2649426"/>
              <a:gd name="connsiteX80" fmla="*/ 4822447 w 12192000"/>
              <a:gd name="connsiteY80" fmla="*/ 2292174 h 2649426"/>
              <a:gd name="connsiteX81" fmla="*/ 4670737 w 12192000"/>
              <a:gd name="connsiteY81" fmla="*/ 2321711 h 2649426"/>
              <a:gd name="connsiteX82" fmla="*/ 4489013 w 12192000"/>
              <a:gd name="connsiteY82" fmla="*/ 2338805 h 2649426"/>
              <a:gd name="connsiteX83" fmla="*/ 4431159 w 12192000"/>
              <a:gd name="connsiteY83" fmla="*/ 2347536 h 2649426"/>
              <a:gd name="connsiteX84" fmla="*/ 4273885 w 12192000"/>
              <a:gd name="connsiteY84" fmla="*/ 2379520 h 2649426"/>
              <a:gd name="connsiteX85" fmla="*/ 4116925 w 12192000"/>
              <a:gd name="connsiteY85" fmla="*/ 2417756 h 2649426"/>
              <a:gd name="connsiteX86" fmla="*/ 3988558 w 12192000"/>
              <a:gd name="connsiteY86" fmla="*/ 2475821 h 2649426"/>
              <a:gd name="connsiteX87" fmla="*/ 3894771 w 12192000"/>
              <a:gd name="connsiteY87" fmla="*/ 2494652 h 2649426"/>
              <a:gd name="connsiteX88" fmla="*/ 3721493 w 12192000"/>
              <a:gd name="connsiteY88" fmla="*/ 2497646 h 2649426"/>
              <a:gd name="connsiteX89" fmla="*/ 3504883 w 12192000"/>
              <a:gd name="connsiteY89" fmla="*/ 2503869 h 2649426"/>
              <a:gd name="connsiteX90" fmla="*/ 3431219 w 12192000"/>
              <a:gd name="connsiteY90" fmla="*/ 2502163 h 2649426"/>
              <a:gd name="connsiteX91" fmla="*/ 3151243 w 12192000"/>
              <a:gd name="connsiteY91" fmla="*/ 2492405 h 2649426"/>
              <a:gd name="connsiteX92" fmla="*/ 3044025 w 12192000"/>
              <a:gd name="connsiteY92" fmla="*/ 2485298 h 2649426"/>
              <a:gd name="connsiteX93" fmla="*/ 2864954 w 12192000"/>
              <a:gd name="connsiteY93" fmla="*/ 2456476 h 2649426"/>
              <a:gd name="connsiteX94" fmla="*/ 2739588 w 12192000"/>
              <a:gd name="connsiteY94" fmla="*/ 2457956 h 2649426"/>
              <a:gd name="connsiteX95" fmla="*/ 2706684 w 12192000"/>
              <a:gd name="connsiteY95" fmla="*/ 2454540 h 2649426"/>
              <a:gd name="connsiteX96" fmla="*/ 2348435 w 12192000"/>
              <a:gd name="connsiteY96" fmla="*/ 2449176 h 2649426"/>
              <a:gd name="connsiteX97" fmla="*/ 2194299 w 12192000"/>
              <a:gd name="connsiteY97" fmla="*/ 2475215 h 2649426"/>
              <a:gd name="connsiteX98" fmla="*/ 1983009 w 12192000"/>
              <a:gd name="connsiteY98" fmla="*/ 2463117 h 2649426"/>
              <a:gd name="connsiteX99" fmla="*/ 1885040 w 12192000"/>
              <a:gd name="connsiteY99" fmla="*/ 2475917 h 2649426"/>
              <a:gd name="connsiteX100" fmla="*/ 1773324 w 12192000"/>
              <a:gd name="connsiteY100" fmla="*/ 2471718 h 2649426"/>
              <a:gd name="connsiteX101" fmla="*/ 1685197 w 12192000"/>
              <a:gd name="connsiteY101" fmla="*/ 2466249 h 2649426"/>
              <a:gd name="connsiteX102" fmla="*/ 1566422 w 12192000"/>
              <a:gd name="connsiteY102" fmla="*/ 2455175 h 2649426"/>
              <a:gd name="connsiteX103" fmla="*/ 1300369 w 12192000"/>
              <a:gd name="connsiteY103" fmla="*/ 2444914 h 2649426"/>
              <a:gd name="connsiteX104" fmla="*/ 1081876 w 12192000"/>
              <a:gd name="connsiteY104" fmla="*/ 2476491 h 2649426"/>
              <a:gd name="connsiteX105" fmla="*/ 957561 w 12192000"/>
              <a:gd name="connsiteY105" fmla="*/ 2484124 h 2649426"/>
              <a:gd name="connsiteX106" fmla="*/ 822775 w 12192000"/>
              <a:gd name="connsiteY106" fmla="*/ 2542292 h 2649426"/>
              <a:gd name="connsiteX107" fmla="*/ 653171 w 12192000"/>
              <a:gd name="connsiteY107" fmla="*/ 2607266 h 2649426"/>
              <a:gd name="connsiteX108" fmla="*/ 511469 w 12192000"/>
              <a:gd name="connsiteY108" fmla="*/ 2598742 h 2649426"/>
              <a:gd name="connsiteX109" fmla="*/ 441281 w 12192000"/>
              <a:gd name="connsiteY109" fmla="*/ 2605939 h 2649426"/>
              <a:gd name="connsiteX110" fmla="*/ 297100 w 12192000"/>
              <a:gd name="connsiteY110" fmla="*/ 2639558 h 2649426"/>
              <a:gd name="connsiteX111" fmla="*/ 97385 w 12192000"/>
              <a:gd name="connsiteY111" fmla="*/ 2636063 h 2649426"/>
              <a:gd name="connsiteX112" fmla="*/ 48888 w 12192000"/>
              <a:gd name="connsiteY112" fmla="*/ 2641447 h 2649426"/>
              <a:gd name="connsiteX113" fmla="*/ 0 w 12192000"/>
              <a:gd name="connsiteY113" fmla="*/ 2649426 h 2649426"/>
              <a:gd name="connsiteX114" fmla="*/ 0 w 12192000"/>
              <a:gd name="connsiteY114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35223 w 12192000"/>
              <a:gd name="connsiteY4" fmla="*/ 171451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425377 w 12192000"/>
              <a:gd name="connsiteY8" fmla="*/ 1625577 h 2649426"/>
              <a:gd name="connsiteX9" fmla="*/ 11364686 w 12192000"/>
              <a:gd name="connsiteY9" fmla="*/ 1616572 h 2649426"/>
              <a:gd name="connsiteX10" fmla="*/ 11193595 w 12192000"/>
              <a:gd name="connsiteY10" fmla="*/ 1558403 h 2649426"/>
              <a:gd name="connsiteX11" fmla="*/ 11146426 w 12192000"/>
              <a:gd name="connsiteY11" fmla="*/ 1555308 h 2649426"/>
              <a:gd name="connsiteX12" fmla="*/ 10841711 w 12192000"/>
              <a:gd name="connsiteY12" fmla="*/ 1541883 h 2649426"/>
              <a:gd name="connsiteX13" fmla="*/ 10698183 w 12192000"/>
              <a:gd name="connsiteY13" fmla="*/ 1556682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15364 w 12192000"/>
              <a:gd name="connsiteY17" fmla="*/ 1574304 h 2649426"/>
              <a:gd name="connsiteX18" fmla="*/ 10454183 w 12192000"/>
              <a:gd name="connsiteY18" fmla="*/ 1572375 h 2649426"/>
              <a:gd name="connsiteX19" fmla="*/ 10329259 w 12192000"/>
              <a:gd name="connsiteY19" fmla="*/ 1579142 h 2649426"/>
              <a:gd name="connsiteX20" fmla="*/ 10128072 w 12192000"/>
              <a:gd name="connsiteY20" fmla="*/ 1610789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60271 w 12192000"/>
              <a:gd name="connsiteY34" fmla="*/ 1856718 h 2649426"/>
              <a:gd name="connsiteX35" fmla="*/ 8330326 w 12192000"/>
              <a:gd name="connsiteY35" fmla="*/ 1873969 h 2649426"/>
              <a:gd name="connsiteX36" fmla="*/ 8216222 w 12192000"/>
              <a:gd name="connsiteY36" fmla="*/ 1895553 h 2649426"/>
              <a:gd name="connsiteX37" fmla="*/ 8145462 w 12192000"/>
              <a:gd name="connsiteY37" fmla="*/ 1926758 h 2649426"/>
              <a:gd name="connsiteX38" fmla="*/ 8043728 w 12192000"/>
              <a:gd name="connsiteY38" fmla="*/ 1944200 h 2649426"/>
              <a:gd name="connsiteX39" fmla="*/ 7958999 w 12192000"/>
              <a:gd name="connsiteY39" fmla="*/ 1980667 h 2649426"/>
              <a:gd name="connsiteX40" fmla="*/ 7908348 w 12192000"/>
              <a:gd name="connsiteY40" fmla="*/ 1994348 h 2649426"/>
              <a:gd name="connsiteX41" fmla="*/ 7776470 w 12192000"/>
              <a:gd name="connsiteY41" fmla="*/ 2053315 h 2649426"/>
              <a:gd name="connsiteX42" fmla="*/ 7629097 w 12192000"/>
              <a:gd name="connsiteY42" fmla="*/ 2123292 h 2649426"/>
              <a:gd name="connsiteX43" fmla="*/ 7549398 w 12192000"/>
              <a:gd name="connsiteY43" fmla="*/ 2153051 h 2649426"/>
              <a:gd name="connsiteX44" fmla="*/ 7540934 w 12192000"/>
              <a:gd name="connsiteY44" fmla="*/ 2151418 h 2649426"/>
              <a:gd name="connsiteX45" fmla="*/ 7528900 w 12192000"/>
              <a:gd name="connsiteY45" fmla="*/ 2152107 h 2649426"/>
              <a:gd name="connsiteX46" fmla="*/ 7528656 w 12192000"/>
              <a:gd name="connsiteY46" fmla="*/ 2152584 h 2649426"/>
              <a:gd name="connsiteX47" fmla="*/ 7517280 w 12192000"/>
              <a:gd name="connsiteY47" fmla="*/ 2152327 h 2649426"/>
              <a:gd name="connsiteX48" fmla="*/ 7460956 w 12192000"/>
              <a:gd name="connsiteY48" fmla="*/ 2145255 h 2649426"/>
              <a:gd name="connsiteX49" fmla="*/ 7372921 w 12192000"/>
              <a:gd name="connsiteY49" fmla="*/ 2175069 h 2649426"/>
              <a:gd name="connsiteX50" fmla="*/ 7293703 w 12192000"/>
              <a:gd name="connsiteY50" fmla="*/ 2204721 h 2649426"/>
              <a:gd name="connsiteX51" fmla="*/ 7286955 w 12192000"/>
              <a:gd name="connsiteY51" fmla="*/ 2207494 h 2649426"/>
              <a:gd name="connsiteX52" fmla="*/ 7251199 w 12192000"/>
              <a:gd name="connsiteY52" fmla="*/ 2198184 h 2649426"/>
              <a:gd name="connsiteX53" fmla="*/ 7233016 w 12192000"/>
              <a:gd name="connsiteY53" fmla="*/ 2195902 h 2649426"/>
              <a:gd name="connsiteX54" fmla="*/ 7227281 w 12192000"/>
              <a:gd name="connsiteY54" fmla="*/ 2190042 h 2649426"/>
              <a:gd name="connsiteX55" fmla="*/ 7200745 w 12192000"/>
              <a:gd name="connsiteY55" fmla="*/ 2189321 h 2649426"/>
              <a:gd name="connsiteX56" fmla="*/ 7197924 w 12192000"/>
              <a:gd name="connsiteY56" fmla="*/ 2191205 h 2649426"/>
              <a:gd name="connsiteX57" fmla="*/ 7175198 w 12192000"/>
              <a:gd name="connsiteY57" fmla="*/ 2183294 h 2649426"/>
              <a:gd name="connsiteX58" fmla="*/ 7100681 w 12192000"/>
              <a:gd name="connsiteY58" fmla="*/ 2167822 h 2649426"/>
              <a:gd name="connsiteX59" fmla="*/ 6932665 w 12192000"/>
              <a:gd name="connsiteY59" fmla="*/ 2162157 h 2649426"/>
              <a:gd name="connsiteX60" fmla="*/ 6700029 w 12192000"/>
              <a:gd name="connsiteY60" fmla="*/ 2158310 h 2649426"/>
              <a:gd name="connsiteX61" fmla="*/ 6326162 w 12192000"/>
              <a:gd name="connsiteY61" fmla="*/ 2178632 h 2649426"/>
              <a:gd name="connsiteX62" fmla="*/ 6196177 w 12192000"/>
              <a:gd name="connsiteY62" fmla="*/ 2200059 h 2649426"/>
              <a:gd name="connsiteX63" fmla="*/ 6139086 w 12192000"/>
              <a:gd name="connsiteY63" fmla="*/ 2187339 h 2649426"/>
              <a:gd name="connsiteX64" fmla="*/ 6098878 w 12192000"/>
              <a:gd name="connsiteY64" fmla="*/ 2192939 h 2649426"/>
              <a:gd name="connsiteX65" fmla="*/ 6094339 w 12192000"/>
              <a:gd name="connsiteY65" fmla="*/ 2195871 h 2649426"/>
              <a:gd name="connsiteX66" fmla="*/ 6075163 w 12192000"/>
              <a:gd name="connsiteY66" fmla="*/ 2198856 h 2649426"/>
              <a:gd name="connsiteX67" fmla="*/ 6071016 w 12192000"/>
              <a:gd name="connsiteY67" fmla="*/ 2210639 h 2649426"/>
              <a:gd name="connsiteX68" fmla="*/ 6043058 w 12192000"/>
              <a:gd name="connsiteY68" fmla="*/ 2222971 h 2649426"/>
              <a:gd name="connsiteX69" fmla="*/ 5962031 w 12192000"/>
              <a:gd name="connsiteY69" fmla="*/ 2220873 h 2649426"/>
              <a:gd name="connsiteX70" fmla="*/ 5818648 w 12192000"/>
              <a:gd name="connsiteY70" fmla="*/ 2229309 h 2649426"/>
              <a:gd name="connsiteX71" fmla="*/ 5697982 w 12192000"/>
              <a:gd name="connsiteY71" fmla="*/ 2244836 h 2649426"/>
              <a:gd name="connsiteX72" fmla="*/ 5644981 w 12192000"/>
              <a:gd name="connsiteY72" fmla="*/ 2256274 h 2649426"/>
              <a:gd name="connsiteX73" fmla="*/ 5547744 w 12192000"/>
              <a:gd name="connsiteY73" fmla="*/ 2271333 h 2649426"/>
              <a:gd name="connsiteX74" fmla="*/ 5426280 w 12192000"/>
              <a:gd name="connsiteY74" fmla="*/ 2290560 h 2649426"/>
              <a:gd name="connsiteX75" fmla="*/ 5329896 w 12192000"/>
              <a:gd name="connsiteY75" fmla="*/ 2279209 h 2649426"/>
              <a:gd name="connsiteX76" fmla="*/ 5299818 w 12192000"/>
              <a:gd name="connsiteY76" fmla="*/ 2288005 h 2649426"/>
              <a:gd name="connsiteX77" fmla="*/ 5194705 w 12192000"/>
              <a:gd name="connsiteY77" fmla="*/ 2285938 h 2649426"/>
              <a:gd name="connsiteX78" fmla="*/ 5077816 w 12192000"/>
              <a:gd name="connsiteY78" fmla="*/ 2292570 h 2649426"/>
              <a:gd name="connsiteX79" fmla="*/ 4911519 w 12192000"/>
              <a:gd name="connsiteY79" fmla="*/ 2285340 h 2649426"/>
              <a:gd name="connsiteX80" fmla="*/ 4822447 w 12192000"/>
              <a:gd name="connsiteY80" fmla="*/ 2292174 h 2649426"/>
              <a:gd name="connsiteX81" fmla="*/ 4670737 w 12192000"/>
              <a:gd name="connsiteY81" fmla="*/ 2321711 h 2649426"/>
              <a:gd name="connsiteX82" fmla="*/ 4489013 w 12192000"/>
              <a:gd name="connsiteY82" fmla="*/ 2338805 h 2649426"/>
              <a:gd name="connsiteX83" fmla="*/ 4431159 w 12192000"/>
              <a:gd name="connsiteY83" fmla="*/ 2347536 h 2649426"/>
              <a:gd name="connsiteX84" fmla="*/ 4273885 w 12192000"/>
              <a:gd name="connsiteY84" fmla="*/ 2379520 h 2649426"/>
              <a:gd name="connsiteX85" fmla="*/ 4116925 w 12192000"/>
              <a:gd name="connsiteY85" fmla="*/ 2417756 h 2649426"/>
              <a:gd name="connsiteX86" fmla="*/ 3988558 w 12192000"/>
              <a:gd name="connsiteY86" fmla="*/ 2475821 h 2649426"/>
              <a:gd name="connsiteX87" fmla="*/ 3894771 w 12192000"/>
              <a:gd name="connsiteY87" fmla="*/ 2494652 h 2649426"/>
              <a:gd name="connsiteX88" fmla="*/ 3721493 w 12192000"/>
              <a:gd name="connsiteY88" fmla="*/ 2497646 h 2649426"/>
              <a:gd name="connsiteX89" fmla="*/ 3504883 w 12192000"/>
              <a:gd name="connsiteY89" fmla="*/ 2503869 h 2649426"/>
              <a:gd name="connsiteX90" fmla="*/ 3431219 w 12192000"/>
              <a:gd name="connsiteY90" fmla="*/ 2502163 h 2649426"/>
              <a:gd name="connsiteX91" fmla="*/ 3151243 w 12192000"/>
              <a:gd name="connsiteY91" fmla="*/ 2492405 h 2649426"/>
              <a:gd name="connsiteX92" fmla="*/ 3044025 w 12192000"/>
              <a:gd name="connsiteY92" fmla="*/ 2485298 h 2649426"/>
              <a:gd name="connsiteX93" fmla="*/ 2864954 w 12192000"/>
              <a:gd name="connsiteY93" fmla="*/ 2456476 h 2649426"/>
              <a:gd name="connsiteX94" fmla="*/ 2739588 w 12192000"/>
              <a:gd name="connsiteY94" fmla="*/ 2457956 h 2649426"/>
              <a:gd name="connsiteX95" fmla="*/ 2706684 w 12192000"/>
              <a:gd name="connsiteY95" fmla="*/ 2454540 h 2649426"/>
              <a:gd name="connsiteX96" fmla="*/ 2348435 w 12192000"/>
              <a:gd name="connsiteY96" fmla="*/ 2449176 h 2649426"/>
              <a:gd name="connsiteX97" fmla="*/ 2194299 w 12192000"/>
              <a:gd name="connsiteY97" fmla="*/ 2475215 h 2649426"/>
              <a:gd name="connsiteX98" fmla="*/ 1983009 w 12192000"/>
              <a:gd name="connsiteY98" fmla="*/ 2463117 h 2649426"/>
              <a:gd name="connsiteX99" fmla="*/ 1885040 w 12192000"/>
              <a:gd name="connsiteY99" fmla="*/ 2475917 h 2649426"/>
              <a:gd name="connsiteX100" fmla="*/ 1773324 w 12192000"/>
              <a:gd name="connsiteY100" fmla="*/ 2471718 h 2649426"/>
              <a:gd name="connsiteX101" fmla="*/ 1685197 w 12192000"/>
              <a:gd name="connsiteY101" fmla="*/ 2466249 h 2649426"/>
              <a:gd name="connsiteX102" fmla="*/ 1566422 w 12192000"/>
              <a:gd name="connsiteY102" fmla="*/ 2455175 h 2649426"/>
              <a:gd name="connsiteX103" fmla="*/ 1300369 w 12192000"/>
              <a:gd name="connsiteY103" fmla="*/ 2444914 h 2649426"/>
              <a:gd name="connsiteX104" fmla="*/ 1081876 w 12192000"/>
              <a:gd name="connsiteY104" fmla="*/ 2476491 h 2649426"/>
              <a:gd name="connsiteX105" fmla="*/ 957561 w 12192000"/>
              <a:gd name="connsiteY105" fmla="*/ 2484124 h 2649426"/>
              <a:gd name="connsiteX106" fmla="*/ 822775 w 12192000"/>
              <a:gd name="connsiteY106" fmla="*/ 2542292 h 2649426"/>
              <a:gd name="connsiteX107" fmla="*/ 653171 w 12192000"/>
              <a:gd name="connsiteY107" fmla="*/ 2607266 h 2649426"/>
              <a:gd name="connsiteX108" fmla="*/ 511469 w 12192000"/>
              <a:gd name="connsiteY108" fmla="*/ 2598742 h 2649426"/>
              <a:gd name="connsiteX109" fmla="*/ 441281 w 12192000"/>
              <a:gd name="connsiteY109" fmla="*/ 2605939 h 2649426"/>
              <a:gd name="connsiteX110" fmla="*/ 297100 w 12192000"/>
              <a:gd name="connsiteY110" fmla="*/ 2639558 h 2649426"/>
              <a:gd name="connsiteX111" fmla="*/ 97385 w 12192000"/>
              <a:gd name="connsiteY111" fmla="*/ 2636063 h 2649426"/>
              <a:gd name="connsiteX112" fmla="*/ 48888 w 12192000"/>
              <a:gd name="connsiteY112" fmla="*/ 2641447 h 2649426"/>
              <a:gd name="connsiteX113" fmla="*/ 0 w 12192000"/>
              <a:gd name="connsiteY113" fmla="*/ 2649426 h 2649426"/>
              <a:gd name="connsiteX114" fmla="*/ 0 w 12192000"/>
              <a:gd name="connsiteY114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35223 w 12192000"/>
              <a:gd name="connsiteY4" fmla="*/ 171451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425377 w 12192000"/>
              <a:gd name="connsiteY8" fmla="*/ 1625577 h 2649426"/>
              <a:gd name="connsiteX9" fmla="*/ 11364686 w 12192000"/>
              <a:gd name="connsiteY9" fmla="*/ 1616572 h 2649426"/>
              <a:gd name="connsiteX10" fmla="*/ 11193595 w 12192000"/>
              <a:gd name="connsiteY10" fmla="*/ 1558403 h 2649426"/>
              <a:gd name="connsiteX11" fmla="*/ 11146426 w 12192000"/>
              <a:gd name="connsiteY11" fmla="*/ 1555308 h 2649426"/>
              <a:gd name="connsiteX12" fmla="*/ 10841711 w 12192000"/>
              <a:gd name="connsiteY12" fmla="*/ 1541883 h 2649426"/>
              <a:gd name="connsiteX13" fmla="*/ 10698183 w 12192000"/>
              <a:gd name="connsiteY13" fmla="*/ 1556682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15364 w 12192000"/>
              <a:gd name="connsiteY17" fmla="*/ 1574304 h 2649426"/>
              <a:gd name="connsiteX18" fmla="*/ 10454183 w 12192000"/>
              <a:gd name="connsiteY18" fmla="*/ 1572375 h 2649426"/>
              <a:gd name="connsiteX19" fmla="*/ 10329259 w 12192000"/>
              <a:gd name="connsiteY19" fmla="*/ 1579142 h 2649426"/>
              <a:gd name="connsiteX20" fmla="*/ 10128072 w 12192000"/>
              <a:gd name="connsiteY20" fmla="*/ 1610789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60271 w 12192000"/>
              <a:gd name="connsiteY34" fmla="*/ 1856718 h 2649426"/>
              <a:gd name="connsiteX35" fmla="*/ 8330326 w 12192000"/>
              <a:gd name="connsiteY35" fmla="*/ 1873969 h 2649426"/>
              <a:gd name="connsiteX36" fmla="*/ 8216222 w 12192000"/>
              <a:gd name="connsiteY36" fmla="*/ 1895553 h 2649426"/>
              <a:gd name="connsiteX37" fmla="*/ 8145462 w 12192000"/>
              <a:gd name="connsiteY37" fmla="*/ 1926758 h 2649426"/>
              <a:gd name="connsiteX38" fmla="*/ 8043728 w 12192000"/>
              <a:gd name="connsiteY38" fmla="*/ 1944200 h 2649426"/>
              <a:gd name="connsiteX39" fmla="*/ 7958999 w 12192000"/>
              <a:gd name="connsiteY39" fmla="*/ 1980667 h 2649426"/>
              <a:gd name="connsiteX40" fmla="*/ 7908348 w 12192000"/>
              <a:gd name="connsiteY40" fmla="*/ 1994348 h 2649426"/>
              <a:gd name="connsiteX41" fmla="*/ 7776470 w 12192000"/>
              <a:gd name="connsiteY41" fmla="*/ 2053315 h 2649426"/>
              <a:gd name="connsiteX42" fmla="*/ 7629097 w 12192000"/>
              <a:gd name="connsiteY42" fmla="*/ 2123292 h 2649426"/>
              <a:gd name="connsiteX43" fmla="*/ 7549398 w 12192000"/>
              <a:gd name="connsiteY43" fmla="*/ 2153051 h 2649426"/>
              <a:gd name="connsiteX44" fmla="*/ 7540934 w 12192000"/>
              <a:gd name="connsiteY44" fmla="*/ 2151418 h 2649426"/>
              <a:gd name="connsiteX45" fmla="*/ 7528900 w 12192000"/>
              <a:gd name="connsiteY45" fmla="*/ 2152107 h 2649426"/>
              <a:gd name="connsiteX46" fmla="*/ 7528656 w 12192000"/>
              <a:gd name="connsiteY46" fmla="*/ 2152584 h 2649426"/>
              <a:gd name="connsiteX47" fmla="*/ 7517280 w 12192000"/>
              <a:gd name="connsiteY47" fmla="*/ 2152327 h 2649426"/>
              <a:gd name="connsiteX48" fmla="*/ 7460956 w 12192000"/>
              <a:gd name="connsiteY48" fmla="*/ 2145255 h 2649426"/>
              <a:gd name="connsiteX49" fmla="*/ 7372921 w 12192000"/>
              <a:gd name="connsiteY49" fmla="*/ 2175069 h 2649426"/>
              <a:gd name="connsiteX50" fmla="*/ 7293703 w 12192000"/>
              <a:gd name="connsiteY50" fmla="*/ 2204721 h 2649426"/>
              <a:gd name="connsiteX51" fmla="*/ 7286955 w 12192000"/>
              <a:gd name="connsiteY51" fmla="*/ 2207494 h 2649426"/>
              <a:gd name="connsiteX52" fmla="*/ 7251199 w 12192000"/>
              <a:gd name="connsiteY52" fmla="*/ 2198184 h 2649426"/>
              <a:gd name="connsiteX53" fmla="*/ 7233016 w 12192000"/>
              <a:gd name="connsiteY53" fmla="*/ 2195902 h 2649426"/>
              <a:gd name="connsiteX54" fmla="*/ 7227281 w 12192000"/>
              <a:gd name="connsiteY54" fmla="*/ 2190042 h 2649426"/>
              <a:gd name="connsiteX55" fmla="*/ 7200745 w 12192000"/>
              <a:gd name="connsiteY55" fmla="*/ 2189321 h 2649426"/>
              <a:gd name="connsiteX56" fmla="*/ 7197924 w 12192000"/>
              <a:gd name="connsiteY56" fmla="*/ 2191205 h 2649426"/>
              <a:gd name="connsiteX57" fmla="*/ 7175198 w 12192000"/>
              <a:gd name="connsiteY57" fmla="*/ 2183294 h 2649426"/>
              <a:gd name="connsiteX58" fmla="*/ 7100681 w 12192000"/>
              <a:gd name="connsiteY58" fmla="*/ 2167822 h 2649426"/>
              <a:gd name="connsiteX59" fmla="*/ 6932665 w 12192000"/>
              <a:gd name="connsiteY59" fmla="*/ 2162157 h 2649426"/>
              <a:gd name="connsiteX60" fmla="*/ 6700029 w 12192000"/>
              <a:gd name="connsiteY60" fmla="*/ 2158310 h 2649426"/>
              <a:gd name="connsiteX61" fmla="*/ 6326162 w 12192000"/>
              <a:gd name="connsiteY61" fmla="*/ 2178632 h 2649426"/>
              <a:gd name="connsiteX62" fmla="*/ 6196177 w 12192000"/>
              <a:gd name="connsiteY62" fmla="*/ 2200059 h 2649426"/>
              <a:gd name="connsiteX63" fmla="*/ 6139086 w 12192000"/>
              <a:gd name="connsiteY63" fmla="*/ 2187339 h 2649426"/>
              <a:gd name="connsiteX64" fmla="*/ 6098878 w 12192000"/>
              <a:gd name="connsiteY64" fmla="*/ 2192939 h 2649426"/>
              <a:gd name="connsiteX65" fmla="*/ 6094339 w 12192000"/>
              <a:gd name="connsiteY65" fmla="*/ 2195871 h 2649426"/>
              <a:gd name="connsiteX66" fmla="*/ 6075163 w 12192000"/>
              <a:gd name="connsiteY66" fmla="*/ 2198856 h 2649426"/>
              <a:gd name="connsiteX67" fmla="*/ 6071016 w 12192000"/>
              <a:gd name="connsiteY67" fmla="*/ 2210639 h 2649426"/>
              <a:gd name="connsiteX68" fmla="*/ 6043058 w 12192000"/>
              <a:gd name="connsiteY68" fmla="*/ 2222971 h 2649426"/>
              <a:gd name="connsiteX69" fmla="*/ 5962031 w 12192000"/>
              <a:gd name="connsiteY69" fmla="*/ 2220873 h 2649426"/>
              <a:gd name="connsiteX70" fmla="*/ 5818648 w 12192000"/>
              <a:gd name="connsiteY70" fmla="*/ 2229309 h 2649426"/>
              <a:gd name="connsiteX71" fmla="*/ 5697982 w 12192000"/>
              <a:gd name="connsiteY71" fmla="*/ 2244836 h 2649426"/>
              <a:gd name="connsiteX72" fmla="*/ 5644981 w 12192000"/>
              <a:gd name="connsiteY72" fmla="*/ 2256274 h 2649426"/>
              <a:gd name="connsiteX73" fmla="*/ 5547744 w 12192000"/>
              <a:gd name="connsiteY73" fmla="*/ 2271333 h 2649426"/>
              <a:gd name="connsiteX74" fmla="*/ 5426280 w 12192000"/>
              <a:gd name="connsiteY74" fmla="*/ 2290560 h 2649426"/>
              <a:gd name="connsiteX75" fmla="*/ 5329896 w 12192000"/>
              <a:gd name="connsiteY75" fmla="*/ 2279209 h 2649426"/>
              <a:gd name="connsiteX76" fmla="*/ 5299818 w 12192000"/>
              <a:gd name="connsiteY76" fmla="*/ 2288005 h 2649426"/>
              <a:gd name="connsiteX77" fmla="*/ 5077816 w 12192000"/>
              <a:gd name="connsiteY77" fmla="*/ 2292570 h 2649426"/>
              <a:gd name="connsiteX78" fmla="*/ 4911519 w 12192000"/>
              <a:gd name="connsiteY78" fmla="*/ 2285340 h 2649426"/>
              <a:gd name="connsiteX79" fmla="*/ 4822447 w 12192000"/>
              <a:gd name="connsiteY79" fmla="*/ 2292174 h 2649426"/>
              <a:gd name="connsiteX80" fmla="*/ 4670737 w 12192000"/>
              <a:gd name="connsiteY80" fmla="*/ 2321711 h 2649426"/>
              <a:gd name="connsiteX81" fmla="*/ 4489013 w 12192000"/>
              <a:gd name="connsiteY81" fmla="*/ 2338805 h 2649426"/>
              <a:gd name="connsiteX82" fmla="*/ 4431159 w 12192000"/>
              <a:gd name="connsiteY82" fmla="*/ 2347536 h 2649426"/>
              <a:gd name="connsiteX83" fmla="*/ 4273885 w 12192000"/>
              <a:gd name="connsiteY83" fmla="*/ 2379520 h 2649426"/>
              <a:gd name="connsiteX84" fmla="*/ 4116925 w 12192000"/>
              <a:gd name="connsiteY84" fmla="*/ 2417756 h 2649426"/>
              <a:gd name="connsiteX85" fmla="*/ 3988558 w 12192000"/>
              <a:gd name="connsiteY85" fmla="*/ 2475821 h 2649426"/>
              <a:gd name="connsiteX86" fmla="*/ 3894771 w 12192000"/>
              <a:gd name="connsiteY86" fmla="*/ 2494652 h 2649426"/>
              <a:gd name="connsiteX87" fmla="*/ 3721493 w 12192000"/>
              <a:gd name="connsiteY87" fmla="*/ 2497646 h 2649426"/>
              <a:gd name="connsiteX88" fmla="*/ 3504883 w 12192000"/>
              <a:gd name="connsiteY88" fmla="*/ 2503869 h 2649426"/>
              <a:gd name="connsiteX89" fmla="*/ 3431219 w 12192000"/>
              <a:gd name="connsiteY89" fmla="*/ 2502163 h 2649426"/>
              <a:gd name="connsiteX90" fmla="*/ 3151243 w 12192000"/>
              <a:gd name="connsiteY90" fmla="*/ 2492405 h 2649426"/>
              <a:gd name="connsiteX91" fmla="*/ 3044025 w 12192000"/>
              <a:gd name="connsiteY91" fmla="*/ 2485298 h 2649426"/>
              <a:gd name="connsiteX92" fmla="*/ 2864954 w 12192000"/>
              <a:gd name="connsiteY92" fmla="*/ 2456476 h 2649426"/>
              <a:gd name="connsiteX93" fmla="*/ 2739588 w 12192000"/>
              <a:gd name="connsiteY93" fmla="*/ 2457956 h 2649426"/>
              <a:gd name="connsiteX94" fmla="*/ 2706684 w 12192000"/>
              <a:gd name="connsiteY94" fmla="*/ 2454540 h 2649426"/>
              <a:gd name="connsiteX95" fmla="*/ 2348435 w 12192000"/>
              <a:gd name="connsiteY95" fmla="*/ 2449176 h 2649426"/>
              <a:gd name="connsiteX96" fmla="*/ 2194299 w 12192000"/>
              <a:gd name="connsiteY96" fmla="*/ 2475215 h 2649426"/>
              <a:gd name="connsiteX97" fmla="*/ 1983009 w 12192000"/>
              <a:gd name="connsiteY97" fmla="*/ 2463117 h 2649426"/>
              <a:gd name="connsiteX98" fmla="*/ 1885040 w 12192000"/>
              <a:gd name="connsiteY98" fmla="*/ 2475917 h 2649426"/>
              <a:gd name="connsiteX99" fmla="*/ 1773324 w 12192000"/>
              <a:gd name="connsiteY99" fmla="*/ 2471718 h 2649426"/>
              <a:gd name="connsiteX100" fmla="*/ 1685197 w 12192000"/>
              <a:gd name="connsiteY100" fmla="*/ 2466249 h 2649426"/>
              <a:gd name="connsiteX101" fmla="*/ 1566422 w 12192000"/>
              <a:gd name="connsiteY101" fmla="*/ 2455175 h 2649426"/>
              <a:gd name="connsiteX102" fmla="*/ 1300369 w 12192000"/>
              <a:gd name="connsiteY102" fmla="*/ 2444914 h 2649426"/>
              <a:gd name="connsiteX103" fmla="*/ 1081876 w 12192000"/>
              <a:gd name="connsiteY103" fmla="*/ 2476491 h 2649426"/>
              <a:gd name="connsiteX104" fmla="*/ 957561 w 12192000"/>
              <a:gd name="connsiteY104" fmla="*/ 2484124 h 2649426"/>
              <a:gd name="connsiteX105" fmla="*/ 822775 w 12192000"/>
              <a:gd name="connsiteY105" fmla="*/ 2542292 h 2649426"/>
              <a:gd name="connsiteX106" fmla="*/ 653171 w 12192000"/>
              <a:gd name="connsiteY106" fmla="*/ 2607266 h 2649426"/>
              <a:gd name="connsiteX107" fmla="*/ 511469 w 12192000"/>
              <a:gd name="connsiteY107" fmla="*/ 2598742 h 2649426"/>
              <a:gd name="connsiteX108" fmla="*/ 441281 w 12192000"/>
              <a:gd name="connsiteY108" fmla="*/ 2605939 h 2649426"/>
              <a:gd name="connsiteX109" fmla="*/ 297100 w 12192000"/>
              <a:gd name="connsiteY109" fmla="*/ 2639558 h 2649426"/>
              <a:gd name="connsiteX110" fmla="*/ 97385 w 12192000"/>
              <a:gd name="connsiteY110" fmla="*/ 2636063 h 2649426"/>
              <a:gd name="connsiteX111" fmla="*/ 48888 w 12192000"/>
              <a:gd name="connsiteY111" fmla="*/ 2641447 h 2649426"/>
              <a:gd name="connsiteX112" fmla="*/ 0 w 12192000"/>
              <a:gd name="connsiteY112" fmla="*/ 2649426 h 2649426"/>
              <a:gd name="connsiteX113" fmla="*/ 0 w 12192000"/>
              <a:gd name="connsiteY113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35223 w 12192000"/>
              <a:gd name="connsiteY4" fmla="*/ 171451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425377 w 12192000"/>
              <a:gd name="connsiteY8" fmla="*/ 1625577 h 2649426"/>
              <a:gd name="connsiteX9" fmla="*/ 11364686 w 12192000"/>
              <a:gd name="connsiteY9" fmla="*/ 1616572 h 2649426"/>
              <a:gd name="connsiteX10" fmla="*/ 11193595 w 12192000"/>
              <a:gd name="connsiteY10" fmla="*/ 1558403 h 2649426"/>
              <a:gd name="connsiteX11" fmla="*/ 11146426 w 12192000"/>
              <a:gd name="connsiteY11" fmla="*/ 1555308 h 2649426"/>
              <a:gd name="connsiteX12" fmla="*/ 10841711 w 12192000"/>
              <a:gd name="connsiteY12" fmla="*/ 1541883 h 2649426"/>
              <a:gd name="connsiteX13" fmla="*/ 10698183 w 12192000"/>
              <a:gd name="connsiteY13" fmla="*/ 1556682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15364 w 12192000"/>
              <a:gd name="connsiteY17" fmla="*/ 1574304 h 2649426"/>
              <a:gd name="connsiteX18" fmla="*/ 10454183 w 12192000"/>
              <a:gd name="connsiteY18" fmla="*/ 1572375 h 2649426"/>
              <a:gd name="connsiteX19" fmla="*/ 10329259 w 12192000"/>
              <a:gd name="connsiteY19" fmla="*/ 1579142 h 2649426"/>
              <a:gd name="connsiteX20" fmla="*/ 10128072 w 12192000"/>
              <a:gd name="connsiteY20" fmla="*/ 1610789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60271 w 12192000"/>
              <a:gd name="connsiteY34" fmla="*/ 1856718 h 2649426"/>
              <a:gd name="connsiteX35" fmla="*/ 8330326 w 12192000"/>
              <a:gd name="connsiteY35" fmla="*/ 1873969 h 2649426"/>
              <a:gd name="connsiteX36" fmla="*/ 8216222 w 12192000"/>
              <a:gd name="connsiteY36" fmla="*/ 1895553 h 2649426"/>
              <a:gd name="connsiteX37" fmla="*/ 8145462 w 12192000"/>
              <a:gd name="connsiteY37" fmla="*/ 1926758 h 2649426"/>
              <a:gd name="connsiteX38" fmla="*/ 8043728 w 12192000"/>
              <a:gd name="connsiteY38" fmla="*/ 1944200 h 2649426"/>
              <a:gd name="connsiteX39" fmla="*/ 7958999 w 12192000"/>
              <a:gd name="connsiteY39" fmla="*/ 1980667 h 2649426"/>
              <a:gd name="connsiteX40" fmla="*/ 7908348 w 12192000"/>
              <a:gd name="connsiteY40" fmla="*/ 1994348 h 2649426"/>
              <a:gd name="connsiteX41" fmla="*/ 7776470 w 12192000"/>
              <a:gd name="connsiteY41" fmla="*/ 2053315 h 2649426"/>
              <a:gd name="connsiteX42" fmla="*/ 7629097 w 12192000"/>
              <a:gd name="connsiteY42" fmla="*/ 2123292 h 2649426"/>
              <a:gd name="connsiteX43" fmla="*/ 7549398 w 12192000"/>
              <a:gd name="connsiteY43" fmla="*/ 2153051 h 2649426"/>
              <a:gd name="connsiteX44" fmla="*/ 7540934 w 12192000"/>
              <a:gd name="connsiteY44" fmla="*/ 2151418 h 2649426"/>
              <a:gd name="connsiteX45" fmla="*/ 7528900 w 12192000"/>
              <a:gd name="connsiteY45" fmla="*/ 2152107 h 2649426"/>
              <a:gd name="connsiteX46" fmla="*/ 7528656 w 12192000"/>
              <a:gd name="connsiteY46" fmla="*/ 2152584 h 2649426"/>
              <a:gd name="connsiteX47" fmla="*/ 7517280 w 12192000"/>
              <a:gd name="connsiteY47" fmla="*/ 2152327 h 2649426"/>
              <a:gd name="connsiteX48" fmla="*/ 7460956 w 12192000"/>
              <a:gd name="connsiteY48" fmla="*/ 2145255 h 2649426"/>
              <a:gd name="connsiteX49" fmla="*/ 7372921 w 12192000"/>
              <a:gd name="connsiteY49" fmla="*/ 2175069 h 2649426"/>
              <a:gd name="connsiteX50" fmla="*/ 7293703 w 12192000"/>
              <a:gd name="connsiteY50" fmla="*/ 2204721 h 2649426"/>
              <a:gd name="connsiteX51" fmla="*/ 7286955 w 12192000"/>
              <a:gd name="connsiteY51" fmla="*/ 2207494 h 2649426"/>
              <a:gd name="connsiteX52" fmla="*/ 7251199 w 12192000"/>
              <a:gd name="connsiteY52" fmla="*/ 2198184 h 2649426"/>
              <a:gd name="connsiteX53" fmla="*/ 7233016 w 12192000"/>
              <a:gd name="connsiteY53" fmla="*/ 2195902 h 2649426"/>
              <a:gd name="connsiteX54" fmla="*/ 7227281 w 12192000"/>
              <a:gd name="connsiteY54" fmla="*/ 2190042 h 2649426"/>
              <a:gd name="connsiteX55" fmla="*/ 7200745 w 12192000"/>
              <a:gd name="connsiteY55" fmla="*/ 2189321 h 2649426"/>
              <a:gd name="connsiteX56" fmla="*/ 7197924 w 12192000"/>
              <a:gd name="connsiteY56" fmla="*/ 2191205 h 2649426"/>
              <a:gd name="connsiteX57" fmla="*/ 7175198 w 12192000"/>
              <a:gd name="connsiteY57" fmla="*/ 2183294 h 2649426"/>
              <a:gd name="connsiteX58" fmla="*/ 7100681 w 12192000"/>
              <a:gd name="connsiteY58" fmla="*/ 2167822 h 2649426"/>
              <a:gd name="connsiteX59" fmla="*/ 6932665 w 12192000"/>
              <a:gd name="connsiteY59" fmla="*/ 2162157 h 2649426"/>
              <a:gd name="connsiteX60" fmla="*/ 6700029 w 12192000"/>
              <a:gd name="connsiteY60" fmla="*/ 2158310 h 2649426"/>
              <a:gd name="connsiteX61" fmla="*/ 6326162 w 12192000"/>
              <a:gd name="connsiteY61" fmla="*/ 2178632 h 2649426"/>
              <a:gd name="connsiteX62" fmla="*/ 6196177 w 12192000"/>
              <a:gd name="connsiteY62" fmla="*/ 2200059 h 2649426"/>
              <a:gd name="connsiteX63" fmla="*/ 6139086 w 12192000"/>
              <a:gd name="connsiteY63" fmla="*/ 2187339 h 2649426"/>
              <a:gd name="connsiteX64" fmla="*/ 6098878 w 12192000"/>
              <a:gd name="connsiteY64" fmla="*/ 2192939 h 2649426"/>
              <a:gd name="connsiteX65" fmla="*/ 6094339 w 12192000"/>
              <a:gd name="connsiteY65" fmla="*/ 2195871 h 2649426"/>
              <a:gd name="connsiteX66" fmla="*/ 6075163 w 12192000"/>
              <a:gd name="connsiteY66" fmla="*/ 2198856 h 2649426"/>
              <a:gd name="connsiteX67" fmla="*/ 6071016 w 12192000"/>
              <a:gd name="connsiteY67" fmla="*/ 2210639 h 2649426"/>
              <a:gd name="connsiteX68" fmla="*/ 6043058 w 12192000"/>
              <a:gd name="connsiteY68" fmla="*/ 2222971 h 2649426"/>
              <a:gd name="connsiteX69" fmla="*/ 5962031 w 12192000"/>
              <a:gd name="connsiteY69" fmla="*/ 2220873 h 2649426"/>
              <a:gd name="connsiteX70" fmla="*/ 5818648 w 12192000"/>
              <a:gd name="connsiteY70" fmla="*/ 2229309 h 2649426"/>
              <a:gd name="connsiteX71" fmla="*/ 5697982 w 12192000"/>
              <a:gd name="connsiteY71" fmla="*/ 2244836 h 2649426"/>
              <a:gd name="connsiteX72" fmla="*/ 5644981 w 12192000"/>
              <a:gd name="connsiteY72" fmla="*/ 2256274 h 2649426"/>
              <a:gd name="connsiteX73" fmla="*/ 5547744 w 12192000"/>
              <a:gd name="connsiteY73" fmla="*/ 2271333 h 2649426"/>
              <a:gd name="connsiteX74" fmla="*/ 5426280 w 12192000"/>
              <a:gd name="connsiteY74" fmla="*/ 2290560 h 2649426"/>
              <a:gd name="connsiteX75" fmla="*/ 5329896 w 12192000"/>
              <a:gd name="connsiteY75" fmla="*/ 2279209 h 2649426"/>
              <a:gd name="connsiteX76" fmla="*/ 5245363 w 12192000"/>
              <a:gd name="connsiteY76" fmla="*/ 2301618 h 2649426"/>
              <a:gd name="connsiteX77" fmla="*/ 5077816 w 12192000"/>
              <a:gd name="connsiteY77" fmla="*/ 2292570 h 2649426"/>
              <a:gd name="connsiteX78" fmla="*/ 4911519 w 12192000"/>
              <a:gd name="connsiteY78" fmla="*/ 2285340 h 2649426"/>
              <a:gd name="connsiteX79" fmla="*/ 4822447 w 12192000"/>
              <a:gd name="connsiteY79" fmla="*/ 2292174 h 2649426"/>
              <a:gd name="connsiteX80" fmla="*/ 4670737 w 12192000"/>
              <a:gd name="connsiteY80" fmla="*/ 2321711 h 2649426"/>
              <a:gd name="connsiteX81" fmla="*/ 4489013 w 12192000"/>
              <a:gd name="connsiteY81" fmla="*/ 2338805 h 2649426"/>
              <a:gd name="connsiteX82" fmla="*/ 4431159 w 12192000"/>
              <a:gd name="connsiteY82" fmla="*/ 2347536 h 2649426"/>
              <a:gd name="connsiteX83" fmla="*/ 4273885 w 12192000"/>
              <a:gd name="connsiteY83" fmla="*/ 2379520 h 2649426"/>
              <a:gd name="connsiteX84" fmla="*/ 4116925 w 12192000"/>
              <a:gd name="connsiteY84" fmla="*/ 2417756 h 2649426"/>
              <a:gd name="connsiteX85" fmla="*/ 3988558 w 12192000"/>
              <a:gd name="connsiteY85" fmla="*/ 2475821 h 2649426"/>
              <a:gd name="connsiteX86" fmla="*/ 3894771 w 12192000"/>
              <a:gd name="connsiteY86" fmla="*/ 2494652 h 2649426"/>
              <a:gd name="connsiteX87" fmla="*/ 3721493 w 12192000"/>
              <a:gd name="connsiteY87" fmla="*/ 2497646 h 2649426"/>
              <a:gd name="connsiteX88" fmla="*/ 3504883 w 12192000"/>
              <a:gd name="connsiteY88" fmla="*/ 2503869 h 2649426"/>
              <a:gd name="connsiteX89" fmla="*/ 3431219 w 12192000"/>
              <a:gd name="connsiteY89" fmla="*/ 2502163 h 2649426"/>
              <a:gd name="connsiteX90" fmla="*/ 3151243 w 12192000"/>
              <a:gd name="connsiteY90" fmla="*/ 2492405 h 2649426"/>
              <a:gd name="connsiteX91" fmla="*/ 3044025 w 12192000"/>
              <a:gd name="connsiteY91" fmla="*/ 2485298 h 2649426"/>
              <a:gd name="connsiteX92" fmla="*/ 2864954 w 12192000"/>
              <a:gd name="connsiteY92" fmla="*/ 2456476 h 2649426"/>
              <a:gd name="connsiteX93" fmla="*/ 2739588 w 12192000"/>
              <a:gd name="connsiteY93" fmla="*/ 2457956 h 2649426"/>
              <a:gd name="connsiteX94" fmla="*/ 2706684 w 12192000"/>
              <a:gd name="connsiteY94" fmla="*/ 2454540 h 2649426"/>
              <a:gd name="connsiteX95" fmla="*/ 2348435 w 12192000"/>
              <a:gd name="connsiteY95" fmla="*/ 2449176 h 2649426"/>
              <a:gd name="connsiteX96" fmla="*/ 2194299 w 12192000"/>
              <a:gd name="connsiteY96" fmla="*/ 2475215 h 2649426"/>
              <a:gd name="connsiteX97" fmla="*/ 1983009 w 12192000"/>
              <a:gd name="connsiteY97" fmla="*/ 2463117 h 2649426"/>
              <a:gd name="connsiteX98" fmla="*/ 1885040 w 12192000"/>
              <a:gd name="connsiteY98" fmla="*/ 2475917 h 2649426"/>
              <a:gd name="connsiteX99" fmla="*/ 1773324 w 12192000"/>
              <a:gd name="connsiteY99" fmla="*/ 2471718 h 2649426"/>
              <a:gd name="connsiteX100" fmla="*/ 1685197 w 12192000"/>
              <a:gd name="connsiteY100" fmla="*/ 2466249 h 2649426"/>
              <a:gd name="connsiteX101" fmla="*/ 1566422 w 12192000"/>
              <a:gd name="connsiteY101" fmla="*/ 2455175 h 2649426"/>
              <a:gd name="connsiteX102" fmla="*/ 1300369 w 12192000"/>
              <a:gd name="connsiteY102" fmla="*/ 2444914 h 2649426"/>
              <a:gd name="connsiteX103" fmla="*/ 1081876 w 12192000"/>
              <a:gd name="connsiteY103" fmla="*/ 2476491 h 2649426"/>
              <a:gd name="connsiteX104" fmla="*/ 957561 w 12192000"/>
              <a:gd name="connsiteY104" fmla="*/ 2484124 h 2649426"/>
              <a:gd name="connsiteX105" fmla="*/ 822775 w 12192000"/>
              <a:gd name="connsiteY105" fmla="*/ 2542292 h 2649426"/>
              <a:gd name="connsiteX106" fmla="*/ 653171 w 12192000"/>
              <a:gd name="connsiteY106" fmla="*/ 2607266 h 2649426"/>
              <a:gd name="connsiteX107" fmla="*/ 511469 w 12192000"/>
              <a:gd name="connsiteY107" fmla="*/ 2598742 h 2649426"/>
              <a:gd name="connsiteX108" fmla="*/ 441281 w 12192000"/>
              <a:gd name="connsiteY108" fmla="*/ 2605939 h 2649426"/>
              <a:gd name="connsiteX109" fmla="*/ 297100 w 12192000"/>
              <a:gd name="connsiteY109" fmla="*/ 2639558 h 2649426"/>
              <a:gd name="connsiteX110" fmla="*/ 97385 w 12192000"/>
              <a:gd name="connsiteY110" fmla="*/ 2636063 h 2649426"/>
              <a:gd name="connsiteX111" fmla="*/ 48888 w 12192000"/>
              <a:gd name="connsiteY111" fmla="*/ 2641447 h 2649426"/>
              <a:gd name="connsiteX112" fmla="*/ 0 w 12192000"/>
              <a:gd name="connsiteY112" fmla="*/ 2649426 h 2649426"/>
              <a:gd name="connsiteX113" fmla="*/ 0 w 12192000"/>
              <a:gd name="connsiteY113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35223 w 12192000"/>
              <a:gd name="connsiteY4" fmla="*/ 171451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425377 w 12192000"/>
              <a:gd name="connsiteY8" fmla="*/ 1625577 h 2649426"/>
              <a:gd name="connsiteX9" fmla="*/ 11364686 w 12192000"/>
              <a:gd name="connsiteY9" fmla="*/ 1616572 h 2649426"/>
              <a:gd name="connsiteX10" fmla="*/ 11193595 w 12192000"/>
              <a:gd name="connsiteY10" fmla="*/ 1558403 h 2649426"/>
              <a:gd name="connsiteX11" fmla="*/ 11146426 w 12192000"/>
              <a:gd name="connsiteY11" fmla="*/ 1555308 h 2649426"/>
              <a:gd name="connsiteX12" fmla="*/ 10841711 w 12192000"/>
              <a:gd name="connsiteY12" fmla="*/ 1541883 h 2649426"/>
              <a:gd name="connsiteX13" fmla="*/ 10698183 w 12192000"/>
              <a:gd name="connsiteY13" fmla="*/ 1556682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15364 w 12192000"/>
              <a:gd name="connsiteY17" fmla="*/ 1574304 h 2649426"/>
              <a:gd name="connsiteX18" fmla="*/ 10454183 w 12192000"/>
              <a:gd name="connsiteY18" fmla="*/ 1572375 h 2649426"/>
              <a:gd name="connsiteX19" fmla="*/ 10329259 w 12192000"/>
              <a:gd name="connsiteY19" fmla="*/ 1579142 h 2649426"/>
              <a:gd name="connsiteX20" fmla="*/ 10128072 w 12192000"/>
              <a:gd name="connsiteY20" fmla="*/ 1610789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60271 w 12192000"/>
              <a:gd name="connsiteY34" fmla="*/ 1856718 h 2649426"/>
              <a:gd name="connsiteX35" fmla="*/ 8330326 w 12192000"/>
              <a:gd name="connsiteY35" fmla="*/ 1873969 h 2649426"/>
              <a:gd name="connsiteX36" fmla="*/ 8216222 w 12192000"/>
              <a:gd name="connsiteY36" fmla="*/ 1895553 h 2649426"/>
              <a:gd name="connsiteX37" fmla="*/ 8145462 w 12192000"/>
              <a:gd name="connsiteY37" fmla="*/ 1926758 h 2649426"/>
              <a:gd name="connsiteX38" fmla="*/ 8043728 w 12192000"/>
              <a:gd name="connsiteY38" fmla="*/ 1944200 h 2649426"/>
              <a:gd name="connsiteX39" fmla="*/ 7958999 w 12192000"/>
              <a:gd name="connsiteY39" fmla="*/ 1980667 h 2649426"/>
              <a:gd name="connsiteX40" fmla="*/ 7908348 w 12192000"/>
              <a:gd name="connsiteY40" fmla="*/ 1994348 h 2649426"/>
              <a:gd name="connsiteX41" fmla="*/ 7776470 w 12192000"/>
              <a:gd name="connsiteY41" fmla="*/ 2053315 h 2649426"/>
              <a:gd name="connsiteX42" fmla="*/ 7629097 w 12192000"/>
              <a:gd name="connsiteY42" fmla="*/ 2123292 h 2649426"/>
              <a:gd name="connsiteX43" fmla="*/ 7549398 w 12192000"/>
              <a:gd name="connsiteY43" fmla="*/ 2153051 h 2649426"/>
              <a:gd name="connsiteX44" fmla="*/ 7540934 w 12192000"/>
              <a:gd name="connsiteY44" fmla="*/ 2151418 h 2649426"/>
              <a:gd name="connsiteX45" fmla="*/ 7528900 w 12192000"/>
              <a:gd name="connsiteY45" fmla="*/ 2152107 h 2649426"/>
              <a:gd name="connsiteX46" fmla="*/ 7528656 w 12192000"/>
              <a:gd name="connsiteY46" fmla="*/ 2152584 h 2649426"/>
              <a:gd name="connsiteX47" fmla="*/ 7517280 w 12192000"/>
              <a:gd name="connsiteY47" fmla="*/ 2152327 h 2649426"/>
              <a:gd name="connsiteX48" fmla="*/ 7460956 w 12192000"/>
              <a:gd name="connsiteY48" fmla="*/ 2145255 h 2649426"/>
              <a:gd name="connsiteX49" fmla="*/ 7372921 w 12192000"/>
              <a:gd name="connsiteY49" fmla="*/ 2175069 h 2649426"/>
              <a:gd name="connsiteX50" fmla="*/ 7293703 w 12192000"/>
              <a:gd name="connsiteY50" fmla="*/ 2204721 h 2649426"/>
              <a:gd name="connsiteX51" fmla="*/ 7286955 w 12192000"/>
              <a:gd name="connsiteY51" fmla="*/ 2207494 h 2649426"/>
              <a:gd name="connsiteX52" fmla="*/ 7251199 w 12192000"/>
              <a:gd name="connsiteY52" fmla="*/ 2198184 h 2649426"/>
              <a:gd name="connsiteX53" fmla="*/ 7233016 w 12192000"/>
              <a:gd name="connsiteY53" fmla="*/ 2195902 h 2649426"/>
              <a:gd name="connsiteX54" fmla="*/ 7227281 w 12192000"/>
              <a:gd name="connsiteY54" fmla="*/ 2190042 h 2649426"/>
              <a:gd name="connsiteX55" fmla="*/ 7200745 w 12192000"/>
              <a:gd name="connsiteY55" fmla="*/ 2189321 h 2649426"/>
              <a:gd name="connsiteX56" fmla="*/ 7197924 w 12192000"/>
              <a:gd name="connsiteY56" fmla="*/ 2191205 h 2649426"/>
              <a:gd name="connsiteX57" fmla="*/ 7175198 w 12192000"/>
              <a:gd name="connsiteY57" fmla="*/ 2183294 h 2649426"/>
              <a:gd name="connsiteX58" fmla="*/ 7100681 w 12192000"/>
              <a:gd name="connsiteY58" fmla="*/ 2167822 h 2649426"/>
              <a:gd name="connsiteX59" fmla="*/ 6932665 w 12192000"/>
              <a:gd name="connsiteY59" fmla="*/ 2162157 h 2649426"/>
              <a:gd name="connsiteX60" fmla="*/ 6700029 w 12192000"/>
              <a:gd name="connsiteY60" fmla="*/ 2158310 h 2649426"/>
              <a:gd name="connsiteX61" fmla="*/ 6326162 w 12192000"/>
              <a:gd name="connsiteY61" fmla="*/ 2178632 h 2649426"/>
              <a:gd name="connsiteX62" fmla="*/ 6196177 w 12192000"/>
              <a:gd name="connsiteY62" fmla="*/ 2200059 h 2649426"/>
              <a:gd name="connsiteX63" fmla="*/ 6139086 w 12192000"/>
              <a:gd name="connsiteY63" fmla="*/ 2187339 h 2649426"/>
              <a:gd name="connsiteX64" fmla="*/ 6098878 w 12192000"/>
              <a:gd name="connsiteY64" fmla="*/ 2192939 h 2649426"/>
              <a:gd name="connsiteX65" fmla="*/ 6094339 w 12192000"/>
              <a:gd name="connsiteY65" fmla="*/ 2195871 h 2649426"/>
              <a:gd name="connsiteX66" fmla="*/ 6075163 w 12192000"/>
              <a:gd name="connsiteY66" fmla="*/ 2198856 h 2649426"/>
              <a:gd name="connsiteX67" fmla="*/ 6071016 w 12192000"/>
              <a:gd name="connsiteY67" fmla="*/ 2210639 h 2649426"/>
              <a:gd name="connsiteX68" fmla="*/ 6043058 w 12192000"/>
              <a:gd name="connsiteY68" fmla="*/ 2222971 h 2649426"/>
              <a:gd name="connsiteX69" fmla="*/ 5962031 w 12192000"/>
              <a:gd name="connsiteY69" fmla="*/ 2220873 h 2649426"/>
              <a:gd name="connsiteX70" fmla="*/ 5818648 w 12192000"/>
              <a:gd name="connsiteY70" fmla="*/ 2229309 h 2649426"/>
              <a:gd name="connsiteX71" fmla="*/ 5644981 w 12192000"/>
              <a:gd name="connsiteY71" fmla="*/ 2256274 h 2649426"/>
              <a:gd name="connsiteX72" fmla="*/ 5547744 w 12192000"/>
              <a:gd name="connsiteY72" fmla="*/ 2271333 h 2649426"/>
              <a:gd name="connsiteX73" fmla="*/ 5426280 w 12192000"/>
              <a:gd name="connsiteY73" fmla="*/ 2290560 h 2649426"/>
              <a:gd name="connsiteX74" fmla="*/ 5329896 w 12192000"/>
              <a:gd name="connsiteY74" fmla="*/ 2279209 h 2649426"/>
              <a:gd name="connsiteX75" fmla="*/ 5245363 w 12192000"/>
              <a:gd name="connsiteY75" fmla="*/ 2301618 h 2649426"/>
              <a:gd name="connsiteX76" fmla="*/ 5077816 w 12192000"/>
              <a:gd name="connsiteY76" fmla="*/ 2292570 h 2649426"/>
              <a:gd name="connsiteX77" fmla="*/ 4911519 w 12192000"/>
              <a:gd name="connsiteY77" fmla="*/ 2285340 h 2649426"/>
              <a:gd name="connsiteX78" fmla="*/ 4822447 w 12192000"/>
              <a:gd name="connsiteY78" fmla="*/ 2292174 h 2649426"/>
              <a:gd name="connsiteX79" fmla="*/ 4670737 w 12192000"/>
              <a:gd name="connsiteY79" fmla="*/ 2321711 h 2649426"/>
              <a:gd name="connsiteX80" fmla="*/ 4489013 w 12192000"/>
              <a:gd name="connsiteY80" fmla="*/ 2338805 h 2649426"/>
              <a:gd name="connsiteX81" fmla="*/ 4431159 w 12192000"/>
              <a:gd name="connsiteY81" fmla="*/ 2347536 h 2649426"/>
              <a:gd name="connsiteX82" fmla="*/ 4273885 w 12192000"/>
              <a:gd name="connsiteY82" fmla="*/ 2379520 h 2649426"/>
              <a:gd name="connsiteX83" fmla="*/ 4116925 w 12192000"/>
              <a:gd name="connsiteY83" fmla="*/ 2417756 h 2649426"/>
              <a:gd name="connsiteX84" fmla="*/ 3988558 w 12192000"/>
              <a:gd name="connsiteY84" fmla="*/ 2475821 h 2649426"/>
              <a:gd name="connsiteX85" fmla="*/ 3894771 w 12192000"/>
              <a:gd name="connsiteY85" fmla="*/ 2494652 h 2649426"/>
              <a:gd name="connsiteX86" fmla="*/ 3721493 w 12192000"/>
              <a:gd name="connsiteY86" fmla="*/ 2497646 h 2649426"/>
              <a:gd name="connsiteX87" fmla="*/ 3504883 w 12192000"/>
              <a:gd name="connsiteY87" fmla="*/ 2503869 h 2649426"/>
              <a:gd name="connsiteX88" fmla="*/ 3431219 w 12192000"/>
              <a:gd name="connsiteY88" fmla="*/ 2502163 h 2649426"/>
              <a:gd name="connsiteX89" fmla="*/ 3151243 w 12192000"/>
              <a:gd name="connsiteY89" fmla="*/ 2492405 h 2649426"/>
              <a:gd name="connsiteX90" fmla="*/ 3044025 w 12192000"/>
              <a:gd name="connsiteY90" fmla="*/ 2485298 h 2649426"/>
              <a:gd name="connsiteX91" fmla="*/ 2864954 w 12192000"/>
              <a:gd name="connsiteY91" fmla="*/ 2456476 h 2649426"/>
              <a:gd name="connsiteX92" fmla="*/ 2739588 w 12192000"/>
              <a:gd name="connsiteY92" fmla="*/ 2457956 h 2649426"/>
              <a:gd name="connsiteX93" fmla="*/ 2706684 w 12192000"/>
              <a:gd name="connsiteY93" fmla="*/ 2454540 h 2649426"/>
              <a:gd name="connsiteX94" fmla="*/ 2348435 w 12192000"/>
              <a:gd name="connsiteY94" fmla="*/ 2449176 h 2649426"/>
              <a:gd name="connsiteX95" fmla="*/ 2194299 w 12192000"/>
              <a:gd name="connsiteY95" fmla="*/ 2475215 h 2649426"/>
              <a:gd name="connsiteX96" fmla="*/ 1983009 w 12192000"/>
              <a:gd name="connsiteY96" fmla="*/ 2463117 h 2649426"/>
              <a:gd name="connsiteX97" fmla="*/ 1885040 w 12192000"/>
              <a:gd name="connsiteY97" fmla="*/ 2475917 h 2649426"/>
              <a:gd name="connsiteX98" fmla="*/ 1773324 w 12192000"/>
              <a:gd name="connsiteY98" fmla="*/ 2471718 h 2649426"/>
              <a:gd name="connsiteX99" fmla="*/ 1685197 w 12192000"/>
              <a:gd name="connsiteY99" fmla="*/ 2466249 h 2649426"/>
              <a:gd name="connsiteX100" fmla="*/ 1566422 w 12192000"/>
              <a:gd name="connsiteY100" fmla="*/ 2455175 h 2649426"/>
              <a:gd name="connsiteX101" fmla="*/ 1300369 w 12192000"/>
              <a:gd name="connsiteY101" fmla="*/ 2444914 h 2649426"/>
              <a:gd name="connsiteX102" fmla="*/ 1081876 w 12192000"/>
              <a:gd name="connsiteY102" fmla="*/ 2476491 h 2649426"/>
              <a:gd name="connsiteX103" fmla="*/ 957561 w 12192000"/>
              <a:gd name="connsiteY103" fmla="*/ 2484124 h 2649426"/>
              <a:gd name="connsiteX104" fmla="*/ 822775 w 12192000"/>
              <a:gd name="connsiteY104" fmla="*/ 2542292 h 2649426"/>
              <a:gd name="connsiteX105" fmla="*/ 653171 w 12192000"/>
              <a:gd name="connsiteY105" fmla="*/ 2607266 h 2649426"/>
              <a:gd name="connsiteX106" fmla="*/ 511469 w 12192000"/>
              <a:gd name="connsiteY106" fmla="*/ 2598742 h 2649426"/>
              <a:gd name="connsiteX107" fmla="*/ 441281 w 12192000"/>
              <a:gd name="connsiteY107" fmla="*/ 2605939 h 2649426"/>
              <a:gd name="connsiteX108" fmla="*/ 297100 w 12192000"/>
              <a:gd name="connsiteY108" fmla="*/ 2639558 h 2649426"/>
              <a:gd name="connsiteX109" fmla="*/ 97385 w 12192000"/>
              <a:gd name="connsiteY109" fmla="*/ 2636063 h 2649426"/>
              <a:gd name="connsiteX110" fmla="*/ 48888 w 12192000"/>
              <a:gd name="connsiteY110" fmla="*/ 2641447 h 2649426"/>
              <a:gd name="connsiteX111" fmla="*/ 0 w 12192000"/>
              <a:gd name="connsiteY111" fmla="*/ 2649426 h 2649426"/>
              <a:gd name="connsiteX112" fmla="*/ 0 w 12192000"/>
              <a:gd name="connsiteY112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35223 w 12192000"/>
              <a:gd name="connsiteY4" fmla="*/ 171451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425377 w 12192000"/>
              <a:gd name="connsiteY8" fmla="*/ 1625577 h 2649426"/>
              <a:gd name="connsiteX9" fmla="*/ 11364686 w 12192000"/>
              <a:gd name="connsiteY9" fmla="*/ 1616572 h 2649426"/>
              <a:gd name="connsiteX10" fmla="*/ 11193595 w 12192000"/>
              <a:gd name="connsiteY10" fmla="*/ 1558403 h 2649426"/>
              <a:gd name="connsiteX11" fmla="*/ 11146426 w 12192000"/>
              <a:gd name="connsiteY11" fmla="*/ 1555308 h 2649426"/>
              <a:gd name="connsiteX12" fmla="*/ 10841711 w 12192000"/>
              <a:gd name="connsiteY12" fmla="*/ 1541883 h 2649426"/>
              <a:gd name="connsiteX13" fmla="*/ 10698183 w 12192000"/>
              <a:gd name="connsiteY13" fmla="*/ 1556682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15364 w 12192000"/>
              <a:gd name="connsiteY17" fmla="*/ 1574304 h 2649426"/>
              <a:gd name="connsiteX18" fmla="*/ 10454183 w 12192000"/>
              <a:gd name="connsiteY18" fmla="*/ 1572375 h 2649426"/>
              <a:gd name="connsiteX19" fmla="*/ 10329259 w 12192000"/>
              <a:gd name="connsiteY19" fmla="*/ 1579142 h 2649426"/>
              <a:gd name="connsiteX20" fmla="*/ 10128072 w 12192000"/>
              <a:gd name="connsiteY20" fmla="*/ 1610789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60271 w 12192000"/>
              <a:gd name="connsiteY34" fmla="*/ 1856718 h 2649426"/>
              <a:gd name="connsiteX35" fmla="*/ 8330326 w 12192000"/>
              <a:gd name="connsiteY35" fmla="*/ 1873969 h 2649426"/>
              <a:gd name="connsiteX36" fmla="*/ 8216222 w 12192000"/>
              <a:gd name="connsiteY36" fmla="*/ 1895553 h 2649426"/>
              <a:gd name="connsiteX37" fmla="*/ 8145462 w 12192000"/>
              <a:gd name="connsiteY37" fmla="*/ 1926758 h 2649426"/>
              <a:gd name="connsiteX38" fmla="*/ 8043728 w 12192000"/>
              <a:gd name="connsiteY38" fmla="*/ 1944200 h 2649426"/>
              <a:gd name="connsiteX39" fmla="*/ 7958999 w 12192000"/>
              <a:gd name="connsiteY39" fmla="*/ 1980667 h 2649426"/>
              <a:gd name="connsiteX40" fmla="*/ 7908348 w 12192000"/>
              <a:gd name="connsiteY40" fmla="*/ 1994348 h 2649426"/>
              <a:gd name="connsiteX41" fmla="*/ 7776470 w 12192000"/>
              <a:gd name="connsiteY41" fmla="*/ 2053315 h 2649426"/>
              <a:gd name="connsiteX42" fmla="*/ 7629097 w 12192000"/>
              <a:gd name="connsiteY42" fmla="*/ 2123292 h 2649426"/>
              <a:gd name="connsiteX43" fmla="*/ 7549398 w 12192000"/>
              <a:gd name="connsiteY43" fmla="*/ 2153051 h 2649426"/>
              <a:gd name="connsiteX44" fmla="*/ 7540934 w 12192000"/>
              <a:gd name="connsiteY44" fmla="*/ 2151418 h 2649426"/>
              <a:gd name="connsiteX45" fmla="*/ 7528900 w 12192000"/>
              <a:gd name="connsiteY45" fmla="*/ 2152107 h 2649426"/>
              <a:gd name="connsiteX46" fmla="*/ 7528656 w 12192000"/>
              <a:gd name="connsiteY46" fmla="*/ 2152584 h 2649426"/>
              <a:gd name="connsiteX47" fmla="*/ 7517280 w 12192000"/>
              <a:gd name="connsiteY47" fmla="*/ 2152327 h 2649426"/>
              <a:gd name="connsiteX48" fmla="*/ 7460956 w 12192000"/>
              <a:gd name="connsiteY48" fmla="*/ 2145255 h 2649426"/>
              <a:gd name="connsiteX49" fmla="*/ 7372921 w 12192000"/>
              <a:gd name="connsiteY49" fmla="*/ 2175069 h 2649426"/>
              <a:gd name="connsiteX50" fmla="*/ 7293703 w 12192000"/>
              <a:gd name="connsiteY50" fmla="*/ 2204721 h 2649426"/>
              <a:gd name="connsiteX51" fmla="*/ 7286955 w 12192000"/>
              <a:gd name="connsiteY51" fmla="*/ 2207494 h 2649426"/>
              <a:gd name="connsiteX52" fmla="*/ 7251199 w 12192000"/>
              <a:gd name="connsiteY52" fmla="*/ 2198184 h 2649426"/>
              <a:gd name="connsiteX53" fmla="*/ 7233016 w 12192000"/>
              <a:gd name="connsiteY53" fmla="*/ 2195902 h 2649426"/>
              <a:gd name="connsiteX54" fmla="*/ 7227281 w 12192000"/>
              <a:gd name="connsiteY54" fmla="*/ 2190042 h 2649426"/>
              <a:gd name="connsiteX55" fmla="*/ 7200745 w 12192000"/>
              <a:gd name="connsiteY55" fmla="*/ 2189321 h 2649426"/>
              <a:gd name="connsiteX56" fmla="*/ 7197924 w 12192000"/>
              <a:gd name="connsiteY56" fmla="*/ 2191205 h 2649426"/>
              <a:gd name="connsiteX57" fmla="*/ 7175198 w 12192000"/>
              <a:gd name="connsiteY57" fmla="*/ 2183294 h 2649426"/>
              <a:gd name="connsiteX58" fmla="*/ 7100681 w 12192000"/>
              <a:gd name="connsiteY58" fmla="*/ 2167822 h 2649426"/>
              <a:gd name="connsiteX59" fmla="*/ 6932665 w 12192000"/>
              <a:gd name="connsiteY59" fmla="*/ 2162157 h 2649426"/>
              <a:gd name="connsiteX60" fmla="*/ 6700029 w 12192000"/>
              <a:gd name="connsiteY60" fmla="*/ 2158310 h 2649426"/>
              <a:gd name="connsiteX61" fmla="*/ 6326162 w 12192000"/>
              <a:gd name="connsiteY61" fmla="*/ 2178632 h 2649426"/>
              <a:gd name="connsiteX62" fmla="*/ 6196177 w 12192000"/>
              <a:gd name="connsiteY62" fmla="*/ 2200059 h 2649426"/>
              <a:gd name="connsiteX63" fmla="*/ 6139086 w 12192000"/>
              <a:gd name="connsiteY63" fmla="*/ 2187339 h 2649426"/>
              <a:gd name="connsiteX64" fmla="*/ 6098878 w 12192000"/>
              <a:gd name="connsiteY64" fmla="*/ 2192939 h 2649426"/>
              <a:gd name="connsiteX65" fmla="*/ 6094339 w 12192000"/>
              <a:gd name="connsiteY65" fmla="*/ 2195871 h 2649426"/>
              <a:gd name="connsiteX66" fmla="*/ 6075163 w 12192000"/>
              <a:gd name="connsiteY66" fmla="*/ 2198856 h 2649426"/>
              <a:gd name="connsiteX67" fmla="*/ 6071016 w 12192000"/>
              <a:gd name="connsiteY67" fmla="*/ 2210639 h 2649426"/>
              <a:gd name="connsiteX68" fmla="*/ 6043058 w 12192000"/>
              <a:gd name="connsiteY68" fmla="*/ 2222971 h 2649426"/>
              <a:gd name="connsiteX69" fmla="*/ 5962031 w 12192000"/>
              <a:gd name="connsiteY69" fmla="*/ 2220873 h 2649426"/>
              <a:gd name="connsiteX70" fmla="*/ 5818648 w 12192000"/>
              <a:gd name="connsiteY70" fmla="*/ 2229309 h 2649426"/>
              <a:gd name="connsiteX71" fmla="*/ 5547744 w 12192000"/>
              <a:gd name="connsiteY71" fmla="*/ 2271333 h 2649426"/>
              <a:gd name="connsiteX72" fmla="*/ 5426280 w 12192000"/>
              <a:gd name="connsiteY72" fmla="*/ 2290560 h 2649426"/>
              <a:gd name="connsiteX73" fmla="*/ 5329896 w 12192000"/>
              <a:gd name="connsiteY73" fmla="*/ 2279209 h 2649426"/>
              <a:gd name="connsiteX74" fmla="*/ 5245363 w 12192000"/>
              <a:gd name="connsiteY74" fmla="*/ 2301618 h 2649426"/>
              <a:gd name="connsiteX75" fmla="*/ 5077816 w 12192000"/>
              <a:gd name="connsiteY75" fmla="*/ 2292570 h 2649426"/>
              <a:gd name="connsiteX76" fmla="*/ 4911519 w 12192000"/>
              <a:gd name="connsiteY76" fmla="*/ 2285340 h 2649426"/>
              <a:gd name="connsiteX77" fmla="*/ 4822447 w 12192000"/>
              <a:gd name="connsiteY77" fmla="*/ 2292174 h 2649426"/>
              <a:gd name="connsiteX78" fmla="*/ 4670737 w 12192000"/>
              <a:gd name="connsiteY78" fmla="*/ 2321711 h 2649426"/>
              <a:gd name="connsiteX79" fmla="*/ 4489013 w 12192000"/>
              <a:gd name="connsiteY79" fmla="*/ 2338805 h 2649426"/>
              <a:gd name="connsiteX80" fmla="*/ 4431159 w 12192000"/>
              <a:gd name="connsiteY80" fmla="*/ 2347536 h 2649426"/>
              <a:gd name="connsiteX81" fmla="*/ 4273885 w 12192000"/>
              <a:gd name="connsiteY81" fmla="*/ 2379520 h 2649426"/>
              <a:gd name="connsiteX82" fmla="*/ 4116925 w 12192000"/>
              <a:gd name="connsiteY82" fmla="*/ 2417756 h 2649426"/>
              <a:gd name="connsiteX83" fmla="*/ 3988558 w 12192000"/>
              <a:gd name="connsiteY83" fmla="*/ 2475821 h 2649426"/>
              <a:gd name="connsiteX84" fmla="*/ 3894771 w 12192000"/>
              <a:gd name="connsiteY84" fmla="*/ 2494652 h 2649426"/>
              <a:gd name="connsiteX85" fmla="*/ 3721493 w 12192000"/>
              <a:gd name="connsiteY85" fmla="*/ 2497646 h 2649426"/>
              <a:gd name="connsiteX86" fmla="*/ 3504883 w 12192000"/>
              <a:gd name="connsiteY86" fmla="*/ 2503869 h 2649426"/>
              <a:gd name="connsiteX87" fmla="*/ 3431219 w 12192000"/>
              <a:gd name="connsiteY87" fmla="*/ 2502163 h 2649426"/>
              <a:gd name="connsiteX88" fmla="*/ 3151243 w 12192000"/>
              <a:gd name="connsiteY88" fmla="*/ 2492405 h 2649426"/>
              <a:gd name="connsiteX89" fmla="*/ 3044025 w 12192000"/>
              <a:gd name="connsiteY89" fmla="*/ 2485298 h 2649426"/>
              <a:gd name="connsiteX90" fmla="*/ 2864954 w 12192000"/>
              <a:gd name="connsiteY90" fmla="*/ 2456476 h 2649426"/>
              <a:gd name="connsiteX91" fmla="*/ 2739588 w 12192000"/>
              <a:gd name="connsiteY91" fmla="*/ 2457956 h 2649426"/>
              <a:gd name="connsiteX92" fmla="*/ 2706684 w 12192000"/>
              <a:gd name="connsiteY92" fmla="*/ 2454540 h 2649426"/>
              <a:gd name="connsiteX93" fmla="*/ 2348435 w 12192000"/>
              <a:gd name="connsiteY93" fmla="*/ 2449176 h 2649426"/>
              <a:gd name="connsiteX94" fmla="*/ 2194299 w 12192000"/>
              <a:gd name="connsiteY94" fmla="*/ 2475215 h 2649426"/>
              <a:gd name="connsiteX95" fmla="*/ 1983009 w 12192000"/>
              <a:gd name="connsiteY95" fmla="*/ 2463117 h 2649426"/>
              <a:gd name="connsiteX96" fmla="*/ 1885040 w 12192000"/>
              <a:gd name="connsiteY96" fmla="*/ 2475917 h 2649426"/>
              <a:gd name="connsiteX97" fmla="*/ 1773324 w 12192000"/>
              <a:gd name="connsiteY97" fmla="*/ 2471718 h 2649426"/>
              <a:gd name="connsiteX98" fmla="*/ 1685197 w 12192000"/>
              <a:gd name="connsiteY98" fmla="*/ 2466249 h 2649426"/>
              <a:gd name="connsiteX99" fmla="*/ 1566422 w 12192000"/>
              <a:gd name="connsiteY99" fmla="*/ 2455175 h 2649426"/>
              <a:gd name="connsiteX100" fmla="*/ 1300369 w 12192000"/>
              <a:gd name="connsiteY100" fmla="*/ 2444914 h 2649426"/>
              <a:gd name="connsiteX101" fmla="*/ 1081876 w 12192000"/>
              <a:gd name="connsiteY101" fmla="*/ 2476491 h 2649426"/>
              <a:gd name="connsiteX102" fmla="*/ 957561 w 12192000"/>
              <a:gd name="connsiteY102" fmla="*/ 2484124 h 2649426"/>
              <a:gd name="connsiteX103" fmla="*/ 822775 w 12192000"/>
              <a:gd name="connsiteY103" fmla="*/ 2542292 h 2649426"/>
              <a:gd name="connsiteX104" fmla="*/ 653171 w 12192000"/>
              <a:gd name="connsiteY104" fmla="*/ 2607266 h 2649426"/>
              <a:gd name="connsiteX105" fmla="*/ 511469 w 12192000"/>
              <a:gd name="connsiteY105" fmla="*/ 2598742 h 2649426"/>
              <a:gd name="connsiteX106" fmla="*/ 441281 w 12192000"/>
              <a:gd name="connsiteY106" fmla="*/ 2605939 h 2649426"/>
              <a:gd name="connsiteX107" fmla="*/ 297100 w 12192000"/>
              <a:gd name="connsiteY107" fmla="*/ 2639558 h 2649426"/>
              <a:gd name="connsiteX108" fmla="*/ 97385 w 12192000"/>
              <a:gd name="connsiteY108" fmla="*/ 2636063 h 2649426"/>
              <a:gd name="connsiteX109" fmla="*/ 48888 w 12192000"/>
              <a:gd name="connsiteY109" fmla="*/ 2641447 h 2649426"/>
              <a:gd name="connsiteX110" fmla="*/ 0 w 12192000"/>
              <a:gd name="connsiteY110" fmla="*/ 2649426 h 2649426"/>
              <a:gd name="connsiteX111" fmla="*/ 0 w 12192000"/>
              <a:gd name="connsiteY111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35223 w 12192000"/>
              <a:gd name="connsiteY4" fmla="*/ 171451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425377 w 12192000"/>
              <a:gd name="connsiteY8" fmla="*/ 1625577 h 2649426"/>
              <a:gd name="connsiteX9" fmla="*/ 11364686 w 12192000"/>
              <a:gd name="connsiteY9" fmla="*/ 1616572 h 2649426"/>
              <a:gd name="connsiteX10" fmla="*/ 11193595 w 12192000"/>
              <a:gd name="connsiteY10" fmla="*/ 1558403 h 2649426"/>
              <a:gd name="connsiteX11" fmla="*/ 11146426 w 12192000"/>
              <a:gd name="connsiteY11" fmla="*/ 1555308 h 2649426"/>
              <a:gd name="connsiteX12" fmla="*/ 10841711 w 12192000"/>
              <a:gd name="connsiteY12" fmla="*/ 1541883 h 2649426"/>
              <a:gd name="connsiteX13" fmla="*/ 10698183 w 12192000"/>
              <a:gd name="connsiteY13" fmla="*/ 1556682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15364 w 12192000"/>
              <a:gd name="connsiteY17" fmla="*/ 1574304 h 2649426"/>
              <a:gd name="connsiteX18" fmla="*/ 10454183 w 12192000"/>
              <a:gd name="connsiteY18" fmla="*/ 1572375 h 2649426"/>
              <a:gd name="connsiteX19" fmla="*/ 10329259 w 12192000"/>
              <a:gd name="connsiteY19" fmla="*/ 1579142 h 2649426"/>
              <a:gd name="connsiteX20" fmla="*/ 10128072 w 12192000"/>
              <a:gd name="connsiteY20" fmla="*/ 1610789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306407 w 12192000"/>
              <a:gd name="connsiteY24" fmla="*/ 1736146 h 2649426"/>
              <a:gd name="connsiteX25" fmla="*/ 9152929 w 12192000"/>
              <a:gd name="connsiteY25" fmla="*/ 1750379 h 2649426"/>
              <a:gd name="connsiteX26" fmla="*/ 9062807 w 12192000"/>
              <a:gd name="connsiteY26" fmla="*/ 1765741 h 2649426"/>
              <a:gd name="connsiteX27" fmla="*/ 9031250 w 12192000"/>
              <a:gd name="connsiteY27" fmla="*/ 1782330 h 2649426"/>
              <a:gd name="connsiteX28" fmla="*/ 8985382 w 12192000"/>
              <a:gd name="connsiteY28" fmla="*/ 1798267 h 2649426"/>
              <a:gd name="connsiteX29" fmla="*/ 8906505 w 12192000"/>
              <a:gd name="connsiteY29" fmla="*/ 1834715 h 2649426"/>
              <a:gd name="connsiteX30" fmla="*/ 8796926 w 12192000"/>
              <a:gd name="connsiteY30" fmla="*/ 1869211 h 2649426"/>
              <a:gd name="connsiteX31" fmla="*/ 8705687 w 12192000"/>
              <a:gd name="connsiteY31" fmla="*/ 1848419 h 2649426"/>
              <a:gd name="connsiteX32" fmla="*/ 8700414 w 12192000"/>
              <a:gd name="connsiteY32" fmla="*/ 1857766 h 2649426"/>
              <a:gd name="connsiteX33" fmla="*/ 8643017 w 12192000"/>
              <a:gd name="connsiteY33" fmla="*/ 1865810 h 2649426"/>
              <a:gd name="connsiteX34" fmla="*/ 8460271 w 12192000"/>
              <a:gd name="connsiteY34" fmla="*/ 1856718 h 2649426"/>
              <a:gd name="connsiteX35" fmla="*/ 8330326 w 12192000"/>
              <a:gd name="connsiteY35" fmla="*/ 1873969 h 2649426"/>
              <a:gd name="connsiteX36" fmla="*/ 8216222 w 12192000"/>
              <a:gd name="connsiteY36" fmla="*/ 1895553 h 2649426"/>
              <a:gd name="connsiteX37" fmla="*/ 8145462 w 12192000"/>
              <a:gd name="connsiteY37" fmla="*/ 1926758 h 2649426"/>
              <a:gd name="connsiteX38" fmla="*/ 8043728 w 12192000"/>
              <a:gd name="connsiteY38" fmla="*/ 1944200 h 2649426"/>
              <a:gd name="connsiteX39" fmla="*/ 7958999 w 12192000"/>
              <a:gd name="connsiteY39" fmla="*/ 1980667 h 2649426"/>
              <a:gd name="connsiteX40" fmla="*/ 7908348 w 12192000"/>
              <a:gd name="connsiteY40" fmla="*/ 1994348 h 2649426"/>
              <a:gd name="connsiteX41" fmla="*/ 7776470 w 12192000"/>
              <a:gd name="connsiteY41" fmla="*/ 2053315 h 2649426"/>
              <a:gd name="connsiteX42" fmla="*/ 7629097 w 12192000"/>
              <a:gd name="connsiteY42" fmla="*/ 2123292 h 2649426"/>
              <a:gd name="connsiteX43" fmla="*/ 7549398 w 12192000"/>
              <a:gd name="connsiteY43" fmla="*/ 2153051 h 2649426"/>
              <a:gd name="connsiteX44" fmla="*/ 7540934 w 12192000"/>
              <a:gd name="connsiteY44" fmla="*/ 2151418 h 2649426"/>
              <a:gd name="connsiteX45" fmla="*/ 7528900 w 12192000"/>
              <a:gd name="connsiteY45" fmla="*/ 2152107 h 2649426"/>
              <a:gd name="connsiteX46" fmla="*/ 7528656 w 12192000"/>
              <a:gd name="connsiteY46" fmla="*/ 2152584 h 2649426"/>
              <a:gd name="connsiteX47" fmla="*/ 7517280 w 12192000"/>
              <a:gd name="connsiteY47" fmla="*/ 2152327 h 2649426"/>
              <a:gd name="connsiteX48" fmla="*/ 7460956 w 12192000"/>
              <a:gd name="connsiteY48" fmla="*/ 2145255 h 2649426"/>
              <a:gd name="connsiteX49" fmla="*/ 7372921 w 12192000"/>
              <a:gd name="connsiteY49" fmla="*/ 2175069 h 2649426"/>
              <a:gd name="connsiteX50" fmla="*/ 7293703 w 12192000"/>
              <a:gd name="connsiteY50" fmla="*/ 2204721 h 2649426"/>
              <a:gd name="connsiteX51" fmla="*/ 7286955 w 12192000"/>
              <a:gd name="connsiteY51" fmla="*/ 2207494 h 2649426"/>
              <a:gd name="connsiteX52" fmla="*/ 7251199 w 12192000"/>
              <a:gd name="connsiteY52" fmla="*/ 2198184 h 2649426"/>
              <a:gd name="connsiteX53" fmla="*/ 7233016 w 12192000"/>
              <a:gd name="connsiteY53" fmla="*/ 2195902 h 2649426"/>
              <a:gd name="connsiteX54" fmla="*/ 7227281 w 12192000"/>
              <a:gd name="connsiteY54" fmla="*/ 2190042 h 2649426"/>
              <a:gd name="connsiteX55" fmla="*/ 7200745 w 12192000"/>
              <a:gd name="connsiteY55" fmla="*/ 2189321 h 2649426"/>
              <a:gd name="connsiteX56" fmla="*/ 7197924 w 12192000"/>
              <a:gd name="connsiteY56" fmla="*/ 2191205 h 2649426"/>
              <a:gd name="connsiteX57" fmla="*/ 7175198 w 12192000"/>
              <a:gd name="connsiteY57" fmla="*/ 2183294 h 2649426"/>
              <a:gd name="connsiteX58" fmla="*/ 7100681 w 12192000"/>
              <a:gd name="connsiteY58" fmla="*/ 2167822 h 2649426"/>
              <a:gd name="connsiteX59" fmla="*/ 6932665 w 12192000"/>
              <a:gd name="connsiteY59" fmla="*/ 2162157 h 2649426"/>
              <a:gd name="connsiteX60" fmla="*/ 6700029 w 12192000"/>
              <a:gd name="connsiteY60" fmla="*/ 2158310 h 2649426"/>
              <a:gd name="connsiteX61" fmla="*/ 6326162 w 12192000"/>
              <a:gd name="connsiteY61" fmla="*/ 2178632 h 2649426"/>
              <a:gd name="connsiteX62" fmla="*/ 6196177 w 12192000"/>
              <a:gd name="connsiteY62" fmla="*/ 2200059 h 2649426"/>
              <a:gd name="connsiteX63" fmla="*/ 6139086 w 12192000"/>
              <a:gd name="connsiteY63" fmla="*/ 2187339 h 2649426"/>
              <a:gd name="connsiteX64" fmla="*/ 6098878 w 12192000"/>
              <a:gd name="connsiteY64" fmla="*/ 2192939 h 2649426"/>
              <a:gd name="connsiteX65" fmla="*/ 6094339 w 12192000"/>
              <a:gd name="connsiteY65" fmla="*/ 2195871 h 2649426"/>
              <a:gd name="connsiteX66" fmla="*/ 6075163 w 12192000"/>
              <a:gd name="connsiteY66" fmla="*/ 2198856 h 2649426"/>
              <a:gd name="connsiteX67" fmla="*/ 6071016 w 12192000"/>
              <a:gd name="connsiteY67" fmla="*/ 2210639 h 2649426"/>
              <a:gd name="connsiteX68" fmla="*/ 6043058 w 12192000"/>
              <a:gd name="connsiteY68" fmla="*/ 2222971 h 2649426"/>
              <a:gd name="connsiteX69" fmla="*/ 5962031 w 12192000"/>
              <a:gd name="connsiteY69" fmla="*/ 2220873 h 2649426"/>
              <a:gd name="connsiteX70" fmla="*/ 5818648 w 12192000"/>
              <a:gd name="connsiteY70" fmla="*/ 2229309 h 2649426"/>
              <a:gd name="connsiteX71" fmla="*/ 5515979 w 12192000"/>
              <a:gd name="connsiteY71" fmla="*/ 2284946 h 2649426"/>
              <a:gd name="connsiteX72" fmla="*/ 5426280 w 12192000"/>
              <a:gd name="connsiteY72" fmla="*/ 2290560 h 2649426"/>
              <a:gd name="connsiteX73" fmla="*/ 5329896 w 12192000"/>
              <a:gd name="connsiteY73" fmla="*/ 2279209 h 2649426"/>
              <a:gd name="connsiteX74" fmla="*/ 5245363 w 12192000"/>
              <a:gd name="connsiteY74" fmla="*/ 2301618 h 2649426"/>
              <a:gd name="connsiteX75" fmla="*/ 5077816 w 12192000"/>
              <a:gd name="connsiteY75" fmla="*/ 2292570 h 2649426"/>
              <a:gd name="connsiteX76" fmla="*/ 4911519 w 12192000"/>
              <a:gd name="connsiteY76" fmla="*/ 2285340 h 2649426"/>
              <a:gd name="connsiteX77" fmla="*/ 4822447 w 12192000"/>
              <a:gd name="connsiteY77" fmla="*/ 2292174 h 2649426"/>
              <a:gd name="connsiteX78" fmla="*/ 4670737 w 12192000"/>
              <a:gd name="connsiteY78" fmla="*/ 2321711 h 2649426"/>
              <a:gd name="connsiteX79" fmla="*/ 4489013 w 12192000"/>
              <a:gd name="connsiteY79" fmla="*/ 2338805 h 2649426"/>
              <a:gd name="connsiteX80" fmla="*/ 4431159 w 12192000"/>
              <a:gd name="connsiteY80" fmla="*/ 2347536 h 2649426"/>
              <a:gd name="connsiteX81" fmla="*/ 4273885 w 12192000"/>
              <a:gd name="connsiteY81" fmla="*/ 2379520 h 2649426"/>
              <a:gd name="connsiteX82" fmla="*/ 4116925 w 12192000"/>
              <a:gd name="connsiteY82" fmla="*/ 2417756 h 2649426"/>
              <a:gd name="connsiteX83" fmla="*/ 3988558 w 12192000"/>
              <a:gd name="connsiteY83" fmla="*/ 2475821 h 2649426"/>
              <a:gd name="connsiteX84" fmla="*/ 3894771 w 12192000"/>
              <a:gd name="connsiteY84" fmla="*/ 2494652 h 2649426"/>
              <a:gd name="connsiteX85" fmla="*/ 3721493 w 12192000"/>
              <a:gd name="connsiteY85" fmla="*/ 2497646 h 2649426"/>
              <a:gd name="connsiteX86" fmla="*/ 3504883 w 12192000"/>
              <a:gd name="connsiteY86" fmla="*/ 2503869 h 2649426"/>
              <a:gd name="connsiteX87" fmla="*/ 3431219 w 12192000"/>
              <a:gd name="connsiteY87" fmla="*/ 2502163 h 2649426"/>
              <a:gd name="connsiteX88" fmla="*/ 3151243 w 12192000"/>
              <a:gd name="connsiteY88" fmla="*/ 2492405 h 2649426"/>
              <a:gd name="connsiteX89" fmla="*/ 3044025 w 12192000"/>
              <a:gd name="connsiteY89" fmla="*/ 2485298 h 2649426"/>
              <a:gd name="connsiteX90" fmla="*/ 2864954 w 12192000"/>
              <a:gd name="connsiteY90" fmla="*/ 2456476 h 2649426"/>
              <a:gd name="connsiteX91" fmla="*/ 2739588 w 12192000"/>
              <a:gd name="connsiteY91" fmla="*/ 2457956 h 2649426"/>
              <a:gd name="connsiteX92" fmla="*/ 2706684 w 12192000"/>
              <a:gd name="connsiteY92" fmla="*/ 2454540 h 2649426"/>
              <a:gd name="connsiteX93" fmla="*/ 2348435 w 12192000"/>
              <a:gd name="connsiteY93" fmla="*/ 2449176 h 2649426"/>
              <a:gd name="connsiteX94" fmla="*/ 2194299 w 12192000"/>
              <a:gd name="connsiteY94" fmla="*/ 2475215 h 2649426"/>
              <a:gd name="connsiteX95" fmla="*/ 1983009 w 12192000"/>
              <a:gd name="connsiteY95" fmla="*/ 2463117 h 2649426"/>
              <a:gd name="connsiteX96" fmla="*/ 1885040 w 12192000"/>
              <a:gd name="connsiteY96" fmla="*/ 2475917 h 2649426"/>
              <a:gd name="connsiteX97" fmla="*/ 1773324 w 12192000"/>
              <a:gd name="connsiteY97" fmla="*/ 2471718 h 2649426"/>
              <a:gd name="connsiteX98" fmla="*/ 1685197 w 12192000"/>
              <a:gd name="connsiteY98" fmla="*/ 2466249 h 2649426"/>
              <a:gd name="connsiteX99" fmla="*/ 1566422 w 12192000"/>
              <a:gd name="connsiteY99" fmla="*/ 2455175 h 2649426"/>
              <a:gd name="connsiteX100" fmla="*/ 1300369 w 12192000"/>
              <a:gd name="connsiteY100" fmla="*/ 2444914 h 2649426"/>
              <a:gd name="connsiteX101" fmla="*/ 1081876 w 12192000"/>
              <a:gd name="connsiteY101" fmla="*/ 2476491 h 2649426"/>
              <a:gd name="connsiteX102" fmla="*/ 957561 w 12192000"/>
              <a:gd name="connsiteY102" fmla="*/ 2484124 h 2649426"/>
              <a:gd name="connsiteX103" fmla="*/ 822775 w 12192000"/>
              <a:gd name="connsiteY103" fmla="*/ 2542292 h 2649426"/>
              <a:gd name="connsiteX104" fmla="*/ 653171 w 12192000"/>
              <a:gd name="connsiteY104" fmla="*/ 2607266 h 2649426"/>
              <a:gd name="connsiteX105" fmla="*/ 511469 w 12192000"/>
              <a:gd name="connsiteY105" fmla="*/ 2598742 h 2649426"/>
              <a:gd name="connsiteX106" fmla="*/ 441281 w 12192000"/>
              <a:gd name="connsiteY106" fmla="*/ 2605939 h 2649426"/>
              <a:gd name="connsiteX107" fmla="*/ 297100 w 12192000"/>
              <a:gd name="connsiteY107" fmla="*/ 2639558 h 2649426"/>
              <a:gd name="connsiteX108" fmla="*/ 97385 w 12192000"/>
              <a:gd name="connsiteY108" fmla="*/ 2636063 h 2649426"/>
              <a:gd name="connsiteX109" fmla="*/ 48888 w 12192000"/>
              <a:gd name="connsiteY109" fmla="*/ 2641447 h 2649426"/>
              <a:gd name="connsiteX110" fmla="*/ 0 w 12192000"/>
              <a:gd name="connsiteY110" fmla="*/ 2649426 h 2649426"/>
              <a:gd name="connsiteX111" fmla="*/ 0 w 12192000"/>
              <a:gd name="connsiteY111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35223 w 12192000"/>
              <a:gd name="connsiteY4" fmla="*/ 171451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425377 w 12192000"/>
              <a:gd name="connsiteY8" fmla="*/ 1625577 h 2649426"/>
              <a:gd name="connsiteX9" fmla="*/ 11364686 w 12192000"/>
              <a:gd name="connsiteY9" fmla="*/ 1616572 h 2649426"/>
              <a:gd name="connsiteX10" fmla="*/ 11193595 w 12192000"/>
              <a:gd name="connsiteY10" fmla="*/ 1558403 h 2649426"/>
              <a:gd name="connsiteX11" fmla="*/ 11146426 w 12192000"/>
              <a:gd name="connsiteY11" fmla="*/ 1555308 h 2649426"/>
              <a:gd name="connsiteX12" fmla="*/ 10841711 w 12192000"/>
              <a:gd name="connsiteY12" fmla="*/ 1541883 h 2649426"/>
              <a:gd name="connsiteX13" fmla="*/ 10698183 w 12192000"/>
              <a:gd name="connsiteY13" fmla="*/ 1556682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15364 w 12192000"/>
              <a:gd name="connsiteY17" fmla="*/ 1574304 h 2649426"/>
              <a:gd name="connsiteX18" fmla="*/ 10454183 w 12192000"/>
              <a:gd name="connsiteY18" fmla="*/ 1572375 h 2649426"/>
              <a:gd name="connsiteX19" fmla="*/ 10329259 w 12192000"/>
              <a:gd name="connsiteY19" fmla="*/ 1579142 h 2649426"/>
              <a:gd name="connsiteX20" fmla="*/ 10128072 w 12192000"/>
              <a:gd name="connsiteY20" fmla="*/ 1610789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152929 w 12192000"/>
              <a:gd name="connsiteY24" fmla="*/ 1750379 h 2649426"/>
              <a:gd name="connsiteX25" fmla="*/ 9062807 w 12192000"/>
              <a:gd name="connsiteY25" fmla="*/ 1765741 h 2649426"/>
              <a:gd name="connsiteX26" fmla="*/ 9031250 w 12192000"/>
              <a:gd name="connsiteY26" fmla="*/ 1782330 h 2649426"/>
              <a:gd name="connsiteX27" fmla="*/ 8985382 w 12192000"/>
              <a:gd name="connsiteY27" fmla="*/ 1798267 h 2649426"/>
              <a:gd name="connsiteX28" fmla="*/ 8906505 w 12192000"/>
              <a:gd name="connsiteY28" fmla="*/ 1834715 h 2649426"/>
              <a:gd name="connsiteX29" fmla="*/ 8796926 w 12192000"/>
              <a:gd name="connsiteY29" fmla="*/ 1869211 h 2649426"/>
              <a:gd name="connsiteX30" fmla="*/ 8705687 w 12192000"/>
              <a:gd name="connsiteY30" fmla="*/ 1848419 h 2649426"/>
              <a:gd name="connsiteX31" fmla="*/ 8700414 w 12192000"/>
              <a:gd name="connsiteY31" fmla="*/ 1857766 h 2649426"/>
              <a:gd name="connsiteX32" fmla="*/ 8643017 w 12192000"/>
              <a:gd name="connsiteY32" fmla="*/ 1865810 h 2649426"/>
              <a:gd name="connsiteX33" fmla="*/ 8460271 w 12192000"/>
              <a:gd name="connsiteY33" fmla="*/ 1856718 h 2649426"/>
              <a:gd name="connsiteX34" fmla="*/ 8330326 w 12192000"/>
              <a:gd name="connsiteY34" fmla="*/ 1873969 h 2649426"/>
              <a:gd name="connsiteX35" fmla="*/ 8216222 w 12192000"/>
              <a:gd name="connsiteY35" fmla="*/ 1895553 h 2649426"/>
              <a:gd name="connsiteX36" fmla="*/ 8145462 w 12192000"/>
              <a:gd name="connsiteY36" fmla="*/ 1926758 h 2649426"/>
              <a:gd name="connsiteX37" fmla="*/ 8043728 w 12192000"/>
              <a:gd name="connsiteY37" fmla="*/ 1944200 h 2649426"/>
              <a:gd name="connsiteX38" fmla="*/ 7958999 w 12192000"/>
              <a:gd name="connsiteY38" fmla="*/ 1980667 h 2649426"/>
              <a:gd name="connsiteX39" fmla="*/ 7908348 w 12192000"/>
              <a:gd name="connsiteY39" fmla="*/ 1994348 h 2649426"/>
              <a:gd name="connsiteX40" fmla="*/ 7776470 w 12192000"/>
              <a:gd name="connsiteY40" fmla="*/ 2053315 h 2649426"/>
              <a:gd name="connsiteX41" fmla="*/ 7629097 w 12192000"/>
              <a:gd name="connsiteY41" fmla="*/ 2123292 h 2649426"/>
              <a:gd name="connsiteX42" fmla="*/ 7549398 w 12192000"/>
              <a:gd name="connsiteY42" fmla="*/ 2153051 h 2649426"/>
              <a:gd name="connsiteX43" fmla="*/ 7540934 w 12192000"/>
              <a:gd name="connsiteY43" fmla="*/ 2151418 h 2649426"/>
              <a:gd name="connsiteX44" fmla="*/ 7528900 w 12192000"/>
              <a:gd name="connsiteY44" fmla="*/ 2152107 h 2649426"/>
              <a:gd name="connsiteX45" fmla="*/ 7528656 w 12192000"/>
              <a:gd name="connsiteY45" fmla="*/ 2152584 h 2649426"/>
              <a:gd name="connsiteX46" fmla="*/ 7517280 w 12192000"/>
              <a:gd name="connsiteY46" fmla="*/ 2152327 h 2649426"/>
              <a:gd name="connsiteX47" fmla="*/ 7460956 w 12192000"/>
              <a:gd name="connsiteY47" fmla="*/ 2145255 h 2649426"/>
              <a:gd name="connsiteX48" fmla="*/ 7372921 w 12192000"/>
              <a:gd name="connsiteY48" fmla="*/ 2175069 h 2649426"/>
              <a:gd name="connsiteX49" fmla="*/ 7293703 w 12192000"/>
              <a:gd name="connsiteY49" fmla="*/ 2204721 h 2649426"/>
              <a:gd name="connsiteX50" fmla="*/ 7286955 w 12192000"/>
              <a:gd name="connsiteY50" fmla="*/ 2207494 h 2649426"/>
              <a:gd name="connsiteX51" fmla="*/ 7251199 w 12192000"/>
              <a:gd name="connsiteY51" fmla="*/ 2198184 h 2649426"/>
              <a:gd name="connsiteX52" fmla="*/ 7233016 w 12192000"/>
              <a:gd name="connsiteY52" fmla="*/ 2195902 h 2649426"/>
              <a:gd name="connsiteX53" fmla="*/ 7227281 w 12192000"/>
              <a:gd name="connsiteY53" fmla="*/ 2190042 h 2649426"/>
              <a:gd name="connsiteX54" fmla="*/ 7200745 w 12192000"/>
              <a:gd name="connsiteY54" fmla="*/ 2189321 h 2649426"/>
              <a:gd name="connsiteX55" fmla="*/ 7197924 w 12192000"/>
              <a:gd name="connsiteY55" fmla="*/ 2191205 h 2649426"/>
              <a:gd name="connsiteX56" fmla="*/ 7175198 w 12192000"/>
              <a:gd name="connsiteY56" fmla="*/ 2183294 h 2649426"/>
              <a:gd name="connsiteX57" fmla="*/ 7100681 w 12192000"/>
              <a:gd name="connsiteY57" fmla="*/ 2167822 h 2649426"/>
              <a:gd name="connsiteX58" fmla="*/ 6932665 w 12192000"/>
              <a:gd name="connsiteY58" fmla="*/ 2162157 h 2649426"/>
              <a:gd name="connsiteX59" fmla="*/ 6700029 w 12192000"/>
              <a:gd name="connsiteY59" fmla="*/ 2158310 h 2649426"/>
              <a:gd name="connsiteX60" fmla="*/ 6326162 w 12192000"/>
              <a:gd name="connsiteY60" fmla="*/ 2178632 h 2649426"/>
              <a:gd name="connsiteX61" fmla="*/ 6196177 w 12192000"/>
              <a:gd name="connsiteY61" fmla="*/ 2200059 h 2649426"/>
              <a:gd name="connsiteX62" fmla="*/ 6139086 w 12192000"/>
              <a:gd name="connsiteY62" fmla="*/ 2187339 h 2649426"/>
              <a:gd name="connsiteX63" fmla="*/ 6098878 w 12192000"/>
              <a:gd name="connsiteY63" fmla="*/ 2192939 h 2649426"/>
              <a:gd name="connsiteX64" fmla="*/ 6094339 w 12192000"/>
              <a:gd name="connsiteY64" fmla="*/ 2195871 h 2649426"/>
              <a:gd name="connsiteX65" fmla="*/ 6075163 w 12192000"/>
              <a:gd name="connsiteY65" fmla="*/ 2198856 h 2649426"/>
              <a:gd name="connsiteX66" fmla="*/ 6071016 w 12192000"/>
              <a:gd name="connsiteY66" fmla="*/ 2210639 h 2649426"/>
              <a:gd name="connsiteX67" fmla="*/ 6043058 w 12192000"/>
              <a:gd name="connsiteY67" fmla="*/ 2222971 h 2649426"/>
              <a:gd name="connsiteX68" fmla="*/ 5962031 w 12192000"/>
              <a:gd name="connsiteY68" fmla="*/ 2220873 h 2649426"/>
              <a:gd name="connsiteX69" fmla="*/ 5818648 w 12192000"/>
              <a:gd name="connsiteY69" fmla="*/ 2229309 h 2649426"/>
              <a:gd name="connsiteX70" fmla="*/ 5515979 w 12192000"/>
              <a:gd name="connsiteY70" fmla="*/ 2284946 h 2649426"/>
              <a:gd name="connsiteX71" fmla="*/ 5426280 w 12192000"/>
              <a:gd name="connsiteY71" fmla="*/ 2290560 h 2649426"/>
              <a:gd name="connsiteX72" fmla="*/ 5329896 w 12192000"/>
              <a:gd name="connsiteY72" fmla="*/ 2279209 h 2649426"/>
              <a:gd name="connsiteX73" fmla="*/ 5245363 w 12192000"/>
              <a:gd name="connsiteY73" fmla="*/ 2301618 h 2649426"/>
              <a:gd name="connsiteX74" fmla="*/ 5077816 w 12192000"/>
              <a:gd name="connsiteY74" fmla="*/ 2292570 h 2649426"/>
              <a:gd name="connsiteX75" fmla="*/ 4911519 w 12192000"/>
              <a:gd name="connsiteY75" fmla="*/ 2285340 h 2649426"/>
              <a:gd name="connsiteX76" fmla="*/ 4822447 w 12192000"/>
              <a:gd name="connsiteY76" fmla="*/ 2292174 h 2649426"/>
              <a:gd name="connsiteX77" fmla="*/ 4670737 w 12192000"/>
              <a:gd name="connsiteY77" fmla="*/ 2321711 h 2649426"/>
              <a:gd name="connsiteX78" fmla="*/ 4489013 w 12192000"/>
              <a:gd name="connsiteY78" fmla="*/ 2338805 h 2649426"/>
              <a:gd name="connsiteX79" fmla="*/ 4431159 w 12192000"/>
              <a:gd name="connsiteY79" fmla="*/ 2347536 h 2649426"/>
              <a:gd name="connsiteX80" fmla="*/ 4273885 w 12192000"/>
              <a:gd name="connsiteY80" fmla="*/ 2379520 h 2649426"/>
              <a:gd name="connsiteX81" fmla="*/ 4116925 w 12192000"/>
              <a:gd name="connsiteY81" fmla="*/ 2417756 h 2649426"/>
              <a:gd name="connsiteX82" fmla="*/ 3988558 w 12192000"/>
              <a:gd name="connsiteY82" fmla="*/ 2475821 h 2649426"/>
              <a:gd name="connsiteX83" fmla="*/ 3894771 w 12192000"/>
              <a:gd name="connsiteY83" fmla="*/ 2494652 h 2649426"/>
              <a:gd name="connsiteX84" fmla="*/ 3721493 w 12192000"/>
              <a:gd name="connsiteY84" fmla="*/ 2497646 h 2649426"/>
              <a:gd name="connsiteX85" fmla="*/ 3504883 w 12192000"/>
              <a:gd name="connsiteY85" fmla="*/ 2503869 h 2649426"/>
              <a:gd name="connsiteX86" fmla="*/ 3431219 w 12192000"/>
              <a:gd name="connsiteY86" fmla="*/ 2502163 h 2649426"/>
              <a:gd name="connsiteX87" fmla="*/ 3151243 w 12192000"/>
              <a:gd name="connsiteY87" fmla="*/ 2492405 h 2649426"/>
              <a:gd name="connsiteX88" fmla="*/ 3044025 w 12192000"/>
              <a:gd name="connsiteY88" fmla="*/ 2485298 h 2649426"/>
              <a:gd name="connsiteX89" fmla="*/ 2864954 w 12192000"/>
              <a:gd name="connsiteY89" fmla="*/ 2456476 h 2649426"/>
              <a:gd name="connsiteX90" fmla="*/ 2739588 w 12192000"/>
              <a:gd name="connsiteY90" fmla="*/ 2457956 h 2649426"/>
              <a:gd name="connsiteX91" fmla="*/ 2706684 w 12192000"/>
              <a:gd name="connsiteY91" fmla="*/ 2454540 h 2649426"/>
              <a:gd name="connsiteX92" fmla="*/ 2348435 w 12192000"/>
              <a:gd name="connsiteY92" fmla="*/ 2449176 h 2649426"/>
              <a:gd name="connsiteX93" fmla="*/ 2194299 w 12192000"/>
              <a:gd name="connsiteY93" fmla="*/ 2475215 h 2649426"/>
              <a:gd name="connsiteX94" fmla="*/ 1983009 w 12192000"/>
              <a:gd name="connsiteY94" fmla="*/ 2463117 h 2649426"/>
              <a:gd name="connsiteX95" fmla="*/ 1885040 w 12192000"/>
              <a:gd name="connsiteY95" fmla="*/ 2475917 h 2649426"/>
              <a:gd name="connsiteX96" fmla="*/ 1773324 w 12192000"/>
              <a:gd name="connsiteY96" fmla="*/ 2471718 h 2649426"/>
              <a:gd name="connsiteX97" fmla="*/ 1685197 w 12192000"/>
              <a:gd name="connsiteY97" fmla="*/ 2466249 h 2649426"/>
              <a:gd name="connsiteX98" fmla="*/ 1566422 w 12192000"/>
              <a:gd name="connsiteY98" fmla="*/ 2455175 h 2649426"/>
              <a:gd name="connsiteX99" fmla="*/ 1300369 w 12192000"/>
              <a:gd name="connsiteY99" fmla="*/ 2444914 h 2649426"/>
              <a:gd name="connsiteX100" fmla="*/ 1081876 w 12192000"/>
              <a:gd name="connsiteY100" fmla="*/ 2476491 h 2649426"/>
              <a:gd name="connsiteX101" fmla="*/ 957561 w 12192000"/>
              <a:gd name="connsiteY101" fmla="*/ 2484124 h 2649426"/>
              <a:gd name="connsiteX102" fmla="*/ 822775 w 12192000"/>
              <a:gd name="connsiteY102" fmla="*/ 2542292 h 2649426"/>
              <a:gd name="connsiteX103" fmla="*/ 653171 w 12192000"/>
              <a:gd name="connsiteY103" fmla="*/ 2607266 h 2649426"/>
              <a:gd name="connsiteX104" fmla="*/ 511469 w 12192000"/>
              <a:gd name="connsiteY104" fmla="*/ 2598742 h 2649426"/>
              <a:gd name="connsiteX105" fmla="*/ 441281 w 12192000"/>
              <a:gd name="connsiteY105" fmla="*/ 2605939 h 2649426"/>
              <a:gd name="connsiteX106" fmla="*/ 297100 w 12192000"/>
              <a:gd name="connsiteY106" fmla="*/ 2639558 h 2649426"/>
              <a:gd name="connsiteX107" fmla="*/ 97385 w 12192000"/>
              <a:gd name="connsiteY107" fmla="*/ 2636063 h 2649426"/>
              <a:gd name="connsiteX108" fmla="*/ 48888 w 12192000"/>
              <a:gd name="connsiteY108" fmla="*/ 2641447 h 2649426"/>
              <a:gd name="connsiteX109" fmla="*/ 0 w 12192000"/>
              <a:gd name="connsiteY109" fmla="*/ 2649426 h 2649426"/>
              <a:gd name="connsiteX110" fmla="*/ 0 w 12192000"/>
              <a:gd name="connsiteY110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35223 w 12192000"/>
              <a:gd name="connsiteY4" fmla="*/ 171451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425377 w 12192000"/>
              <a:gd name="connsiteY8" fmla="*/ 1625577 h 2649426"/>
              <a:gd name="connsiteX9" fmla="*/ 11364686 w 12192000"/>
              <a:gd name="connsiteY9" fmla="*/ 1616572 h 2649426"/>
              <a:gd name="connsiteX10" fmla="*/ 11193595 w 12192000"/>
              <a:gd name="connsiteY10" fmla="*/ 1558403 h 2649426"/>
              <a:gd name="connsiteX11" fmla="*/ 11146426 w 12192000"/>
              <a:gd name="connsiteY11" fmla="*/ 1555308 h 2649426"/>
              <a:gd name="connsiteX12" fmla="*/ 10841711 w 12192000"/>
              <a:gd name="connsiteY12" fmla="*/ 1541883 h 2649426"/>
              <a:gd name="connsiteX13" fmla="*/ 10698183 w 12192000"/>
              <a:gd name="connsiteY13" fmla="*/ 1556682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15364 w 12192000"/>
              <a:gd name="connsiteY17" fmla="*/ 1574304 h 2649426"/>
              <a:gd name="connsiteX18" fmla="*/ 10454183 w 12192000"/>
              <a:gd name="connsiteY18" fmla="*/ 1572375 h 2649426"/>
              <a:gd name="connsiteX19" fmla="*/ 10329259 w 12192000"/>
              <a:gd name="connsiteY19" fmla="*/ 1579142 h 2649426"/>
              <a:gd name="connsiteX20" fmla="*/ 10128072 w 12192000"/>
              <a:gd name="connsiteY20" fmla="*/ 1610789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225536 w 12192000"/>
              <a:gd name="connsiteY24" fmla="*/ 1741303 h 2649426"/>
              <a:gd name="connsiteX25" fmla="*/ 9062807 w 12192000"/>
              <a:gd name="connsiteY25" fmla="*/ 1765741 h 2649426"/>
              <a:gd name="connsiteX26" fmla="*/ 9031250 w 12192000"/>
              <a:gd name="connsiteY26" fmla="*/ 1782330 h 2649426"/>
              <a:gd name="connsiteX27" fmla="*/ 8985382 w 12192000"/>
              <a:gd name="connsiteY27" fmla="*/ 1798267 h 2649426"/>
              <a:gd name="connsiteX28" fmla="*/ 8906505 w 12192000"/>
              <a:gd name="connsiteY28" fmla="*/ 1834715 h 2649426"/>
              <a:gd name="connsiteX29" fmla="*/ 8796926 w 12192000"/>
              <a:gd name="connsiteY29" fmla="*/ 1869211 h 2649426"/>
              <a:gd name="connsiteX30" fmla="*/ 8705687 w 12192000"/>
              <a:gd name="connsiteY30" fmla="*/ 1848419 h 2649426"/>
              <a:gd name="connsiteX31" fmla="*/ 8700414 w 12192000"/>
              <a:gd name="connsiteY31" fmla="*/ 1857766 h 2649426"/>
              <a:gd name="connsiteX32" fmla="*/ 8643017 w 12192000"/>
              <a:gd name="connsiteY32" fmla="*/ 1865810 h 2649426"/>
              <a:gd name="connsiteX33" fmla="*/ 8460271 w 12192000"/>
              <a:gd name="connsiteY33" fmla="*/ 1856718 h 2649426"/>
              <a:gd name="connsiteX34" fmla="*/ 8330326 w 12192000"/>
              <a:gd name="connsiteY34" fmla="*/ 1873969 h 2649426"/>
              <a:gd name="connsiteX35" fmla="*/ 8216222 w 12192000"/>
              <a:gd name="connsiteY35" fmla="*/ 1895553 h 2649426"/>
              <a:gd name="connsiteX36" fmla="*/ 8145462 w 12192000"/>
              <a:gd name="connsiteY36" fmla="*/ 1926758 h 2649426"/>
              <a:gd name="connsiteX37" fmla="*/ 8043728 w 12192000"/>
              <a:gd name="connsiteY37" fmla="*/ 1944200 h 2649426"/>
              <a:gd name="connsiteX38" fmla="*/ 7958999 w 12192000"/>
              <a:gd name="connsiteY38" fmla="*/ 1980667 h 2649426"/>
              <a:gd name="connsiteX39" fmla="*/ 7908348 w 12192000"/>
              <a:gd name="connsiteY39" fmla="*/ 1994348 h 2649426"/>
              <a:gd name="connsiteX40" fmla="*/ 7776470 w 12192000"/>
              <a:gd name="connsiteY40" fmla="*/ 2053315 h 2649426"/>
              <a:gd name="connsiteX41" fmla="*/ 7629097 w 12192000"/>
              <a:gd name="connsiteY41" fmla="*/ 2123292 h 2649426"/>
              <a:gd name="connsiteX42" fmla="*/ 7549398 w 12192000"/>
              <a:gd name="connsiteY42" fmla="*/ 2153051 h 2649426"/>
              <a:gd name="connsiteX43" fmla="*/ 7540934 w 12192000"/>
              <a:gd name="connsiteY43" fmla="*/ 2151418 h 2649426"/>
              <a:gd name="connsiteX44" fmla="*/ 7528900 w 12192000"/>
              <a:gd name="connsiteY44" fmla="*/ 2152107 h 2649426"/>
              <a:gd name="connsiteX45" fmla="*/ 7528656 w 12192000"/>
              <a:gd name="connsiteY45" fmla="*/ 2152584 h 2649426"/>
              <a:gd name="connsiteX46" fmla="*/ 7517280 w 12192000"/>
              <a:gd name="connsiteY46" fmla="*/ 2152327 h 2649426"/>
              <a:gd name="connsiteX47" fmla="*/ 7460956 w 12192000"/>
              <a:gd name="connsiteY47" fmla="*/ 2145255 h 2649426"/>
              <a:gd name="connsiteX48" fmla="*/ 7372921 w 12192000"/>
              <a:gd name="connsiteY48" fmla="*/ 2175069 h 2649426"/>
              <a:gd name="connsiteX49" fmla="*/ 7293703 w 12192000"/>
              <a:gd name="connsiteY49" fmla="*/ 2204721 h 2649426"/>
              <a:gd name="connsiteX50" fmla="*/ 7286955 w 12192000"/>
              <a:gd name="connsiteY50" fmla="*/ 2207494 h 2649426"/>
              <a:gd name="connsiteX51" fmla="*/ 7251199 w 12192000"/>
              <a:gd name="connsiteY51" fmla="*/ 2198184 h 2649426"/>
              <a:gd name="connsiteX52" fmla="*/ 7233016 w 12192000"/>
              <a:gd name="connsiteY52" fmla="*/ 2195902 h 2649426"/>
              <a:gd name="connsiteX53" fmla="*/ 7227281 w 12192000"/>
              <a:gd name="connsiteY53" fmla="*/ 2190042 h 2649426"/>
              <a:gd name="connsiteX54" fmla="*/ 7200745 w 12192000"/>
              <a:gd name="connsiteY54" fmla="*/ 2189321 h 2649426"/>
              <a:gd name="connsiteX55" fmla="*/ 7197924 w 12192000"/>
              <a:gd name="connsiteY55" fmla="*/ 2191205 h 2649426"/>
              <a:gd name="connsiteX56" fmla="*/ 7175198 w 12192000"/>
              <a:gd name="connsiteY56" fmla="*/ 2183294 h 2649426"/>
              <a:gd name="connsiteX57" fmla="*/ 7100681 w 12192000"/>
              <a:gd name="connsiteY57" fmla="*/ 2167822 h 2649426"/>
              <a:gd name="connsiteX58" fmla="*/ 6932665 w 12192000"/>
              <a:gd name="connsiteY58" fmla="*/ 2162157 h 2649426"/>
              <a:gd name="connsiteX59" fmla="*/ 6700029 w 12192000"/>
              <a:gd name="connsiteY59" fmla="*/ 2158310 h 2649426"/>
              <a:gd name="connsiteX60" fmla="*/ 6326162 w 12192000"/>
              <a:gd name="connsiteY60" fmla="*/ 2178632 h 2649426"/>
              <a:gd name="connsiteX61" fmla="*/ 6196177 w 12192000"/>
              <a:gd name="connsiteY61" fmla="*/ 2200059 h 2649426"/>
              <a:gd name="connsiteX62" fmla="*/ 6139086 w 12192000"/>
              <a:gd name="connsiteY62" fmla="*/ 2187339 h 2649426"/>
              <a:gd name="connsiteX63" fmla="*/ 6098878 w 12192000"/>
              <a:gd name="connsiteY63" fmla="*/ 2192939 h 2649426"/>
              <a:gd name="connsiteX64" fmla="*/ 6094339 w 12192000"/>
              <a:gd name="connsiteY64" fmla="*/ 2195871 h 2649426"/>
              <a:gd name="connsiteX65" fmla="*/ 6075163 w 12192000"/>
              <a:gd name="connsiteY65" fmla="*/ 2198856 h 2649426"/>
              <a:gd name="connsiteX66" fmla="*/ 6071016 w 12192000"/>
              <a:gd name="connsiteY66" fmla="*/ 2210639 h 2649426"/>
              <a:gd name="connsiteX67" fmla="*/ 6043058 w 12192000"/>
              <a:gd name="connsiteY67" fmla="*/ 2222971 h 2649426"/>
              <a:gd name="connsiteX68" fmla="*/ 5962031 w 12192000"/>
              <a:gd name="connsiteY68" fmla="*/ 2220873 h 2649426"/>
              <a:gd name="connsiteX69" fmla="*/ 5818648 w 12192000"/>
              <a:gd name="connsiteY69" fmla="*/ 2229309 h 2649426"/>
              <a:gd name="connsiteX70" fmla="*/ 5515979 w 12192000"/>
              <a:gd name="connsiteY70" fmla="*/ 2284946 h 2649426"/>
              <a:gd name="connsiteX71" fmla="*/ 5426280 w 12192000"/>
              <a:gd name="connsiteY71" fmla="*/ 2290560 h 2649426"/>
              <a:gd name="connsiteX72" fmla="*/ 5329896 w 12192000"/>
              <a:gd name="connsiteY72" fmla="*/ 2279209 h 2649426"/>
              <a:gd name="connsiteX73" fmla="*/ 5245363 w 12192000"/>
              <a:gd name="connsiteY73" fmla="*/ 2301618 h 2649426"/>
              <a:gd name="connsiteX74" fmla="*/ 5077816 w 12192000"/>
              <a:gd name="connsiteY74" fmla="*/ 2292570 h 2649426"/>
              <a:gd name="connsiteX75" fmla="*/ 4911519 w 12192000"/>
              <a:gd name="connsiteY75" fmla="*/ 2285340 h 2649426"/>
              <a:gd name="connsiteX76" fmla="*/ 4822447 w 12192000"/>
              <a:gd name="connsiteY76" fmla="*/ 2292174 h 2649426"/>
              <a:gd name="connsiteX77" fmla="*/ 4670737 w 12192000"/>
              <a:gd name="connsiteY77" fmla="*/ 2321711 h 2649426"/>
              <a:gd name="connsiteX78" fmla="*/ 4489013 w 12192000"/>
              <a:gd name="connsiteY78" fmla="*/ 2338805 h 2649426"/>
              <a:gd name="connsiteX79" fmla="*/ 4431159 w 12192000"/>
              <a:gd name="connsiteY79" fmla="*/ 2347536 h 2649426"/>
              <a:gd name="connsiteX80" fmla="*/ 4273885 w 12192000"/>
              <a:gd name="connsiteY80" fmla="*/ 2379520 h 2649426"/>
              <a:gd name="connsiteX81" fmla="*/ 4116925 w 12192000"/>
              <a:gd name="connsiteY81" fmla="*/ 2417756 h 2649426"/>
              <a:gd name="connsiteX82" fmla="*/ 3988558 w 12192000"/>
              <a:gd name="connsiteY82" fmla="*/ 2475821 h 2649426"/>
              <a:gd name="connsiteX83" fmla="*/ 3894771 w 12192000"/>
              <a:gd name="connsiteY83" fmla="*/ 2494652 h 2649426"/>
              <a:gd name="connsiteX84" fmla="*/ 3721493 w 12192000"/>
              <a:gd name="connsiteY84" fmla="*/ 2497646 h 2649426"/>
              <a:gd name="connsiteX85" fmla="*/ 3504883 w 12192000"/>
              <a:gd name="connsiteY85" fmla="*/ 2503869 h 2649426"/>
              <a:gd name="connsiteX86" fmla="*/ 3431219 w 12192000"/>
              <a:gd name="connsiteY86" fmla="*/ 2502163 h 2649426"/>
              <a:gd name="connsiteX87" fmla="*/ 3151243 w 12192000"/>
              <a:gd name="connsiteY87" fmla="*/ 2492405 h 2649426"/>
              <a:gd name="connsiteX88" fmla="*/ 3044025 w 12192000"/>
              <a:gd name="connsiteY88" fmla="*/ 2485298 h 2649426"/>
              <a:gd name="connsiteX89" fmla="*/ 2864954 w 12192000"/>
              <a:gd name="connsiteY89" fmla="*/ 2456476 h 2649426"/>
              <a:gd name="connsiteX90" fmla="*/ 2739588 w 12192000"/>
              <a:gd name="connsiteY90" fmla="*/ 2457956 h 2649426"/>
              <a:gd name="connsiteX91" fmla="*/ 2706684 w 12192000"/>
              <a:gd name="connsiteY91" fmla="*/ 2454540 h 2649426"/>
              <a:gd name="connsiteX92" fmla="*/ 2348435 w 12192000"/>
              <a:gd name="connsiteY92" fmla="*/ 2449176 h 2649426"/>
              <a:gd name="connsiteX93" fmla="*/ 2194299 w 12192000"/>
              <a:gd name="connsiteY93" fmla="*/ 2475215 h 2649426"/>
              <a:gd name="connsiteX94" fmla="*/ 1983009 w 12192000"/>
              <a:gd name="connsiteY94" fmla="*/ 2463117 h 2649426"/>
              <a:gd name="connsiteX95" fmla="*/ 1885040 w 12192000"/>
              <a:gd name="connsiteY95" fmla="*/ 2475917 h 2649426"/>
              <a:gd name="connsiteX96" fmla="*/ 1773324 w 12192000"/>
              <a:gd name="connsiteY96" fmla="*/ 2471718 h 2649426"/>
              <a:gd name="connsiteX97" fmla="*/ 1685197 w 12192000"/>
              <a:gd name="connsiteY97" fmla="*/ 2466249 h 2649426"/>
              <a:gd name="connsiteX98" fmla="*/ 1566422 w 12192000"/>
              <a:gd name="connsiteY98" fmla="*/ 2455175 h 2649426"/>
              <a:gd name="connsiteX99" fmla="*/ 1300369 w 12192000"/>
              <a:gd name="connsiteY99" fmla="*/ 2444914 h 2649426"/>
              <a:gd name="connsiteX100" fmla="*/ 1081876 w 12192000"/>
              <a:gd name="connsiteY100" fmla="*/ 2476491 h 2649426"/>
              <a:gd name="connsiteX101" fmla="*/ 957561 w 12192000"/>
              <a:gd name="connsiteY101" fmla="*/ 2484124 h 2649426"/>
              <a:gd name="connsiteX102" fmla="*/ 822775 w 12192000"/>
              <a:gd name="connsiteY102" fmla="*/ 2542292 h 2649426"/>
              <a:gd name="connsiteX103" fmla="*/ 653171 w 12192000"/>
              <a:gd name="connsiteY103" fmla="*/ 2607266 h 2649426"/>
              <a:gd name="connsiteX104" fmla="*/ 511469 w 12192000"/>
              <a:gd name="connsiteY104" fmla="*/ 2598742 h 2649426"/>
              <a:gd name="connsiteX105" fmla="*/ 441281 w 12192000"/>
              <a:gd name="connsiteY105" fmla="*/ 2605939 h 2649426"/>
              <a:gd name="connsiteX106" fmla="*/ 297100 w 12192000"/>
              <a:gd name="connsiteY106" fmla="*/ 2639558 h 2649426"/>
              <a:gd name="connsiteX107" fmla="*/ 97385 w 12192000"/>
              <a:gd name="connsiteY107" fmla="*/ 2636063 h 2649426"/>
              <a:gd name="connsiteX108" fmla="*/ 48888 w 12192000"/>
              <a:gd name="connsiteY108" fmla="*/ 2641447 h 2649426"/>
              <a:gd name="connsiteX109" fmla="*/ 0 w 12192000"/>
              <a:gd name="connsiteY109" fmla="*/ 2649426 h 2649426"/>
              <a:gd name="connsiteX110" fmla="*/ 0 w 12192000"/>
              <a:gd name="connsiteY110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35223 w 12192000"/>
              <a:gd name="connsiteY4" fmla="*/ 171451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425377 w 12192000"/>
              <a:gd name="connsiteY8" fmla="*/ 1625577 h 2649426"/>
              <a:gd name="connsiteX9" fmla="*/ 11364686 w 12192000"/>
              <a:gd name="connsiteY9" fmla="*/ 1616572 h 2649426"/>
              <a:gd name="connsiteX10" fmla="*/ 11193595 w 12192000"/>
              <a:gd name="connsiteY10" fmla="*/ 1558403 h 2649426"/>
              <a:gd name="connsiteX11" fmla="*/ 11146426 w 12192000"/>
              <a:gd name="connsiteY11" fmla="*/ 1555308 h 2649426"/>
              <a:gd name="connsiteX12" fmla="*/ 10841711 w 12192000"/>
              <a:gd name="connsiteY12" fmla="*/ 1541883 h 2649426"/>
              <a:gd name="connsiteX13" fmla="*/ 10698183 w 12192000"/>
              <a:gd name="connsiteY13" fmla="*/ 1556682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15364 w 12192000"/>
              <a:gd name="connsiteY17" fmla="*/ 1574304 h 2649426"/>
              <a:gd name="connsiteX18" fmla="*/ 10454183 w 12192000"/>
              <a:gd name="connsiteY18" fmla="*/ 1572375 h 2649426"/>
              <a:gd name="connsiteX19" fmla="*/ 10329259 w 12192000"/>
              <a:gd name="connsiteY19" fmla="*/ 1579142 h 2649426"/>
              <a:gd name="connsiteX20" fmla="*/ 10128072 w 12192000"/>
              <a:gd name="connsiteY20" fmla="*/ 1610789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225536 w 12192000"/>
              <a:gd name="connsiteY24" fmla="*/ 1741303 h 2649426"/>
              <a:gd name="connsiteX25" fmla="*/ 9144490 w 12192000"/>
              <a:gd name="connsiteY25" fmla="*/ 1756665 h 2649426"/>
              <a:gd name="connsiteX26" fmla="*/ 9031250 w 12192000"/>
              <a:gd name="connsiteY26" fmla="*/ 1782330 h 2649426"/>
              <a:gd name="connsiteX27" fmla="*/ 8985382 w 12192000"/>
              <a:gd name="connsiteY27" fmla="*/ 1798267 h 2649426"/>
              <a:gd name="connsiteX28" fmla="*/ 8906505 w 12192000"/>
              <a:gd name="connsiteY28" fmla="*/ 1834715 h 2649426"/>
              <a:gd name="connsiteX29" fmla="*/ 8796926 w 12192000"/>
              <a:gd name="connsiteY29" fmla="*/ 1869211 h 2649426"/>
              <a:gd name="connsiteX30" fmla="*/ 8705687 w 12192000"/>
              <a:gd name="connsiteY30" fmla="*/ 1848419 h 2649426"/>
              <a:gd name="connsiteX31" fmla="*/ 8700414 w 12192000"/>
              <a:gd name="connsiteY31" fmla="*/ 1857766 h 2649426"/>
              <a:gd name="connsiteX32" fmla="*/ 8643017 w 12192000"/>
              <a:gd name="connsiteY32" fmla="*/ 1865810 h 2649426"/>
              <a:gd name="connsiteX33" fmla="*/ 8460271 w 12192000"/>
              <a:gd name="connsiteY33" fmla="*/ 1856718 h 2649426"/>
              <a:gd name="connsiteX34" fmla="*/ 8330326 w 12192000"/>
              <a:gd name="connsiteY34" fmla="*/ 1873969 h 2649426"/>
              <a:gd name="connsiteX35" fmla="*/ 8216222 w 12192000"/>
              <a:gd name="connsiteY35" fmla="*/ 1895553 h 2649426"/>
              <a:gd name="connsiteX36" fmla="*/ 8145462 w 12192000"/>
              <a:gd name="connsiteY36" fmla="*/ 1926758 h 2649426"/>
              <a:gd name="connsiteX37" fmla="*/ 8043728 w 12192000"/>
              <a:gd name="connsiteY37" fmla="*/ 1944200 h 2649426"/>
              <a:gd name="connsiteX38" fmla="*/ 7958999 w 12192000"/>
              <a:gd name="connsiteY38" fmla="*/ 1980667 h 2649426"/>
              <a:gd name="connsiteX39" fmla="*/ 7908348 w 12192000"/>
              <a:gd name="connsiteY39" fmla="*/ 1994348 h 2649426"/>
              <a:gd name="connsiteX40" fmla="*/ 7776470 w 12192000"/>
              <a:gd name="connsiteY40" fmla="*/ 2053315 h 2649426"/>
              <a:gd name="connsiteX41" fmla="*/ 7629097 w 12192000"/>
              <a:gd name="connsiteY41" fmla="*/ 2123292 h 2649426"/>
              <a:gd name="connsiteX42" fmla="*/ 7549398 w 12192000"/>
              <a:gd name="connsiteY42" fmla="*/ 2153051 h 2649426"/>
              <a:gd name="connsiteX43" fmla="*/ 7540934 w 12192000"/>
              <a:gd name="connsiteY43" fmla="*/ 2151418 h 2649426"/>
              <a:gd name="connsiteX44" fmla="*/ 7528900 w 12192000"/>
              <a:gd name="connsiteY44" fmla="*/ 2152107 h 2649426"/>
              <a:gd name="connsiteX45" fmla="*/ 7528656 w 12192000"/>
              <a:gd name="connsiteY45" fmla="*/ 2152584 h 2649426"/>
              <a:gd name="connsiteX46" fmla="*/ 7517280 w 12192000"/>
              <a:gd name="connsiteY46" fmla="*/ 2152327 h 2649426"/>
              <a:gd name="connsiteX47" fmla="*/ 7460956 w 12192000"/>
              <a:gd name="connsiteY47" fmla="*/ 2145255 h 2649426"/>
              <a:gd name="connsiteX48" fmla="*/ 7372921 w 12192000"/>
              <a:gd name="connsiteY48" fmla="*/ 2175069 h 2649426"/>
              <a:gd name="connsiteX49" fmla="*/ 7293703 w 12192000"/>
              <a:gd name="connsiteY49" fmla="*/ 2204721 h 2649426"/>
              <a:gd name="connsiteX50" fmla="*/ 7286955 w 12192000"/>
              <a:gd name="connsiteY50" fmla="*/ 2207494 h 2649426"/>
              <a:gd name="connsiteX51" fmla="*/ 7251199 w 12192000"/>
              <a:gd name="connsiteY51" fmla="*/ 2198184 h 2649426"/>
              <a:gd name="connsiteX52" fmla="*/ 7233016 w 12192000"/>
              <a:gd name="connsiteY52" fmla="*/ 2195902 h 2649426"/>
              <a:gd name="connsiteX53" fmla="*/ 7227281 w 12192000"/>
              <a:gd name="connsiteY53" fmla="*/ 2190042 h 2649426"/>
              <a:gd name="connsiteX54" fmla="*/ 7200745 w 12192000"/>
              <a:gd name="connsiteY54" fmla="*/ 2189321 h 2649426"/>
              <a:gd name="connsiteX55" fmla="*/ 7197924 w 12192000"/>
              <a:gd name="connsiteY55" fmla="*/ 2191205 h 2649426"/>
              <a:gd name="connsiteX56" fmla="*/ 7175198 w 12192000"/>
              <a:gd name="connsiteY56" fmla="*/ 2183294 h 2649426"/>
              <a:gd name="connsiteX57" fmla="*/ 7100681 w 12192000"/>
              <a:gd name="connsiteY57" fmla="*/ 2167822 h 2649426"/>
              <a:gd name="connsiteX58" fmla="*/ 6932665 w 12192000"/>
              <a:gd name="connsiteY58" fmla="*/ 2162157 h 2649426"/>
              <a:gd name="connsiteX59" fmla="*/ 6700029 w 12192000"/>
              <a:gd name="connsiteY59" fmla="*/ 2158310 h 2649426"/>
              <a:gd name="connsiteX60" fmla="*/ 6326162 w 12192000"/>
              <a:gd name="connsiteY60" fmla="*/ 2178632 h 2649426"/>
              <a:gd name="connsiteX61" fmla="*/ 6196177 w 12192000"/>
              <a:gd name="connsiteY61" fmla="*/ 2200059 h 2649426"/>
              <a:gd name="connsiteX62" fmla="*/ 6139086 w 12192000"/>
              <a:gd name="connsiteY62" fmla="*/ 2187339 h 2649426"/>
              <a:gd name="connsiteX63" fmla="*/ 6098878 w 12192000"/>
              <a:gd name="connsiteY63" fmla="*/ 2192939 h 2649426"/>
              <a:gd name="connsiteX64" fmla="*/ 6094339 w 12192000"/>
              <a:gd name="connsiteY64" fmla="*/ 2195871 h 2649426"/>
              <a:gd name="connsiteX65" fmla="*/ 6075163 w 12192000"/>
              <a:gd name="connsiteY65" fmla="*/ 2198856 h 2649426"/>
              <a:gd name="connsiteX66" fmla="*/ 6071016 w 12192000"/>
              <a:gd name="connsiteY66" fmla="*/ 2210639 h 2649426"/>
              <a:gd name="connsiteX67" fmla="*/ 6043058 w 12192000"/>
              <a:gd name="connsiteY67" fmla="*/ 2222971 h 2649426"/>
              <a:gd name="connsiteX68" fmla="*/ 5962031 w 12192000"/>
              <a:gd name="connsiteY68" fmla="*/ 2220873 h 2649426"/>
              <a:gd name="connsiteX69" fmla="*/ 5818648 w 12192000"/>
              <a:gd name="connsiteY69" fmla="*/ 2229309 h 2649426"/>
              <a:gd name="connsiteX70" fmla="*/ 5515979 w 12192000"/>
              <a:gd name="connsiteY70" fmla="*/ 2284946 h 2649426"/>
              <a:gd name="connsiteX71" fmla="*/ 5426280 w 12192000"/>
              <a:gd name="connsiteY71" fmla="*/ 2290560 h 2649426"/>
              <a:gd name="connsiteX72" fmla="*/ 5329896 w 12192000"/>
              <a:gd name="connsiteY72" fmla="*/ 2279209 h 2649426"/>
              <a:gd name="connsiteX73" fmla="*/ 5245363 w 12192000"/>
              <a:gd name="connsiteY73" fmla="*/ 2301618 h 2649426"/>
              <a:gd name="connsiteX74" fmla="*/ 5077816 w 12192000"/>
              <a:gd name="connsiteY74" fmla="*/ 2292570 h 2649426"/>
              <a:gd name="connsiteX75" fmla="*/ 4911519 w 12192000"/>
              <a:gd name="connsiteY75" fmla="*/ 2285340 h 2649426"/>
              <a:gd name="connsiteX76" fmla="*/ 4822447 w 12192000"/>
              <a:gd name="connsiteY76" fmla="*/ 2292174 h 2649426"/>
              <a:gd name="connsiteX77" fmla="*/ 4670737 w 12192000"/>
              <a:gd name="connsiteY77" fmla="*/ 2321711 h 2649426"/>
              <a:gd name="connsiteX78" fmla="*/ 4489013 w 12192000"/>
              <a:gd name="connsiteY78" fmla="*/ 2338805 h 2649426"/>
              <a:gd name="connsiteX79" fmla="*/ 4431159 w 12192000"/>
              <a:gd name="connsiteY79" fmla="*/ 2347536 h 2649426"/>
              <a:gd name="connsiteX80" fmla="*/ 4273885 w 12192000"/>
              <a:gd name="connsiteY80" fmla="*/ 2379520 h 2649426"/>
              <a:gd name="connsiteX81" fmla="*/ 4116925 w 12192000"/>
              <a:gd name="connsiteY81" fmla="*/ 2417756 h 2649426"/>
              <a:gd name="connsiteX82" fmla="*/ 3988558 w 12192000"/>
              <a:gd name="connsiteY82" fmla="*/ 2475821 h 2649426"/>
              <a:gd name="connsiteX83" fmla="*/ 3894771 w 12192000"/>
              <a:gd name="connsiteY83" fmla="*/ 2494652 h 2649426"/>
              <a:gd name="connsiteX84" fmla="*/ 3721493 w 12192000"/>
              <a:gd name="connsiteY84" fmla="*/ 2497646 h 2649426"/>
              <a:gd name="connsiteX85" fmla="*/ 3504883 w 12192000"/>
              <a:gd name="connsiteY85" fmla="*/ 2503869 h 2649426"/>
              <a:gd name="connsiteX86" fmla="*/ 3431219 w 12192000"/>
              <a:gd name="connsiteY86" fmla="*/ 2502163 h 2649426"/>
              <a:gd name="connsiteX87" fmla="*/ 3151243 w 12192000"/>
              <a:gd name="connsiteY87" fmla="*/ 2492405 h 2649426"/>
              <a:gd name="connsiteX88" fmla="*/ 3044025 w 12192000"/>
              <a:gd name="connsiteY88" fmla="*/ 2485298 h 2649426"/>
              <a:gd name="connsiteX89" fmla="*/ 2864954 w 12192000"/>
              <a:gd name="connsiteY89" fmla="*/ 2456476 h 2649426"/>
              <a:gd name="connsiteX90" fmla="*/ 2739588 w 12192000"/>
              <a:gd name="connsiteY90" fmla="*/ 2457956 h 2649426"/>
              <a:gd name="connsiteX91" fmla="*/ 2706684 w 12192000"/>
              <a:gd name="connsiteY91" fmla="*/ 2454540 h 2649426"/>
              <a:gd name="connsiteX92" fmla="*/ 2348435 w 12192000"/>
              <a:gd name="connsiteY92" fmla="*/ 2449176 h 2649426"/>
              <a:gd name="connsiteX93" fmla="*/ 2194299 w 12192000"/>
              <a:gd name="connsiteY93" fmla="*/ 2475215 h 2649426"/>
              <a:gd name="connsiteX94" fmla="*/ 1983009 w 12192000"/>
              <a:gd name="connsiteY94" fmla="*/ 2463117 h 2649426"/>
              <a:gd name="connsiteX95" fmla="*/ 1885040 w 12192000"/>
              <a:gd name="connsiteY95" fmla="*/ 2475917 h 2649426"/>
              <a:gd name="connsiteX96" fmla="*/ 1773324 w 12192000"/>
              <a:gd name="connsiteY96" fmla="*/ 2471718 h 2649426"/>
              <a:gd name="connsiteX97" fmla="*/ 1685197 w 12192000"/>
              <a:gd name="connsiteY97" fmla="*/ 2466249 h 2649426"/>
              <a:gd name="connsiteX98" fmla="*/ 1566422 w 12192000"/>
              <a:gd name="connsiteY98" fmla="*/ 2455175 h 2649426"/>
              <a:gd name="connsiteX99" fmla="*/ 1300369 w 12192000"/>
              <a:gd name="connsiteY99" fmla="*/ 2444914 h 2649426"/>
              <a:gd name="connsiteX100" fmla="*/ 1081876 w 12192000"/>
              <a:gd name="connsiteY100" fmla="*/ 2476491 h 2649426"/>
              <a:gd name="connsiteX101" fmla="*/ 957561 w 12192000"/>
              <a:gd name="connsiteY101" fmla="*/ 2484124 h 2649426"/>
              <a:gd name="connsiteX102" fmla="*/ 822775 w 12192000"/>
              <a:gd name="connsiteY102" fmla="*/ 2542292 h 2649426"/>
              <a:gd name="connsiteX103" fmla="*/ 653171 w 12192000"/>
              <a:gd name="connsiteY103" fmla="*/ 2607266 h 2649426"/>
              <a:gd name="connsiteX104" fmla="*/ 511469 w 12192000"/>
              <a:gd name="connsiteY104" fmla="*/ 2598742 h 2649426"/>
              <a:gd name="connsiteX105" fmla="*/ 441281 w 12192000"/>
              <a:gd name="connsiteY105" fmla="*/ 2605939 h 2649426"/>
              <a:gd name="connsiteX106" fmla="*/ 297100 w 12192000"/>
              <a:gd name="connsiteY106" fmla="*/ 2639558 h 2649426"/>
              <a:gd name="connsiteX107" fmla="*/ 97385 w 12192000"/>
              <a:gd name="connsiteY107" fmla="*/ 2636063 h 2649426"/>
              <a:gd name="connsiteX108" fmla="*/ 48888 w 12192000"/>
              <a:gd name="connsiteY108" fmla="*/ 2641447 h 2649426"/>
              <a:gd name="connsiteX109" fmla="*/ 0 w 12192000"/>
              <a:gd name="connsiteY109" fmla="*/ 2649426 h 2649426"/>
              <a:gd name="connsiteX110" fmla="*/ 0 w 12192000"/>
              <a:gd name="connsiteY110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35223 w 12192000"/>
              <a:gd name="connsiteY4" fmla="*/ 171451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425377 w 12192000"/>
              <a:gd name="connsiteY8" fmla="*/ 1625577 h 2649426"/>
              <a:gd name="connsiteX9" fmla="*/ 11364686 w 12192000"/>
              <a:gd name="connsiteY9" fmla="*/ 1616572 h 2649426"/>
              <a:gd name="connsiteX10" fmla="*/ 11193595 w 12192000"/>
              <a:gd name="connsiteY10" fmla="*/ 1558403 h 2649426"/>
              <a:gd name="connsiteX11" fmla="*/ 11146426 w 12192000"/>
              <a:gd name="connsiteY11" fmla="*/ 1555308 h 2649426"/>
              <a:gd name="connsiteX12" fmla="*/ 10841711 w 12192000"/>
              <a:gd name="connsiteY12" fmla="*/ 1541883 h 2649426"/>
              <a:gd name="connsiteX13" fmla="*/ 10698183 w 12192000"/>
              <a:gd name="connsiteY13" fmla="*/ 1556682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15364 w 12192000"/>
              <a:gd name="connsiteY17" fmla="*/ 1574304 h 2649426"/>
              <a:gd name="connsiteX18" fmla="*/ 10454183 w 12192000"/>
              <a:gd name="connsiteY18" fmla="*/ 1572375 h 2649426"/>
              <a:gd name="connsiteX19" fmla="*/ 10329259 w 12192000"/>
              <a:gd name="connsiteY19" fmla="*/ 1579142 h 2649426"/>
              <a:gd name="connsiteX20" fmla="*/ 10128072 w 12192000"/>
              <a:gd name="connsiteY20" fmla="*/ 1610789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225536 w 12192000"/>
              <a:gd name="connsiteY24" fmla="*/ 1741303 h 2649426"/>
              <a:gd name="connsiteX25" fmla="*/ 9144490 w 12192000"/>
              <a:gd name="connsiteY25" fmla="*/ 1756665 h 2649426"/>
              <a:gd name="connsiteX26" fmla="*/ 9031250 w 12192000"/>
              <a:gd name="connsiteY26" fmla="*/ 1782330 h 2649426"/>
              <a:gd name="connsiteX27" fmla="*/ 8985382 w 12192000"/>
              <a:gd name="connsiteY27" fmla="*/ 1798267 h 2649426"/>
              <a:gd name="connsiteX28" fmla="*/ 8906505 w 12192000"/>
              <a:gd name="connsiteY28" fmla="*/ 1834715 h 2649426"/>
              <a:gd name="connsiteX29" fmla="*/ 8833229 w 12192000"/>
              <a:gd name="connsiteY29" fmla="*/ 1846521 h 2649426"/>
              <a:gd name="connsiteX30" fmla="*/ 8705687 w 12192000"/>
              <a:gd name="connsiteY30" fmla="*/ 1848419 h 2649426"/>
              <a:gd name="connsiteX31" fmla="*/ 8700414 w 12192000"/>
              <a:gd name="connsiteY31" fmla="*/ 1857766 h 2649426"/>
              <a:gd name="connsiteX32" fmla="*/ 8643017 w 12192000"/>
              <a:gd name="connsiteY32" fmla="*/ 1865810 h 2649426"/>
              <a:gd name="connsiteX33" fmla="*/ 8460271 w 12192000"/>
              <a:gd name="connsiteY33" fmla="*/ 1856718 h 2649426"/>
              <a:gd name="connsiteX34" fmla="*/ 8330326 w 12192000"/>
              <a:gd name="connsiteY34" fmla="*/ 1873969 h 2649426"/>
              <a:gd name="connsiteX35" fmla="*/ 8216222 w 12192000"/>
              <a:gd name="connsiteY35" fmla="*/ 1895553 h 2649426"/>
              <a:gd name="connsiteX36" fmla="*/ 8145462 w 12192000"/>
              <a:gd name="connsiteY36" fmla="*/ 1926758 h 2649426"/>
              <a:gd name="connsiteX37" fmla="*/ 8043728 w 12192000"/>
              <a:gd name="connsiteY37" fmla="*/ 1944200 h 2649426"/>
              <a:gd name="connsiteX38" fmla="*/ 7958999 w 12192000"/>
              <a:gd name="connsiteY38" fmla="*/ 1980667 h 2649426"/>
              <a:gd name="connsiteX39" fmla="*/ 7908348 w 12192000"/>
              <a:gd name="connsiteY39" fmla="*/ 1994348 h 2649426"/>
              <a:gd name="connsiteX40" fmla="*/ 7776470 w 12192000"/>
              <a:gd name="connsiteY40" fmla="*/ 2053315 h 2649426"/>
              <a:gd name="connsiteX41" fmla="*/ 7629097 w 12192000"/>
              <a:gd name="connsiteY41" fmla="*/ 2123292 h 2649426"/>
              <a:gd name="connsiteX42" fmla="*/ 7549398 w 12192000"/>
              <a:gd name="connsiteY42" fmla="*/ 2153051 h 2649426"/>
              <a:gd name="connsiteX43" fmla="*/ 7540934 w 12192000"/>
              <a:gd name="connsiteY43" fmla="*/ 2151418 h 2649426"/>
              <a:gd name="connsiteX44" fmla="*/ 7528900 w 12192000"/>
              <a:gd name="connsiteY44" fmla="*/ 2152107 h 2649426"/>
              <a:gd name="connsiteX45" fmla="*/ 7528656 w 12192000"/>
              <a:gd name="connsiteY45" fmla="*/ 2152584 h 2649426"/>
              <a:gd name="connsiteX46" fmla="*/ 7517280 w 12192000"/>
              <a:gd name="connsiteY46" fmla="*/ 2152327 h 2649426"/>
              <a:gd name="connsiteX47" fmla="*/ 7460956 w 12192000"/>
              <a:gd name="connsiteY47" fmla="*/ 2145255 h 2649426"/>
              <a:gd name="connsiteX48" fmla="*/ 7372921 w 12192000"/>
              <a:gd name="connsiteY48" fmla="*/ 2175069 h 2649426"/>
              <a:gd name="connsiteX49" fmla="*/ 7293703 w 12192000"/>
              <a:gd name="connsiteY49" fmla="*/ 2204721 h 2649426"/>
              <a:gd name="connsiteX50" fmla="*/ 7286955 w 12192000"/>
              <a:gd name="connsiteY50" fmla="*/ 2207494 h 2649426"/>
              <a:gd name="connsiteX51" fmla="*/ 7251199 w 12192000"/>
              <a:gd name="connsiteY51" fmla="*/ 2198184 h 2649426"/>
              <a:gd name="connsiteX52" fmla="*/ 7233016 w 12192000"/>
              <a:gd name="connsiteY52" fmla="*/ 2195902 h 2649426"/>
              <a:gd name="connsiteX53" fmla="*/ 7227281 w 12192000"/>
              <a:gd name="connsiteY53" fmla="*/ 2190042 h 2649426"/>
              <a:gd name="connsiteX54" fmla="*/ 7200745 w 12192000"/>
              <a:gd name="connsiteY54" fmla="*/ 2189321 h 2649426"/>
              <a:gd name="connsiteX55" fmla="*/ 7197924 w 12192000"/>
              <a:gd name="connsiteY55" fmla="*/ 2191205 h 2649426"/>
              <a:gd name="connsiteX56" fmla="*/ 7175198 w 12192000"/>
              <a:gd name="connsiteY56" fmla="*/ 2183294 h 2649426"/>
              <a:gd name="connsiteX57" fmla="*/ 7100681 w 12192000"/>
              <a:gd name="connsiteY57" fmla="*/ 2167822 h 2649426"/>
              <a:gd name="connsiteX58" fmla="*/ 6932665 w 12192000"/>
              <a:gd name="connsiteY58" fmla="*/ 2162157 h 2649426"/>
              <a:gd name="connsiteX59" fmla="*/ 6700029 w 12192000"/>
              <a:gd name="connsiteY59" fmla="*/ 2158310 h 2649426"/>
              <a:gd name="connsiteX60" fmla="*/ 6326162 w 12192000"/>
              <a:gd name="connsiteY60" fmla="*/ 2178632 h 2649426"/>
              <a:gd name="connsiteX61" fmla="*/ 6196177 w 12192000"/>
              <a:gd name="connsiteY61" fmla="*/ 2200059 h 2649426"/>
              <a:gd name="connsiteX62" fmla="*/ 6139086 w 12192000"/>
              <a:gd name="connsiteY62" fmla="*/ 2187339 h 2649426"/>
              <a:gd name="connsiteX63" fmla="*/ 6098878 w 12192000"/>
              <a:gd name="connsiteY63" fmla="*/ 2192939 h 2649426"/>
              <a:gd name="connsiteX64" fmla="*/ 6094339 w 12192000"/>
              <a:gd name="connsiteY64" fmla="*/ 2195871 h 2649426"/>
              <a:gd name="connsiteX65" fmla="*/ 6075163 w 12192000"/>
              <a:gd name="connsiteY65" fmla="*/ 2198856 h 2649426"/>
              <a:gd name="connsiteX66" fmla="*/ 6071016 w 12192000"/>
              <a:gd name="connsiteY66" fmla="*/ 2210639 h 2649426"/>
              <a:gd name="connsiteX67" fmla="*/ 6043058 w 12192000"/>
              <a:gd name="connsiteY67" fmla="*/ 2222971 h 2649426"/>
              <a:gd name="connsiteX68" fmla="*/ 5962031 w 12192000"/>
              <a:gd name="connsiteY68" fmla="*/ 2220873 h 2649426"/>
              <a:gd name="connsiteX69" fmla="*/ 5818648 w 12192000"/>
              <a:gd name="connsiteY69" fmla="*/ 2229309 h 2649426"/>
              <a:gd name="connsiteX70" fmla="*/ 5515979 w 12192000"/>
              <a:gd name="connsiteY70" fmla="*/ 2284946 h 2649426"/>
              <a:gd name="connsiteX71" fmla="*/ 5426280 w 12192000"/>
              <a:gd name="connsiteY71" fmla="*/ 2290560 h 2649426"/>
              <a:gd name="connsiteX72" fmla="*/ 5329896 w 12192000"/>
              <a:gd name="connsiteY72" fmla="*/ 2279209 h 2649426"/>
              <a:gd name="connsiteX73" fmla="*/ 5245363 w 12192000"/>
              <a:gd name="connsiteY73" fmla="*/ 2301618 h 2649426"/>
              <a:gd name="connsiteX74" fmla="*/ 5077816 w 12192000"/>
              <a:gd name="connsiteY74" fmla="*/ 2292570 h 2649426"/>
              <a:gd name="connsiteX75" fmla="*/ 4911519 w 12192000"/>
              <a:gd name="connsiteY75" fmla="*/ 2285340 h 2649426"/>
              <a:gd name="connsiteX76" fmla="*/ 4822447 w 12192000"/>
              <a:gd name="connsiteY76" fmla="*/ 2292174 h 2649426"/>
              <a:gd name="connsiteX77" fmla="*/ 4670737 w 12192000"/>
              <a:gd name="connsiteY77" fmla="*/ 2321711 h 2649426"/>
              <a:gd name="connsiteX78" fmla="*/ 4489013 w 12192000"/>
              <a:gd name="connsiteY78" fmla="*/ 2338805 h 2649426"/>
              <a:gd name="connsiteX79" fmla="*/ 4431159 w 12192000"/>
              <a:gd name="connsiteY79" fmla="*/ 2347536 h 2649426"/>
              <a:gd name="connsiteX80" fmla="*/ 4273885 w 12192000"/>
              <a:gd name="connsiteY80" fmla="*/ 2379520 h 2649426"/>
              <a:gd name="connsiteX81" fmla="*/ 4116925 w 12192000"/>
              <a:gd name="connsiteY81" fmla="*/ 2417756 h 2649426"/>
              <a:gd name="connsiteX82" fmla="*/ 3988558 w 12192000"/>
              <a:gd name="connsiteY82" fmla="*/ 2475821 h 2649426"/>
              <a:gd name="connsiteX83" fmla="*/ 3894771 w 12192000"/>
              <a:gd name="connsiteY83" fmla="*/ 2494652 h 2649426"/>
              <a:gd name="connsiteX84" fmla="*/ 3721493 w 12192000"/>
              <a:gd name="connsiteY84" fmla="*/ 2497646 h 2649426"/>
              <a:gd name="connsiteX85" fmla="*/ 3504883 w 12192000"/>
              <a:gd name="connsiteY85" fmla="*/ 2503869 h 2649426"/>
              <a:gd name="connsiteX86" fmla="*/ 3431219 w 12192000"/>
              <a:gd name="connsiteY86" fmla="*/ 2502163 h 2649426"/>
              <a:gd name="connsiteX87" fmla="*/ 3151243 w 12192000"/>
              <a:gd name="connsiteY87" fmla="*/ 2492405 h 2649426"/>
              <a:gd name="connsiteX88" fmla="*/ 3044025 w 12192000"/>
              <a:gd name="connsiteY88" fmla="*/ 2485298 h 2649426"/>
              <a:gd name="connsiteX89" fmla="*/ 2864954 w 12192000"/>
              <a:gd name="connsiteY89" fmla="*/ 2456476 h 2649426"/>
              <a:gd name="connsiteX90" fmla="*/ 2739588 w 12192000"/>
              <a:gd name="connsiteY90" fmla="*/ 2457956 h 2649426"/>
              <a:gd name="connsiteX91" fmla="*/ 2706684 w 12192000"/>
              <a:gd name="connsiteY91" fmla="*/ 2454540 h 2649426"/>
              <a:gd name="connsiteX92" fmla="*/ 2348435 w 12192000"/>
              <a:gd name="connsiteY92" fmla="*/ 2449176 h 2649426"/>
              <a:gd name="connsiteX93" fmla="*/ 2194299 w 12192000"/>
              <a:gd name="connsiteY93" fmla="*/ 2475215 h 2649426"/>
              <a:gd name="connsiteX94" fmla="*/ 1983009 w 12192000"/>
              <a:gd name="connsiteY94" fmla="*/ 2463117 h 2649426"/>
              <a:gd name="connsiteX95" fmla="*/ 1885040 w 12192000"/>
              <a:gd name="connsiteY95" fmla="*/ 2475917 h 2649426"/>
              <a:gd name="connsiteX96" fmla="*/ 1773324 w 12192000"/>
              <a:gd name="connsiteY96" fmla="*/ 2471718 h 2649426"/>
              <a:gd name="connsiteX97" fmla="*/ 1685197 w 12192000"/>
              <a:gd name="connsiteY97" fmla="*/ 2466249 h 2649426"/>
              <a:gd name="connsiteX98" fmla="*/ 1566422 w 12192000"/>
              <a:gd name="connsiteY98" fmla="*/ 2455175 h 2649426"/>
              <a:gd name="connsiteX99" fmla="*/ 1300369 w 12192000"/>
              <a:gd name="connsiteY99" fmla="*/ 2444914 h 2649426"/>
              <a:gd name="connsiteX100" fmla="*/ 1081876 w 12192000"/>
              <a:gd name="connsiteY100" fmla="*/ 2476491 h 2649426"/>
              <a:gd name="connsiteX101" fmla="*/ 957561 w 12192000"/>
              <a:gd name="connsiteY101" fmla="*/ 2484124 h 2649426"/>
              <a:gd name="connsiteX102" fmla="*/ 822775 w 12192000"/>
              <a:gd name="connsiteY102" fmla="*/ 2542292 h 2649426"/>
              <a:gd name="connsiteX103" fmla="*/ 653171 w 12192000"/>
              <a:gd name="connsiteY103" fmla="*/ 2607266 h 2649426"/>
              <a:gd name="connsiteX104" fmla="*/ 511469 w 12192000"/>
              <a:gd name="connsiteY104" fmla="*/ 2598742 h 2649426"/>
              <a:gd name="connsiteX105" fmla="*/ 441281 w 12192000"/>
              <a:gd name="connsiteY105" fmla="*/ 2605939 h 2649426"/>
              <a:gd name="connsiteX106" fmla="*/ 297100 w 12192000"/>
              <a:gd name="connsiteY106" fmla="*/ 2639558 h 2649426"/>
              <a:gd name="connsiteX107" fmla="*/ 97385 w 12192000"/>
              <a:gd name="connsiteY107" fmla="*/ 2636063 h 2649426"/>
              <a:gd name="connsiteX108" fmla="*/ 48888 w 12192000"/>
              <a:gd name="connsiteY108" fmla="*/ 2641447 h 2649426"/>
              <a:gd name="connsiteX109" fmla="*/ 0 w 12192000"/>
              <a:gd name="connsiteY109" fmla="*/ 2649426 h 2649426"/>
              <a:gd name="connsiteX110" fmla="*/ 0 w 12192000"/>
              <a:gd name="connsiteY110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35223 w 12192000"/>
              <a:gd name="connsiteY4" fmla="*/ 171451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425377 w 12192000"/>
              <a:gd name="connsiteY8" fmla="*/ 1625577 h 2649426"/>
              <a:gd name="connsiteX9" fmla="*/ 11364686 w 12192000"/>
              <a:gd name="connsiteY9" fmla="*/ 1616572 h 2649426"/>
              <a:gd name="connsiteX10" fmla="*/ 11193595 w 12192000"/>
              <a:gd name="connsiteY10" fmla="*/ 1558403 h 2649426"/>
              <a:gd name="connsiteX11" fmla="*/ 11146426 w 12192000"/>
              <a:gd name="connsiteY11" fmla="*/ 1555308 h 2649426"/>
              <a:gd name="connsiteX12" fmla="*/ 10841711 w 12192000"/>
              <a:gd name="connsiteY12" fmla="*/ 1541883 h 2649426"/>
              <a:gd name="connsiteX13" fmla="*/ 10698183 w 12192000"/>
              <a:gd name="connsiteY13" fmla="*/ 1556682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15364 w 12192000"/>
              <a:gd name="connsiteY17" fmla="*/ 1574304 h 2649426"/>
              <a:gd name="connsiteX18" fmla="*/ 10454183 w 12192000"/>
              <a:gd name="connsiteY18" fmla="*/ 1572375 h 2649426"/>
              <a:gd name="connsiteX19" fmla="*/ 10329259 w 12192000"/>
              <a:gd name="connsiteY19" fmla="*/ 1579142 h 2649426"/>
              <a:gd name="connsiteX20" fmla="*/ 10128072 w 12192000"/>
              <a:gd name="connsiteY20" fmla="*/ 1610789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225536 w 12192000"/>
              <a:gd name="connsiteY24" fmla="*/ 1741303 h 2649426"/>
              <a:gd name="connsiteX25" fmla="*/ 9144490 w 12192000"/>
              <a:gd name="connsiteY25" fmla="*/ 1756665 h 2649426"/>
              <a:gd name="connsiteX26" fmla="*/ 9031250 w 12192000"/>
              <a:gd name="connsiteY26" fmla="*/ 1782330 h 2649426"/>
              <a:gd name="connsiteX27" fmla="*/ 8985382 w 12192000"/>
              <a:gd name="connsiteY27" fmla="*/ 1798267 h 2649426"/>
              <a:gd name="connsiteX28" fmla="*/ 8906505 w 12192000"/>
              <a:gd name="connsiteY28" fmla="*/ 1834715 h 2649426"/>
              <a:gd name="connsiteX29" fmla="*/ 8833229 w 12192000"/>
              <a:gd name="connsiteY29" fmla="*/ 1846521 h 2649426"/>
              <a:gd name="connsiteX30" fmla="*/ 8705687 w 12192000"/>
              <a:gd name="connsiteY30" fmla="*/ 1848419 h 2649426"/>
              <a:gd name="connsiteX31" fmla="*/ 8700414 w 12192000"/>
              <a:gd name="connsiteY31" fmla="*/ 1857766 h 2649426"/>
              <a:gd name="connsiteX32" fmla="*/ 8643017 w 12192000"/>
              <a:gd name="connsiteY32" fmla="*/ 1865810 h 2649426"/>
              <a:gd name="connsiteX33" fmla="*/ 8460271 w 12192000"/>
              <a:gd name="connsiteY33" fmla="*/ 1856718 h 2649426"/>
              <a:gd name="connsiteX34" fmla="*/ 8330326 w 12192000"/>
              <a:gd name="connsiteY34" fmla="*/ 1873969 h 2649426"/>
              <a:gd name="connsiteX35" fmla="*/ 8216222 w 12192000"/>
              <a:gd name="connsiteY35" fmla="*/ 1895553 h 2649426"/>
              <a:gd name="connsiteX36" fmla="*/ 8043728 w 12192000"/>
              <a:gd name="connsiteY36" fmla="*/ 1944200 h 2649426"/>
              <a:gd name="connsiteX37" fmla="*/ 7958999 w 12192000"/>
              <a:gd name="connsiteY37" fmla="*/ 1980667 h 2649426"/>
              <a:gd name="connsiteX38" fmla="*/ 7908348 w 12192000"/>
              <a:gd name="connsiteY38" fmla="*/ 1994348 h 2649426"/>
              <a:gd name="connsiteX39" fmla="*/ 7776470 w 12192000"/>
              <a:gd name="connsiteY39" fmla="*/ 2053315 h 2649426"/>
              <a:gd name="connsiteX40" fmla="*/ 7629097 w 12192000"/>
              <a:gd name="connsiteY40" fmla="*/ 2123292 h 2649426"/>
              <a:gd name="connsiteX41" fmla="*/ 7549398 w 12192000"/>
              <a:gd name="connsiteY41" fmla="*/ 2153051 h 2649426"/>
              <a:gd name="connsiteX42" fmla="*/ 7540934 w 12192000"/>
              <a:gd name="connsiteY42" fmla="*/ 2151418 h 2649426"/>
              <a:gd name="connsiteX43" fmla="*/ 7528900 w 12192000"/>
              <a:gd name="connsiteY43" fmla="*/ 2152107 h 2649426"/>
              <a:gd name="connsiteX44" fmla="*/ 7528656 w 12192000"/>
              <a:gd name="connsiteY44" fmla="*/ 2152584 h 2649426"/>
              <a:gd name="connsiteX45" fmla="*/ 7517280 w 12192000"/>
              <a:gd name="connsiteY45" fmla="*/ 2152327 h 2649426"/>
              <a:gd name="connsiteX46" fmla="*/ 7460956 w 12192000"/>
              <a:gd name="connsiteY46" fmla="*/ 2145255 h 2649426"/>
              <a:gd name="connsiteX47" fmla="*/ 7372921 w 12192000"/>
              <a:gd name="connsiteY47" fmla="*/ 2175069 h 2649426"/>
              <a:gd name="connsiteX48" fmla="*/ 7293703 w 12192000"/>
              <a:gd name="connsiteY48" fmla="*/ 2204721 h 2649426"/>
              <a:gd name="connsiteX49" fmla="*/ 7286955 w 12192000"/>
              <a:gd name="connsiteY49" fmla="*/ 2207494 h 2649426"/>
              <a:gd name="connsiteX50" fmla="*/ 7251199 w 12192000"/>
              <a:gd name="connsiteY50" fmla="*/ 2198184 h 2649426"/>
              <a:gd name="connsiteX51" fmla="*/ 7233016 w 12192000"/>
              <a:gd name="connsiteY51" fmla="*/ 2195902 h 2649426"/>
              <a:gd name="connsiteX52" fmla="*/ 7227281 w 12192000"/>
              <a:gd name="connsiteY52" fmla="*/ 2190042 h 2649426"/>
              <a:gd name="connsiteX53" fmla="*/ 7200745 w 12192000"/>
              <a:gd name="connsiteY53" fmla="*/ 2189321 h 2649426"/>
              <a:gd name="connsiteX54" fmla="*/ 7197924 w 12192000"/>
              <a:gd name="connsiteY54" fmla="*/ 2191205 h 2649426"/>
              <a:gd name="connsiteX55" fmla="*/ 7175198 w 12192000"/>
              <a:gd name="connsiteY55" fmla="*/ 2183294 h 2649426"/>
              <a:gd name="connsiteX56" fmla="*/ 7100681 w 12192000"/>
              <a:gd name="connsiteY56" fmla="*/ 2167822 h 2649426"/>
              <a:gd name="connsiteX57" fmla="*/ 6932665 w 12192000"/>
              <a:gd name="connsiteY57" fmla="*/ 2162157 h 2649426"/>
              <a:gd name="connsiteX58" fmla="*/ 6700029 w 12192000"/>
              <a:gd name="connsiteY58" fmla="*/ 2158310 h 2649426"/>
              <a:gd name="connsiteX59" fmla="*/ 6326162 w 12192000"/>
              <a:gd name="connsiteY59" fmla="*/ 2178632 h 2649426"/>
              <a:gd name="connsiteX60" fmla="*/ 6196177 w 12192000"/>
              <a:gd name="connsiteY60" fmla="*/ 2200059 h 2649426"/>
              <a:gd name="connsiteX61" fmla="*/ 6139086 w 12192000"/>
              <a:gd name="connsiteY61" fmla="*/ 2187339 h 2649426"/>
              <a:gd name="connsiteX62" fmla="*/ 6098878 w 12192000"/>
              <a:gd name="connsiteY62" fmla="*/ 2192939 h 2649426"/>
              <a:gd name="connsiteX63" fmla="*/ 6094339 w 12192000"/>
              <a:gd name="connsiteY63" fmla="*/ 2195871 h 2649426"/>
              <a:gd name="connsiteX64" fmla="*/ 6075163 w 12192000"/>
              <a:gd name="connsiteY64" fmla="*/ 2198856 h 2649426"/>
              <a:gd name="connsiteX65" fmla="*/ 6071016 w 12192000"/>
              <a:gd name="connsiteY65" fmla="*/ 2210639 h 2649426"/>
              <a:gd name="connsiteX66" fmla="*/ 6043058 w 12192000"/>
              <a:gd name="connsiteY66" fmla="*/ 2222971 h 2649426"/>
              <a:gd name="connsiteX67" fmla="*/ 5962031 w 12192000"/>
              <a:gd name="connsiteY67" fmla="*/ 2220873 h 2649426"/>
              <a:gd name="connsiteX68" fmla="*/ 5818648 w 12192000"/>
              <a:gd name="connsiteY68" fmla="*/ 2229309 h 2649426"/>
              <a:gd name="connsiteX69" fmla="*/ 5515979 w 12192000"/>
              <a:gd name="connsiteY69" fmla="*/ 2284946 h 2649426"/>
              <a:gd name="connsiteX70" fmla="*/ 5426280 w 12192000"/>
              <a:gd name="connsiteY70" fmla="*/ 2290560 h 2649426"/>
              <a:gd name="connsiteX71" fmla="*/ 5329896 w 12192000"/>
              <a:gd name="connsiteY71" fmla="*/ 2279209 h 2649426"/>
              <a:gd name="connsiteX72" fmla="*/ 5245363 w 12192000"/>
              <a:gd name="connsiteY72" fmla="*/ 2301618 h 2649426"/>
              <a:gd name="connsiteX73" fmla="*/ 5077816 w 12192000"/>
              <a:gd name="connsiteY73" fmla="*/ 2292570 h 2649426"/>
              <a:gd name="connsiteX74" fmla="*/ 4911519 w 12192000"/>
              <a:gd name="connsiteY74" fmla="*/ 2285340 h 2649426"/>
              <a:gd name="connsiteX75" fmla="*/ 4822447 w 12192000"/>
              <a:gd name="connsiteY75" fmla="*/ 2292174 h 2649426"/>
              <a:gd name="connsiteX76" fmla="*/ 4670737 w 12192000"/>
              <a:gd name="connsiteY76" fmla="*/ 2321711 h 2649426"/>
              <a:gd name="connsiteX77" fmla="*/ 4489013 w 12192000"/>
              <a:gd name="connsiteY77" fmla="*/ 2338805 h 2649426"/>
              <a:gd name="connsiteX78" fmla="*/ 4431159 w 12192000"/>
              <a:gd name="connsiteY78" fmla="*/ 2347536 h 2649426"/>
              <a:gd name="connsiteX79" fmla="*/ 4273885 w 12192000"/>
              <a:gd name="connsiteY79" fmla="*/ 2379520 h 2649426"/>
              <a:gd name="connsiteX80" fmla="*/ 4116925 w 12192000"/>
              <a:gd name="connsiteY80" fmla="*/ 2417756 h 2649426"/>
              <a:gd name="connsiteX81" fmla="*/ 3988558 w 12192000"/>
              <a:gd name="connsiteY81" fmla="*/ 2475821 h 2649426"/>
              <a:gd name="connsiteX82" fmla="*/ 3894771 w 12192000"/>
              <a:gd name="connsiteY82" fmla="*/ 2494652 h 2649426"/>
              <a:gd name="connsiteX83" fmla="*/ 3721493 w 12192000"/>
              <a:gd name="connsiteY83" fmla="*/ 2497646 h 2649426"/>
              <a:gd name="connsiteX84" fmla="*/ 3504883 w 12192000"/>
              <a:gd name="connsiteY84" fmla="*/ 2503869 h 2649426"/>
              <a:gd name="connsiteX85" fmla="*/ 3431219 w 12192000"/>
              <a:gd name="connsiteY85" fmla="*/ 2502163 h 2649426"/>
              <a:gd name="connsiteX86" fmla="*/ 3151243 w 12192000"/>
              <a:gd name="connsiteY86" fmla="*/ 2492405 h 2649426"/>
              <a:gd name="connsiteX87" fmla="*/ 3044025 w 12192000"/>
              <a:gd name="connsiteY87" fmla="*/ 2485298 h 2649426"/>
              <a:gd name="connsiteX88" fmla="*/ 2864954 w 12192000"/>
              <a:gd name="connsiteY88" fmla="*/ 2456476 h 2649426"/>
              <a:gd name="connsiteX89" fmla="*/ 2739588 w 12192000"/>
              <a:gd name="connsiteY89" fmla="*/ 2457956 h 2649426"/>
              <a:gd name="connsiteX90" fmla="*/ 2706684 w 12192000"/>
              <a:gd name="connsiteY90" fmla="*/ 2454540 h 2649426"/>
              <a:gd name="connsiteX91" fmla="*/ 2348435 w 12192000"/>
              <a:gd name="connsiteY91" fmla="*/ 2449176 h 2649426"/>
              <a:gd name="connsiteX92" fmla="*/ 2194299 w 12192000"/>
              <a:gd name="connsiteY92" fmla="*/ 2475215 h 2649426"/>
              <a:gd name="connsiteX93" fmla="*/ 1983009 w 12192000"/>
              <a:gd name="connsiteY93" fmla="*/ 2463117 h 2649426"/>
              <a:gd name="connsiteX94" fmla="*/ 1885040 w 12192000"/>
              <a:gd name="connsiteY94" fmla="*/ 2475917 h 2649426"/>
              <a:gd name="connsiteX95" fmla="*/ 1773324 w 12192000"/>
              <a:gd name="connsiteY95" fmla="*/ 2471718 h 2649426"/>
              <a:gd name="connsiteX96" fmla="*/ 1685197 w 12192000"/>
              <a:gd name="connsiteY96" fmla="*/ 2466249 h 2649426"/>
              <a:gd name="connsiteX97" fmla="*/ 1566422 w 12192000"/>
              <a:gd name="connsiteY97" fmla="*/ 2455175 h 2649426"/>
              <a:gd name="connsiteX98" fmla="*/ 1300369 w 12192000"/>
              <a:gd name="connsiteY98" fmla="*/ 2444914 h 2649426"/>
              <a:gd name="connsiteX99" fmla="*/ 1081876 w 12192000"/>
              <a:gd name="connsiteY99" fmla="*/ 2476491 h 2649426"/>
              <a:gd name="connsiteX100" fmla="*/ 957561 w 12192000"/>
              <a:gd name="connsiteY100" fmla="*/ 2484124 h 2649426"/>
              <a:gd name="connsiteX101" fmla="*/ 822775 w 12192000"/>
              <a:gd name="connsiteY101" fmla="*/ 2542292 h 2649426"/>
              <a:gd name="connsiteX102" fmla="*/ 653171 w 12192000"/>
              <a:gd name="connsiteY102" fmla="*/ 2607266 h 2649426"/>
              <a:gd name="connsiteX103" fmla="*/ 511469 w 12192000"/>
              <a:gd name="connsiteY103" fmla="*/ 2598742 h 2649426"/>
              <a:gd name="connsiteX104" fmla="*/ 441281 w 12192000"/>
              <a:gd name="connsiteY104" fmla="*/ 2605939 h 2649426"/>
              <a:gd name="connsiteX105" fmla="*/ 297100 w 12192000"/>
              <a:gd name="connsiteY105" fmla="*/ 2639558 h 2649426"/>
              <a:gd name="connsiteX106" fmla="*/ 97385 w 12192000"/>
              <a:gd name="connsiteY106" fmla="*/ 2636063 h 2649426"/>
              <a:gd name="connsiteX107" fmla="*/ 48888 w 12192000"/>
              <a:gd name="connsiteY107" fmla="*/ 2641447 h 2649426"/>
              <a:gd name="connsiteX108" fmla="*/ 0 w 12192000"/>
              <a:gd name="connsiteY108" fmla="*/ 2649426 h 2649426"/>
              <a:gd name="connsiteX109" fmla="*/ 0 w 12192000"/>
              <a:gd name="connsiteY109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35223 w 12192000"/>
              <a:gd name="connsiteY4" fmla="*/ 171451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425377 w 12192000"/>
              <a:gd name="connsiteY8" fmla="*/ 1625577 h 2649426"/>
              <a:gd name="connsiteX9" fmla="*/ 11364686 w 12192000"/>
              <a:gd name="connsiteY9" fmla="*/ 1616572 h 2649426"/>
              <a:gd name="connsiteX10" fmla="*/ 11193595 w 12192000"/>
              <a:gd name="connsiteY10" fmla="*/ 1558403 h 2649426"/>
              <a:gd name="connsiteX11" fmla="*/ 11146426 w 12192000"/>
              <a:gd name="connsiteY11" fmla="*/ 1555308 h 2649426"/>
              <a:gd name="connsiteX12" fmla="*/ 10841711 w 12192000"/>
              <a:gd name="connsiteY12" fmla="*/ 1541883 h 2649426"/>
              <a:gd name="connsiteX13" fmla="*/ 10698183 w 12192000"/>
              <a:gd name="connsiteY13" fmla="*/ 1556682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15364 w 12192000"/>
              <a:gd name="connsiteY17" fmla="*/ 1574304 h 2649426"/>
              <a:gd name="connsiteX18" fmla="*/ 10454183 w 12192000"/>
              <a:gd name="connsiteY18" fmla="*/ 1572375 h 2649426"/>
              <a:gd name="connsiteX19" fmla="*/ 10329259 w 12192000"/>
              <a:gd name="connsiteY19" fmla="*/ 1579142 h 2649426"/>
              <a:gd name="connsiteX20" fmla="*/ 10128072 w 12192000"/>
              <a:gd name="connsiteY20" fmla="*/ 1610789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225536 w 12192000"/>
              <a:gd name="connsiteY24" fmla="*/ 1741303 h 2649426"/>
              <a:gd name="connsiteX25" fmla="*/ 9144490 w 12192000"/>
              <a:gd name="connsiteY25" fmla="*/ 1756665 h 2649426"/>
              <a:gd name="connsiteX26" fmla="*/ 9031250 w 12192000"/>
              <a:gd name="connsiteY26" fmla="*/ 1782330 h 2649426"/>
              <a:gd name="connsiteX27" fmla="*/ 8985382 w 12192000"/>
              <a:gd name="connsiteY27" fmla="*/ 1798267 h 2649426"/>
              <a:gd name="connsiteX28" fmla="*/ 8906505 w 12192000"/>
              <a:gd name="connsiteY28" fmla="*/ 1834715 h 2649426"/>
              <a:gd name="connsiteX29" fmla="*/ 8833229 w 12192000"/>
              <a:gd name="connsiteY29" fmla="*/ 1846521 h 2649426"/>
              <a:gd name="connsiteX30" fmla="*/ 8705687 w 12192000"/>
              <a:gd name="connsiteY30" fmla="*/ 1848419 h 2649426"/>
              <a:gd name="connsiteX31" fmla="*/ 8700414 w 12192000"/>
              <a:gd name="connsiteY31" fmla="*/ 1857766 h 2649426"/>
              <a:gd name="connsiteX32" fmla="*/ 8643017 w 12192000"/>
              <a:gd name="connsiteY32" fmla="*/ 1865810 h 2649426"/>
              <a:gd name="connsiteX33" fmla="*/ 8460271 w 12192000"/>
              <a:gd name="connsiteY33" fmla="*/ 1856718 h 2649426"/>
              <a:gd name="connsiteX34" fmla="*/ 8330326 w 12192000"/>
              <a:gd name="connsiteY34" fmla="*/ 1873969 h 2649426"/>
              <a:gd name="connsiteX35" fmla="*/ 8216222 w 12192000"/>
              <a:gd name="connsiteY35" fmla="*/ 1895553 h 2649426"/>
              <a:gd name="connsiteX36" fmla="*/ 8043728 w 12192000"/>
              <a:gd name="connsiteY36" fmla="*/ 1944200 h 2649426"/>
              <a:gd name="connsiteX37" fmla="*/ 7958999 w 12192000"/>
              <a:gd name="connsiteY37" fmla="*/ 1980667 h 2649426"/>
              <a:gd name="connsiteX38" fmla="*/ 7908348 w 12192000"/>
              <a:gd name="connsiteY38" fmla="*/ 1994348 h 2649426"/>
              <a:gd name="connsiteX39" fmla="*/ 7776470 w 12192000"/>
              <a:gd name="connsiteY39" fmla="*/ 2053315 h 2649426"/>
              <a:gd name="connsiteX40" fmla="*/ 7629097 w 12192000"/>
              <a:gd name="connsiteY40" fmla="*/ 2123292 h 2649426"/>
              <a:gd name="connsiteX41" fmla="*/ 7549398 w 12192000"/>
              <a:gd name="connsiteY41" fmla="*/ 2153051 h 2649426"/>
              <a:gd name="connsiteX42" fmla="*/ 7540934 w 12192000"/>
              <a:gd name="connsiteY42" fmla="*/ 2151418 h 2649426"/>
              <a:gd name="connsiteX43" fmla="*/ 7528900 w 12192000"/>
              <a:gd name="connsiteY43" fmla="*/ 2152107 h 2649426"/>
              <a:gd name="connsiteX44" fmla="*/ 7528656 w 12192000"/>
              <a:gd name="connsiteY44" fmla="*/ 2152584 h 2649426"/>
              <a:gd name="connsiteX45" fmla="*/ 7517280 w 12192000"/>
              <a:gd name="connsiteY45" fmla="*/ 2152327 h 2649426"/>
              <a:gd name="connsiteX46" fmla="*/ 7460956 w 12192000"/>
              <a:gd name="connsiteY46" fmla="*/ 2145255 h 2649426"/>
              <a:gd name="connsiteX47" fmla="*/ 7372921 w 12192000"/>
              <a:gd name="connsiteY47" fmla="*/ 2175069 h 2649426"/>
              <a:gd name="connsiteX48" fmla="*/ 7293703 w 12192000"/>
              <a:gd name="connsiteY48" fmla="*/ 2204721 h 2649426"/>
              <a:gd name="connsiteX49" fmla="*/ 7251199 w 12192000"/>
              <a:gd name="connsiteY49" fmla="*/ 2198184 h 2649426"/>
              <a:gd name="connsiteX50" fmla="*/ 7233016 w 12192000"/>
              <a:gd name="connsiteY50" fmla="*/ 2195902 h 2649426"/>
              <a:gd name="connsiteX51" fmla="*/ 7227281 w 12192000"/>
              <a:gd name="connsiteY51" fmla="*/ 2190042 h 2649426"/>
              <a:gd name="connsiteX52" fmla="*/ 7200745 w 12192000"/>
              <a:gd name="connsiteY52" fmla="*/ 2189321 h 2649426"/>
              <a:gd name="connsiteX53" fmla="*/ 7197924 w 12192000"/>
              <a:gd name="connsiteY53" fmla="*/ 2191205 h 2649426"/>
              <a:gd name="connsiteX54" fmla="*/ 7175198 w 12192000"/>
              <a:gd name="connsiteY54" fmla="*/ 2183294 h 2649426"/>
              <a:gd name="connsiteX55" fmla="*/ 7100681 w 12192000"/>
              <a:gd name="connsiteY55" fmla="*/ 2167822 h 2649426"/>
              <a:gd name="connsiteX56" fmla="*/ 6932665 w 12192000"/>
              <a:gd name="connsiteY56" fmla="*/ 2162157 h 2649426"/>
              <a:gd name="connsiteX57" fmla="*/ 6700029 w 12192000"/>
              <a:gd name="connsiteY57" fmla="*/ 2158310 h 2649426"/>
              <a:gd name="connsiteX58" fmla="*/ 6326162 w 12192000"/>
              <a:gd name="connsiteY58" fmla="*/ 2178632 h 2649426"/>
              <a:gd name="connsiteX59" fmla="*/ 6196177 w 12192000"/>
              <a:gd name="connsiteY59" fmla="*/ 2200059 h 2649426"/>
              <a:gd name="connsiteX60" fmla="*/ 6139086 w 12192000"/>
              <a:gd name="connsiteY60" fmla="*/ 2187339 h 2649426"/>
              <a:gd name="connsiteX61" fmla="*/ 6098878 w 12192000"/>
              <a:gd name="connsiteY61" fmla="*/ 2192939 h 2649426"/>
              <a:gd name="connsiteX62" fmla="*/ 6094339 w 12192000"/>
              <a:gd name="connsiteY62" fmla="*/ 2195871 h 2649426"/>
              <a:gd name="connsiteX63" fmla="*/ 6075163 w 12192000"/>
              <a:gd name="connsiteY63" fmla="*/ 2198856 h 2649426"/>
              <a:gd name="connsiteX64" fmla="*/ 6071016 w 12192000"/>
              <a:gd name="connsiteY64" fmla="*/ 2210639 h 2649426"/>
              <a:gd name="connsiteX65" fmla="*/ 6043058 w 12192000"/>
              <a:gd name="connsiteY65" fmla="*/ 2222971 h 2649426"/>
              <a:gd name="connsiteX66" fmla="*/ 5962031 w 12192000"/>
              <a:gd name="connsiteY66" fmla="*/ 2220873 h 2649426"/>
              <a:gd name="connsiteX67" fmla="*/ 5818648 w 12192000"/>
              <a:gd name="connsiteY67" fmla="*/ 2229309 h 2649426"/>
              <a:gd name="connsiteX68" fmla="*/ 5515979 w 12192000"/>
              <a:gd name="connsiteY68" fmla="*/ 2284946 h 2649426"/>
              <a:gd name="connsiteX69" fmla="*/ 5426280 w 12192000"/>
              <a:gd name="connsiteY69" fmla="*/ 2290560 h 2649426"/>
              <a:gd name="connsiteX70" fmla="*/ 5329896 w 12192000"/>
              <a:gd name="connsiteY70" fmla="*/ 2279209 h 2649426"/>
              <a:gd name="connsiteX71" fmla="*/ 5245363 w 12192000"/>
              <a:gd name="connsiteY71" fmla="*/ 2301618 h 2649426"/>
              <a:gd name="connsiteX72" fmla="*/ 5077816 w 12192000"/>
              <a:gd name="connsiteY72" fmla="*/ 2292570 h 2649426"/>
              <a:gd name="connsiteX73" fmla="*/ 4911519 w 12192000"/>
              <a:gd name="connsiteY73" fmla="*/ 2285340 h 2649426"/>
              <a:gd name="connsiteX74" fmla="*/ 4822447 w 12192000"/>
              <a:gd name="connsiteY74" fmla="*/ 2292174 h 2649426"/>
              <a:gd name="connsiteX75" fmla="*/ 4670737 w 12192000"/>
              <a:gd name="connsiteY75" fmla="*/ 2321711 h 2649426"/>
              <a:gd name="connsiteX76" fmla="*/ 4489013 w 12192000"/>
              <a:gd name="connsiteY76" fmla="*/ 2338805 h 2649426"/>
              <a:gd name="connsiteX77" fmla="*/ 4431159 w 12192000"/>
              <a:gd name="connsiteY77" fmla="*/ 2347536 h 2649426"/>
              <a:gd name="connsiteX78" fmla="*/ 4273885 w 12192000"/>
              <a:gd name="connsiteY78" fmla="*/ 2379520 h 2649426"/>
              <a:gd name="connsiteX79" fmla="*/ 4116925 w 12192000"/>
              <a:gd name="connsiteY79" fmla="*/ 2417756 h 2649426"/>
              <a:gd name="connsiteX80" fmla="*/ 3988558 w 12192000"/>
              <a:gd name="connsiteY80" fmla="*/ 2475821 h 2649426"/>
              <a:gd name="connsiteX81" fmla="*/ 3894771 w 12192000"/>
              <a:gd name="connsiteY81" fmla="*/ 2494652 h 2649426"/>
              <a:gd name="connsiteX82" fmla="*/ 3721493 w 12192000"/>
              <a:gd name="connsiteY82" fmla="*/ 2497646 h 2649426"/>
              <a:gd name="connsiteX83" fmla="*/ 3504883 w 12192000"/>
              <a:gd name="connsiteY83" fmla="*/ 2503869 h 2649426"/>
              <a:gd name="connsiteX84" fmla="*/ 3431219 w 12192000"/>
              <a:gd name="connsiteY84" fmla="*/ 2502163 h 2649426"/>
              <a:gd name="connsiteX85" fmla="*/ 3151243 w 12192000"/>
              <a:gd name="connsiteY85" fmla="*/ 2492405 h 2649426"/>
              <a:gd name="connsiteX86" fmla="*/ 3044025 w 12192000"/>
              <a:gd name="connsiteY86" fmla="*/ 2485298 h 2649426"/>
              <a:gd name="connsiteX87" fmla="*/ 2864954 w 12192000"/>
              <a:gd name="connsiteY87" fmla="*/ 2456476 h 2649426"/>
              <a:gd name="connsiteX88" fmla="*/ 2739588 w 12192000"/>
              <a:gd name="connsiteY88" fmla="*/ 2457956 h 2649426"/>
              <a:gd name="connsiteX89" fmla="*/ 2706684 w 12192000"/>
              <a:gd name="connsiteY89" fmla="*/ 2454540 h 2649426"/>
              <a:gd name="connsiteX90" fmla="*/ 2348435 w 12192000"/>
              <a:gd name="connsiteY90" fmla="*/ 2449176 h 2649426"/>
              <a:gd name="connsiteX91" fmla="*/ 2194299 w 12192000"/>
              <a:gd name="connsiteY91" fmla="*/ 2475215 h 2649426"/>
              <a:gd name="connsiteX92" fmla="*/ 1983009 w 12192000"/>
              <a:gd name="connsiteY92" fmla="*/ 2463117 h 2649426"/>
              <a:gd name="connsiteX93" fmla="*/ 1885040 w 12192000"/>
              <a:gd name="connsiteY93" fmla="*/ 2475917 h 2649426"/>
              <a:gd name="connsiteX94" fmla="*/ 1773324 w 12192000"/>
              <a:gd name="connsiteY94" fmla="*/ 2471718 h 2649426"/>
              <a:gd name="connsiteX95" fmla="*/ 1685197 w 12192000"/>
              <a:gd name="connsiteY95" fmla="*/ 2466249 h 2649426"/>
              <a:gd name="connsiteX96" fmla="*/ 1566422 w 12192000"/>
              <a:gd name="connsiteY96" fmla="*/ 2455175 h 2649426"/>
              <a:gd name="connsiteX97" fmla="*/ 1300369 w 12192000"/>
              <a:gd name="connsiteY97" fmla="*/ 2444914 h 2649426"/>
              <a:gd name="connsiteX98" fmla="*/ 1081876 w 12192000"/>
              <a:gd name="connsiteY98" fmla="*/ 2476491 h 2649426"/>
              <a:gd name="connsiteX99" fmla="*/ 957561 w 12192000"/>
              <a:gd name="connsiteY99" fmla="*/ 2484124 h 2649426"/>
              <a:gd name="connsiteX100" fmla="*/ 822775 w 12192000"/>
              <a:gd name="connsiteY100" fmla="*/ 2542292 h 2649426"/>
              <a:gd name="connsiteX101" fmla="*/ 653171 w 12192000"/>
              <a:gd name="connsiteY101" fmla="*/ 2607266 h 2649426"/>
              <a:gd name="connsiteX102" fmla="*/ 511469 w 12192000"/>
              <a:gd name="connsiteY102" fmla="*/ 2598742 h 2649426"/>
              <a:gd name="connsiteX103" fmla="*/ 441281 w 12192000"/>
              <a:gd name="connsiteY103" fmla="*/ 2605939 h 2649426"/>
              <a:gd name="connsiteX104" fmla="*/ 297100 w 12192000"/>
              <a:gd name="connsiteY104" fmla="*/ 2639558 h 2649426"/>
              <a:gd name="connsiteX105" fmla="*/ 97385 w 12192000"/>
              <a:gd name="connsiteY105" fmla="*/ 2636063 h 2649426"/>
              <a:gd name="connsiteX106" fmla="*/ 48888 w 12192000"/>
              <a:gd name="connsiteY106" fmla="*/ 2641447 h 2649426"/>
              <a:gd name="connsiteX107" fmla="*/ 0 w 12192000"/>
              <a:gd name="connsiteY107" fmla="*/ 2649426 h 2649426"/>
              <a:gd name="connsiteX108" fmla="*/ 0 w 12192000"/>
              <a:gd name="connsiteY108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35223 w 12192000"/>
              <a:gd name="connsiteY4" fmla="*/ 171451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425377 w 12192000"/>
              <a:gd name="connsiteY8" fmla="*/ 1625577 h 2649426"/>
              <a:gd name="connsiteX9" fmla="*/ 11364686 w 12192000"/>
              <a:gd name="connsiteY9" fmla="*/ 1616572 h 2649426"/>
              <a:gd name="connsiteX10" fmla="*/ 11193595 w 12192000"/>
              <a:gd name="connsiteY10" fmla="*/ 1558403 h 2649426"/>
              <a:gd name="connsiteX11" fmla="*/ 11146426 w 12192000"/>
              <a:gd name="connsiteY11" fmla="*/ 1555308 h 2649426"/>
              <a:gd name="connsiteX12" fmla="*/ 10841711 w 12192000"/>
              <a:gd name="connsiteY12" fmla="*/ 1541883 h 2649426"/>
              <a:gd name="connsiteX13" fmla="*/ 10698183 w 12192000"/>
              <a:gd name="connsiteY13" fmla="*/ 1556682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15364 w 12192000"/>
              <a:gd name="connsiteY17" fmla="*/ 1574304 h 2649426"/>
              <a:gd name="connsiteX18" fmla="*/ 10454183 w 12192000"/>
              <a:gd name="connsiteY18" fmla="*/ 1572375 h 2649426"/>
              <a:gd name="connsiteX19" fmla="*/ 10329259 w 12192000"/>
              <a:gd name="connsiteY19" fmla="*/ 1579142 h 2649426"/>
              <a:gd name="connsiteX20" fmla="*/ 10128072 w 12192000"/>
              <a:gd name="connsiteY20" fmla="*/ 1610789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225536 w 12192000"/>
              <a:gd name="connsiteY24" fmla="*/ 1741303 h 2649426"/>
              <a:gd name="connsiteX25" fmla="*/ 9144490 w 12192000"/>
              <a:gd name="connsiteY25" fmla="*/ 1756665 h 2649426"/>
              <a:gd name="connsiteX26" fmla="*/ 9031250 w 12192000"/>
              <a:gd name="connsiteY26" fmla="*/ 1782330 h 2649426"/>
              <a:gd name="connsiteX27" fmla="*/ 8985382 w 12192000"/>
              <a:gd name="connsiteY27" fmla="*/ 1798267 h 2649426"/>
              <a:gd name="connsiteX28" fmla="*/ 8906505 w 12192000"/>
              <a:gd name="connsiteY28" fmla="*/ 1834715 h 2649426"/>
              <a:gd name="connsiteX29" fmla="*/ 8833229 w 12192000"/>
              <a:gd name="connsiteY29" fmla="*/ 1846521 h 2649426"/>
              <a:gd name="connsiteX30" fmla="*/ 8705687 w 12192000"/>
              <a:gd name="connsiteY30" fmla="*/ 1848419 h 2649426"/>
              <a:gd name="connsiteX31" fmla="*/ 8700414 w 12192000"/>
              <a:gd name="connsiteY31" fmla="*/ 1857766 h 2649426"/>
              <a:gd name="connsiteX32" fmla="*/ 8643017 w 12192000"/>
              <a:gd name="connsiteY32" fmla="*/ 1865810 h 2649426"/>
              <a:gd name="connsiteX33" fmla="*/ 8460271 w 12192000"/>
              <a:gd name="connsiteY33" fmla="*/ 1856718 h 2649426"/>
              <a:gd name="connsiteX34" fmla="*/ 8330326 w 12192000"/>
              <a:gd name="connsiteY34" fmla="*/ 1873969 h 2649426"/>
              <a:gd name="connsiteX35" fmla="*/ 8216222 w 12192000"/>
              <a:gd name="connsiteY35" fmla="*/ 1895553 h 2649426"/>
              <a:gd name="connsiteX36" fmla="*/ 8043728 w 12192000"/>
              <a:gd name="connsiteY36" fmla="*/ 1944200 h 2649426"/>
              <a:gd name="connsiteX37" fmla="*/ 7958999 w 12192000"/>
              <a:gd name="connsiteY37" fmla="*/ 1980667 h 2649426"/>
              <a:gd name="connsiteX38" fmla="*/ 7908348 w 12192000"/>
              <a:gd name="connsiteY38" fmla="*/ 1994348 h 2649426"/>
              <a:gd name="connsiteX39" fmla="*/ 7776470 w 12192000"/>
              <a:gd name="connsiteY39" fmla="*/ 2053315 h 2649426"/>
              <a:gd name="connsiteX40" fmla="*/ 7629097 w 12192000"/>
              <a:gd name="connsiteY40" fmla="*/ 2123292 h 2649426"/>
              <a:gd name="connsiteX41" fmla="*/ 7549398 w 12192000"/>
              <a:gd name="connsiteY41" fmla="*/ 2153051 h 2649426"/>
              <a:gd name="connsiteX42" fmla="*/ 7540934 w 12192000"/>
              <a:gd name="connsiteY42" fmla="*/ 2151418 h 2649426"/>
              <a:gd name="connsiteX43" fmla="*/ 7528900 w 12192000"/>
              <a:gd name="connsiteY43" fmla="*/ 2152107 h 2649426"/>
              <a:gd name="connsiteX44" fmla="*/ 7528656 w 12192000"/>
              <a:gd name="connsiteY44" fmla="*/ 2152584 h 2649426"/>
              <a:gd name="connsiteX45" fmla="*/ 7517280 w 12192000"/>
              <a:gd name="connsiteY45" fmla="*/ 2152327 h 2649426"/>
              <a:gd name="connsiteX46" fmla="*/ 7460956 w 12192000"/>
              <a:gd name="connsiteY46" fmla="*/ 2145255 h 2649426"/>
              <a:gd name="connsiteX47" fmla="*/ 7372921 w 12192000"/>
              <a:gd name="connsiteY47" fmla="*/ 2175069 h 2649426"/>
              <a:gd name="connsiteX48" fmla="*/ 7307317 w 12192000"/>
              <a:gd name="connsiteY48" fmla="*/ 2182031 h 2649426"/>
              <a:gd name="connsiteX49" fmla="*/ 7251199 w 12192000"/>
              <a:gd name="connsiteY49" fmla="*/ 2198184 h 2649426"/>
              <a:gd name="connsiteX50" fmla="*/ 7233016 w 12192000"/>
              <a:gd name="connsiteY50" fmla="*/ 2195902 h 2649426"/>
              <a:gd name="connsiteX51" fmla="*/ 7227281 w 12192000"/>
              <a:gd name="connsiteY51" fmla="*/ 2190042 h 2649426"/>
              <a:gd name="connsiteX52" fmla="*/ 7200745 w 12192000"/>
              <a:gd name="connsiteY52" fmla="*/ 2189321 h 2649426"/>
              <a:gd name="connsiteX53" fmla="*/ 7197924 w 12192000"/>
              <a:gd name="connsiteY53" fmla="*/ 2191205 h 2649426"/>
              <a:gd name="connsiteX54" fmla="*/ 7175198 w 12192000"/>
              <a:gd name="connsiteY54" fmla="*/ 2183294 h 2649426"/>
              <a:gd name="connsiteX55" fmla="*/ 7100681 w 12192000"/>
              <a:gd name="connsiteY55" fmla="*/ 2167822 h 2649426"/>
              <a:gd name="connsiteX56" fmla="*/ 6932665 w 12192000"/>
              <a:gd name="connsiteY56" fmla="*/ 2162157 h 2649426"/>
              <a:gd name="connsiteX57" fmla="*/ 6700029 w 12192000"/>
              <a:gd name="connsiteY57" fmla="*/ 2158310 h 2649426"/>
              <a:gd name="connsiteX58" fmla="*/ 6326162 w 12192000"/>
              <a:gd name="connsiteY58" fmla="*/ 2178632 h 2649426"/>
              <a:gd name="connsiteX59" fmla="*/ 6196177 w 12192000"/>
              <a:gd name="connsiteY59" fmla="*/ 2200059 h 2649426"/>
              <a:gd name="connsiteX60" fmla="*/ 6139086 w 12192000"/>
              <a:gd name="connsiteY60" fmla="*/ 2187339 h 2649426"/>
              <a:gd name="connsiteX61" fmla="*/ 6098878 w 12192000"/>
              <a:gd name="connsiteY61" fmla="*/ 2192939 h 2649426"/>
              <a:gd name="connsiteX62" fmla="*/ 6094339 w 12192000"/>
              <a:gd name="connsiteY62" fmla="*/ 2195871 h 2649426"/>
              <a:gd name="connsiteX63" fmla="*/ 6075163 w 12192000"/>
              <a:gd name="connsiteY63" fmla="*/ 2198856 h 2649426"/>
              <a:gd name="connsiteX64" fmla="*/ 6071016 w 12192000"/>
              <a:gd name="connsiteY64" fmla="*/ 2210639 h 2649426"/>
              <a:gd name="connsiteX65" fmla="*/ 6043058 w 12192000"/>
              <a:gd name="connsiteY65" fmla="*/ 2222971 h 2649426"/>
              <a:gd name="connsiteX66" fmla="*/ 5962031 w 12192000"/>
              <a:gd name="connsiteY66" fmla="*/ 2220873 h 2649426"/>
              <a:gd name="connsiteX67" fmla="*/ 5818648 w 12192000"/>
              <a:gd name="connsiteY67" fmla="*/ 2229309 h 2649426"/>
              <a:gd name="connsiteX68" fmla="*/ 5515979 w 12192000"/>
              <a:gd name="connsiteY68" fmla="*/ 2284946 h 2649426"/>
              <a:gd name="connsiteX69" fmla="*/ 5426280 w 12192000"/>
              <a:gd name="connsiteY69" fmla="*/ 2290560 h 2649426"/>
              <a:gd name="connsiteX70" fmla="*/ 5329896 w 12192000"/>
              <a:gd name="connsiteY70" fmla="*/ 2279209 h 2649426"/>
              <a:gd name="connsiteX71" fmla="*/ 5245363 w 12192000"/>
              <a:gd name="connsiteY71" fmla="*/ 2301618 h 2649426"/>
              <a:gd name="connsiteX72" fmla="*/ 5077816 w 12192000"/>
              <a:gd name="connsiteY72" fmla="*/ 2292570 h 2649426"/>
              <a:gd name="connsiteX73" fmla="*/ 4911519 w 12192000"/>
              <a:gd name="connsiteY73" fmla="*/ 2285340 h 2649426"/>
              <a:gd name="connsiteX74" fmla="*/ 4822447 w 12192000"/>
              <a:gd name="connsiteY74" fmla="*/ 2292174 h 2649426"/>
              <a:gd name="connsiteX75" fmla="*/ 4670737 w 12192000"/>
              <a:gd name="connsiteY75" fmla="*/ 2321711 h 2649426"/>
              <a:gd name="connsiteX76" fmla="*/ 4489013 w 12192000"/>
              <a:gd name="connsiteY76" fmla="*/ 2338805 h 2649426"/>
              <a:gd name="connsiteX77" fmla="*/ 4431159 w 12192000"/>
              <a:gd name="connsiteY77" fmla="*/ 2347536 h 2649426"/>
              <a:gd name="connsiteX78" fmla="*/ 4273885 w 12192000"/>
              <a:gd name="connsiteY78" fmla="*/ 2379520 h 2649426"/>
              <a:gd name="connsiteX79" fmla="*/ 4116925 w 12192000"/>
              <a:gd name="connsiteY79" fmla="*/ 2417756 h 2649426"/>
              <a:gd name="connsiteX80" fmla="*/ 3988558 w 12192000"/>
              <a:gd name="connsiteY80" fmla="*/ 2475821 h 2649426"/>
              <a:gd name="connsiteX81" fmla="*/ 3894771 w 12192000"/>
              <a:gd name="connsiteY81" fmla="*/ 2494652 h 2649426"/>
              <a:gd name="connsiteX82" fmla="*/ 3721493 w 12192000"/>
              <a:gd name="connsiteY82" fmla="*/ 2497646 h 2649426"/>
              <a:gd name="connsiteX83" fmla="*/ 3504883 w 12192000"/>
              <a:gd name="connsiteY83" fmla="*/ 2503869 h 2649426"/>
              <a:gd name="connsiteX84" fmla="*/ 3431219 w 12192000"/>
              <a:gd name="connsiteY84" fmla="*/ 2502163 h 2649426"/>
              <a:gd name="connsiteX85" fmla="*/ 3151243 w 12192000"/>
              <a:gd name="connsiteY85" fmla="*/ 2492405 h 2649426"/>
              <a:gd name="connsiteX86" fmla="*/ 3044025 w 12192000"/>
              <a:gd name="connsiteY86" fmla="*/ 2485298 h 2649426"/>
              <a:gd name="connsiteX87" fmla="*/ 2864954 w 12192000"/>
              <a:gd name="connsiteY87" fmla="*/ 2456476 h 2649426"/>
              <a:gd name="connsiteX88" fmla="*/ 2739588 w 12192000"/>
              <a:gd name="connsiteY88" fmla="*/ 2457956 h 2649426"/>
              <a:gd name="connsiteX89" fmla="*/ 2706684 w 12192000"/>
              <a:gd name="connsiteY89" fmla="*/ 2454540 h 2649426"/>
              <a:gd name="connsiteX90" fmla="*/ 2348435 w 12192000"/>
              <a:gd name="connsiteY90" fmla="*/ 2449176 h 2649426"/>
              <a:gd name="connsiteX91" fmla="*/ 2194299 w 12192000"/>
              <a:gd name="connsiteY91" fmla="*/ 2475215 h 2649426"/>
              <a:gd name="connsiteX92" fmla="*/ 1983009 w 12192000"/>
              <a:gd name="connsiteY92" fmla="*/ 2463117 h 2649426"/>
              <a:gd name="connsiteX93" fmla="*/ 1885040 w 12192000"/>
              <a:gd name="connsiteY93" fmla="*/ 2475917 h 2649426"/>
              <a:gd name="connsiteX94" fmla="*/ 1773324 w 12192000"/>
              <a:gd name="connsiteY94" fmla="*/ 2471718 h 2649426"/>
              <a:gd name="connsiteX95" fmla="*/ 1685197 w 12192000"/>
              <a:gd name="connsiteY95" fmla="*/ 2466249 h 2649426"/>
              <a:gd name="connsiteX96" fmla="*/ 1566422 w 12192000"/>
              <a:gd name="connsiteY96" fmla="*/ 2455175 h 2649426"/>
              <a:gd name="connsiteX97" fmla="*/ 1300369 w 12192000"/>
              <a:gd name="connsiteY97" fmla="*/ 2444914 h 2649426"/>
              <a:gd name="connsiteX98" fmla="*/ 1081876 w 12192000"/>
              <a:gd name="connsiteY98" fmla="*/ 2476491 h 2649426"/>
              <a:gd name="connsiteX99" fmla="*/ 957561 w 12192000"/>
              <a:gd name="connsiteY99" fmla="*/ 2484124 h 2649426"/>
              <a:gd name="connsiteX100" fmla="*/ 822775 w 12192000"/>
              <a:gd name="connsiteY100" fmla="*/ 2542292 h 2649426"/>
              <a:gd name="connsiteX101" fmla="*/ 653171 w 12192000"/>
              <a:gd name="connsiteY101" fmla="*/ 2607266 h 2649426"/>
              <a:gd name="connsiteX102" fmla="*/ 511469 w 12192000"/>
              <a:gd name="connsiteY102" fmla="*/ 2598742 h 2649426"/>
              <a:gd name="connsiteX103" fmla="*/ 441281 w 12192000"/>
              <a:gd name="connsiteY103" fmla="*/ 2605939 h 2649426"/>
              <a:gd name="connsiteX104" fmla="*/ 297100 w 12192000"/>
              <a:gd name="connsiteY104" fmla="*/ 2639558 h 2649426"/>
              <a:gd name="connsiteX105" fmla="*/ 97385 w 12192000"/>
              <a:gd name="connsiteY105" fmla="*/ 2636063 h 2649426"/>
              <a:gd name="connsiteX106" fmla="*/ 48888 w 12192000"/>
              <a:gd name="connsiteY106" fmla="*/ 2641447 h 2649426"/>
              <a:gd name="connsiteX107" fmla="*/ 0 w 12192000"/>
              <a:gd name="connsiteY107" fmla="*/ 2649426 h 2649426"/>
              <a:gd name="connsiteX108" fmla="*/ 0 w 12192000"/>
              <a:gd name="connsiteY108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35223 w 12192000"/>
              <a:gd name="connsiteY4" fmla="*/ 171451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425377 w 12192000"/>
              <a:gd name="connsiteY8" fmla="*/ 1625577 h 2649426"/>
              <a:gd name="connsiteX9" fmla="*/ 11364686 w 12192000"/>
              <a:gd name="connsiteY9" fmla="*/ 1616572 h 2649426"/>
              <a:gd name="connsiteX10" fmla="*/ 11193595 w 12192000"/>
              <a:gd name="connsiteY10" fmla="*/ 1558403 h 2649426"/>
              <a:gd name="connsiteX11" fmla="*/ 11146426 w 12192000"/>
              <a:gd name="connsiteY11" fmla="*/ 1555308 h 2649426"/>
              <a:gd name="connsiteX12" fmla="*/ 10841711 w 12192000"/>
              <a:gd name="connsiteY12" fmla="*/ 1541883 h 2649426"/>
              <a:gd name="connsiteX13" fmla="*/ 10698183 w 12192000"/>
              <a:gd name="connsiteY13" fmla="*/ 1556682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15364 w 12192000"/>
              <a:gd name="connsiteY17" fmla="*/ 1574304 h 2649426"/>
              <a:gd name="connsiteX18" fmla="*/ 10454183 w 12192000"/>
              <a:gd name="connsiteY18" fmla="*/ 1572375 h 2649426"/>
              <a:gd name="connsiteX19" fmla="*/ 10329259 w 12192000"/>
              <a:gd name="connsiteY19" fmla="*/ 1579142 h 2649426"/>
              <a:gd name="connsiteX20" fmla="*/ 10128072 w 12192000"/>
              <a:gd name="connsiteY20" fmla="*/ 1610789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225536 w 12192000"/>
              <a:gd name="connsiteY24" fmla="*/ 1741303 h 2649426"/>
              <a:gd name="connsiteX25" fmla="*/ 9144490 w 12192000"/>
              <a:gd name="connsiteY25" fmla="*/ 1756665 h 2649426"/>
              <a:gd name="connsiteX26" fmla="*/ 9031250 w 12192000"/>
              <a:gd name="connsiteY26" fmla="*/ 1782330 h 2649426"/>
              <a:gd name="connsiteX27" fmla="*/ 8985382 w 12192000"/>
              <a:gd name="connsiteY27" fmla="*/ 1798267 h 2649426"/>
              <a:gd name="connsiteX28" fmla="*/ 8906505 w 12192000"/>
              <a:gd name="connsiteY28" fmla="*/ 1834715 h 2649426"/>
              <a:gd name="connsiteX29" fmla="*/ 8833229 w 12192000"/>
              <a:gd name="connsiteY29" fmla="*/ 1846521 h 2649426"/>
              <a:gd name="connsiteX30" fmla="*/ 8705687 w 12192000"/>
              <a:gd name="connsiteY30" fmla="*/ 1848419 h 2649426"/>
              <a:gd name="connsiteX31" fmla="*/ 8700414 w 12192000"/>
              <a:gd name="connsiteY31" fmla="*/ 1857766 h 2649426"/>
              <a:gd name="connsiteX32" fmla="*/ 8643017 w 12192000"/>
              <a:gd name="connsiteY32" fmla="*/ 1865810 h 2649426"/>
              <a:gd name="connsiteX33" fmla="*/ 8460271 w 12192000"/>
              <a:gd name="connsiteY33" fmla="*/ 1856718 h 2649426"/>
              <a:gd name="connsiteX34" fmla="*/ 8330326 w 12192000"/>
              <a:gd name="connsiteY34" fmla="*/ 1873969 h 2649426"/>
              <a:gd name="connsiteX35" fmla="*/ 8216222 w 12192000"/>
              <a:gd name="connsiteY35" fmla="*/ 1895553 h 2649426"/>
              <a:gd name="connsiteX36" fmla="*/ 8043728 w 12192000"/>
              <a:gd name="connsiteY36" fmla="*/ 1944200 h 2649426"/>
              <a:gd name="connsiteX37" fmla="*/ 7958999 w 12192000"/>
              <a:gd name="connsiteY37" fmla="*/ 1980667 h 2649426"/>
              <a:gd name="connsiteX38" fmla="*/ 7908348 w 12192000"/>
              <a:gd name="connsiteY38" fmla="*/ 1994348 h 2649426"/>
              <a:gd name="connsiteX39" fmla="*/ 7776470 w 12192000"/>
              <a:gd name="connsiteY39" fmla="*/ 2053315 h 2649426"/>
              <a:gd name="connsiteX40" fmla="*/ 7624559 w 12192000"/>
              <a:gd name="connsiteY40" fmla="*/ 2114216 h 2649426"/>
              <a:gd name="connsiteX41" fmla="*/ 7549398 w 12192000"/>
              <a:gd name="connsiteY41" fmla="*/ 2153051 h 2649426"/>
              <a:gd name="connsiteX42" fmla="*/ 7540934 w 12192000"/>
              <a:gd name="connsiteY42" fmla="*/ 2151418 h 2649426"/>
              <a:gd name="connsiteX43" fmla="*/ 7528900 w 12192000"/>
              <a:gd name="connsiteY43" fmla="*/ 2152107 h 2649426"/>
              <a:gd name="connsiteX44" fmla="*/ 7528656 w 12192000"/>
              <a:gd name="connsiteY44" fmla="*/ 2152584 h 2649426"/>
              <a:gd name="connsiteX45" fmla="*/ 7517280 w 12192000"/>
              <a:gd name="connsiteY45" fmla="*/ 2152327 h 2649426"/>
              <a:gd name="connsiteX46" fmla="*/ 7460956 w 12192000"/>
              <a:gd name="connsiteY46" fmla="*/ 2145255 h 2649426"/>
              <a:gd name="connsiteX47" fmla="*/ 7372921 w 12192000"/>
              <a:gd name="connsiteY47" fmla="*/ 2175069 h 2649426"/>
              <a:gd name="connsiteX48" fmla="*/ 7307317 w 12192000"/>
              <a:gd name="connsiteY48" fmla="*/ 2182031 h 2649426"/>
              <a:gd name="connsiteX49" fmla="*/ 7251199 w 12192000"/>
              <a:gd name="connsiteY49" fmla="*/ 2198184 h 2649426"/>
              <a:gd name="connsiteX50" fmla="*/ 7233016 w 12192000"/>
              <a:gd name="connsiteY50" fmla="*/ 2195902 h 2649426"/>
              <a:gd name="connsiteX51" fmla="*/ 7227281 w 12192000"/>
              <a:gd name="connsiteY51" fmla="*/ 2190042 h 2649426"/>
              <a:gd name="connsiteX52" fmla="*/ 7200745 w 12192000"/>
              <a:gd name="connsiteY52" fmla="*/ 2189321 h 2649426"/>
              <a:gd name="connsiteX53" fmla="*/ 7197924 w 12192000"/>
              <a:gd name="connsiteY53" fmla="*/ 2191205 h 2649426"/>
              <a:gd name="connsiteX54" fmla="*/ 7175198 w 12192000"/>
              <a:gd name="connsiteY54" fmla="*/ 2183294 h 2649426"/>
              <a:gd name="connsiteX55" fmla="*/ 7100681 w 12192000"/>
              <a:gd name="connsiteY55" fmla="*/ 2167822 h 2649426"/>
              <a:gd name="connsiteX56" fmla="*/ 6932665 w 12192000"/>
              <a:gd name="connsiteY56" fmla="*/ 2162157 h 2649426"/>
              <a:gd name="connsiteX57" fmla="*/ 6700029 w 12192000"/>
              <a:gd name="connsiteY57" fmla="*/ 2158310 h 2649426"/>
              <a:gd name="connsiteX58" fmla="*/ 6326162 w 12192000"/>
              <a:gd name="connsiteY58" fmla="*/ 2178632 h 2649426"/>
              <a:gd name="connsiteX59" fmla="*/ 6196177 w 12192000"/>
              <a:gd name="connsiteY59" fmla="*/ 2200059 h 2649426"/>
              <a:gd name="connsiteX60" fmla="*/ 6139086 w 12192000"/>
              <a:gd name="connsiteY60" fmla="*/ 2187339 h 2649426"/>
              <a:gd name="connsiteX61" fmla="*/ 6098878 w 12192000"/>
              <a:gd name="connsiteY61" fmla="*/ 2192939 h 2649426"/>
              <a:gd name="connsiteX62" fmla="*/ 6094339 w 12192000"/>
              <a:gd name="connsiteY62" fmla="*/ 2195871 h 2649426"/>
              <a:gd name="connsiteX63" fmla="*/ 6075163 w 12192000"/>
              <a:gd name="connsiteY63" fmla="*/ 2198856 h 2649426"/>
              <a:gd name="connsiteX64" fmla="*/ 6071016 w 12192000"/>
              <a:gd name="connsiteY64" fmla="*/ 2210639 h 2649426"/>
              <a:gd name="connsiteX65" fmla="*/ 6043058 w 12192000"/>
              <a:gd name="connsiteY65" fmla="*/ 2222971 h 2649426"/>
              <a:gd name="connsiteX66" fmla="*/ 5962031 w 12192000"/>
              <a:gd name="connsiteY66" fmla="*/ 2220873 h 2649426"/>
              <a:gd name="connsiteX67" fmla="*/ 5818648 w 12192000"/>
              <a:gd name="connsiteY67" fmla="*/ 2229309 h 2649426"/>
              <a:gd name="connsiteX68" fmla="*/ 5515979 w 12192000"/>
              <a:gd name="connsiteY68" fmla="*/ 2284946 h 2649426"/>
              <a:gd name="connsiteX69" fmla="*/ 5426280 w 12192000"/>
              <a:gd name="connsiteY69" fmla="*/ 2290560 h 2649426"/>
              <a:gd name="connsiteX70" fmla="*/ 5329896 w 12192000"/>
              <a:gd name="connsiteY70" fmla="*/ 2279209 h 2649426"/>
              <a:gd name="connsiteX71" fmla="*/ 5245363 w 12192000"/>
              <a:gd name="connsiteY71" fmla="*/ 2301618 h 2649426"/>
              <a:gd name="connsiteX72" fmla="*/ 5077816 w 12192000"/>
              <a:gd name="connsiteY72" fmla="*/ 2292570 h 2649426"/>
              <a:gd name="connsiteX73" fmla="*/ 4911519 w 12192000"/>
              <a:gd name="connsiteY73" fmla="*/ 2285340 h 2649426"/>
              <a:gd name="connsiteX74" fmla="*/ 4822447 w 12192000"/>
              <a:gd name="connsiteY74" fmla="*/ 2292174 h 2649426"/>
              <a:gd name="connsiteX75" fmla="*/ 4670737 w 12192000"/>
              <a:gd name="connsiteY75" fmla="*/ 2321711 h 2649426"/>
              <a:gd name="connsiteX76" fmla="*/ 4489013 w 12192000"/>
              <a:gd name="connsiteY76" fmla="*/ 2338805 h 2649426"/>
              <a:gd name="connsiteX77" fmla="*/ 4431159 w 12192000"/>
              <a:gd name="connsiteY77" fmla="*/ 2347536 h 2649426"/>
              <a:gd name="connsiteX78" fmla="*/ 4273885 w 12192000"/>
              <a:gd name="connsiteY78" fmla="*/ 2379520 h 2649426"/>
              <a:gd name="connsiteX79" fmla="*/ 4116925 w 12192000"/>
              <a:gd name="connsiteY79" fmla="*/ 2417756 h 2649426"/>
              <a:gd name="connsiteX80" fmla="*/ 3988558 w 12192000"/>
              <a:gd name="connsiteY80" fmla="*/ 2475821 h 2649426"/>
              <a:gd name="connsiteX81" fmla="*/ 3894771 w 12192000"/>
              <a:gd name="connsiteY81" fmla="*/ 2494652 h 2649426"/>
              <a:gd name="connsiteX82" fmla="*/ 3721493 w 12192000"/>
              <a:gd name="connsiteY82" fmla="*/ 2497646 h 2649426"/>
              <a:gd name="connsiteX83" fmla="*/ 3504883 w 12192000"/>
              <a:gd name="connsiteY83" fmla="*/ 2503869 h 2649426"/>
              <a:gd name="connsiteX84" fmla="*/ 3431219 w 12192000"/>
              <a:gd name="connsiteY84" fmla="*/ 2502163 h 2649426"/>
              <a:gd name="connsiteX85" fmla="*/ 3151243 w 12192000"/>
              <a:gd name="connsiteY85" fmla="*/ 2492405 h 2649426"/>
              <a:gd name="connsiteX86" fmla="*/ 3044025 w 12192000"/>
              <a:gd name="connsiteY86" fmla="*/ 2485298 h 2649426"/>
              <a:gd name="connsiteX87" fmla="*/ 2864954 w 12192000"/>
              <a:gd name="connsiteY87" fmla="*/ 2456476 h 2649426"/>
              <a:gd name="connsiteX88" fmla="*/ 2739588 w 12192000"/>
              <a:gd name="connsiteY88" fmla="*/ 2457956 h 2649426"/>
              <a:gd name="connsiteX89" fmla="*/ 2706684 w 12192000"/>
              <a:gd name="connsiteY89" fmla="*/ 2454540 h 2649426"/>
              <a:gd name="connsiteX90" fmla="*/ 2348435 w 12192000"/>
              <a:gd name="connsiteY90" fmla="*/ 2449176 h 2649426"/>
              <a:gd name="connsiteX91" fmla="*/ 2194299 w 12192000"/>
              <a:gd name="connsiteY91" fmla="*/ 2475215 h 2649426"/>
              <a:gd name="connsiteX92" fmla="*/ 1983009 w 12192000"/>
              <a:gd name="connsiteY92" fmla="*/ 2463117 h 2649426"/>
              <a:gd name="connsiteX93" fmla="*/ 1885040 w 12192000"/>
              <a:gd name="connsiteY93" fmla="*/ 2475917 h 2649426"/>
              <a:gd name="connsiteX94" fmla="*/ 1773324 w 12192000"/>
              <a:gd name="connsiteY94" fmla="*/ 2471718 h 2649426"/>
              <a:gd name="connsiteX95" fmla="*/ 1685197 w 12192000"/>
              <a:gd name="connsiteY95" fmla="*/ 2466249 h 2649426"/>
              <a:gd name="connsiteX96" fmla="*/ 1566422 w 12192000"/>
              <a:gd name="connsiteY96" fmla="*/ 2455175 h 2649426"/>
              <a:gd name="connsiteX97" fmla="*/ 1300369 w 12192000"/>
              <a:gd name="connsiteY97" fmla="*/ 2444914 h 2649426"/>
              <a:gd name="connsiteX98" fmla="*/ 1081876 w 12192000"/>
              <a:gd name="connsiteY98" fmla="*/ 2476491 h 2649426"/>
              <a:gd name="connsiteX99" fmla="*/ 957561 w 12192000"/>
              <a:gd name="connsiteY99" fmla="*/ 2484124 h 2649426"/>
              <a:gd name="connsiteX100" fmla="*/ 822775 w 12192000"/>
              <a:gd name="connsiteY100" fmla="*/ 2542292 h 2649426"/>
              <a:gd name="connsiteX101" fmla="*/ 653171 w 12192000"/>
              <a:gd name="connsiteY101" fmla="*/ 2607266 h 2649426"/>
              <a:gd name="connsiteX102" fmla="*/ 511469 w 12192000"/>
              <a:gd name="connsiteY102" fmla="*/ 2598742 h 2649426"/>
              <a:gd name="connsiteX103" fmla="*/ 441281 w 12192000"/>
              <a:gd name="connsiteY103" fmla="*/ 2605939 h 2649426"/>
              <a:gd name="connsiteX104" fmla="*/ 297100 w 12192000"/>
              <a:gd name="connsiteY104" fmla="*/ 2639558 h 2649426"/>
              <a:gd name="connsiteX105" fmla="*/ 97385 w 12192000"/>
              <a:gd name="connsiteY105" fmla="*/ 2636063 h 2649426"/>
              <a:gd name="connsiteX106" fmla="*/ 48888 w 12192000"/>
              <a:gd name="connsiteY106" fmla="*/ 2641447 h 2649426"/>
              <a:gd name="connsiteX107" fmla="*/ 0 w 12192000"/>
              <a:gd name="connsiteY107" fmla="*/ 2649426 h 2649426"/>
              <a:gd name="connsiteX108" fmla="*/ 0 w 12192000"/>
              <a:gd name="connsiteY108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35223 w 12192000"/>
              <a:gd name="connsiteY4" fmla="*/ 1714510 h 2649426"/>
              <a:gd name="connsiteX5" fmla="*/ 11801718 w 12192000"/>
              <a:gd name="connsiteY5" fmla="*/ 1707786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425377 w 12192000"/>
              <a:gd name="connsiteY8" fmla="*/ 1625577 h 2649426"/>
              <a:gd name="connsiteX9" fmla="*/ 11364686 w 12192000"/>
              <a:gd name="connsiteY9" fmla="*/ 1616572 h 2649426"/>
              <a:gd name="connsiteX10" fmla="*/ 11193595 w 12192000"/>
              <a:gd name="connsiteY10" fmla="*/ 1558403 h 2649426"/>
              <a:gd name="connsiteX11" fmla="*/ 11146426 w 12192000"/>
              <a:gd name="connsiteY11" fmla="*/ 1555308 h 2649426"/>
              <a:gd name="connsiteX12" fmla="*/ 10841711 w 12192000"/>
              <a:gd name="connsiteY12" fmla="*/ 1541883 h 2649426"/>
              <a:gd name="connsiteX13" fmla="*/ 10698183 w 12192000"/>
              <a:gd name="connsiteY13" fmla="*/ 1556682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15364 w 12192000"/>
              <a:gd name="connsiteY17" fmla="*/ 1574304 h 2649426"/>
              <a:gd name="connsiteX18" fmla="*/ 10454183 w 12192000"/>
              <a:gd name="connsiteY18" fmla="*/ 1572375 h 2649426"/>
              <a:gd name="connsiteX19" fmla="*/ 10329259 w 12192000"/>
              <a:gd name="connsiteY19" fmla="*/ 1579142 h 2649426"/>
              <a:gd name="connsiteX20" fmla="*/ 10128072 w 12192000"/>
              <a:gd name="connsiteY20" fmla="*/ 1610789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225536 w 12192000"/>
              <a:gd name="connsiteY24" fmla="*/ 1741303 h 2649426"/>
              <a:gd name="connsiteX25" fmla="*/ 9144490 w 12192000"/>
              <a:gd name="connsiteY25" fmla="*/ 1756665 h 2649426"/>
              <a:gd name="connsiteX26" fmla="*/ 9031250 w 12192000"/>
              <a:gd name="connsiteY26" fmla="*/ 1782330 h 2649426"/>
              <a:gd name="connsiteX27" fmla="*/ 8985382 w 12192000"/>
              <a:gd name="connsiteY27" fmla="*/ 1798267 h 2649426"/>
              <a:gd name="connsiteX28" fmla="*/ 8906505 w 12192000"/>
              <a:gd name="connsiteY28" fmla="*/ 1834715 h 2649426"/>
              <a:gd name="connsiteX29" fmla="*/ 8833229 w 12192000"/>
              <a:gd name="connsiteY29" fmla="*/ 1846521 h 2649426"/>
              <a:gd name="connsiteX30" fmla="*/ 8705687 w 12192000"/>
              <a:gd name="connsiteY30" fmla="*/ 1848419 h 2649426"/>
              <a:gd name="connsiteX31" fmla="*/ 8700414 w 12192000"/>
              <a:gd name="connsiteY31" fmla="*/ 1857766 h 2649426"/>
              <a:gd name="connsiteX32" fmla="*/ 8643017 w 12192000"/>
              <a:gd name="connsiteY32" fmla="*/ 1865810 h 2649426"/>
              <a:gd name="connsiteX33" fmla="*/ 8460271 w 12192000"/>
              <a:gd name="connsiteY33" fmla="*/ 1856718 h 2649426"/>
              <a:gd name="connsiteX34" fmla="*/ 8330326 w 12192000"/>
              <a:gd name="connsiteY34" fmla="*/ 1873969 h 2649426"/>
              <a:gd name="connsiteX35" fmla="*/ 8216222 w 12192000"/>
              <a:gd name="connsiteY35" fmla="*/ 1895553 h 2649426"/>
              <a:gd name="connsiteX36" fmla="*/ 8043728 w 12192000"/>
              <a:gd name="connsiteY36" fmla="*/ 1944200 h 2649426"/>
              <a:gd name="connsiteX37" fmla="*/ 7958999 w 12192000"/>
              <a:gd name="connsiteY37" fmla="*/ 1980667 h 2649426"/>
              <a:gd name="connsiteX38" fmla="*/ 7908348 w 12192000"/>
              <a:gd name="connsiteY38" fmla="*/ 1994348 h 2649426"/>
              <a:gd name="connsiteX39" fmla="*/ 7776470 w 12192000"/>
              <a:gd name="connsiteY39" fmla="*/ 2053315 h 2649426"/>
              <a:gd name="connsiteX40" fmla="*/ 7624559 w 12192000"/>
              <a:gd name="connsiteY40" fmla="*/ 2114216 h 2649426"/>
              <a:gd name="connsiteX41" fmla="*/ 7549398 w 12192000"/>
              <a:gd name="connsiteY41" fmla="*/ 2153051 h 2649426"/>
              <a:gd name="connsiteX42" fmla="*/ 7540934 w 12192000"/>
              <a:gd name="connsiteY42" fmla="*/ 2151418 h 2649426"/>
              <a:gd name="connsiteX43" fmla="*/ 7528900 w 12192000"/>
              <a:gd name="connsiteY43" fmla="*/ 2152107 h 2649426"/>
              <a:gd name="connsiteX44" fmla="*/ 7528656 w 12192000"/>
              <a:gd name="connsiteY44" fmla="*/ 2152584 h 2649426"/>
              <a:gd name="connsiteX45" fmla="*/ 7517280 w 12192000"/>
              <a:gd name="connsiteY45" fmla="*/ 2152327 h 2649426"/>
              <a:gd name="connsiteX46" fmla="*/ 7460956 w 12192000"/>
              <a:gd name="connsiteY46" fmla="*/ 2145255 h 2649426"/>
              <a:gd name="connsiteX47" fmla="*/ 7372921 w 12192000"/>
              <a:gd name="connsiteY47" fmla="*/ 2175069 h 2649426"/>
              <a:gd name="connsiteX48" fmla="*/ 7307317 w 12192000"/>
              <a:gd name="connsiteY48" fmla="*/ 2182031 h 2649426"/>
              <a:gd name="connsiteX49" fmla="*/ 7251199 w 12192000"/>
              <a:gd name="connsiteY49" fmla="*/ 2198184 h 2649426"/>
              <a:gd name="connsiteX50" fmla="*/ 7233016 w 12192000"/>
              <a:gd name="connsiteY50" fmla="*/ 2195902 h 2649426"/>
              <a:gd name="connsiteX51" fmla="*/ 7227281 w 12192000"/>
              <a:gd name="connsiteY51" fmla="*/ 2190042 h 2649426"/>
              <a:gd name="connsiteX52" fmla="*/ 7200745 w 12192000"/>
              <a:gd name="connsiteY52" fmla="*/ 2189321 h 2649426"/>
              <a:gd name="connsiteX53" fmla="*/ 7197924 w 12192000"/>
              <a:gd name="connsiteY53" fmla="*/ 2191205 h 2649426"/>
              <a:gd name="connsiteX54" fmla="*/ 7175198 w 12192000"/>
              <a:gd name="connsiteY54" fmla="*/ 2183294 h 2649426"/>
              <a:gd name="connsiteX55" fmla="*/ 7100681 w 12192000"/>
              <a:gd name="connsiteY55" fmla="*/ 2167822 h 2649426"/>
              <a:gd name="connsiteX56" fmla="*/ 6932665 w 12192000"/>
              <a:gd name="connsiteY56" fmla="*/ 2162157 h 2649426"/>
              <a:gd name="connsiteX57" fmla="*/ 6700029 w 12192000"/>
              <a:gd name="connsiteY57" fmla="*/ 2158310 h 2649426"/>
              <a:gd name="connsiteX58" fmla="*/ 6326162 w 12192000"/>
              <a:gd name="connsiteY58" fmla="*/ 2178632 h 2649426"/>
              <a:gd name="connsiteX59" fmla="*/ 6196177 w 12192000"/>
              <a:gd name="connsiteY59" fmla="*/ 2200059 h 2649426"/>
              <a:gd name="connsiteX60" fmla="*/ 6139086 w 12192000"/>
              <a:gd name="connsiteY60" fmla="*/ 2187339 h 2649426"/>
              <a:gd name="connsiteX61" fmla="*/ 6098878 w 12192000"/>
              <a:gd name="connsiteY61" fmla="*/ 2192939 h 2649426"/>
              <a:gd name="connsiteX62" fmla="*/ 6094339 w 12192000"/>
              <a:gd name="connsiteY62" fmla="*/ 2195871 h 2649426"/>
              <a:gd name="connsiteX63" fmla="*/ 6075163 w 12192000"/>
              <a:gd name="connsiteY63" fmla="*/ 2198856 h 2649426"/>
              <a:gd name="connsiteX64" fmla="*/ 6071016 w 12192000"/>
              <a:gd name="connsiteY64" fmla="*/ 2210639 h 2649426"/>
              <a:gd name="connsiteX65" fmla="*/ 6043058 w 12192000"/>
              <a:gd name="connsiteY65" fmla="*/ 2222971 h 2649426"/>
              <a:gd name="connsiteX66" fmla="*/ 5962031 w 12192000"/>
              <a:gd name="connsiteY66" fmla="*/ 2220873 h 2649426"/>
              <a:gd name="connsiteX67" fmla="*/ 5818648 w 12192000"/>
              <a:gd name="connsiteY67" fmla="*/ 2229309 h 2649426"/>
              <a:gd name="connsiteX68" fmla="*/ 5515979 w 12192000"/>
              <a:gd name="connsiteY68" fmla="*/ 2284946 h 2649426"/>
              <a:gd name="connsiteX69" fmla="*/ 5426280 w 12192000"/>
              <a:gd name="connsiteY69" fmla="*/ 2290560 h 2649426"/>
              <a:gd name="connsiteX70" fmla="*/ 5329896 w 12192000"/>
              <a:gd name="connsiteY70" fmla="*/ 2279209 h 2649426"/>
              <a:gd name="connsiteX71" fmla="*/ 5245363 w 12192000"/>
              <a:gd name="connsiteY71" fmla="*/ 2301618 h 2649426"/>
              <a:gd name="connsiteX72" fmla="*/ 5077816 w 12192000"/>
              <a:gd name="connsiteY72" fmla="*/ 2292570 h 2649426"/>
              <a:gd name="connsiteX73" fmla="*/ 4911519 w 12192000"/>
              <a:gd name="connsiteY73" fmla="*/ 2285340 h 2649426"/>
              <a:gd name="connsiteX74" fmla="*/ 4822447 w 12192000"/>
              <a:gd name="connsiteY74" fmla="*/ 2292174 h 2649426"/>
              <a:gd name="connsiteX75" fmla="*/ 4670737 w 12192000"/>
              <a:gd name="connsiteY75" fmla="*/ 2321711 h 2649426"/>
              <a:gd name="connsiteX76" fmla="*/ 4489013 w 12192000"/>
              <a:gd name="connsiteY76" fmla="*/ 2338805 h 2649426"/>
              <a:gd name="connsiteX77" fmla="*/ 4431159 w 12192000"/>
              <a:gd name="connsiteY77" fmla="*/ 2347536 h 2649426"/>
              <a:gd name="connsiteX78" fmla="*/ 4273885 w 12192000"/>
              <a:gd name="connsiteY78" fmla="*/ 2379520 h 2649426"/>
              <a:gd name="connsiteX79" fmla="*/ 4116925 w 12192000"/>
              <a:gd name="connsiteY79" fmla="*/ 2417756 h 2649426"/>
              <a:gd name="connsiteX80" fmla="*/ 3988558 w 12192000"/>
              <a:gd name="connsiteY80" fmla="*/ 2475821 h 2649426"/>
              <a:gd name="connsiteX81" fmla="*/ 3894771 w 12192000"/>
              <a:gd name="connsiteY81" fmla="*/ 2494652 h 2649426"/>
              <a:gd name="connsiteX82" fmla="*/ 3721493 w 12192000"/>
              <a:gd name="connsiteY82" fmla="*/ 2497646 h 2649426"/>
              <a:gd name="connsiteX83" fmla="*/ 3504883 w 12192000"/>
              <a:gd name="connsiteY83" fmla="*/ 2503869 h 2649426"/>
              <a:gd name="connsiteX84" fmla="*/ 3431219 w 12192000"/>
              <a:gd name="connsiteY84" fmla="*/ 2502163 h 2649426"/>
              <a:gd name="connsiteX85" fmla="*/ 3151243 w 12192000"/>
              <a:gd name="connsiteY85" fmla="*/ 2492405 h 2649426"/>
              <a:gd name="connsiteX86" fmla="*/ 3044025 w 12192000"/>
              <a:gd name="connsiteY86" fmla="*/ 2485298 h 2649426"/>
              <a:gd name="connsiteX87" fmla="*/ 2864954 w 12192000"/>
              <a:gd name="connsiteY87" fmla="*/ 2456476 h 2649426"/>
              <a:gd name="connsiteX88" fmla="*/ 2739588 w 12192000"/>
              <a:gd name="connsiteY88" fmla="*/ 2457956 h 2649426"/>
              <a:gd name="connsiteX89" fmla="*/ 2706684 w 12192000"/>
              <a:gd name="connsiteY89" fmla="*/ 2454540 h 2649426"/>
              <a:gd name="connsiteX90" fmla="*/ 2348435 w 12192000"/>
              <a:gd name="connsiteY90" fmla="*/ 2449176 h 2649426"/>
              <a:gd name="connsiteX91" fmla="*/ 2194299 w 12192000"/>
              <a:gd name="connsiteY91" fmla="*/ 2475215 h 2649426"/>
              <a:gd name="connsiteX92" fmla="*/ 1983009 w 12192000"/>
              <a:gd name="connsiteY92" fmla="*/ 2463117 h 2649426"/>
              <a:gd name="connsiteX93" fmla="*/ 1885040 w 12192000"/>
              <a:gd name="connsiteY93" fmla="*/ 2475917 h 2649426"/>
              <a:gd name="connsiteX94" fmla="*/ 1773324 w 12192000"/>
              <a:gd name="connsiteY94" fmla="*/ 2471718 h 2649426"/>
              <a:gd name="connsiteX95" fmla="*/ 1685197 w 12192000"/>
              <a:gd name="connsiteY95" fmla="*/ 2466249 h 2649426"/>
              <a:gd name="connsiteX96" fmla="*/ 1566422 w 12192000"/>
              <a:gd name="connsiteY96" fmla="*/ 2455175 h 2649426"/>
              <a:gd name="connsiteX97" fmla="*/ 1300369 w 12192000"/>
              <a:gd name="connsiteY97" fmla="*/ 2444914 h 2649426"/>
              <a:gd name="connsiteX98" fmla="*/ 1081876 w 12192000"/>
              <a:gd name="connsiteY98" fmla="*/ 2476491 h 2649426"/>
              <a:gd name="connsiteX99" fmla="*/ 957561 w 12192000"/>
              <a:gd name="connsiteY99" fmla="*/ 2484124 h 2649426"/>
              <a:gd name="connsiteX100" fmla="*/ 822775 w 12192000"/>
              <a:gd name="connsiteY100" fmla="*/ 2542292 h 2649426"/>
              <a:gd name="connsiteX101" fmla="*/ 653171 w 12192000"/>
              <a:gd name="connsiteY101" fmla="*/ 2607266 h 2649426"/>
              <a:gd name="connsiteX102" fmla="*/ 511469 w 12192000"/>
              <a:gd name="connsiteY102" fmla="*/ 2598742 h 2649426"/>
              <a:gd name="connsiteX103" fmla="*/ 441281 w 12192000"/>
              <a:gd name="connsiteY103" fmla="*/ 2605939 h 2649426"/>
              <a:gd name="connsiteX104" fmla="*/ 297100 w 12192000"/>
              <a:gd name="connsiteY104" fmla="*/ 2639558 h 2649426"/>
              <a:gd name="connsiteX105" fmla="*/ 97385 w 12192000"/>
              <a:gd name="connsiteY105" fmla="*/ 2636063 h 2649426"/>
              <a:gd name="connsiteX106" fmla="*/ 48888 w 12192000"/>
              <a:gd name="connsiteY106" fmla="*/ 2641447 h 2649426"/>
              <a:gd name="connsiteX107" fmla="*/ 0 w 12192000"/>
              <a:gd name="connsiteY107" fmla="*/ 2649426 h 2649426"/>
              <a:gd name="connsiteX108" fmla="*/ 0 w 12192000"/>
              <a:gd name="connsiteY108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35223 w 12192000"/>
              <a:gd name="connsiteY4" fmla="*/ 1714510 h 2649426"/>
              <a:gd name="connsiteX5" fmla="*/ 11924243 w 12192000"/>
              <a:gd name="connsiteY5" fmla="*/ 1725938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425377 w 12192000"/>
              <a:gd name="connsiteY8" fmla="*/ 1625577 h 2649426"/>
              <a:gd name="connsiteX9" fmla="*/ 11364686 w 12192000"/>
              <a:gd name="connsiteY9" fmla="*/ 1616572 h 2649426"/>
              <a:gd name="connsiteX10" fmla="*/ 11193595 w 12192000"/>
              <a:gd name="connsiteY10" fmla="*/ 1558403 h 2649426"/>
              <a:gd name="connsiteX11" fmla="*/ 11146426 w 12192000"/>
              <a:gd name="connsiteY11" fmla="*/ 1555308 h 2649426"/>
              <a:gd name="connsiteX12" fmla="*/ 10841711 w 12192000"/>
              <a:gd name="connsiteY12" fmla="*/ 1541883 h 2649426"/>
              <a:gd name="connsiteX13" fmla="*/ 10698183 w 12192000"/>
              <a:gd name="connsiteY13" fmla="*/ 1556682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15364 w 12192000"/>
              <a:gd name="connsiteY17" fmla="*/ 1574304 h 2649426"/>
              <a:gd name="connsiteX18" fmla="*/ 10454183 w 12192000"/>
              <a:gd name="connsiteY18" fmla="*/ 1572375 h 2649426"/>
              <a:gd name="connsiteX19" fmla="*/ 10329259 w 12192000"/>
              <a:gd name="connsiteY19" fmla="*/ 1579142 h 2649426"/>
              <a:gd name="connsiteX20" fmla="*/ 10128072 w 12192000"/>
              <a:gd name="connsiteY20" fmla="*/ 1610789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225536 w 12192000"/>
              <a:gd name="connsiteY24" fmla="*/ 1741303 h 2649426"/>
              <a:gd name="connsiteX25" fmla="*/ 9144490 w 12192000"/>
              <a:gd name="connsiteY25" fmla="*/ 1756665 h 2649426"/>
              <a:gd name="connsiteX26" fmla="*/ 9031250 w 12192000"/>
              <a:gd name="connsiteY26" fmla="*/ 1782330 h 2649426"/>
              <a:gd name="connsiteX27" fmla="*/ 8985382 w 12192000"/>
              <a:gd name="connsiteY27" fmla="*/ 1798267 h 2649426"/>
              <a:gd name="connsiteX28" fmla="*/ 8906505 w 12192000"/>
              <a:gd name="connsiteY28" fmla="*/ 1834715 h 2649426"/>
              <a:gd name="connsiteX29" fmla="*/ 8833229 w 12192000"/>
              <a:gd name="connsiteY29" fmla="*/ 1846521 h 2649426"/>
              <a:gd name="connsiteX30" fmla="*/ 8705687 w 12192000"/>
              <a:gd name="connsiteY30" fmla="*/ 1848419 h 2649426"/>
              <a:gd name="connsiteX31" fmla="*/ 8700414 w 12192000"/>
              <a:gd name="connsiteY31" fmla="*/ 1857766 h 2649426"/>
              <a:gd name="connsiteX32" fmla="*/ 8643017 w 12192000"/>
              <a:gd name="connsiteY32" fmla="*/ 1865810 h 2649426"/>
              <a:gd name="connsiteX33" fmla="*/ 8460271 w 12192000"/>
              <a:gd name="connsiteY33" fmla="*/ 1856718 h 2649426"/>
              <a:gd name="connsiteX34" fmla="*/ 8330326 w 12192000"/>
              <a:gd name="connsiteY34" fmla="*/ 1873969 h 2649426"/>
              <a:gd name="connsiteX35" fmla="*/ 8216222 w 12192000"/>
              <a:gd name="connsiteY35" fmla="*/ 1895553 h 2649426"/>
              <a:gd name="connsiteX36" fmla="*/ 8043728 w 12192000"/>
              <a:gd name="connsiteY36" fmla="*/ 1944200 h 2649426"/>
              <a:gd name="connsiteX37" fmla="*/ 7958999 w 12192000"/>
              <a:gd name="connsiteY37" fmla="*/ 1980667 h 2649426"/>
              <a:gd name="connsiteX38" fmla="*/ 7908348 w 12192000"/>
              <a:gd name="connsiteY38" fmla="*/ 1994348 h 2649426"/>
              <a:gd name="connsiteX39" fmla="*/ 7776470 w 12192000"/>
              <a:gd name="connsiteY39" fmla="*/ 2053315 h 2649426"/>
              <a:gd name="connsiteX40" fmla="*/ 7624559 w 12192000"/>
              <a:gd name="connsiteY40" fmla="*/ 2114216 h 2649426"/>
              <a:gd name="connsiteX41" fmla="*/ 7549398 w 12192000"/>
              <a:gd name="connsiteY41" fmla="*/ 2153051 h 2649426"/>
              <a:gd name="connsiteX42" fmla="*/ 7540934 w 12192000"/>
              <a:gd name="connsiteY42" fmla="*/ 2151418 h 2649426"/>
              <a:gd name="connsiteX43" fmla="*/ 7528900 w 12192000"/>
              <a:gd name="connsiteY43" fmla="*/ 2152107 h 2649426"/>
              <a:gd name="connsiteX44" fmla="*/ 7528656 w 12192000"/>
              <a:gd name="connsiteY44" fmla="*/ 2152584 h 2649426"/>
              <a:gd name="connsiteX45" fmla="*/ 7517280 w 12192000"/>
              <a:gd name="connsiteY45" fmla="*/ 2152327 h 2649426"/>
              <a:gd name="connsiteX46" fmla="*/ 7460956 w 12192000"/>
              <a:gd name="connsiteY46" fmla="*/ 2145255 h 2649426"/>
              <a:gd name="connsiteX47" fmla="*/ 7372921 w 12192000"/>
              <a:gd name="connsiteY47" fmla="*/ 2175069 h 2649426"/>
              <a:gd name="connsiteX48" fmla="*/ 7307317 w 12192000"/>
              <a:gd name="connsiteY48" fmla="*/ 2182031 h 2649426"/>
              <a:gd name="connsiteX49" fmla="*/ 7251199 w 12192000"/>
              <a:gd name="connsiteY49" fmla="*/ 2198184 h 2649426"/>
              <a:gd name="connsiteX50" fmla="*/ 7233016 w 12192000"/>
              <a:gd name="connsiteY50" fmla="*/ 2195902 h 2649426"/>
              <a:gd name="connsiteX51" fmla="*/ 7227281 w 12192000"/>
              <a:gd name="connsiteY51" fmla="*/ 2190042 h 2649426"/>
              <a:gd name="connsiteX52" fmla="*/ 7200745 w 12192000"/>
              <a:gd name="connsiteY52" fmla="*/ 2189321 h 2649426"/>
              <a:gd name="connsiteX53" fmla="*/ 7197924 w 12192000"/>
              <a:gd name="connsiteY53" fmla="*/ 2191205 h 2649426"/>
              <a:gd name="connsiteX54" fmla="*/ 7175198 w 12192000"/>
              <a:gd name="connsiteY54" fmla="*/ 2183294 h 2649426"/>
              <a:gd name="connsiteX55" fmla="*/ 7100681 w 12192000"/>
              <a:gd name="connsiteY55" fmla="*/ 2167822 h 2649426"/>
              <a:gd name="connsiteX56" fmla="*/ 6932665 w 12192000"/>
              <a:gd name="connsiteY56" fmla="*/ 2162157 h 2649426"/>
              <a:gd name="connsiteX57" fmla="*/ 6700029 w 12192000"/>
              <a:gd name="connsiteY57" fmla="*/ 2158310 h 2649426"/>
              <a:gd name="connsiteX58" fmla="*/ 6326162 w 12192000"/>
              <a:gd name="connsiteY58" fmla="*/ 2178632 h 2649426"/>
              <a:gd name="connsiteX59" fmla="*/ 6196177 w 12192000"/>
              <a:gd name="connsiteY59" fmla="*/ 2200059 h 2649426"/>
              <a:gd name="connsiteX60" fmla="*/ 6139086 w 12192000"/>
              <a:gd name="connsiteY60" fmla="*/ 2187339 h 2649426"/>
              <a:gd name="connsiteX61" fmla="*/ 6098878 w 12192000"/>
              <a:gd name="connsiteY61" fmla="*/ 2192939 h 2649426"/>
              <a:gd name="connsiteX62" fmla="*/ 6094339 w 12192000"/>
              <a:gd name="connsiteY62" fmla="*/ 2195871 h 2649426"/>
              <a:gd name="connsiteX63" fmla="*/ 6075163 w 12192000"/>
              <a:gd name="connsiteY63" fmla="*/ 2198856 h 2649426"/>
              <a:gd name="connsiteX64" fmla="*/ 6071016 w 12192000"/>
              <a:gd name="connsiteY64" fmla="*/ 2210639 h 2649426"/>
              <a:gd name="connsiteX65" fmla="*/ 6043058 w 12192000"/>
              <a:gd name="connsiteY65" fmla="*/ 2222971 h 2649426"/>
              <a:gd name="connsiteX66" fmla="*/ 5962031 w 12192000"/>
              <a:gd name="connsiteY66" fmla="*/ 2220873 h 2649426"/>
              <a:gd name="connsiteX67" fmla="*/ 5818648 w 12192000"/>
              <a:gd name="connsiteY67" fmla="*/ 2229309 h 2649426"/>
              <a:gd name="connsiteX68" fmla="*/ 5515979 w 12192000"/>
              <a:gd name="connsiteY68" fmla="*/ 2284946 h 2649426"/>
              <a:gd name="connsiteX69" fmla="*/ 5426280 w 12192000"/>
              <a:gd name="connsiteY69" fmla="*/ 2290560 h 2649426"/>
              <a:gd name="connsiteX70" fmla="*/ 5329896 w 12192000"/>
              <a:gd name="connsiteY70" fmla="*/ 2279209 h 2649426"/>
              <a:gd name="connsiteX71" fmla="*/ 5245363 w 12192000"/>
              <a:gd name="connsiteY71" fmla="*/ 2301618 h 2649426"/>
              <a:gd name="connsiteX72" fmla="*/ 5077816 w 12192000"/>
              <a:gd name="connsiteY72" fmla="*/ 2292570 h 2649426"/>
              <a:gd name="connsiteX73" fmla="*/ 4911519 w 12192000"/>
              <a:gd name="connsiteY73" fmla="*/ 2285340 h 2649426"/>
              <a:gd name="connsiteX74" fmla="*/ 4822447 w 12192000"/>
              <a:gd name="connsiteY74" fmla="*/ 2292174 h 2649426"/>
              <a:gd name="connsiteX75" fmla="*/ 4670737 w 12192000"/>
              <a:gd name="connsiteY75" fmla="*/ 2321711 h 2649426"/>
              <a:gd name="connsiteX76" fmla="*/ 4489013 w 12192000"/>
              <a:gd name="connsiteY76" fmla="*/ 2338805 h 2649426"/>
              <a:gd name="connsiteX77" fmla="*/ 4431159 w 12192000"/>
              <a:gd name="connsiteY77" fmla="*/ 2347536 h 2649426"/>
              <a:gd name="connsiteX78" fmla="*/ 4273885 w 12192000"/>
              <a:gd name="connsiteY78" fmla="*/ 2379520 h 2649426"/>
              <a:gd name="connsiteX79" fmla="*/ 4116925 w 12192000"/>
              <a:gd name="connsiteY79" fmla="*/ 2417756 h 2649426"/>
              <a:gd name="connsiteX80" fmla="*/ 3988558 w 12192000"/>
              <a:gd name="connsiteY80" fmla="*/ 2475821 h 2649426"/>
              <a:gd name="connsiteX81" fmla="*/ 3894771 w 12192000"/>
              <a:gd name="connsiteY81" fmla="*/ 2494652 h 2649426"/>
              <a:gd name="connsiteX82" fmla="*/ 3721493 w 12192000"/>
              <a:gd name="connsiteY82" fmla="*/ 2497646 h 2649426"/>
              <a:gd name="connsiteX83" fmla="*/ 3504883 w 12192000"/>
              <a:gd name="connsiteY83" fmla="*/ 2503869 h 2649426"/>
              <a:gd name="connsiteX84" fmla="*/ 3431219 w 12192000"/>
              <a:gd name="connsiteY84" fmla="*/ 2502163 h 2649426"/>
              <a:gd name="connsiteX85" fmla="*/ 3151243 w 12192000"/>
              <a:gd name="connsiteY85" fmla="*/ 2492405 h 2649426"/>
              <a:gd name="connsiteX86" fmla="*/ 3044025 w 12192000"/>
              <a:gd name="connsiteY86" fmla="*/ 2485298 h 2649426"/>
              <a:gd name="connsiteX87" fmla="*/ 2864954 w 12192000"/>
              <a:gd name="connsiteY87" fmla="*/ 2456476 h 2649426"/>
              <a:gd name="connsiteX88" fmla="*/ 2739588 w 12192000"/>
              <a:gd name="connsiteY88" fmla="*/ 2457956 h 2649426"/>
              <a:gd name="connsiteX89" fmla="*/ 2706684 w 12192000"/>
              <a:gd name="connsiteY89" fmla="*/ 2454540 h 2649426"/>
              <a:gd name="connsiteX90" fmla="*/ 2348435 w 12192000"/>
              <a:gd name="connsiteY90" fmla="*/ 2449176 h 2649426"/>
              <a:gd name="connsiteX91" fmla="*/ 2194299 w 12192000"/>
              <a:gd name="connsiteY91" fmla="*/ 2475215 h 2649426"/>
              <a:gd name="connsiteX92" fmla="*/ 1983009 w 12192000"/>
              <a:gd name="connsiteY92" fmla="*/ 2463117 h 2649426"/>
              <a:gd name="connsiteX93" fmla="*/ 1885040 w 12192000"/>
              <a:gd name="connsiteY93" fmla="*/ 2475917 h 2649426"/>
              <a:gd name="connsiteX94" fmla="*/ 1773324 w 12192000"/>
              <a:gd name="connsiteY94" fmla="*/ 2471718 h 2649426"/>
              <a:gd name="connsiteX95" fmla="*/ 1685197 w 12192000"/>
              <a:gd name="connsiteY95" fmla="*/ 2466249 h 2649426"/>
              <a:gd name="connsiteX96" fmla="*/ 1566422 w 12192000"/>
              <a:gd name="connsiteY96" fmla="*/ 2455175 h 2649426"/>
              <a:gd name="connsiteX97" fmla="*/ 1300369 w 12192000"/>
              <a:gd name="connsiteY97" fmla="*/ 2444914 h 2649426"/>
              <a:gd name="connsiteX98" fmla="*/ 1081876 w 12192000"/>
              <a:gd name="connsiteY98" fmla="*/ 2476491 h 2649426"/>
              <a:gd name="connsiteX99" fmla="*/ 957561 w 12192000"/>
              <a:gd name="connsiteY99" fmla="*/ 2484124 h 2649426"/>
              <a:gd name="connsiteX100" fmla="*/ 822775 w 12192000"/>
              <a:gd name="connsiteY100" fmla="*/ 2542292 h 2649426"/>
              <a:gd name="connsiteX101" fmla="*/ 653171 w 12192000"/>
              <a:gd name="connsiteY101" fmla="*/ 2607266 h 2649426"/>
              <a:gd name="connsiteX102" fmla="*/ 511469 w 12192000"/>
              <a:gd name="connsiteY102" fmla="*/ 2598742 h 2649426"/>
              <a:gd name="connsiteX103" fmla="*/ 441281 w 12192000"/>
              <a:gd name="connsiteY103" fmla="*/ 2605939 h 2649426"/>
              <a:gd name="connsiteX104" fmla="*/ 297100 w 12192000"/>
              <a:gd name="connsiteY104" fmla="*/ 2639558 h 2649426"/>
              <a:gd name="connsiteX105" fmla="*/ 97385 w 12192000"/>
              <a:gd name="connsiteY105" fmla="*/ 2636063 h 2649426"/>
              <a:gd name="connsiteX106" fmla="*/ 48888 w 12192000"/>
              <a:gd name="connsiteY106" fmla="*/ 2641447 h 2649426"/>
              <a:gd name="connsiteX107" fmla="*/ 0 w 12192000"/>
              <a:gd name="connsiteY107" fmla="*/ 2649426 h 2649426"/>
              <a:gd name="connsiteX108" fmla="*/ 0 w 12192000"/>
              <a:gd name="connsiteY108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35223 w 12192000"/>
              <a:gd name="connsiteY4" fmla="*/ 1714510 h 2649426"/>
              <a:gd name="connsiteX5" fmla="*/ 11924243 w 12192000"/>
              <a:gd name="connsiteY5" fmla="*/ 1725938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425377 w 12192000"/>
              <a:gd name="connsiteY8" fmla="*/ 1625577 h 2649426"/>
              <a:gd name="connsiteX9" fmla="*/ 11364686 w 12192000"/>
              <a:gd name="connsiteY9" fmla="*/ 1616572 h 2649426"/>
              <a:gd name="connsiteX10" fmla="*/ 11193595 w 12192000"/>
              <a:gd name="connsiteY10" fmla="*/ 1558403 h 2649426"/>
              <a:gd name="connsiteX11" fmla="*/ 11146426 w 12192000"/>
              <a:gd name="connsiteY11" fmla="*/ 1555308 h 2649426"/>
              <a:gd name="connsiteX12" fmla="*/ 10841711 w 12192000"/>
              <a:gd name="connsiteY12" fmla="*/ 1541883 h 2649426"/>
              <a:gd name="connsiteX13" fmla="*/ 10698183 w 12192000"/>
              <a:gd name="connsiteY13" fmla="*/ 1556682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15364 w 12192000"/>
              <a:gd name="connsiteY17" fmla="*/ 1574304 h 2649426"/>
              <a:gd name="connsiteX18" fmla="*/ 10454183 w 12192000"/>
              <a:gd name="connsiteY18" fmla="*/ 1572375 h 2649426"/>
              <a:gd name="connsiteX19" fmla="*/ 10329259 w 12192000"/>
              <a:gd name="connsiteY19" fmla="*/ 1579142 h 2649426"/>
              <a:gd name="connsiteX20" fmla="*/ 10128072 w 12192000"/>
              <a:gd name="connsiteY20" fmla="*/ 1610789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225536 w 12192000"/>
              <a:gd name="connsiteY24" fmla="*/ 1741303 h 2649426"/>
              <a:gd name="connsiteX25" fmla="*/ 9144490 w 12192000"/>
              <a:gd name="connsiteY25" fmla="*/ 1756665 h 2649426"/>
              <a:gd name="connsiteX26" fmla="*/ 9031250 w 12192000"/>
              <a:gd name="connsiteY26" fmla="*/ 1782330 h 2649426"/>
              <a:gd name="connsiteX27" fmla="*/ 8985382 w 12192000"/>
              <a:gd name="connsiteY27" fmla="*/ 1798267 h 2649426"/>
              <a:gd name="connsiteX28" fmla="*/ 8906505 w 12192000"/>
              <a:gd name="connsiteY28" fmla="*/ 1834715 h 2649426"/>
              <a:gd name="connsiteX29" fmla="*/ 8833229 w 12192000"/>
              <a:gd name="connsiteY29" fmla="*/ 1846521 h 2649426"/>
              <a:gd name="connsiteX30" fmla="*/ 8705687 w 12192000"/>
              <a:gd name="connsiteY30" fmla="*/ 1848419 h 2649426"/>
              <a:gd name="connsiteX31" fmla="*/ 8700414 w 12192000"/>
              <a:gd name="connsiteY31" fmla="*/ 1857766 h 2649426"/>
              <a:gd name="connsiteX32" fmla="*/ 8643017 w 12192000"/>
              <a:gd name="connsiteY32" fmla="*/ 1865810 h 2649426"/>
              <a:gd name="connsiteX33" fmla="*/ 8460271 w 12192000"/>
              <a:gd name="connsiteY33" fmla="*/ 1856718 h 2649426"/>
              <a:gd name="connsiteX34" fmla="*/ 8330326 w 12192000"/>
              <a:gd name="connsiteY34" fmla="*/ 1873969 h 2649426"/>
              <a:gd name="connsiteX35" fmla="*/ 8216222 w 12192000"/>
              <a:gd name="connsiteY35" fmla="*/ 1895553 h 2649426"/>
              <a:gd name="connsiteX36" fmla="*/ 8043728 w 12192000"/>
              <a:gd name="connsiteY36" fmla="*/ 1944200 h 2649426"/>
              <a:gd name="connsiteX37" fmla="*/ 7958999 w 12192000"/>
              <a:gd name="connsiteY37" fmla="*/ 1980667 h 2649426"/>
              <a:gd name="connsiteX38" fmla="*/ 7908348 w 12192000"/>
              <a:gd name="connsiteY38" fmla="*/ 1994348 h 2649426"/>
              <a:gd name="connsiteX39" fmla="*/ 7776470 w 12192000"/>
              <a:gd name="connsiteY39" fmla="*/ 2053315 h 2649426"/>
              <a:gd name="connsiteX40" fmla="*/ 7624559 w 12192000"/>
              <a:gd name="connsiteY40" fmla="*/ 2114216 h 2649426"/>
              <a:gd name="connsiteX41" fmla="*/ 7549398 w 12192000"/>
              <a:gd name="connsiteY41" fmla="*/ 2153051 h 2649426"/>
              <a:gd name="connsiteX42" fmla="*/ 7540934 w 12192000"/>
              <a:gd name="connsiteY42" fmla="*/ 2151418 h 2649426"/>
              <a:gd name="connsiteX43" fmla="*/ 7528900 w 12192000"/>
              <a:gd name="connsiteY43" fmla="*/ 2152107 h 2649426"/>
              <a:gd name="connsiteX44" fmla="*/ 7528656 w 12192000"/>
              <a:gd name="connsiteY44" fmla="*/ 2152584 h 2649426"/>
              <a:gd name="connsiteX45" fmla="*/ 7517280 w 12192000"/>
              <a:gd name="connsiteY45" fmla="*/ 2152327 h 2649426"/>
              <a:gd name="connsiteX46" fmla="*/ 7460956 w 12192000"/>
              <a:gd name="connsiteY46" fmla="*/ 2145255 h 2649426"/>
              <a:gd name="connsiteX47" fmla="*/ 7372921 w 12192000"/>
              <a:gd name="connsiteY47" fmla="*/ 2175069 h 2649426"/>
              <a:gd name="connsiteX48" fmla="*/ 7307317 w 12192000"/>
              <a:gd name="connsiteY48" fmla="*/ 2182031 h 2649426"/>
              <a:gd name="connsiteX49" fmla="*/ 7251199 w 12192000"/>
              <a:gd name="connsiteY49" fmla="*/ 2198184 h 2649426"/>
              <a:gd name="connsiteX50" fmla="*/ 7233016 w 12192000"/>
              <a:gd name="connsiteY50" fmla="*/ 2195902 h 2649426"/>
              <a:gd name="connsiteX51" fmla="*/ 7227281 w 12192000"/>
              <a:gd name="connsiteY51" fmla="*/ 2190042 h 2649426"/>
              <a:gd name="connsiteX52" fmla="*/ 7200745 w 12192000"/>
              <a:gd name="connsiteY52" fmla="*/ 2189321 h 2649426"/>
              <a:gd name="connsiteX53" fmla="*/ 7197924 w 12192000"/>
              <a:gd name="connsiteY53" fmla="*/ 2191205 h 2649426"/>
              <a:gd name="connsiteX54" fmla="*/ 7175198 w 12192000"/>
              <a:gd name="connsiteY54" fmla="*/ 2183294 h 2649426"/>
              <a:gd name="connsiteX55" fmla="*/ 7100681 w 12192000"/>
              <a:gd name="connsiteY55" fmla="*/ 2167822 h 2649426"/>
              <a:gd name="connsiteX56" fmla="*/ 6932665 w 12192000"/>
              <a:gd name="connsiteY56" fmla="*/ 2162157 h 2649426"/>
              <a:gd name="connsiteX57" fmla="*/ 6700029 w 12192000"/>
              <a:gd name="connsiteY57" fmla="*/ 2158310 h 2649426"/>
              <a:gd name="connsiteX58" fmla="*/ 6326162 w 12192000"/>
              <a:gd name="connsiteY58" fmla="*/ 2178632 h 2649426"/>
              <a:gd name="connsiteX59" fmla="*/ 6196177 w 12192000"/>
              <a:gd name="connsiteY59" fmla="*/ 2200059 h 2649426"/>
              <a:gd name="connsiteX60" fmla="*/ 6139086 w 12192000"/>
              <a:gd name="connsiteY60" fmla="*/ 2187339 h 2649426"/>
              <a:gd name="connsiteX61" fmla="*/ 6098878 w 12192000"/>
              <a:gd name="connsiteY61" fmla="*/ 2192939 h 2649426"/>
              <a:gd name="connsiteX62" fmla="*/ 6094339 w 12192000"/>
              <a:gd name="connsiteY62" fmla="*/ 2195871 h 2649426"/>
              <a:gd name="connsiteX63" fmla="*/ 6075163 w 12192000"/>
              <a:gd name="connsiteY63" fmla="*/ 2198856 h 2649426"/>
              <a:gd name="connsiteX64" fmla="*/ 6071016 w 12192000"/>
              <a:gd name="connsiteY64" fmla="*/ 2210639 h 2649426"/>
              <a:gd name="connsiteX65" fmla="*/ 6043058 w 12192000"/>
              <a:gd name="connsiteY65" fmla="*/ 2222971 h 2649426"/>
              <a:gd name="connsiteX66" fmla="*/ 5962031 w 12192000"/>
              <a:gd name="connsiteY66" fmla="*/ 2220873 h 2649426"/>
              <a:gd name="connsiteX67" fmla="*/ 5818648 w 12192000"/>
              <a:gd name="connsiteY67" fmla="*/ 2229309 h 2649426"/>
              <a:gd name="connsiteX68" fmla="*/ 5515979 w 12192000"/>
              <a:gd name="connsiteY68" fmla="*/ 2284946 h 2649426"/>
              <a:gd name="connsiteX69" fmla="*/ 5426280 w 12192000"/>
              <a:gd name="connsiteY69" fmla="*/ 2290560 h 2649426"/>
              <a:gd name="connsiteX70" fmla="*/ 5329896 w 12192000"/>
              <a:gd name="connsiteY70" fmla="*/ 2279209 h 2649426"/>
              <a:gd name="connsiteX71" fmla="*/ 5245363 w 12192000"/>
              <a:gd name="connsiteY71" fmla="*/ 2301618 h 2649426"/>
              <a:gd name="connsiteX72" fmla="*/ 5077816 w 12192000"/>
              <a:gd name="connsiteY72" fmla="*/ 2292570 h 2649426"/>
              <a:gd name="connsiteX73" fmla="*/ 4911519 w 12192000"/>
              <a:gd name="connsiteY73" fmla="*/ 2285340 h 2649426"/>
              <a:gd name="connsiteX74" fmla="*/ 4822447 w 12192000"/>
              <a:gd name="connsiteY74" fmla="*/ 2292174 h 2649426"/>
              <a:gd name="connsiteX75" fmla="*/ 4670737 w 12192000"/>
              <a:gd name="connsiteY75" fmla="*/ 2321711 h 2649426"/>
              <a:gd name="connsiteX76" fmla="*/ 4489013 w 12192000"/>
              <a:gd name="connsiteY76" fmla="*/ 2338805 h 2649426"/>
              <a:gd name="connsiteX77" fmla="*/ 4431159 w 12192000"/>
              <a:gd name="connsiteY77" fmla="*/ 2347536 h 2649426"/>
              <a:gd name="connsiteX78" fmla="*/ 4273885 w 12192000"/>
              <a:gd name="connsiteY78" fmla="*/ 2379520 h 2649426"/>
              <a:gd name="connsiteX79" fmla="*/ 4116925 w 12192000"/>
              <a:gd name="connsiteY79" fmla="*/ 2417756 h 2649426"/>
              <a:gd name="connsiteX80" fmla="*/ 3988558 w 12192000"/>
              <a:gd name="connsiteY80" fmla="*/ 2475821 h 2649426"/>
              <a:gd name="connsiteX81" fmla="*/ 3894771 w 12192000"/>
              <a:gd name="connsiteY81" fmla="*/ 2494652 h 2649426"/>
              <a:gd name="connsiteX82" fmla="*/ 3721493 w 12192000"/>
              <a:gd name="connsiteY82" fmla="*/ 2497646 h 2649426"/>
              <a:gd name="connsiteX83" fmla="*/ 3504883 w 12192000"/>
              <a:gd name="connsiteY83" fmla="*/ 2503869 h 2649426"/>
              <a:gd name="connsiteX84" fmla="*/ 3431219 w 12192000"/>
              <a:gd name="connsiteY84" fmla="*/ 2502163 h 2649426"/>
              <a:gd name="connsiteX85" fmla="*/ 3151243 w 12192000"/>
              <a:gd name="connsiteY85" fmla="*/ 2492405 h 2649426"/>
              <a:gd name="connsiteX86" fmla="*/ 3044025 w 12192000"/>
              <a:gd name="connsiteY86" fmla="*/ 2485298 h 2649426"/>
              <a:gd name="connsiteX87" fmla="*/ 2864954 w 12192000"/>
              <a:gd name="connsiteY87" fmla="*/ 2456476 h 2649426"/>
              <a:gd name="connsiteX88" fmla="*/ 2739588 w 12192000"/>
              <a:gd name="connsiteY88" fmla="*/ 2457956 h 2649426"/>
              <a:gd name="connsiteX89" fmla="*/ 2706684 w 12192000"/>
              <a:gd name="connsiteY89" fmla="*/ 2454540 h 2649426"/>
              <a:gd name="connsiteX90" fmla="*/ 2348435 w 12192000"/>
              <a:gd name="connsiteY90" fmla="*/ 2449176 h 2649426"/>
              <a:gd name="connsiteX91" fmla="*/ 2194299 w 12192000"/>
              <a:gd name="connsiteY91" fmla="*/ 2475215 h 2649426"/>
              <a:gd name="connsiteX92" fmla="*/ 1983009 w 12192000"/>
              <a:gd name="connsiteY92" fmla="*/ 2463117 h 2649426"/>
              <a:gd name="connsiteX93" fmla="*/ 1885040 w 12192000"/>
              <a:gd name="connsiteY93" fmla="*/ 2475917 h 2649426"/>
              <a:gd name="connsiteX94" fmla="*/ 1773324 w 12192000"/>
              <a:gd name="connsiteY94" fmla="*/ 2471718 h 2649426"/>
              <a:gd name="connsiteX95" fmla="*/ 1685197 w 12192000"/>
              <a:gd name="connsiteY95" fmla="*/ 2466249 h 2649426"/>
              <a:gd name="connsiteX96" fmla="*/ 1566422 w 12192000"/>
              <a:gd name="connsiteY96" fmla="*/ 2455175 h 2649426"/>
              <a:gd name="connsiteX97" fmla="*/ 1300369 w 12192000"/>
              <a:gd name="connsiteY97" fmla="*/ 2444914 h 2649426"/>
              <a:gd name="connsiteX98" fmla="*/ 1081876 w 12192000"/>
              <a:gd name="connsiteY98" fmla="*/ 2476491 h 2649426"/>
              <a:gd name="connsiteX99" fmla="*/ 957561 w 12192000"/>
              <a:gd name="connsiteY99" fmla="*/ 2484124 h 2649426"/>
              <a:gd name="connsiteX100" fmla="*/ 822775 w 12192000"/>
              <a:gd name="connsiteY100" fmla="*/ 2542292 h 2649426"/>
              <a:gd name="connsiteX101" fmla="*/ 653171 w 12192000"/>
              <a:gd name="connsiteY101" fmla="*/ 2607266 h 2649426"/>
              <a:gd name="connsiteX102" fmla="*/ 511469 w 12192000"/>
              <a:gd name="connsiteY102" fmla="*/ 2598742 h 2649426"/>
              <a:gd name="connsiteX103" fmla="*/ 441281 w 12192000"/>
              <a:gd name="connsiteY103" fmla="*/ 2605939 h 2649426"/>
              <a:gd name="connsiteX104" fmla="*/ 297100 w 12192000"/>
              <a:gd name="connsiteY104" fmla="*/ 2639558 h 2649426"/>
              <a:gd name="connsiteX105" fmla="*/ 97385 w 12192000"/>
              <a:gd name="connsiteY105" fmla="*/ 2636063 h 2649426"/>
              <a:gd name="connsiteX106" fmla="*/ 48888 w 12192000"/>
              <a:gd name="connsiteY106" fmla="*/ 2641447 h 2649426"/>
              <a:gd name="connsiteX107" fmla="*/ 0 w 12192000"/>
              <a:gd name="connsiteY107" fmla="*/ 2649426 h 2649426"/>
              <a:gd name="connsiteX108" fmla="*/ 0 w 12192000"/>
              <a:gd name="connsiteY108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35223 w 12192000"/>
              <a:gd name="connsiteY4" fmla="*/ 1714510 h 2649426"/>
              <a:gd name="connsiteX5" fmla="*/ 11924243 w 12192000"/>
              <a:gd name="connsiteY5" fmla="*/ 1725938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425377 w 12192000"/>
              <a:gd name="connsiteY8" fmla="*/ 1625577 h 2649426"/>
              <a:gd name="connsiteX9" fmla="*/ 11364686 w 12192000"/>
              <a:gd name="connsiteY9" fmla="*/ 1616572 h 2649426"/>
              <a:gd name="connsiteX10" fmla="*/ 11193595 w 12192000"/>
              <a:gd name="connsiteY10" fmla="*/ 1558403 h 2649426"/>
              <a:gd name="connsiteX11" fmla="*/ 11146426 w 12192000"/>
              <a:gd name="connsiteY11" fmla="*/ 1555308 h 2649426"/>
              <a:gd name="connsiteX12" fmla="*/ 10841711 w 12192000"/>
              <a:gd name="connsiteY12" fmla="*/ 1541883 h 2649426"/>
              <a:gd name="connsiteX13" fmla="*/ 10698183 w 12192000"/>
              <a:gd name="connsiteY13" fmla="*/ 1556682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515364 w 12192000"/>
              <a:gd name="connsiteY17" fmla="*/ 1574304 h 2649426"/>
              <a:gd name="connsiteX18" fmla="*/ 10404265 w 12192000"/>
              <a:gd name="connsiteY18" fmla="*/ 1572375 h 2649426"/>
              <a:gd name="connsiteX19" fmla="*/ 10329259 w 12192000"/>
              <a:gd name="connsiteY19" fmla="*/ 1579142 h 2649426"/>
              <a:gd name="connsiteX20" fmla="*/ 10128072 w 12192000"/>
              <a:gd name="connsiteY20" fmla="*/ 1610789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225536 w 12192000"/>
              <a:gd name="connsiteY24" fmla="*/ 1741303 h 2649426"/>
              <a:gd name="connsiteX25" fmla="*/ 9144490 w 12192000"/>
              <a:gd name="connsiteY25" fmla="*/ 1756665 h 2649426"/>
              <a:gd name="connsiteX26" fmla="*/ 9031250 w 12192000"/>
              <a:gd name="connsiteY26" fmla="*/ 1782330 h 2649426"/>
              <a:gd name="connsiteX27" fmla="*/ 8985382 w 12192000"/>
              <a:gd name="connsiteY27" fmla="*/ 1798267 h 2649426"/>
              <a:gd name="connsiteX28" fmla="*/ 8906505 w 12192000"/>
              <a:gd name="connsiteY28" fmla="*/ 1834715 h 2649426"/>
              <a:gd name="connsiteX29" fmla="*/ 8833229 w 12192000"/>
              <a:gd name="connsiteY29" fmla="*/ 1846521 h 2649426"/>
              <a:gd name="connsiteX30" fmla="*/ 8705687 w 12192000"/>
              <a:gd name="connsiteY30" fmla="*/ 1848419 h 2649426"/>
              <a:gd name="connsiteX31" fmla="*/ 8700414 w 12192000"/>
              <a:gd name="connsiteY31" fmla="*/ 1857766 h 2649426"/>
              <a:gd name="connsiteX32" fmla="*/ 8643017 w 12192000"/>
              <a:gd name="connsiteY32" fmla="*/ 1865810 h 2649426"/>
              <a:gd name="connsiteX33" fmla="*/ 8460271 w 12192000"/>
              <a:gd name="connsiteY33" fmla="*/ 1856718 h 2649426"/>
              <a:gd name="connsiteX34" fmla="*/ 8330326 w 12192000"/>
              <a:gd name="connsiteY34" fmla="*/ 1873969 h 2649426"/>
              <a:gd name="connsiteX35" fmla="*/ 8216222 w 12192000"/>
              <a:gd name="connsiteY35" fmla="*/ 1895553 h 2649426"/>
              <a:gd name="connsiteX36" fmla="*/ 8043728 w 12192000"/>
              <a:gd name="connsiteY36" fmla="*/ 1944200 h 2649426"/>
              <a:gd name="connsiteX37" fmla="*/ 7958999 w 12192000"/>
              <a:gd name="connsiteY37" fmla="*/ 1980667 h 2649426"/>
              <a:gd name="connsiteX38" fmla="*/ 7908348 w 12192000"/>
              <a:gd name="connsiteY38" fmla="*/ 1994348 h 2649426"/>
              <a:gd name="connsiteX39" fmla="*/ 7776470 w 12192000"/>
              <a:gd name="connsiteY39" fmla="*/ 2053315 h 2649426"/>
              <a:gd name="connsiteX40" fmla="*/ 7624559 w 12192000"/>
              <a:gd name="connsiteY40" fmla="*/ 2114216 h 2649426"/>
              <a:gd name="connsiteX41" fmla="*/ 7549398 w 12192000"/>
              <a:gd name="connsiteY41" fmla="*/ 2153051 h 2649426"/>
              <a:gd name="connsiteX42" fmla="*/ 7540934 w 12192000"/>
              <a:gd name="connsiteY42" fmla="*/ 2151418 h 2649426"/>
              <a:gd name="connsiteX43" fmla="*/ 7528900 w 12192000"/>
              <a:gd name="connsiteY43" fmla="*/ 2152107 h 2649426"/>
              <a:gd name="connsiteX44" fmla="*/ 7528656 w 12192000"/>
              <a:gd name="connsiteY44" fmla="*/ 2152584 h 2649426"/>
              <a:gd name="connsiteX45" fmla="*/ 7517280 w 12192000"/>
              <a:gd name="connsiteY45" fmla="*/ 2152327 h 2649426"/>
              <a:gd name="connsiteX46" fmla="*/ 7460956 w 12192000"/>
              <a:gd name="connsiteY46" fmla="*/ 2145255 h 2649426"/>
              <a:gd name="connsiteX47" fmla="*/ 7372921 w 12192000"/>
              <a:gd name="connsiteY47" fmla="*/ 2175069 h 2649426"/>
              <a:gd name="connsiteX48" fmla="*/ 7307317 w 12192000"/>
              <a:gd name="connsiteY48" fmla="*/ 2182031 h 2649426"/>
              <a:gd name="connsiteX49" fmla="*/ 7251199 w 12192000"/>
              <a:gd name="connsiteY49" fmla="*/ 2198184 h 2649426"/>
              <a:gd name="connsiteX50" fmla="*/ 7233016 w 12192000"/>
              <a:gd name="connsiteY50" fmla="*/ 2195902 h 2649426"/>
              <a:gd name="connsiteX51" fmla="*/ 7227281 w 12192000"/>
              <a:gd name="connsiteY51" fmla="*/ 2190042 h 2649426"/>
              <a:gd name="connsiteX52" fmla="*/ 7200745 w 12192000"/>
              <a:gd name="connsiteY52" fmla="*/ 2189321 h 2649426"/>
              <a:gd name="connsiteX53" fmla="*/ 7197924 w 12192000"/>
              <a:gd name="connsiteY53" fmla="*/ 2191205 h 2649426"/>
              <a:gd name="connsiteX54" fmla="*/ 7175198 w 12192000"/>
              <a:gd name="connsiteY54" fmla="*/ 2183294 h 2649426"/>
              <a:gd name="connsiteX55" fmla="*/ 7100681 w 12192000"/>
              <a:gd name="connsiteY55" fmla="*/ 2167822 h 2649426"/>
              <a:gd name="connsiteX56" fmla="*/ 6932665 w 12192000"/>
              <a:gd name="connsiteY56" fmla="*/ 2162157 h 2649426"/>
              <a:gd name="connsiteX57" fmla="*/ 6700029 w 12192000"/>
              <a:gd name="connsiteY57" fmla="*/ 2158310 h 2649426"/>
              <a:gd name="connsiteX58" fmla="*/ 6326162 w 12192000"/>
              <a:gd name="connsiteY58" fmla="*/ 2178632 h 2649426"/>
              <a:gd name="connsiteX59" fmla="*/ 6196177 w 12192000"/>
              <a:gd name="connsiteY59" fmla="*/ 2200059 h 2649426"/>
              <a:gd name="connsiteX60" fmla="*/ 6139086 w 12192000"/>
              <a:gd name="connsiteY60" fmla="*/ 2187339 h 2649426"/>
              <a:gd name="connsiteX61" fmla="*/ 6098878 w 12192000"/>
              <a:gd name="connsiteY61" fmla="*/ 2192939 h 2649426"/>
              <a:gd name="connsiteX62" fmla="*/ 6094339 w 12192000"/>
              <a:gd name="connsiteY62" fmla="*/ 2195871 h 2649426"/>
              <a:gd name="connsiteX63" fmla="*/ 6075163 w 12192000"/>
              <a:gd name="connsiteY63" fmla="*/ 2198856 h 2649426"/>
              <a:gd name="connsiteX64" fmla="*/ 6071016 w 12192000"/>
              <a:gd name="connsiteY64" fmla="*/ 2210639 h 2649426"/>
              <a:gd name="connsiteX65" fmla="*/ 6043058 w 12192000"/>
              <a:gd name="connsiteY65" fmla="*/ 2222971 h 2649426"/>
              <a:gd name="connsiteX66" fmla="*/ 5962031 w 12192000"/>
              <a:gd name="connsiteY66" fmla="*/ 2220873 h 2649426"/>
              <a:gd name="connsiteX67" fmla="*/ 5818648 w 12192000"/>
              <a:gd name="connsiteY67" fmla="*/ 2229309 h 2649426"/>
              <a:gd name="connsiteX68" fmla="*/ 5515979 w 12192000"/>
              <a:gd name="connsiteY68" fmla="*/ 2284946 h 2649426"/>
              <a:gd name="connsiteX69" fmla="*/ 5426280 w 12192000"/>
              <a:gd name="connsiteY69" fmla="*/ 2290560 h 2649426"/>
              <a:gd name="connsiteX70" fmla="*/ 5329896 w 12192000"/>
              <a:gd name="connsiteY70" fmla="*/ 2279209 h 2649426"/>
              <a:gd name="connsiteX71" fmla="*/ 5245363 w 12192000"/>
              <a:gd name="connsiteY71" fmla="*/ 2301618 h 2649426"/>
              <a:gd name="connsiteX72" fmla="*/ 5077816 w 12192000"/>
              <a:gd name="connsiteY72" fmla="*/ 2292570 h 2649426"/>
              <a:gd name="connsiteX73" fmla="*/ 4911519 w 12192000"/>
              <a:gd name="connsiteY73" fmla="*/ 2285340 h 2649426"/>
              <a:gd name="connsiteX74" fmla="*/ 4822447 w 12192000"/>
              <a:gd name="connsiteY74" fmla="*/ 2292174 h 2649426"/>
              <a:gd name="connsiteX75" fmla="*/ 4670737 w 12192000"/>
              <a:gd name="connsiteY75" fmla="*/ 2321711 h 2649426"/>
              <a:gd name="connsiteX76" fmla="*/ 4489013 w 12192000"/>
              <a:gd name="connsiteY76" fmla="*/ 2338805 h 2649426"/>
              <a:gd name="connsiteX77" fmla="*/ 4431159 w 12192000"/>
              <a:gd name="connsiteY77" fmla="*/ 2347536 h 2649426"/>
              <a:gd name="connsiteX78" fmla="*/ 4273885 w 12192000"/>
              <a:gd name="connsiteY78" fmla="*/ 2379520 h 2649426"/>
              <a:gd name="connsiteX79" fmla="*/ 4116925 w 12192000"/>
              <a:gd name="connsiteY79" fmla="*/ 2417756 h 2649426"/>
              <a:gd name="connsiteX80" fmla="*/ 3988558 w 12192000"/>
              <a:gd name="connsiteY80" fmla="*/ 2475821 h 2649426"/>
              <a:gd name="connsiteX81" fmla="*/ 3894771 w 12192000"/>
              <a:gd name="connsiteY81" fmla="*/ 2494652 h 2649426"/>
              <a:gd name="connsiteX82" fmla="*/ 3721493 w 12192000"/>
              <a:gd name="connsiteY82" fmla="*/ 2497646 h 2649426"/>
              <a:gd name="connsiteX83" fmla="*/ 3504883 w 12192000"/>
              <a:gd name="connsiteY83" fmla="*/ 2503869 h 2649426"/>
              <a:gd name="connsiteX84" fmla="*/ 3431219 w 12192000"/>
              <a:gd name="connsiteY84" fmla="*/ 2502163 h 2649426"/>
              <a:gd name="connsiteX85" fmla="*/ 3151243 w 12192000"/>
              <a:gd name="connsiteY85" fmla="*/ 2492405 h 2649426"/>
              <a:gd name="connsiteX86" fmla="*/ 3044025 w 12192000"/>
              <a:gd name="connsiteY86" fmla="*/ 2485298 h 2649426"/>
              <a:gd name="connsiteX87" fmla="*/ 2864954 w 12192000"/>
              <a:gd name="connsiteY87" fmla="*/ 2456476 h 2649426"/>
              <a:gd name="connsiteX88" fmla="*/ 2739588 w 12192000"/>
              <a:gd name="connsiteY88" fmla="*/ 2457956 h 2649426"/>
              <a:gd name="connsiteX89" fmla="*/ 2706684 w 12192000"/>
              <a:gd name="connsiteY89" fmla="*/ 2454540 h 2649426"/>
              <a:gd name="connsiteX90" fmla="*/ 2348435 w 12192000"/>
              <a:gd name="connsiteY90" fmla="*/ 2449176 h 2649426"/>
              <a:gd name="connsiteX91" fmla="*/ 2194299 w 12192000"/>
              <a:gd name="connsiteY91" fmla="*/ 2475215 h 2649426"/>
              <a:gd name="connsiteX92" fmla="*/ 1983009 w 12192000"/>
              <a:gd name="connsiteY92" fmla="*/ 2463117 h 2649426"/>
              <a:gd name="connsiteX93" fmla="*/ 1885040 w 12192000"/>
              <a:gd name="connsiteY93" fmla="*/ 2475917 h 2649426"/>
              <a:gd name="connsiteX94" fmla="*/ 1773324 w 12192000"/>
              <a:gd name="connsiteY94" fmla="*/ 2471718 h 2649426"/>
              <a:gd name="connsiteX95" fmla="*/ 1685197 w 12192000"/>
              <a:gd name="connsiteY95" fmla="*/ 2466249 h 2649426"/>
              <a:gd name="connsiteX96" fmla="*/ 1566422 w 12192000"/>
              <a:gd name="connsiteY96" fmla="*/ 2455175 h 2649426"/>
              <a:gd name="connsiteX97" fmla="*/ 1300369 w 12192000"/>
              <a:gd name="connsiteY97" fmla="*/ 2444914 h 2649426"/>
              <a:gd name="connsiteX98" fmla="*/ 1081876 w 12192000"/>
              <a:gd name="connsiteY98" fmla="*/ 2476491 h 2649426"/>
              <a:gd name="connsiteX99" fmla="*/ 957561 w 12192000"/>
              <a:gd name="connsiteY99" fmla="*/ 2484124 h 2649426"/>
              <a:gd name="connsiteX100" fmla="*/ 822775 w 12192000"/>
              <a:gd name="connsiteY100" fmla="*/ 2542292 h 2649426"/>
              <a:gd name="connsiteX101" fmla="*/ 653171 w 12192000"/>
              <a:gd name="connsiteY101" fmla="*/ 2607266 h 2649426"/>
              <a:gd name="connsiteX102" fmla="*/ 511469 w 12192000"/>
              <a:gd name="connsiteY102" fmla="*/ 2598742 h 2649426"/>
              <a:gd name="connsiteX103" fmla="*/ 441281 w 12192000"/>
              <a:gd name="connsiteY103" fmla="*/ 2605939 h 2649426"/>
              <a:gd name="connsiteX104" fmla="*/ 297100 w 12192000"/>
              <a:gd name="connsiteY104" fmla="*/ 2639558 h 2649426"/>
              <a:gd name="connsiteX105" fmla="*/ 97385 w 12192000"/>
              <a:gd name="connsiteY105" fmla="*/ 2636063 h 2649426"/>
              <a:gd name="connsiteX106" fmla="*/ 48888 w 12192000"/>
              <a:gd name="connsiteY106" fmla="*/ 2641447 h 2649426"/>
              <a:gd name="connsiteX107" fmla="*/ 0 w 12192000"/>
              <a:gd name="connsiteY107" fmla="*/ 2649426 h 2649426"/>
              <a:gd name="connsiteX108" fmla="*/ 0 w 12192000"/>
              <a:gd name="connsiteY108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35223 w 12192000"/>
              <a:gd name="connsiteY4" fmla="*/ 1714510 h 2649426"/>
              <a:gd name="connsiteX5" fmla="*/ 11924243 w 12192000"/>
              <a:gd name="connsiteY5" fmla="*/ 1725938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425377 w 12192000"/>
              <a:gd name="connsiteY8" fmla="*/ 1625577 h 2649426"/>
              <a:gd name="connsiteX9" fmla="*/ 11364686 w 12192000"/>
              <a:gd name="connsiteY9" fmla="*/ 1616572 h 2649426"/>
              <a:gd name="connsiteX10" fmla="*/ 11193595 w 12192000"/>
              <a:gd name="connsiteY10" fmla="*/ 1558403 h 2649426"/>
              <a:gd name="connsiteX11" fmla="*/ 11146426 w 12192000"/>
              <a:gd name="connsiteY11" fmla="*/ 1555308 h 2649426"/>
              <a:gd name="connsiteX12" fmla="*/ 10841711 w 12192000"/>
              <a:gd name="connsiteY12" fmla="*/ 1541883 h 2649426"/>
              <a:gd name="connsiteX13" fmla="*/ 10698183 w 12192000"/>
              <a:gd name="connsiteY13" fmla="*/ 1556682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46586 w 12192000"/>
              <a:gd name="connsiteY16" fmla="*/ 1559265 h 2649426"/>
              <a:gd name="connsiteX17" fmla="*/ 10465446 w 12192000"/>
              <a:gd name="connsiteY17" fmla="*/ 1574304 h 2649426"/>
              <a:gd name="connsiteX18" fmla="*/ 10404265 w 12192000"/>
              <a:gd name="connsiteY18" fmla="*/ 1572375 h 2649426"/>
              <a:gd name="connsiteX19" fmla="*/ 10329259 w 12192000"/>
              <a:gd name="connsiteY19" fmla="*/ 1579142 h 2649426"/>
              <a:gd name="connsiteX20" fmla="*/ 10128072 w 12192000"/>
              <a:gd name="connsiteY20" fmla="*/ 1610789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225536 w 12192000"/>
              <a:gd name="connsiteY24" fmla="*/ 1741303 h 2649426"/>
              <a:gd name="connsiteX25" fmla="*/ 9144490 w 12192000"/>
              <a:gd name="connsiteY25" fmla="*/ 1756665 h 2649426"/>
              <a:gd name="connsiteX26" fmla="*/ 9031250 w 12192000"/>
              <a:gd name="connsiteY26" fmla="*/ 1782330 h 2649426"/>
              <a:gd name="connsiteX27" fmla="*/ 8985382 w 12192000"/>
              <a:gd name="connsiteY27" fmla="*/ 1798267 h 2649426"/>
              <a:gd name="connsiteX28" fmla="*/ 8906505 w 12192000"/>
              <a:gd name="connsiteY28" fmla="*/ 1834715 h 2649426"/>
              <a:gd name="connsiteX29" fmla="*/ 8833229 w 12192000"/>
              <a:gd name="connsiteY29" fmla="*/ 1846521 h 2649426"/>
              <a:gd name="connsiteX30" fmla="*/ 8705687 w 12192000"/>
              <a:gd name="connsiteY30" fmla="*/ 1848419 h 2649426"/>
              <a:gd name="connsiteX31" fmla="*/ 8700414 w 12192000"/>
              <a:gd name="connsiteY31" fmla="*/ 1857766 h 2649426"/>
              <a:gd name="connsiteX32" fmla="*/ 8643017 w 12192000"/>
              <a:gd name="connsiteY32" fmla="*/ 1865810 h 2649426"/>
              <a:gd name="connsiteX33" fmla="*/ 8460271 w 12192000"/>
              <a:gd name="connsiteY33" fmla="*/ 1856718 h 2649426"/>
              <a:gd name="connsiteX34" fmla="*/ 8330326 w 12192000"/>
              <a:gd name="connsiteY34" fmla="*/ 1873969 h 2649426"/>
              <a:gd name="connsiteX35" fmla="*/ 8216222 w 12192000"/>
              <a:gd name="connsiteY35" fmla="*/ 1895553 h 2649426"/>
              <a:gd name="connsiteX36" fmla="*/ 8043728 w 12192000"/>
              <a:gd name="connsiteY36" fmla="*/ 1944200 h 2649426"/>
              <a:gd name="connsiteX37" fmla="*/ 7958999 w 12192000"/>
              <a:gd name="connsiteY37" fmla="*/ 1980667 h 2649426"/>
              <a:gd name="connsiteX38" fmla="*/ 7908348 w 12192000"/>
              <a:gd name="connsiteY38" fmla="*/ 1994348 h 2649426"/>
              <a:gd name="connsiteX39" fmla="*/ 7776470 w 12192000"/>
              <a:gd name="connsiteY39" fmla="*/ 2053315 h 2649426"/>
              <a:gd name="connsiteX40" fmla="*/ 7624559 w 12192000"/>
              <a:gd name="connsiteY40" fmla="*/ 2114216 h 2649426"/>
              <a:gd name="connsiteX41" fmla="*/ 7549398 w 12192000"/>
              <a:gd name="connsiteY41" fmla="*/ 2153051 h 2649426"/>
              <a:gd name="connsiteX42" fmla="*/ 7540934 w 12192000"/>
              <a:gd name="connsiteY42" fmla="*/ 2151418 h 2649426"/>
              <a:gd name="connsiteX43" fmla="*/ 7528900 w 12192000"/>
              <a:gd name="connsiteY43" fmla="*/ 2152107 h 2649426"/>
              <a:gd name="connsiteX44" fmla="*/ 7528656 w 12192000"/>
              <a:gd name="connsiteY44" fmla="*/ 2152584 h 2649426"/>
              <a:gd name="connsiteX45" fmla="*/ 7517280 w 12192000"/>
              <a:gd name="connsiteY45" fmla="*/ 2152327 h 2649426"/>
              <a:gd name="connsiteX46" fmla="*/ 7460956 w 12192000"/>
              <a:gd name="connsiteY46" fmla="*/ 2145255 h 2649426"/>
              <a:gd name="connsiteX47" fmla="*/ 7372921 w 12192000"/>
              <a:gd name="connsiteY47" fmla="*/ 2175069 h 2649426"/>
              <a:gd name="connsiteX48" fmla="*/ 7307317 w 12192000"/>
              <a:gd name="connsiteY48" fmla="*/ 2182031 h 2649426"/>
              <a:gd name="connsiteX49" fmla="*/ 7251199 w 12192000"/>
              <a:gd name="connsiteY49" fmla="*/ 2198184 h 2649426"/>
              <a:gd name="connsiteX50" fmla="*/ 7233016 w 12192000"/>
              <a:gd name="connsiteY50" fmla="*/ 2195902 h 2649426"/>
              <a:gd name="connsiteX51" fmla="*/ 7227281 w 12192000"/>
              <a:gd name="connsiteY51" fmla="*/ 2190042 h 2649426"/>
              <a:gd name="connsiteX52" fmla="*/ 7200745 w 12192000"/>
              <a:gd name="connsiteY52" fmla="*/ 2189321 h 2649426"/>
              <a:gd name="connsiteX53" fmla="*/ 7197924 w 12192000"/>
              <a:gd name="connsiteY53" fmla="*/ 2191205 h 2649426"/>
              <a:gd name="connsiteX54" fmla="*/ 7175198 w 12192000"/>
              <a:gd name="connsiteY54" fmla="*/ 2183294 h 2649426"/>
              <a:gd name="connsiteX55" fmla="*/ 7100681 w 12192000"/>
              <a:gd name="connsiteY55" fmla="*/ 2167822 h 2649426"/>
              <a:gd name="connsiteX56" fmla="*/ 6932665 w 12192000"/>
              <a:gd name="connsiteY56" fmla="*/ 2162157 h 2649426"/>
              <a:gd name="connsiteX57" fmla="*/ 6700029 w 12192000"/>
              <a:gd name="connsiteY57" fmla="*/ 2158310 h 2649426"/>
              <a:gd name="connsiteX58" fmla="*/ 6326162 w 12192000"/>
              <a:gd name="connsiteY58" fmla="*/ 2178632 h 2649426"/>
              <a:gd name="connsiteX59" fmla="*/ 6196177 w 12192000"/>
              <a:gd name="connsiteY59" fmla="*/ 2200059 h 2649426"/>
              <a:gd name="connsiteX60" fmla="*/ 6139086 w 12192000"/>
              <a:gd name="connsiteY60" fmla="*/ 2187339 h 2649426"/>
              <a:gd name="connsiteX61" fmla="*/ 6098878 w 12192000"/>
              <a:gd name="connsiteY61" fmla="*/ 2192939 h 2649426"/>
              <a:gd name="connsiteX62" fmla="*/ 6094339 w 12192000"/>
              <a:gd name="connsiteY62" fmla="*/ 2195871 h 2649426"/>
              <a:gd name="connsiteX63" fmla="*/ 6075163 w 12192000"/>
              <a:gd name="connsiteY63" fmla="*/ 2198856 h 2649426"/>
              <a:gd name="connsiteX64" fmla="*/ 6071016 w 12192000"/>
              <a:gd name="connsiteY64" fmla="*/ 2210639 h 2649426"/>
              <a:gd name="connsiteX65" fmla="*/ 6043058 w 12192000"/>
              <a:gd name="connsiteY65" fmla="*/ 2222971 h 2649426"/>
              <a:gd name="connsiteX66" fmla="*/ 5962031 w 12192000"/>
              <a:gd name="connsiteY66" fmla="*/ 2220873 h 2649426"/>
              <a:gd name="connsiteX67" fmla="*/ 5818648 w 12192000"/>
              <a:gd name="connsiteY67" fmla="*/ 2229309 h 2649426"/>
              <a:gd name="connsiteX68" fmla="*/ 5515979 w 12192000"/>
              <a:gd name="connsiteY68" fmla="*/ 2284946 h 2649426"/>
              <a:gd name="connsiteX69" fmla="*/ 5426280 w 12192000"/>
              <a:gd name="connsiteY69" fmla="*/ 2290560 h 2649426"/>
              <a:gd name="connsiteX70" fmla="*/ 5329896 w 12192000"/>
              <a:gd name="connsiteY70" fmla="*/ 2279209 h 2649426"/>
              <a:gd name="connsiteX71" fmla="*/ 5245363 w 12192000"/>
              <a:gd name="connsiteY71" fmla="*/ 2301618 h 2649426"/>
              <a:gd name="connsiteX72" fmla="*/ 5077816 w 12192000"/>
              <a:gd name="connsiteY72" fmla="*/ 2292570 h 2649426"/>
              <a:gd name="connsiteX73" fmla="*/ 4911519 w 12192000"/>
              <a:gd name="connsiteY73" fmla="*/ 2285340 h 2649426"/>
              <a:gd name="connsiteX74" fmla="*/ 4822447 w 12192000"/>
              <a:gd name="connsiteY74" fmla="*/ 2292174 h 2649426"/>
              <a:gd name="connsiteX75" fmla="*/ 4670737 w 12192000"/>
              <a:gd name="connsiteY75" fmla="*/ 2321711 h 2649426"/>
              <a:gd name="connsiteX76" fmla="*/ 4489013 w 12192000"/>
              <a:gd name="connsiteY76" fmla="*/ 2338805 h 2649426"/>
              <a:gd name="connsiteX77" fmla="*/ 4431159 w 12192000"/>
              <a:gd name="connsiteY77" fmla="*/ 2347536 h 2649426"/>
              <a:gd name="connsiteX78" fmla="*/ 4273885 w 12192000"/>
              <a:gd name="connsiteY78" fmla="*/ 2379520 h 2649426"/>
              <a:gd name="connsiteX79" fmla="*/ 4116925 w 12192000"/>
              <a:gd name="connsiteY79" fmla="*/ 2417756 h 2649426"/>
              <a:gd name="connsiteX80" fmla="*/ 3988558 w 12192000"/>
              <a:gd name="connsiteY80" fmla="*/ 2475821 h 2649426"/>
              <a:gd name="connsiteX81" fmla="*/ 3894771 w 12192000"/>
              <a:gd name="connsiteY81" fmla="*/ 2494652 h 2649426"/>
              <a:gd name="connsiteX82" fmla="*/ 3721493 w 12192000"/>
              <a:gd name="connsiteY82" fmla="*/ 2497646 h 2649426"/>
              <a:gd name="connsiteX83" fmla="*/ 3504883 w 12192000"/>
              <a:gd name="connsiteY83" fmla="*/ 2503869 h 2649426"/>
              <a:gd name="connsiteX84" fmla="*/ 3431219 w 12192000"/>
              <a:gd name="connsiteY84" fmla="*/ 2502163 h 2649426"/>
              <a:gd name="connsiteX85" fmla="*/ 3151243 w 12192000"/>
              <a:gd name="connsiteY85" fmla="*/ 2492405 h 2649426"/>
              <a:gd name="connsiteX86" fmla="*/ 3044025 w 12192000"/>
              <a:gd name="connsiteY86" fmla="*/ 2485298 h 2649426"/>
              <a:gd name="connsiteX87" fmla="*/ 2864954 w 12192000"/>
              <a:gd name="connsiteY87" fmla="*/ 2456476 h 2649426"/>
              <a:gd name="connsiteX88" fmla="*/ 2739588 w 12192000"/>
              <a:gd name="connsiteY88" fmla="*/ 2457956 h 2649426"/>
              <a:gd name="connsiteX89" fmla="*/ 2706684 w 12192000"/>
              <a:gd name="connsiteY89" fmla="*/ 2454540 h 2649426"/>
              <a:gd name="connsiteX90" fmla="*/ 2348435 w 12192000"/>
              <a:gd name="connsiteY90" fmla="*/ 2449176 h 2649426"/>
              <a:gd name="connsiteX91" fmla="*/ 2194299 w 12192000"/>
              <a:gd name="connsiteY91" fmla="*/ 2475215 h 2649426"/>
              <a:gd name="connsiteX92" fmla="*/ 1983009 w 12192000"/>
              <a:gd name="connsiteY92" fmla="*/ 2463117 h 2649426"/>
              <a:gd name="connsiteX93" fmla="*/ 1885040 w 12192000"/>
              <a:gd name="connsiteY93" fmla="*/ 2475917 h 2649426"/>
              <a:gd name="connsiteX94" fmla="*/ 1773324 w 12192000"/>
              <a:gd name="connsiteY94" fmla="*/ 2471718 h 2649426"/>
              <a:gd name="connsiteX95" fmla="*/ 1685197 w 12192000"/>
              <a:gd name="connsiteY95" fmla="*/ 2466249 h 2649426"/>
              <a:gd name="connsiteX96" fmla="*/ 1566422 w 12192000"/>
              <a:gd name="connsiteY96" fmla="*/ 2455175 h 2649426"/>
              <a:gd name="connsiteX97" fmla="*/ 1300369 w 12192000"/>
              <a:gd name="connsiteY97" fmla="*/ 2444914 h 2649426"/>
              <a:gd name="connsiteX98" fmla="*/ 1081876 w 12192000"/>
              <a:gd name="connsiteY98" fmla="*/ 2476491 h 2649426"/>
              <a:gd name="connsiteX99" fmla="*/ 957561 w 12192000"/>
              <a:gd name="connsiteY99" fmla="*/ 2484124 h 2649426"/>
              <a:gd name="connsiteX100" fmla="*/ 822775 w 12192000"/>
              <a:gd name="connsiteY100" fmla="*/ 2542292 h 2649426"/>
              <a:gd name="connsiteX101" fmla="*/ 653171 w 12192000"/>
              <a:gd name="connsiteY101" fmla="*/ 2607266 h 2649426"/>
              <a:gd name="connsiteX102" fmla="*/ 511469 w 12192000"/>
              <a:gd name="connsiteY102" fmla="*/ 2598742 h 2649426"/>
              <a:gd name="connsiteX103" fmla="*/ 441281 w 12192000"/>
              <a:gd name="connsiteY103" fmla="*/ 2605939 h 2649426"/>
              <a:gd name="connsiteX104" fmla="*/ 297100 w 12192000"/>
              <a:gd name="connsiteY104" fmla="*/ 2639558 h 2649426"/>
              <a:gd name="connsiteX105" fmla="*/ 97385 w 12192000"/>
              <a:gd name="connsiteY105" fmla="*/ 2636063 h 2649426"/>
              <a:gd name="connsiteX106" fmla="*/ 48888 w 12192000"/>
              <a:gd name="connsiteY106" fmla="*/ 2641447 h 2649426"/>
              <a:gd name="connsiteX107" fmla="*/ 0 w 12192000"/>
              <a:gd name="connsiteY107" fmla="*/ 2649426 h 2649426"/>
              <a:gd name="connsiteX108" fmla="*/ 0 w 12192000"/>
              <a:gd name="connsiteY108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35223 w 12192000"/>
              <a:gd name="connsiteY4" fmla="*/ 1714510 h 2649426"/>
              <a:gd name="connsiteX5" fmla="*/ 11924243 w 12192000"/>
              <a:gd name="connsiteY5" fmla="*/ 1725938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425377 w 12192000"/>
              <a:gd name="connsiteY8" fmla="*/ 1625577 h 2649426"/>
              <a:gd name="connsiteX9" fmla="*/ 11364686 w 12192000"/>
              <a:gd name="connsiteY9" fmla="*/ 1616572 h 2649426"/>
              <a:gd name="connsiteX10" fmla="*/ 11193595 w 12192000"/>
              <a:gd name="connsiteY10" fmla="*/ 1558403 h 2649426"/>
              <a:gd name="connsiteX11" fmla="*/ 11146426 w 12192000"/>
              <a:gd name="connsiteY11" fmla="*/ 1555308 h 2649426"/>
              <a:gd name="connsiteX12" fmla="*/ 10841711 w 12192000"/>
              <a:gd name="connsiteY12" fmla="*/ 1541883 h 2649426"/>
              <a:gd name="connsiteX13" fmla="*/ 10698183 w 12192000"/>
              <a:gd name="connsiteY13" fmla="*/ 1556682 h 2649426"/>
              <a:gd name="connsiteX14" fmla="*/ 10562291 w 12192000"/>
              <a:gd name="connsiteY14" fmla="*/ 1560944 h 2649426"/>
              <a:gd name="connsiteX15" fmla="*/ 10551291 w 12192000"/>
              <a:gd name="connsiteY15" fmla="*/ 1556691 h 2649426"/>
              <a:gd name="connsiteX16" fmla="*/ 10523896 w 12192000"/>
              <a:gd name="connsiteY16" fmla="*/ 1559265 h 2649426"/>
              <a:gd name="connsiteX17" fmla="*/ 10465446 w 12192000"/>
              <a:gd name="connsiteY17" fmla="*/ 1574304 h 2649426"/>
              <a:gd name="connsiteX18" fmla="*/ 10404265 w 12192000"/>
              <a:gd name="connsiteY18" fmla="*/ 1572375 h 2649426"/>
              <a:gd name="connsiteX19" fmla="*/ 10329259 w 12192000"/>
              <a:gd name="connsiteY19" fmla="*/ 1579142 h 2649426"/>
              <a:gd name="connsiteX20" fmla="*/ 10128072 w 12192000"/>
              <a:gd name="connsiteY20" fmla="*/ 1610789 h 2649426"/>
              <a:gd name="connsiteX21" fmla="*/ 9811199 w 12192000"/>
              <a:gd name="connsiteY21" fmla="*/ 1648968 h 2649426"/>
              <a:gd name="connsiteX22" fmla="*/ 9537440 w 12192000"/>
              <a:gd name="connsiteY22" fmla="*/ 1671316 h 2649426"/>
              <a:gd name="connsiteX23" fmla="*/ 9405213 w 12192000"/>
              <a:gd name="connsiteY23" fmla="*/ 1679204 h 2649426"/>
              <a:gd name="connsiteX24" fmla="*/ 9225536 w 12192000"/>
              <a:gd name="connsiteY24" fmla="*/ 1741303 h 2649426"/>
              <a:gd name="connsiteX25" fmla="*/ 9144490 w 12192000"/>
              <a:gd name="connsiteY25" fmla="*/ 1756665 h 2649426"/>
              <a:gd name="connsiteX26" fmla="*/ 9031250 w 12192000"/>
              <a:gd name="connsiteY26" fmla="*/ 1782330 h 2649426"/>
              <a:gd name="connsiteX27" fmla="*/ 8985382 w 12192000"/>
              <a:gd name="connsiteY27" fmla="*/ 1798267 h 2649426"/>
              <a:gd name="connsiteX28" fmla="*/ 8906505 w 12192000"/>
              <a:gd name="connsiteY28" fmla="*/ 1834715 h 2649426"/>
              <a:gd name="connsiteX29" fmla="*/ 8833229 w 12192000"/>
              <a:gd name="connsiteY29" fmla="*/ 1846521 h 2649426"/>
              <a:gd name="connsiteX30" fmla="*/ 8705687 w 12192000"/>
              <a:gd name="connsiteY30" fmla="*/ 1848419 h 2649426"/>
              <a:gd name="connsiteX31" fmla="*/ 8700414 w 12192000"/>
              <a:gd name="connsiteY31" fmla="*/ 1857766 h 2649426"/>
              <a:gd name="connsiteX32" fmla="*/ 8643017 w 12192000"/>
              <a:gd name="connsiteY32" fmla="*/ 1865810 h 2649426"/>
              <a:gd name="connsiteX33" fmla="*/ 8460271 w 12192000"/>
              <a:gd name="connsiteY33" fmla="*/ 1856718 h 2649426"/>
              <a:gd name="connsiteX34" fmla="*/ 8330326 w 12192000"/>
              <a:gd name="connsiteY34" fmla="*/ 1873969 h 2649426"/>
              <a:gd name="connsiteX35" fmla="*/ 8216222 w 12192000"/>
              <a:gd name="connsiteY35" fmla="*/ 1895553 h 2649426"/>
              <a:gd name="connsiteX36" fmla="*/ 8043728 w 12192000"/>
              <a:gd name="connsiteY36" fmla="*/ 1944200 h 2649426"/>
              <a:gd name="connsiteX37" fmla="*/ 7958999 w 12192000"/>
              <a:gd name="connsiteY37" fmla="*/ 1980667 h 2649426"/>
              <a:gd name="connsiteX38" fmla="*/ 7908348 w 12192000"/>
              <a:gd name="connsiteY38" fmla="*/ 1994348 h 2649426"/>
              <a:gd name="connsiteX39" fmla="*/ 7776470 w 12192000"/>
              <a:gd name="connsiteY39" fmla="*/ 2053315 h 2649426"/>
              <a:gd name="connsiteX40" fmla="*/ 7624559 w 12192000"/>
              <a:gd name="connsiteY40" fmla="*/ 2114216 h 2649426"/>
              <a:gd name="connsiteX41" fmla="*/ 7549398 w 12192000"/>
              <a:gd name="connsiteY41" fmla="*/ 2153051 h 2649426"/>
              <a:gd name="connsiteX42" fmla="*/ 7540934 w 12192000"/>
              <a:gd name="connsiteY42" fmla="*/ 2151418 h 2649426"/>
              <a:gd name="connsiteX43" fmla="*/ 7528900 w 12192000"/>
              <a:gd name="connsiteY43" fmla="*/ 2152107 h 2649426"/>
              <a:gd name="connsiteX44" fmla="*/ 7528656 w 12192000"/>
              <a:gd name="connsiteY44" fmla="*/ 2152584 h 2649426"/>
              <a:gd name="connsiteX45" fmla="*/ 7517280 w 12192000"/>
              <a:gd name="connsiteY45" fmla="*/ 2152327 h 2649426"/>
              <a:gd name="connsiteX46" fmla="*/ 7460956 w 12192000"/>
              <a:gd name="connsiteY46" fmla="*/ 2145255 h 2649426"/>
              <a:gd name="connsiteX47" fmla="*/ 7372921 w 12192000"/>
              <a:gd name="connsiteY47" fmla="*/ 2175069 h 2649426"/>
              <a:gd name="connsiteX48" fmla="*/ 7307317 w 12192000"/>
              <a:gd name="connsiteY48" fmla="*/ 2182031 h 2649426"/>
              <a:gd name="connsiteX49" fmla="*/ 7251199 w 12192000"/>
              <a:gd name="connsiteY49" fmla="*/ 2198184 h 2649426"/>
              <a:gd name="connsiteX50" fmla="*/ 7233016 w 12192000"/>
              <a:gd name="connsiteY50" fmla="*/ 2195902 h 2649426"/>
              <a:gd name="connsiteX51" fmla="*/ 7227281 w 12192000"/>
              <a:gd name="connsiteY51" fmla="*/ 2190042 h 2649426"/>
              <a:gd name="connsiteX52" fmla="*/ 7200745 w 12192000"/>
              <a:gd name="connsiteY52" fmla="*/ 2189321 h 2649426"/>
              <a:gd name="connsiteX53" fmla="*/ 7197924 w 12192000"/>
              <a:gd name="connsiteY53" fmla="*/ 2191205 h 2649426"/>
              <a:gd name="connsiteX54" fmla="*/ 7175198 w 12192000"/>
              <a:gd name="connsiteY54" fmla="*/ 2183294 h 2649426"/>
              <a:gd name="connsiteX55" fmla="*/ 7100681 w 12192000"/>
              <a:gd name="connsiteY55" fmla="*/ 2167822 h 2649426"/>
              <a:gd name="connsiteX56" fmla="*/ 6932665 w 12192000"/>
              <a:gd name="connsiteY56" fmla="*/ 2162157 h 2649426"/>
              <a:gd name="connsiteX57" fmla="*/ 6700029 w 12192000"/>
              <a:gd name="connsiteY57" fmla="*/ 2158310 h 2649426"/>
              <a:gd name="connsiteX58" fmla="*/ 6326162 w 12192000"/>
              <a:gd name="connsiteY58" fmla="*/ 2178632 h 2649426"/>
              <a:gd name="connsiteX59" fmla="*/ 6196177 w 12192000"/>
              <a:gd name="connsiteY59" fmla="*/ 2200059 h 2649426"/>
              <a:gd name="connsiteX60" fmla="*/ 6139086 w 12192000"/>
              <a:gd name="connsiteY60" fmla="*/ 2187339 h 2649426"/>
              <a:gd name="connsiteX61" fmla="*/ 6098878 w 12192000"/>
              <a:gd name="connsiteY61" fmla="*/ 2192939 h 2649426"/>
              <a:gd name="connsiteX62" fmla="*/ 6094339 w 12192000"/>
              <a:gd name="connsiteY62" fmla="*/ 2195871 h 2649426"/>
              <a:gd name="connsiteX63" fmla="*/ 6075163 w 12192000"/>
              <a:gd name="connsiteY63" fmla="*/ 2198856 h 2649426"/>
              <a:gd name="connsiteX64" fmla="*/ 6071016 w 12192000"/>
              <a:gd name="connsiteY64" fmla="*/ 2210639 h 2649426"/>
              <a:gd name="connsiteX65" fmla="*/ 6043058 w 12192000"/>
              <a:gd name="connsiteY65" fmla="*/ 2222971 h 2649426"/>
              <a:gd name="connsiteX66" fmla="*/ 5962031 w 12192000"/>
              <a:gd name="connsiteY66" fmla="*/ 2220873 h 2649426"/>
              <a:gd name="connsiteX67" fmla="*/ 5818648 w 12192000"/>
              <a:gd name="connsiteY67" fmla="*/ 2229309 h 2649426"/>
              <a:gd name="connsiteX68" fmla="*/ 5515979 w 12192000"/>
              <a:gd name="connsiteY68" fmla="*/ 2284946 h 2649426"/>
              <a:gd name="connsiteX69" fmla="*/ 5426280 w 12192000"/>
              <a:gd name="connsiteY69" fmla="*/ 2290560 h 2649426"/>
              <a:gd name="connsiteX70" fmla="*/ 5329896 w 12192000"/>
              <a:gd name="connsiteY70" fmla="*/ 2279209 h 2649426"/>
              <a:gd name="connsiteX71" fmla="*/ 5245363 w 12192000"/>
              <a:gd name="connsiteY71" fmla="*/ 2301618 h 2649426"/>
              <a:gd name="connsiteX72" fmla="*/ 5077816 w 12192000"/>
              <a:gd name="connsiteY72" fmla="*/ 2292570 h 2649426"/>
              <a:gd name="connsiteX73" fmla="*/ 4911519 w 12192000"/>
              <a:gd name="connsiteY73" fmla="*/ 2285340 h 2649426"/>
              <a:gd name="connsiteX74" fmla="*/ 4822447 w 12192000"/>
              <a:gd name="connsiteY74" fmla="*/ 2292174 h 2649426"/>
              <a:gd name="connsiteX75" fmla="*/ 4670737 w 12192000"/>
              <a:gd name="connsiteY75" fmla="*/ 2321711 h 2649426"/>
              <a:gd name="connsiteX76" fmla="*/ 4489013 w 12192000"/>
              <a:gd name="connsiteY76" fmla="*/ 2338805 h 2649426"/>
              <a:gd name="connsiteX77" fmla="*/ 4431159 w 12192000"/>
              <a:gd name="connsiteY77" fmla="*/ 2347536 h 2649426"/>
              <a:gd name="connsiteX78" fmla="*/ 4273885 w 12192000"/>
              <a:gd name="connsiteY78" fmla="*/ 2379520 h 2649426"/>
              <a:gd name="connsiteX79" fmla="*/ 4116925 w 12192000"/>
              <a:gd name="connsiteY79" fmla="*/ 2417756 h 2649426"/>
              <a:gd name="connsiteX80" fmla="*/ 3988558 w 12192000"/>
              <a:gd name="connsiteY80" fmla="*/ 2475821 h 2649426"/>
              <a:gd name="connsiteX81" fmla="*/ 3894771 w 12192000"/>
              <a:gd name="connsiteY81" fmla="*/ 2494652 h 2649426"/>
              <a:gd name="connsiteX82" fmla="*/ 3721493 w 12192000"/>
              <a:gd name="connsiteY82" fmla="*/ 2497646 h 2649426"/>
              <a:gd name="connsiteX83" fmla="*/ 3504883 w 12192000"/>
              <a:gd name="connsiteY83" fmla="*/ 2503869 h 2649426"/>
              <a:gd name="connsiteX84" fmla="*/ 3431219 w 12192000"/>
              <a:gd name="connsiteY84" fmla="*/ 2502163 h 2649426"/>
              <a:gd name="connsiteX85" fmla="*/ 3151243 w 12192000"/>
              <a:gd name="connsiteY85" fmla="*/ 2492405 h 2649426"/>
              <a:gd name="connsiteX86" fmla="*/ 3044025 w 12192000"/>
              <a:gd name="connsiteY86" fmla="*/ 2485298 h 2649426"/>
              <a:gd name="connsiteX87" fmla="*/ 2864954 w 12192000"/>
              <a:gd name="connsiteY87" fmla="*/ 2456476 h 2649426"/>
              <a:gd name="connsiteX88" fmla="*/ 2739588 w 12192000"/>
              <a:gd name="connsiteY88" fmla="*/ 2457956 h 2649426"/>
              <a:gd name="connsiteX89" fmla="*/ 2706684 w 12192000"/>
              <a:gd name="connsiteY89" fmla="*/ 2454540 h 2649426"/>
              <a:gd name="connsiteX90" fmla="*/ 2348435 w 12192000"/>
              <a:gd name="connsiteY90" fmla="*/ 2449176 h 2649426"/>
              <a:gd name="connsiteX91" fmla="*/ 2194299 w 12192000"/>
              <a:gd name="connsiteY91" fmla="*/ 2475215 h 2649426"/>
              <a:gd name="connsiteX92" fmla="*/ 1983009 w 12192000"/>
              <a:gd name="connsiteY92" fmla="*/ 2463117 h 2649426"/>
              <a:gd name="connsiteX93" fmla="*/ 1885040 w 12192000"/>
              <a:gd name="connsiteY93" fmla="*/ 2475917 h 2649426"/>
              <a:gd name="connsiteX94" fmla="*/ 1773324 w 12192000"/>
              <a:gd name="connsiteY94" fmla="*/ 2471718 h 2649426"/>
              <a:gd name="connsiteX95" fmla="*/ 1685197 w 12192000"/>
              <a:gd name="connsiteY95" fmla="*/ 2466249 h 2649426"/>
              <a:gd name="connsiteX96" fmla="*/ 1566422 w 12192000"/>
              <a:gd name="connsiteY96" fmla="*/ 2455175 h 2649426"/>
              <a:gd name="connsiteX97" fmla="*/ 1300369 w 12192000"/>
              <a:gd name="connsiteY97" fmla="*/ 2444914 h 2649426"/>
              <a:gd name="connsiteX98" fmla="*/ 1081876 w 12192000"/>
              <a:gd name="connsiteY98" fmla="*/ 2476491 h 2649426"/>
              <a:gd name="connsiteX99" fmla="*/ 957561 w 12192000"/>
              <a:gd name="connsiteY99" fmla="*/ 2484124 h 2649426"/>
              <a:gd name="connsiteX100" fmla="*/ 822775 w 12192000"/>
              <a:gd name="connsiteY100" fmla="*/ 2542292 h 2649426"/>
              <a:gd name="connsiteX101" fmla="*/ 653171 w 12192000"/>
              <a:gd name="connsiteY101" fmla="*/ 2607266 h 2649426"/>
              <a:gd name="connsiteX102" fmla="*/ 511469 w 12192000"/>
              <a:gd name="connsiteY102" fmla="*/ 2598742 h 2649426"/>
              <a:gd name="connsiteX103" fmla="*/ 441281 w 12192000"/>
              <a:gd name="connsiteY103" fmla="*/ 2605939 h 2649426"/>
              <a:gd name="connsiteX104" fmla="*/ 297100 w 12192000"/>
              <a:gd name="connsiteY104" fmla="*/ 2639558 h 2649426"/>
              <a:gd name="connsiteX105" fmla="*/ 97385 w 12192000"/>
              <a:gd name="connsiteY105" fmla="*/ 2636063 h 2649426"/>
              <a:gd name="connsiteX106" fmla="*/ 48888 w 12192000"/>
              <a:gd name="connsiteY106" fmla="*/ 2641447 h 2649426"/>
              <a:gd name="connsiteX107" fmla="*/ 0 w 12192000"/>
              <a:gd name="connsiteY107" fmla="*/ 2649426 h 2649426"/>
              <a:gd name="connsiteX108" fmla="*/ 0 w 12192000"/>
              <a:gd name="connsiteY108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35223 w 12192000"/>
              <a:gd name="connsiteY4" fmla="*/ 1714510 h 2649426"/>
              <a:gd name="connsiteX5" fmla="*/ 11924243 w 12192000"/>
              <a:gd name="connsiteY5" fmla="*/ 1725938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425377 w 12192000"/>
              <a:gd name="connsiteY8" fmla="*/ 1625577 h 2649426"/>
              <a:gd name="connsiteX9" fmla="*/ 11364686 w 12192000"/>
              <a:gd name="connsiteY9" fmla="*/ 1616572 h 2649426"/>
              <a:gd name="connsiteX10" fmla="*/ 11193595 w 12192000"/>
              <a:gd name="connsiteY10" fmla="*/ 1558403 h 2649426"/>
              <a:gd name="connsiteX11" fmla="*/ 11146426 w 12192000"/>
              <a:gd name="connsiteY11" fmla="*/ 1555308 h 2649426"/>
              <a:gd name="connsiteX12" fmla="*/ 10841711 w 12192000"/>
              <a:gd name="connsiteY12" fmla="*/ 1541883 h 2649426"/>
              <a:gd name="connsiteX13" fmla="*/ 10562291 w 12192000"/>
              <a:gd name="connsiteY13" fmla="*/ 1560944 h 2649426"/>
              <a:gd name="connsiteX14" fmla="*/ 10551291 w 12192000"/>
              <a:gd name="connsiteY14" fmla="*/ 1556691 h 2649426"/>
              <a:gd name="connsiteX15" fmla="*/ 10523896 w 12192000"/>
              <a:gd name="connsiteY15" fmla="*/ 1559265 h 2649426"/>
              <a:gd name="connsiteX16" fmla="*/ 10465446 w 12192000"/>
              <a:gd name="connsiteY16" fmla="*/ 1574304 h 2649426"/>
              <a:gd name="connsiteX17" fmla="*/ 10404265 w 12192000"/>
              <a:gd name="connsiteY17" fmla="*/ 1572375 h 2649426"/>
              <a:gd name="connsiteX18" fmla="*/ 10329259 w 12192000"/>
              <a:gd name="connsiteY18" fmla="*/ 1579142 h 2649426"/>
              <a:gd name="connsiteX19" fmla="*/ 10128072 w 12192000"/>
              <a:gd name="connsiteY19" fmla="*/ 1610789 h 2649426"/>
              <a:gd name="connsiteX20" fmla="*/ 9811199 w 12192000"/>
              <a:gd name="connsiteY20" fmla="*/ 1648968 h 2649426"/>
              <a:gd name="connsiteX21" fmla="*/ 9537440 w 12192000"/>
              <a:gd name="connsiteY21" fmla="*/ 1671316 h 2649426"/>
              <a:gd name="connsiteX22" fmla="*/ 9405213 w 12192000"/>
              <a:gd name="connsiteY22" fmla="*/ 1679204 h 2649426"/>
              <a:gd name="connsiteX23" fmla="*/ 9225536 w 12192000"/>
              <a:gd name="connsiteY23" fmla="*/ 1741303 h 2649426"/>
              <a:gd name="connsiteX24" fmla="*/ 9144490 w 12192000"/>
              <a:gd name="connsiteY24" fmla="*/ 1756665 h 2649426"/>
              <a:gd name="connsiteX25" fmla="*/ 9031250 w 12192000"/>
              <a:gd name="connsiteY25" fmla="*/ 1782330 h 2649426"/>
              <a:gd name="connsiteX26" fmla="*/ 8985382 w 12192000"/>
              <a:gd name="connsiteY26" fmla="*/ 1798267 h 2649426"/>
              <a:gd name="connsiteX27" fmla="*/ 8906505 w 12192000"/>
              <a:gd name="connsiteY27" fmla="*/ 1834715 h 2649426"/>
              <a:gd name="connsiteX28" fmla="*/ 8833229 w 12192000"/>
              <a:gd name="connsiteY28" fmla="*/ 1846521 h 2649426"/>
              <a:gd name="connsiteX29" fmla="*/ 8705687 w 12192000"/>
              <a:gd name="connsiteY29" fmla="*/ 1848419 h 2649426"/>
              <a:gd name="connsiteX30" fmla="*/ 8700414 w 12192000"/>
              <a:gd name="connsiteY30" fmla="*/ 1857766 h 2649426"/>
              <a:gd name="connsiteX31" fmla="*/ 8643017 w 12192000"/>
              <a:gd name="connsiteY31" fmla="*/ 1865810 h 2649426"/>
              <a:gd name="connsiteX32" fmla="*/ 8460271 w 12192000"/>
              <a:gd name="connsiteY32" fmla="*/ 1856718 h 2649426"/>
              <a:gd name="connsiteX33" fmla="*/ 8330326 w 12192000"/>
              <a:gd name="connsiteY33" fmla="*/ 1873969 h 2649426"/>
              <a:gd name="connsiteX34" fmla="*/ 8216222 w 12192000"/>
              <a:gd name="connsiteY34" fmla="*/ 1895553 h 2649426"/>
              <a:gd name="connsiteX35" fmla="*/ 8043728 w 12192000"/>
              <a:gd name="connsiteY35" fmla="*/ 1944200 h 2649426"/>
              <a:gd name="connsiteX36" fmla="*/ 7958999 w 12192000"/>
              <a:gd name="connsiteY36" fmla="*/ 1980667 h 2649426"/>
              <a:gd name="connsiteX37" fmla="*/ 7908348 w 12192000"/>
              <a:gd name="connsiteY37" fmla="*/ 1994348 h 2649426"/>
              <a:gd name="connsiteX38" fmla="*/ 7776470 w 12192000"/>
              <a:gd name="connsiteY38" fmla="*/ 2053315 h 2649426"/>
              <a:gd name="connsiteX39" fmla="*/ 7624559 w 12192000"/>
              <a:gd name="connsiteY39" fmla="*/ 2114216 h 2649426"/>
              <a:gd name="connsiteX40" fmla="*/ 7549398 w 12192000"/>
              <a:gd name="connsiteY40" fmla="*/ 2153051 h 2649426"/>
              <a:gd name="connsiteX41" fmla="*/ 7540934 w 12192000"/>
              <a:gd name="connsiteY41" fmla="*/ 2151418 h 2649426"/>
              <a:gd name="connsiteX42" fmla="*/ 7528900 w 12192000"/>
              <a:gd name="connsiteY42" fmla="*/ 2152107 h 2649426"/>
              <a:gd name="connsiteX43" fmla="*/ 7528656 w 12192000"/>
              <a:gd name="connsiteY43" fmla="*/ 2152584 h 2649426"/>
              <a:gd name="connsiteX44" fmla="*/ 7517280 w 12192000"/>
              <a:gd name="connsiteY44" fmla="*/ 2152327 h 2649426"/>
              <a:gd name="connsiteX45" fmla="*/ 7460956 w 12192000"/>
              <a:gd name="connsiteY45" fmla="*/ 2145255 h 2649426"/>
              <a:gd name="connsiteX46" fmla="*/ 7372921 w 12192000"/>
              <a:gd name="connsiteY46" fmla="*/ 2175069 h 2649426"/>
              <a:gd name="connsiteX47" fmla="*/ 7307317 w 12192000"/>
              <a:gd name="connsiteY47" fmla="*/ 2182031 h 2649426"/>
              <a:gd name="connsiteX48" fmla="*/ 7251199 w 12192000"/>
              <a:gd name="connsiteY48" fmla="*/ 2198184 h 2649426"/>
              <a:gd name="connsiteX49" fmla="*/ 7233016 w 12192000"/>
              <a:gd name="connsiteY49" fmla="*/ 2195902 h 2649426"/>
              <a:gd name="connsiteX50" fmla="*/ 7227281 w 12192000"/>
              <a:gd name="connsiteY50" fmla="*/ 2190042 h 2649426"/>
              <a:gd name="connsiteX51" fmla="*/ 7200745 w 12192000"/>
              <a:gd name="connsiteY51" fmla="*/ 2189321 h 2649426"/>
              <a:gd name="connsiteX52" fmla="*/ 7197924 w 12192000"/>
              <a:gd name="connsiteY52" fmla="*/ 2191205 h 2649426"/>
              <a:gd name="connsiteX53" fmla="*/ 7175198 w 12192000"/>
              <a:gd name="connsiteY53" fmla="*/ 2183294 h 2649426"/>
              <a:gd name="connsiteX54" fmla="*/ 7100681 w 12192000"/>
              <a:gd name="connsiteY54" fmla="*/ 2167822 h 2649426"/>
              <a:gd name="connsiteX55" fmla="*/ 6932665 w 12192000"/>
              <a:gd name="connsiteY55" fmla="*/ 2162157 h 2649426"/>
              <a:gd name="connsiteX56" fmla="*/ 6700029 w 12192000"/>
              <a:gd name="connsiteY56" fmla="*/ 2158310 h 2649426"/>
              <a:gd name="connsiteX57" fmla="*/ 6326162 w 12192000"/>
              <a:gd name="connsiteY57" fmla="*/ 2178632 h 2649426"/>
              <a:gd name="connsiteX58" fmla="*/ 6196177 w 12192000"/>
              <a:gd name="connsiteY58" fmla="*/ 2200059 h 2649426"/>
              <a:gd name="connsiteX59" fmla="*/ 6139086 w 12192000"/>
              <a:gd name="connsiteY59" fmla="*/ 2187339 h 2649426"/>
              <a:gd name="connsiteX60" fmla="*/ 6098878 w 12192000"/>
              <a:gd name="connsiteY60" fmla="*/ 2192939 h 2649426"/>
              <a:gd name="connsiteX61" fmla="*/ 6094339 w 12192000"/>
              <a:gd name="connsiteY61" fmla="*/ 2195871 h 2649426"/>
              <a:gd name="connsiteX62" fmla="*/ 6075163 w 12192000"/>
              <a:gd name="connsiteY62" fmla="*/ 2198856 h 2649426"/>
              <a:gd name="connsiteX63" fmla="*/ 6071016 w 12192000"/>
              <a:gd name="connsiteY63" fmla="*/ 2210639 h 2649426"/>
              <a:gd name="connsiteX64" fmla="*/ 6043058 w 12192000"/>
              <a:gd name="connsiteY64" fmla="*/ 2222971 h 2649426"/>
              <a:gd name="connsiteX65" fmla="*/ 5962031 w 12192000"/>
              <a:gd name="connsiteY65" fmla="*/ 2220873 h 2649426"/>
              <a:gd name="connsiteX66" fmla="*/ 5818648 w 12192000"/>
              <a:gd name="connsiteY66" fmla="*/ 2229309 h 2649426"/>
              <a:gd name="connsiteX67" fmla="*/ 5515979 w 12192000"/>
              <a:gd name="connsiteY67" fmla="*/ 2284946 h 2649426"/>
              <a:gd name="connsiteX68" fmla="*/ 5426280 w 12192000"/>
              <a:gd name="connsiteY68" fmla="*/ 2290560 h 2649426"/>
              <a:gd name="connsiteX69" fmla="*/ 5329896 w 12192000"/>
              <a:gd name="connsiteY69" fmla="*/ 2279209 h 2649426"/>
              <a:gd name="connsiteX70" fmla="*/ 5245363 w 12192000"/>
              <a:gd name="connsiteY70" fmla="*/ 2301618 h 2649426"/>
              <a:gd name="connsiteX71" fmla="*/ 5077816 w 12192000"/>
              <a:gd name="connsiteY71" fmla="*/ 2292570 h 2649426"/>
              <a:gd name="connsiteX72" fmla="*/ 4911519 w 12192000"/>
              <a:gd name="connsiteY72" fmla="*/ 2285340 h 2649426"/>
              <a:gd name="connsiteX73" fmla="*/ 4822447 w 12192000"/>
              <a:gd name="connsiteY73" fmla="*/ 2292174 h 2649426"/>
              <a:gd name="connsiteX74" fmla="*/ 4670737 w 12192000"/>
              <a:gd name="connsiteY74" fmla="*/ 2321711 h 2649426"/>
              <a:gd name="connsiteX75" fmla="*/ 4489013 w 12192000"/>
              <a:gd name="connsiteY75" fmla="*/ 2338805 h 2649426"/>
              <a:gd name="connsiteX76" fmla="*/ 4431159 w 12192000"/>
              <a:gd name="connsiteY76" fmla="*/ 2347536 h 2649426"/>
              <a:gd name="connsiteX77" fmla="*/ 4273885 w 12192000"/>
              <a:gd name="connsiteY77" fmla="*/ 2379520 h 2649426"/>
              <a:gd name="connsiteX78" fmla="*/ 4116925 w 12192000"/>
              <a:gd name="connsiteY78" fmla="*/ 2417756 h 2649426"/>
              <a:gd name="connsiteX79" fmla="*/ 3988558 w 12192000"/>
              <a:gd name="connsiteY79" fmla="*/ 2475821 h 2649426"/>
              <a:gd name="connsiteX80" fmla="*/ 3894771 w 12192000"/>
              <a:gd name="connsiteY80" fmla="*/ 2494652 h 2649426"/>
              <a:gd name="connsiteX81" fmla="*/ 3721493 w 12192000"/>
              <a:gd name="connsiteY81" fmla="*/ 2497646 h 2649426"/>
              <a:gd name="connsiteX82" fmla="*/ 3504883 w 12192000"/>
              <a:gd name="connsiteY82" fmla="*/ 2503869 h 2649426"/>
              <a:gd name="connsiteX83" fmla="*/ 3431219 w 12192000"/>
              <a:gd name="connsiteY83" fmla="*/ 2502163 h 2649426"/>
              <a:gd name="connsiteX84" fmla="*/ 3151243 w 12192000"/>
              <a:gd name="connsiteY84" fmla="*/ 2492405 h 2649426"/>
              <a:gd name="connsiteX85" fmla="*/ 3044025 w 12192000"/>
              <a:gd name="connsiteY85" fmla="*/ 2485298 h 2649426"/>
              <a:gd name="connsiteX86" fmla="*/ 2864954 w 12192000"/>
              <a:gd name="connsiteY86" fmla="*/ 2456476 h 2649426"/>
              <a:gd name="connsiteX87" fmla="*/ 2739588 w 12192000"/>
              <a:gd name="connsiteY87" fmla="*/ 2457956 h 2649426"/>
              <a:gd name="connsiteX88" fmla="*/ 2706684 w 12192000"/>
              <a:gd name="connsiteY88" fmla="*/ 2454540 h 2649426"/>
              <a:gd name="connsiteX89" fmla="*/ 2348435 w 12192000"/>
              <a:gd name="connsiteY89" fmla="*/ 2449176 h 2649426"/>
              <a:gd name="connsiteX90" fmla="*/ 2194299 w 12192000"/>
              <a:gd name="connsiteY90" fmla="*/ 2475215 h 2649426"/>
              <a:gd name="connsiteX91" fmla="*/ 1983009 w 12192000"/>
              <a:gd name="connsiteY91" fmla="*/ 2463117 h 2649426"/>
              <a:gd name="connsiteX92" fmla="*/ 1885040 w 12192000"/>
              <a:gd name="connsiteY92" fmla="*/ 2475917 h 2649426"/>
              <a:gd name="connsiteX93" fmla="*/ 1773324 w 12192000"/>
              <a:gd name="connsiteY93" fmla="*/ 2471718 h 2649426"/>
              <a:gd name="connsiteX94" fmla="*/ 1685197 w 12192000"/>
              <a:gd name="connsiteY94" fmla="*/ 2466249 h 2649426"/>
              <a:gd name="connsiteX95" fmla="*/ 1566422 w 12192000"/>
              <a:gd name="connsiteY95" fmla="*/ 2455175 h 2649426"/>
              <a:gd name="connsiteX96" fmla="*/ 1300369 w 12192000"/>
              <a:gd name="connsiteY96" fmla="*/ 2444914 h 2649426"/>
              <a:gd name="connsiteX97" fmla="*/ 1081876 w 12192000"/>
              <a:gd name="connsiteY97" fmla="*/ 2476491 h 2649426"/>
              <a:gd name="connsiteX98" fmla="*/ 957561 w 12192000"/>
              <a:gd name="connsiteY98" fmla="*/ 2484124 h 2649426"/>
              <a:gd name="connsiteX99" fmla="*/ 822775 w 12192000"/>
              <a:gd name="connsiteY99" fmla="*/ 2542292 h 2649426"/>
              <a:gd name="connsiteX100" fmla="*/ 653171 w 12192000"/>
              <a:gd name="connsiteY100" fmla="*/ 2607266 h 2649426"/>
              <a:gd name="connsiteX101" fmla="*/ 511469 w 12192000"/>
              <a:gd name="connsiteY101" fmla="*/ 2598742 h 2649426"/>
              <a:gd name="connsiteX102" fmla="*/ 441281 w 12192000"/>
              <a:gd name="connsiteY102" fmla="*/ 2605939 h 2649426"/>
              <a:gd name="connsiteX103" fmla="*/ 297100 w 12192000"/>
              <a:gd name="connsiteY103" fmla="*/ 2639558 h 2649426"/>
              <a:gd name="connsiteX104" fmla="*/ 97385 w 12192000"/>
              <a:gd name="connsiteY104" fmla="*/ 2636063 h 2649426"/>
              <a:gd name="connsiteX105" fmla="*/ 48888 w 12192000"/>
              <a:gd name="connsiteY105" fmla="*/ 2641447 h 2649426"/>
              <a:gd name="connsiteX106" fmla="*/ 0 w 12192000"/>
              <a:gd name="connsiteY106" fmla="*/ 2649426 h 2649426"/>
              <a:gd name="connsiteX107" fmla="*/ 0 w 12192000"/>
              <a:gd name="connsiteY107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35223 w 12192000"/>
              <a:gd name="connsiteY4" fmla="*/ 1714510 h 2649426"/>
              <a:gd name="connsiteX5" fmla="*/ 11924243 w 12192000"/>
              <a:gd name="connsiteY5" fmla="*/ 1725938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425377 w 12192000"/>
              <a:gd name="connsiteY8" fmla="*/ 1625577 h 2649426"/>
              <a:gd name="connsiteX9" fmla="*/ 11364686 w 12192000"/>
              <a:gd name="connsiteY9" fmla="*/ 1616572 h 2649426"/>
              <a:gd name="connsiteX10" fmla="*/ 11193595 w 12192000"/>
              <a:gd name="connsiteY10" fmla="*/ 1558403 h 2649426"/>
              <a:gd name="connsiteX11" fmla="*/ 11146426 w 12192000"/>
              <a:gd name="connsiteY11" fmla="*/ 1555308 h 2649426"/>
              <a:gd name="connsiteX12" fmla="*/ 10841711 w 12192000"/>
              <a:gd name="connsiteY12" fmla="*/ 1541883 h 2649426"/>
              <a:gd name="connsiteX13" fmla="*/ 10657588 w 12192000"/>
              <a:gd name="connsiteY13" fmla="*/ 1633551 h 2649426"/>
              <a:gd name="connsiteX14" fmla="*/ 10551291 w 12192000"/>
              <a:gd name="connsiteY14" fmla="*/ 1556691 h 2649426"/>
              <a:gd name="connsiteX15" fmla="*/ 10523896 w 12192000"/>
              <a:gd name="connsiteY15" fmla="*/ 1559265 h 2649426"/>
              <a:gd name="connsiteX16" fmla="*/ 10465446 w 12192000"/>
              <a:gd name="connsiteY16" fmla="*/ 1574304 h 2649426"/>
              <a:gd name="connsiteX17" fmla="*/ 10404265 w 12192000"/>
              <a:gd name="connsiteY17" fmla="*/ 1572375 h 2649426"/>
              <a:gd name="connsiteX18" fmla="*/ 10329259 w 12192000"/>
              <a:gd name="connsiteY18" fmla="*/ 1579142 h 2649426"/>
              <a:gd name="connsiteX19" fmla="*/ 10128072 w 12192000"/>
              <a:gd name="connsiteY19" fmla="*/ 1610789 h 2649426"/>
              <a:gd name="connsiteX20" fmla="*/ 9811199 w 12192000"/>
              <a:gd name="connsiteY20" fmla="*/ 1648968 h 2649426"/>
              <a:gd name="connsiteX21" fmla="*/ 9537440 w 12192000"/>
              <a:gd name="connsiteY21" fmla="*/ 1671316 h 2649426"/>
              <a:gd name="connsiteX22" fmla="*/ 9405213 w 12192000"/>
              <a:gd name="connsiteY22" fmla="*/ 1679204 h 2649426"/>
              <a:gd name="connsiteX23" fmla="*/ 9225536 w 12192000"/>
              <a:gd name="connsiteY23" fmla="*/ 1741303 h 2649426"/>
              <a:gd name="connsiteX24" fmla="*/ 9144490 w 12192000"/>
              <a:gd name="connsiteY24" fmla="*/ 1756665 h 2649426"/>
              <a:gd name="connsiteX25" fmla="*/ 9031250 w 12192000"/>
              <a:gd name="connsiteY25" fmla="*/ 1782330 h 2649426"/>
              <a:gd name="connsiteX26" fmla="*/ 8985382 w 12192000"/>
              <a:gd name="connsiteY26" fmla="*/ 1798267 h 2649426"/>
              <a:gd name="connsiteX27" fmla="*/ 8906505 w 12192000"/>
              <a:gd name="connsiteY27" fmla="*/ 1834715 h 2649426"/>
              <a:gd name="connsiteX28" fmla="*/ 8833229 w 12192000"/>
              <a:gd name="connsiteY28" fmla="*/ 1846521 h 2649426"/>
              <a:gd name="connsiteX29" fmla="*/ 8705687 w 12192000"/>
              <a:gd name="connsiteY29" fmla="*/ 1848419 h 2649426"/>
              <a:gd name="connsiteX30" fmla="*/ 8700414 w 12192000"/>
              <a:gd name="connsiteY30" fmla="*/ 1857766 h 2649426"/>
              <a:gd name="connsiteX31" fmla="*/ 8643017 w 12192000"/>
              <a:gd name="connsiteY31" fmla="*/ 1865810 h 2649426"/>
              <a:gd name="connsiteX32" fmla="*/ 8460271 w 12192000"/>
              <a:gd name="connsiteY32" fmla="*/ 1856718 h 2649426"/>
              <a:gd name="connsiteX33" fmla="*/ 8330326 w 12192000"/>
              <a:gd name="connsiteY33" fmla="*/ 1873969 h 2649426"/>
              <a:gd name="connsiteX34" fmla="*/ 8216222 w 12192000"/>
              <a:gd name="connsiteY34" fmla="*/ 1895553 h 2649426"/>
              <a:gd name="connsiteX35" fmla="*/ 8043728 w 12192000"/>
              <a:gd name="connsiteY35" fmla="*/ 1944200 h 2649426"/>
              <a:gd name="connsiteX36" fmla="*/ 7958999 w 12192000"/>
              <a:gd name="connsiteY36" fmla="*/ 1980667 h 2649426"/>
              <a:gd name="connsiteX37" fmla="*/ 7908348 w 12192000"/>
              <a:gd name="connsiteY37" fmla="*/ 1994348 h 2649426"/>
              <a:gd name="connsiteX38" fmla="*/ 7776470 w 12192000"/>
              <a:gd name="connsiteY38" fmla="*/ 2053315 h 2649426"/>
              <a:gd name="connsiteX39" fmla="*/ 7624559 w 12192000"/>
              <a:gd name="connsiteY39" fmla="*/ 2114216 h 2649426"/>
              <a:gd name="connsiteX40" fmla="*/ 7549398 w 12192000"/>
              <a:gd name="connsiteY40" fmla="*/ 2153051 h 2649426"/>
              <a:gd name="connsiteX41" fmla="*/ 7540934 w 12192000"/>
              <a:gd name="connsiteY41" fmla="*/ 2151418 h 2649426"/>
              <a:gd name="connsiteX42" fmla="*/ 7528900 w 12192000"/>
              <a:gd name="connsiteY42" fmla="*/ 2152107 h 2649426"/>
              <a:gd name="connsiteX43" fmla="*/ 7528656 w 12192000"/>
              <a:gd name="connsiteY43" fmla="*/ 2152584 h 2649426"/>
              <a:gd name="connsiteX44" fmla="*/ 7517280 w 12192000"/>
              <a:gd name="connsiteY44" fmla="*/ 2152327 h 2649426"/>
              <a:gd name="connsiteX45" fmla="*/ 7460956 w 12192000"/>
              <a:gd name="connsiteY45" fmla="*/ 2145255 h 2649426"/>
              <a:gd name="connsiteX46" fmla="*/ 7372921 w 12192000"/>
              <a:gd name="connsiteY46" fmla="*/ 2175069 h 2649426"/>
              <a:gd name="connsiteX47" fmla="*/ 7307317 w 12192000"/>
              <a:gd name="connsiteY47" fmla="*/ 2182031 h 2649426"/>
              <a:gd name="connsiteX48" fmla="*/ 7251199 w 12192000"/>
              <a:gd name="connsiteY48" fmla="*/ 2198184 h 2649426"/>
              <a:gd name="connsiteX49" fmla="*/ 7233016 w 12192000"/>
              <a:gd name="connsiteY49" fmla="*/ 2195902 h 2649426"/>
              <a:gd name="connsiteX50" fmla="*/ 7227281 w 12192000"/>
              <a:gd name="connsiteY50" fmla="*/ 2190042 h 2649426"/>
              <a:gd name="connsiteX51" fmla="*/ 7200745 w 12192000"/>
              <a:gd name="connsiteY51" fmla="*/ 2189321 h 2649426"/>
              <a:gd name="connsiteX52" fmla="*/ 7197924 w 12192000"/>
              <a:gd name="connsiteY52" fmla="*/ 2191205 h 2649426"/>
              <a:gd name="connsiteX53" fmla="*/ 7175198 w 12192000"/>
              <a:gd name="connsiteY53" fmla="*/ 2183294 h 2649426"/>
              <a:gd name="connsiteX54" fmla="*/ 7100681 w 12192000"/>
              <a:gd name="connsiteY54" fmla="*/ 2167822 h 2649426"/>
              <a:gd name="connsiteX55" fmla="*/ 6932665 w 12192000"/>
              <a:gd name="connsiteY55" fmla="*/ 2162157 h 2649426"/>
              <a:gd name="connsiteX56" fmla="*/ 6700029 w 12192000"/>
              <a:gd name="connsiteY56" fmla="*/ 2158310 h 2649426"/>
              <a:gd name="connsiteX57" fmla="*/ 6326162 w 12192000"/>
              <a:gd name="connsiteY57" fmla="*/ 2178632 h 2649426"/>
              <a:gd name="connsiteX58" fmla="*/ 6196177 w 12192000"/>
              <a:gd name="connsiteY58" fmla="*/ 2200059 h 2649426"/>
              <a:gd name="connsiteX59" fmla="*/ 6139086 w 12192000"/>
              <a:gd name="connsiteY59" fmla="*/ 2187339 h 2649426"/>
              <a:gd name="connsiteX60" fmla="*/ 6098878 w 12192000"/>
              <a:gd name="connsiteY60" fmla="*/ 2192939 h 2649426"/>
              <a:gd name="connsiteX61" fmla="*/ 6094339 w 12192000"/>
              <a:gd name="connsiteY61" fmla="*/ 2195871 h 2649426"/>
              <a:gd name="connsiteX62" fmla="*/ 6075163 w 12192000"/>
              <a:gd name="connsiteY62" fmla="*/ 2198856 h 2649426"/>
              <a:gd name="connsiteX63" fmla="*/ 6071016 w 12192000"/>
              <a:gd name="connsiteY63" fmla="*/ 2210639 h 2649426"/>
              <a:gd name="connsiteX64" fmla="*/ 6043058 w 12192000"/>
              <a:gd name="connsiteY64" fmla="*/ 2222971 h 2649426"/>
              <a:gd name="connsiteX65" fmla="*/ 5962031 w 12192000"/>
              <a:gd name="connsiteY65" fmla="*/ 2220873 h 2649426"/>
              <a:gd name="connsiteX66" fmla="*/ 5818648 w 12192000"/>
              <a:gd name="connsiteY66" fmla="*/ 2229309 h 2649426"/>
              <a:gd name="connsiteX67" fmla="*/ 5515979 w 12192000"/>
              <a:gd name="connsiteY67" fmla="*/ 2284946 h 2649426"/>
              <a:gd name="connsiteX68" fmla="*/ 5426280 w 12192000"/>
              <a:gd name="connsiteY68" fmla="*/ 2290560 h 2649426"/>
              <a:gd name="connsiteX69" fmla="*/ 5329896 w 12192000"/>
              <a:gd name="connsiteY69" fmla="*/ 2279209 h 2649426"/>
              <a:gd name="connsiteX70" fmla="*/ 5245363 w 12192000"/>
              <a:gd name="connsiteY70" fmla="*/ 2301618 h 2649426"/>
              <a:gd name="connsiteX71" fmla="*/ 5077816 w 12192000"/>
              <a:gd name="connsiteY71" fmla="*/ 2292570 h 2649426"/>
              <a:gd name="connsiteX72" fmla="*/ 4911519 w 12192000"/>
              <a:gd name="connsiteY72" fmla="*/ 2285340 h 2649426"/>
              <a:gd name="connsiteX73" fmla="*/ 4822447 w 12192000"/>
              <a:gd name="connsiteY73" fmla="*/ 2292174 h 2649426"/>
              <a:gd name="connsiteX74" fmla="*/ 4670737 w 12192000"/>
              <a:gd name="connsiteY74" fmla="*/ 2321711 h 2649426"/>
              <a:gd name="connsiteX75" fmla="*/ 4489013 w 12192000"/>
              <a:gd name="connsiteY75" fmla="*/ 2338805 h 2649426"/>
              <a:gd name="connsiteX76" fmla="*/ 4431159 w 12192000"/>
              <a:gd name="connsiteY76" fmla="*/ 2347536 h 2649426"/>
              <a:gd name="connsiteX77" fmla="*/ 4273885 w 12192000"/>
              <a:gd name="connsiteY77" fmla="*/ 2379520 h 2649426"/>
              <a:gd name="connsiteX78" fmla="*/ 4116925 w 12192000"/>
              <a:gd name="connsiteY78" fmla="*/ 2417756 h 2649426"/>
              <a:gd name="connsiteX79" fmla="*/ 3988558 w 12192000"/>
              <a:gd name="connsiteY79" fmla="*/ 2475821 h 2649426"/>
              <a:gd name="connsiteX80" fmla="*/ 3894771 w 12192000"/>
              <a:gd name="connsiteY80" fmla="*/ 2494652 h 2649426"/>
              <a:gd name="connsiteX81" fmla="*/ 3721493 w 12192000"/>
              <a:gd name="connsiteY81" fmla="*/ 2497646 h 2649426"/>
              <a:gd name="connsiteX82" fmla="*/ 3504883 w 12192000"/>
              <a:gd name="connsiteY82" fmla="*/ 2503869 h 2649426"/>
              <a:gd name="connsiteX83" fmla="*/ 3431219 w 12192000"/>
              <a:gd name="connsiteY83" fmla="*/ 2502163 h 2649426"/>
              <a:gd name="connsiteX84" fmla="*/ 3151243 w 12192000"/>
              <a:gd name="connsiteY84" fmla="*/ 2492405 h 2649426"/>
              <a:gd name="connsiteX85" fmla="*/ 3044025 w 12192000"/>
              <a:gd name="connsiteY85" fmla="*/ 2485298 h 2649426"/>
              <a:gd name="connsiteX86" fmla="*/ 2864954 w 12192000"/>
              <a:gd name="connsiteY86" fmla="*/ 2456476 h 2649426"/>
              <a:gd name="connsiteX87" fmla="*/ 2739588 w 12192000"/>
              <a:gd name="connsiteY87" fmla="*/ 2457956 h 2649426"/>
              <a:gd name="connsiteX88" fmla="*/ 2706684 w 12192000"/>
              <a:gd name="connsiteY88" fmla="*/ 2454540 h 2649426"/>
              <a:gd name="connsiteX89" fmla="*/ 2348435 w 12192000"/>
              <a:gd name="connsiteY89" fmla="*/ 2449176 h 2649426"/>
              <a:gd name="connsiteX90" fmla="*/ 2194299 w 12192000"/>
              <a:gd name="connsiteY90" fmla="*/ 2475215 h 2649426"/>
              <a:gd name="connsiteX91" fmla="*/ 1983009 w 12192000"/>
              <a:gd name="connsiteY91" fmla="*/ 2463117 h 2649426"/>
              <a:gd name="connsiteX92" fmla="*/ 1885040 w 12192000"/>
              <a:gd name="connsiteY92" fmla="*/ 2475917 h 2649426"/>
              <a:gd name="connsiteX93" fmla="*/ 1773324 w 12192000"/>
              <a:gd name="connsiteY93" fmla="*/ 2471718 h 2649426"/>
              <a:gd name="connsiteX94" fmla="*/ 1685197 w 12192000"/>
              <a:gd name="connsiteY94" fmla="*/ 2466249 h 2649426"/>
              <a:gd name="connsiteX95" fmla="*/ 1566422 w 12192000"/>
              <a:gd name="connsiteY95" fmla="*/ 2455175 h 2649426"/>
              <a:gd name="connsiteX96" fmla="*/ 1300369 w 12192000"/>
              <a:gd name="connsiteY96" fmla="*/ 2444914 h 2649426"/>
              <a:gd name="connsiteX97" fmla="*/ 1081876 w 12192000"/>
              <a:gd name="connsiteY97" fmla="*/ 2476491 h 2649426"/>
              <a:gd name="connsiteX98" fmla="*/ 957561 w 12192000"/>
              <a:gd name="connsiteY98" fmla="*/ 2484124 h 2649426"/>
              <a:gd name="connsiteX99" fmla="*/ 822775 w 12192000"/>
              <a:gd name="connsiteY99" fmla="*/ 2542292 h 2649426"/>
              <a:gd name="connsiteX100" fmla="*/ 653171 w 12192000"/>
              <a:gd name="connsiteY100" fmla="*/ 2607266 h 2649426"/>
              <a:gd name="connsiteX101" fmla="*/ 511469 w 12192000"/>
              <a:gd name="connsiteY101" fmla="*/ 2598742 h 2649426"/>
              <a:gd name="connsiteX102" fmla="*/ 441281 w 12192000"/>
              <a:gd name="connsiteY102" fmla="*/ 2605939 h 2649426"/>
              <a:gd name="connsiteX103" fmla="*/ 297100 w 12192000"/>
              <a:gd name="connsiteY103" fmla="*/ 2639558 h 2649426"/>
              <a:gd name="connsiteX104" fmla="*/ 97385 w 12192000"/>
              <a:gd name="connsiteY104" fmla="*/ 2636063 h 2649426"/>
              <a:gd name="connsiteX105" fmla="*/ 48888 w 12192000"/>
              <a:gd name="connsiteY105" fmla="*/ 2641447 h 2649426"/>
              <a:gd name="connsiteX106" fmla="*/ 0 w 12192000"/>
              <a:gd name="connsiteY106" fmla="*/ 2649426 h 2649426"/>
              <a:gd name="connsiteX107" fmla="*/ 0 w 12192000"/>
              <a:gd name="connsiteY107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35223 w 12192000"/>
              <a:gd name="connsiteY4" fmla="*/ 1714510 h 2649426"/>
              <a:gd name="connsiteX5" fmla="*/ 11924243 w 12192000"/>
              <a:gd name="connsiteY5" fmla="*/ 1725938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425377 w 12192000"/>
              <a:gd name="connsiteY8" fmla="*/ 1625577 h 2649426"/>
              <a:gd name="connsiteX9" fmla="*/ 11364686 w 12192000"/>
              <a:gd name="connsiteY9" fmla="*/ 1616572 h 2649426"/>
              <a:gd name="connsiteX10" fmla="*/ 11193595 w 12192000"/>
              <a:gd name="connsiteY10" fmla="*/ 1558403 h 2649426"/>
              <a:gd name="connsiteX11" fmla="*/ 11146426 w 12192000"/>
              <a:gd name="connsiteY11" fmla="*/ 1555308 h 2649426"/>
              <a:gd name="connsiteX12" fmla="*/ 10841711 w 12192000"/>
              <a:gd name="connsiteY12" fmla="*/ 1541883 h 2649426"/>
              <a:gd name="connsiteX13" fmla="*/ 10684816 w 12192000"/>
              <a:gd name="connsiteY13" fmla="*/ 1560944 h 2649426"/>
              <a:gd name="connsiteX14" fmla="*/ 10551291 w 12192000"/>
              <a:gd name="connsiteY14" fmla="*/ 1556691 h 2649426"/>
              <a:gd name="connsiteX15" fmla="*/ 10523896 w 12192000"/>
              <a:gd name="connsiteY15" fmla="*/ 1559265 h 2649426"/>
              <a:gd name="connsiteX16" fmla="*/ 10465446 w 12192000"/>
              <a:gd name="connsiteY16" fmla="*/ 1574304 h 2649426"/>
              <a:gd name="connsiteX17" fmla="*/ 10404265 w 12192000"/>
              <a:gd name="connsiteY17" fmla="*/ 1572375 h 2649426"/>
              <a:gd name="connsiteX18" fmla="*/ 10329259 w 12192000"/>
              <a:gd name="connsiteY18" fmla="*/ 1579142 h 2649426"/>
              <a:gd name="connsiteX19" fmla="*/ 10128072 w 12192000"/>
              <a:gd name="connsiteY19" fmla="*/ 1610789 h 2649426"/>
              <a:gd name="connsiteX20" fmla="*/ 9811199 w 12192000"/>
              <a:gd name="connsiteY20" fmla="*/ 1648968 h 2649426"/>
              <a:gd name="connsiteX21" fmla="*/ 9537440 w 12192000"/>
              <a:gd name="connsiteY21" fmla="*/ 1671316 h 2649426"/>
              <a:gd name="connsiteX22" fmla="*/ 9405213 w 12192000"/>
              <a:gd name="connsiteY22" fmla="*/ 1679204 h 2649426"/>
              <a:gd name="connsiteX23" fmla="*/ 9225536 w 12192000"/>
              <a:gd name="connsiteY23" fmla="*/ 1741303 h 2649426"/>
              <a:gd name="connsiteX24" fmla="*/ 9144490 w 12192000"/>
              <a:gd name="connsiteY24" fmla="*/ 1756665 h 2649426"/>
              <a:gd name="connsiteX25" fmla="*/ 9031250 w 12192000"/>
              <a:gd name="connsiteY25" fmla="*/ 1782330 h 2649426"/>
              <a:gd name="connsiteX26" fmla="*/ 8985382 w 12192000"/>
              <a:gd name="connsiteY26" fmla="*/ 1798267 h 2649426"/>
              <a:gd name="connsiteX27" fmla="*/ 8906505 w 12192000"/>
              <a:gd name="connsiteY27" fmla="*/ 1834715 h 2649426"/>
              <a:gd name="connsiteX28" fmla="*/ 8833229 w 12192000"/>
              <a:gd name="connsiteY28" fmla="*/ 1846521 h 2649426"/>
              <a:gd name="connsiteX29" fmla="*/ 8705687 w 12192000"/>
              <a:gd name="connsiteY29" fmla="*/ 1848419 h 2649426"/>
              <a:gd name="connsiteX30" fmla="*/ 8700414 w 12192000"/>
              <a:gd name="connsiteY30" fmla="*/ 1857766 h 2649426"/>
              <a:gd name="connsiteX31" fmla="*/ 8643017 w 12192000"/>
              <a:gd name="connsiteY31" fmla="*/ 1865810 h 2649426"/>
              <a:gd name="connsiteX32" fmla="*/ 8460271 w 12192000"/>
              <a:gd name="connsiteY32" fmla="*/ 1856718 h 2649426"/>
              <a:gd name="connsiteX33" fmla="*/ 8330326 w 12192000"/>
              <a:gd name="connsiteY33" fmla="*/ 1873969 h 2649426"/>
              <a:gd name="connsiteX34" fmla="*/ 8216222 w 12192000"/>
              <a:gd name="connsiteY34" fmla="*/ 1895553 h 2649426"/>
              <a:gd name="connsiteX35" fmla="*/ 8043728 w 12192000"/>
              <a:gd name="connsiteY35" fmla="*/ 1944200 h 2649426"/>
              <a:gd name="connsiteX36" fmla="*/ 7958999 w 12192000"/>
              <a:gd name="connsiteY36" fmla="*/ 1980667 h 2649426"/>
              <a:gd name="connsiteX37" fmla="*/ 7908348 w 12192000"/>
              <a:gd name="connsiteY37" fmla="*/ 1994348 h 2649426"/>
              <a:gd name="connsiteX38" fmla="*/ 7776470 w 12192000"/>
              <a:gd name="connsiteY38" fmla="*/ 2053315 h 2649426"/>
              <a:gd name="connsiteX39" fmla="*/ 7624559 w 12192000"/>
              <a:gd name="connsiteY39" fmla="*/ 2114216 h 2649426"/>
              <a:gd name="connsiteX40" fmla="*/ 7549398 w 12192000"/>
              <a:gd name="connsiteY40" fmla="*/ 2153051 h 2649426"/>
              <a:gd name="connsiteX41" fmla="*/ 7540934 w 12192000"/>
              <a:gd name="connsiteY41" fmla="*/ 2151418 h 2649426"/>
              <a:gd name="connsiteX42" fmla="*/ 7528900 w 12192000"/>
              <a:gd name="connsiteY42" fmla="*/ 2152107 h 2649426"/>
              <a:gd name="connsiteX43" fmla="*/ 7528656 w 12192000"/>
              <a:gd name="connsiteY43" fmla="*/ 2152584 h 2649426"/>
              <a:gd name="connsiteX44" fmla="*/ 7517280 w 12192000"/>
              <a:gd name="connsiteY44" fmla="*/ 2152327 h 2649426"/>
              <a:gd name="connsiteX45" fmla="*/ 7460956 w 12192000"/>
              <a:gd name="connsiteY45" fmla="*/ 2145255 h 2649426"/>
              <a:gd name="connsiteX46" fmla="*/ 7372921 w 12192000"/>
              <a:gd name="connsiteY46" fmla="*/ 2175069 h 2649426"/>
              <a:gd name="connsiteX47" fmla="*/ 7307317 w 12192000"/>
              <a:gd name="connsiteY47" fmla="*/ 2182031 h 2649426"/>
              <a:gd name="connsiteX48" fmla="*/ 7251199 w 12192000"/>
              <a:gd name="connsiteY48" fmla="*/ 2198184 h 2649426"/>
              <a:gd name="connsiteX49" fmla="*/ 7233016 w 12192000"/>
              <a:gd name="connsiteY49" fmla="*/ 2195902 h 2649426"/>
              <a:gd name="connsiteX50" fmla="*/ 7227281 w 12192000"/>
              <a:gd name="connsiteY50" fmla="*/ 2190042 h 2649426"/>
              <a:gd name="connsiteX51" fmla="*/ 7200745 w 12192000"/>
              <a:gd name="connsiteY51" fmla="*/ 2189321 h 2649426"/>
              <a:gd name="connsiteX52" fmla="*/ 7197924 w 12192000"/>
              <a:gd name="connsiteY52" fmla="*/ 2191205 h 2649426"/>
              <a:gd name="connsiteX53" fmla="*/ 7175198 w 12192000"/>
              <a:gd name="connsiteY53" fmla="*/ 2183294 h 2649426"/>
              <a:gd name="connsiteX54" fmla="*/ 7100681 w 12192000"/>
              <a:gd name="connsiteY54" fmla="*/ 2167822 h 2649426"/>
              <a:gd name="connsiteX55" fmla="*/ 6932665 w 12192000"/>
              <a:gd name="connsiteY55" fmla="*/ 2162157 h 2649426"/>
              <a:gd name="connsiteX56" fmla="*/ 6700029 w 12192000"/>
              <a:gd name="connsiteY56" fmla="*/ 2158310 h 2649426"/>
              <a:gd name="connsiteX57" fmla="*/ 6326162 w 12192000"/>
              <a:gd name="connsiteY57" fmla="*/ 2178632 h 2649426"/>
              <a:gd name="connsiteX58" fmla="*/ 6196177 w 12192000"/>
              <a:gd name="connsiteY58" fmla="*/ 2200059 h 2649426"/>
              <a:gd name="connsiteX59" fmla="*/ 6139086 w 12192000"/>
              <a:gd name="connsiteY59" fmla="*/ 2187339 h 2649426"/>
              <a:gd name="connsiteX60" fmla="*/ 6098878 w 12192000"/>
              <a:gd name="connsiteY60" fmla="*/ 2192939 h 2649426"/>
              <a:gd name="connsiteX61" fmla="*/ 6094339 w 12192000"/>
              <a:gd name="connsiteY61" fmla="*/ 2195871 h 2649426"/>
              <a:gd name="connsiteX62" fmla="*/ 6075163 w 12192000"/>
              <a:gd name="connsiteY62" fmla="*/ 2198856 h 2649426"/>
              <a:gd name="connsiteX63" fmla="*/ 6071016 w 12192000"/>
              <a:gd name="connsiteY63" fmla="*/ 2210639 h 2649426"/>
              <a:gd name="connsiteX64" fmla="*/ 6043058 w 12192000"/>
              <a:gd name="connsiteY64" fmla="*/ 2222971 h 2649426"/>
              <a:gd name="connsiteX65" fmla="*/ 5962031 w 12192000"/>
              <a:gd name="connsiteY65" fmla="*/ 2220873 h 2649426"/>
              <a:gd name="connsiteX66" fmla="*/ 5818648 w 12192000"/>
              <a:gd name="connsiteY66" fmla="*/ 2229309 h 2649426"/>
              <a:gd name="connsiteX67" fmla="*/ 5515979 w 12192000"/>
              <a:gd name="connsiteY67" fmla="*/ 2284946 h 2649426"/>
              <a:gd name="connsiteX68" fmla="*/ 5426280 w 12192000"/>
              <a:gd name="connsiteY68" fmla="*/ 2290560 h 2649426"/>
              <a:gd name="connsiteX69" fmla="*/ 5329896 w 12192000"/>
              <a:gd name="connsiteY69" fmla="*/ 2279209 h 2649426"/>
              <a:gd name="connsiteX70" fmla="*/ 5245363 w 12192000"/>
              <a:gd name="connsiteY70" fmla="*/ 2301618 h 2649426"/>
              <a:gd name="connsiteX71" fmla="*/ 5077816 w 12192000"/>
              <a:gd name="connsiteY71" fmla="*/ 2292570 h 2649426"/>
              <a:gd name="connsiteX72" fmla="*/ 4911519 w 12192000"/>
              <a:gd name="connsiteY72" fmla="*/ 2285340 h 2649426"/>
              <a:gd name="connsiteX73" fmla="*/ 4822447 w 12192000"/>
              <a:gd name="connsiteY73" fmla="*/ 2292174 h 2649426"/>
              <a:gd name="connsiteX74" fmla="*/ 4670737 w 12192000"/>
              <a:gd name="connsiteY74" fmla="*/ 2321711 h 2649426"/>
              <a:gd name="connsiteX75" fmla="*/ 4489013 w 12192000"/>
              <a:gd name="connsiteY75" fmla="*/ 2338805 h 2649426"/>
              <a:gd name="connsiteX76" fmla="*/ 4431159 w 12192000"/>
              <a:gd name="connsiteY76" fmla="*/ 2347536 h 2649426"/>
              <a:gd name="connsiteX77" fmla="*/ 4273885 w 12192000"/>
              <a:gd name="connsiteY77" fmla="*/ 2379520 h 2649426"/>
              <a:gd name="connsiteX78" fmla="*/ 4116925 w 12192000"/>
              <a:gd name="connsiteY78" fmla="*/ 2417756 h 2649426"/>
              <a:gd name="connsiteX79" fmla="*/ 3988558 w 12192000"/>
              <a:gd name="connsiteY79" fmla="*/ 2475821 h 2649426"/>
              <a:gd name="connsiteX80" fmla="*/ 3894771 w 12192000"/>
              <a:gd name="connsiteY80" fmla="*/ 2494652 h 2649426"/>
              <a:gd name="connsiteX81" fmla="*/ 3721493 w 12192000"/>
              <a:gd name="connsiteY81" fmla="*/ 2497646 h 2649426"/>
              <a:gd name="connsiteX82" fmla="*/ 3504883 w 12192000"/>
              <a:gd name="connsiteY82" fmla="*/ 2503869 h 2649426"/>
              <a:gd name="connsiteX83" fmla="*/ 3431219 w 12192000"/>
              <a:gd name="connsiteY83" fmla="*/ 2502163 h 2649426"/>
              <a:gd name="connsiteX84" fmla="*/ 3151243 w 12192000"/>
              <a:gd name="connsiteY84" fmla="*/ 2492405 h 2649426"/>
              <a:gd name="connsiteX85" fmla="*/ 3044025 w 12192000"/>
              <a:gd name="connsiteY85" fmla="*/ 2485298 h 2649426"/>
              <a:gd name="connsiteX86" fmla="*/ 2864954 w 12192000"/>
              <a:gd name="connsiteY86" fmla="*/ 2456476 h 2649426"/>
              <a:gd name="connsiteX87" fmla="*/ 2739588 w 12192000"/>
              <a:gd name="connsiteY87" fmla="*/ 2457956 h 2649426"/>
              <a:gd name="connsiteX88" fmla="*/ 2706684 w 12192000"/>
              <a:gd name="connsiteY88" fmla="*/ 2454540 h 2649426"/>
              <a:gd name="connsiteX89" fmla="*/ 2348435 w 12192000"/>
              <a:gd name="connsiteY89" fmla="*/ 2449176 h 2649426"/>
              <a:gd name="connsiteX90" fmla="*/ 2194299 w 12192000"/>
              <a:gd name="connsiteY90" fmla="*/ 2475215 h 2649426"/>
              <a:gd name="connsiteX91" fmla="*/ 1983009 w 12192000"/>
              <a:gd name="connsiteY91" fmla="*/ 2463117 h 2649426"/>
              <a:gd name="connsiteX92" fmla="*/ 1885040 w 12192000"/>
              <a:gd name="connsiteY92" fmla="*/ 2475917 h 2649426"/>
              <a:gd name="connsiteX93" fmla="*/ 1773324 w 12192000"/>
              <a:gd name="connsiteY93" fmla="*/ 2471718 h 2649426"/>
              <a:gd name="connsiteX94" fmla="*/ 1685197 w 12192000"/>
              <a:gd name="connsiteY94" fmla="*/ 2466249 h 2649426"/>
              <a:gd name="connsiteX95" fmla="*/ 1566422 w 12192000"/>
              <a:gd name="connsiteY95" fmla="*/ 2455175 h 2649426"/>
              <a:gd name="connsiteX96" fmla="*/ 1300369 w 12192000"/>
              <a:gd name="connsiteY96" fmla="*/ 2444914 h 2649426"/>
              <a:gd name="connsiteX97" fmla="*/ 1081876 w 12192000"/>
              <a:gd name="connsiteY97" fmla="*/ 2476491 h 2649426"/>
              <a:gd name="connsiteX98" fmla="*/ 957561 w 12192000"/>
              <a:gd name="connsiteY98" fmla="*/ 2484124 h 2649426"/>
              <a:gd name="connsiteX99" fmla="*/ 822775 w 12192000"/>
              <a:gd name="connsiteY99" fmla="*/ 2542292 h 2649426"/>
              <a:gd name="connsiteX100" fmla="*/ 653171 w 12192000"/>
              <a:gd name="connsiteY100" fmla="*/ 2607266 h 2649426"/>
              <a:gd name="connsiteX101" fmla="*/ 511469 w 12192000"/>
              <a:gd name="connsiteY101" fmla="*/ 2598742 h 2649426"/>
              <a:gd name="connsiteX102" fmla="*/ 441281 w 12192000"/>
              <a:gd name="connsiteY102" fmla="*/ 2605939 h 2649426"/>
              <a:gd name="connsiteX103" fmla="*/ 297100 w 12192000"/>
              <a:gd name="connsiteY103" fmla="*/ 2639558 h 2649426"/>
              <a:gd name="connsiteX104" fmla="*/ 97385 w 12192000"/>
              <a:gd name="connsiteY104" fmla="*/ 2636063 h 2649426"/>
              <a:gd name="connsiteX105" fmla="*/ 48888 w 12192000"/>
              <a:gd name="connsiteY105" fmla="*/ 2641447 h 2649426"/>
              <a:gd name="connsiteX106" fmla="*/ 0 w 12192000"/>
              <a:gd name="connsiteY106" fmla="*/ 2649426 h 2649426"/>
              <a:gd name="connsiteX107" fmla="*/ 0 w 12192000"/>
              <a:gd name="connsiteY107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35223 w 12192000"/>
              <a:gd name="connsiteY4" fmla="*/ 1714510 h 2649426"/>
              <a:gd name="connsiteX5" fmla="*/ 11924243 w 12192000"/>
              <a:gd name="connsiteY5" fmla="*/ 1725938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425377 w 12192000"/>
              <a:gd name="connsiteY8" fmla="*/ 1625577 h 2649426"/>
              <a:gd name="connsiteX9" fmla="*/ 11364686 w 12192000"/>
              <a:gd name="connsiteY9" fmla="*/ 1616572 h 2649426"/>
              <a:gd name="connsiteX10" fmla="*/ 11193595 w 12192000"/>
              <a:gd name="connsiteY10" fmla="*/ 1558403 h 2649426"/>
              <a:gd name="connsiteX11" fmla="*/ 11146426 w 12192000"/>
              <a:gd name="connsiteY11" fmla="*/ 1555308 h 2649426"/>
              <a:gd name="connsiteX12" fmla="*/ 10841711 w 12192000"/>
              <a:gd name="connsiteY12" fmla="*/ 1541883 h 2649426"/>
              <a:gd name="connsiteX13" fmla="*/ 10684816 w 12192000"/>
              <a:gd name="connsiteY13" fmla="*/ 1560944 h 2649426"/>
              <a:gd name="connsiteX14" fmla="*/ 10551291 w 12192000"/>
              <a:gd name="connsiteY14" fmla="*/ 1556691 h 2649426"/>
              <a:gd name="connsiteX15" fmla="*/ 10523896 w 12192000"/>
              <a:gd name="connsiteY15" fmla="*/ 1559265 h 2649426"/>
              <a:gd name="connsiteX16" fmla="*/ 10465446 w 12192000"/>
              <a:gd name="connsiteY16" fmla="*/ 1574304 h 2649426"/>
              <a:gd name="connsiteX17" fmla="*/ 10404265 w 12192000"/>
              <a:gd name="connsiteY17" fmla="*/ 1572375 h 2649426"/>
              <a:gd name="connsiteX18" fmla="*/ 10329259 w 12192000"/>
              <a:gd name="connsiteY18" fmla="*/ 1579142 h 2649426"/>
              <a:gd name="connsiteX19" fmla="*/ 10128072 w 12192000"/>
              <a:gd name="connsiteY19" fmla="*/ 1610789 h 2649426"/>
              <a:gd name="connsiteX20" fmla="*/ 9811199 w 12192000"/>
              <a:gd name="connsiteY20" fmla="*/ 1648968 h 2649426"/>
              <a:gd name="connsiteX21" fmla="*/ 9537440 w 12192000"/>
              <a:gd name="connsiteY21" fmla="*/ 1671316 h 2649426"/>
              <a:gd name="connsiteX22" fmla="*/ 9405213 w 12192000"/>
              <a:gd name="connsiteY22" fmla="*/ 1679204 h 2649426"/>
              <a:gd name="connsiteX23" fmla="*/ 9225536 w 12192000"/>
              <a:gd name="connsiteY23" fmla="*/ 1741303 h 2649426"/>
              <a:gd name="connsiteX24" fmla="*/ 9144490 w 12192000"/>
              <a:gd name="connsiteY24" fmla="*/ 1756665 h 2649426"/>
              <a:gd name="connsiteX25" fmla="*/ 9031250 w 12192000"/>
              <a:gd name="connsiteY25" fmla="*/ 1782330 h 2649426"/>
              <a:gd name="connsiteX26" fmla="*/ 8985382 w 12192000"/>
              <a:gd name="connsiteY26" fmla="*/ 1798267 h 2649426"/>
              <a:gd name="connsiteX27" fmla="*/ 8906505 w 12192000"/>
              <a:gd name="connsiteY27" fmla="*/ 1834715 h 2649426"/>
              <a:gd name="connsiteX28" fmla="*/ 8833229 w 12192000"/>
              <a:gd name="connsiteY28" fmla="*/ 1846521 h 2649426"/>
              <a:gd name="connsiteX29" fmla="*/ 8705687 w 12192000"/>
              <a:gd name="connsiteY29" fmla="*/ 1848419 h 2649426"/>
              <a:gd name="connsiteX30" fmla="*/ 8700414 w 12192000"/>
              <a:gd name="connsiteY30" fmla="*/ 1857766 h 2649426"/>
              <a:gd name="connsiteX31" fmla="*/ 8643017 w 12192000"/>
              <a:gd name="connsiteY31" fmla="*/ 1865810 h 2649426"/>
              <a:gd name="connsiteX32" fmla="*/ 8460271 w 12192000"/>
              <a:gd name="connsiteY32" fmla="*/ 1856718 h 2649426"/>
              <a:gd name="connsiteX33" fmla="*/ 8330326 w 12192000"/>
              <a:gd name="connsiteY33" fmla="*/ 1873969 h 2649426"/>
              <a:gd name="connsiteX34" fmla="*/ 8216222 w 12192000"/>
              <a:gd name="connsiteY34" fmla="*/ 1895553 h 2649426"/>
              <a:gd name="connsiteX35" fmla="*/ 8043728 w 12192000"/>
              <a:gd name="connsiteY35" fmla="*/ 1944200 h 2649426"/>
              <a:gd name="connsiteX36" fmla="*/ 7958999 w 12192000"/>
              <a:gd name="connsiteY36" fmla="*/ 1980667 h 2649426"/>
              <a:gd name="connsiteX37" fmla="*/ 7908348 w 12192000"/>
              <a:gd name="connsiteY37" fmla="*/ 1994348 h 2649426"/>
              <a:gd name="connsiteX38" fmla="*/ 7776470 w 12192000"/>
              <a:gd name="connsiteY38" fmla="*/ 2053315 h 2649426"/>
              <a:gd name="connsiteX39" fmla="*/ 7624559 w 12192000"/>
              <a:gd name="connsiteY39" fmla="*/ 2114216 h 2649426"/>
              <a:gd name="connsiteX40" fmla="*/ 7549398 w 12192000"/>
              <a:gd name="connsiteY40" fmla="*/ 2153051 h 2649426"/>
              <a:gd name="connsiteX41" fmla="*/ 7540934 w 12192000"/>
              <a:gd name="connsiteY41" fmla="*/ 2151418 h 2649426"/>
              <a:gd name="connsiteX42" fmla="*/ 7528900 w 12192000"/>
              <a:gd name="connsiteY42" fmla="*/ 2152107 h 2649426"/>
              <a:gd name="connsiteX43" fmla="*/ 7528656 w 12192000"/>
              <a:gd name="connsiteY43" fmla="*/ 2152584 h 2649426"/>
              <a:gd name="connsiteX44" fmla="*/ 7517280 w 12192000"/>
              <a:gd name="connsiteY44" fmla="*/ 2152327 h 2649426"/>
              <a:gd name="connsiteX45" fmla="*/ 7460956 w 12192000"/>
              <a:gd name="connsiteY45" fmla="*/ 2145255 h 2649426"/>
              <a:gd name="connsiteX46" fmla="*/ 7372921 w 12192000"/>
              <a:gd name="connsiteY46" fmla="*/ 2175069 h 2649426"/>
              <a:gd name="connsiteX47" fmla="*/ 7307317 w 12192000"/>
              <a:gd name="connsiteY47" fmla="*/ 2182031 h 2649426"/>
              <a:gd name="connsiteX48" fmla="*/ 7251199 w 12192000"/>
              <a:gd name="connsiteY48" fmla="*/ 2198184 h 2649426"/>
              <a:gd name="connsiteX49" fmla="*/ 7233016 w 12192000"/>
              <a:gd name="connsiteY49" fmla="*/ 2195902 h 2649426"/>
              <a:gd name="connsiteX50" fmla="*/ 7227281 w 12192000"/>
              <a:gd name="connsiteY50" fmla="*/ 2190042 h 2649426"/>
              <a:gd name="connsiteX51" fmla="*/ 7200745 w 12192000"/>
              <a:gd name="connsiteY51" fmla="*/ 2189321 h 2649426"/>
              <a:gd name="connsiteX52" fmla="*/ 7197924 w 12192000"/>
              <a:gd name="connsiteY52" fmla="*/ 2191205 h 2649426"/>
              <a:gd name="connsiteX53" fmla="*/ 7175198 w 12192000"/>
              <a:gd name="connsiteY53" fmla="*/ 2183294 h 2649426"/>
              <a:gd name="connsiteX54" fmla="*/ 7100681 w 12192000"/>
              <a:gd name="connsiteY54" fmla="*/ 2167822 h 2649426"/>
              <a:gd name="connsiteX55" fmla="*/ 6932665 w 12192000"/>
              <a:gd name="connsiteY55" fmla="*/ 2162157 h 2649426"/>
              <a:gd name="connsiteX56" fmla="*/ 6700029 w 12192000"/>
              <a:gd name="connsiteY56" fmla="*/ 2158310 h 2649426"/>
              <a:gd name="connsiteX57" fmla="*/ 6326162 w 12192000"/>
              <a:gd name="connsiteY57" fmla="*/ 2178632 h 2649426"/>
              <a:gd name="connsiteX58" fmla="*/ 6196177 w 12192000"/>
              <a:gd name="connsiteY58" fmla="*/ 2200059 h 2649426"/>
              <a:gd name="connsiteX59" fmla="*/ 6139086 w 12192000"/>
              <a:gd name="connsiteY59" fmla="*/ 2187339 h 2649426"/>
              <a:gd name="connsiteX60" fmla="*/ 6098878 w 12192000"/>
              <a:gd name="connsiteY60" fmla="*/ 2192939 h 2649426"/>
              <a:gd name="connsiteX61" fmla="*/ 6094339 w 12192000"/>
              <a:gd name="connsiteY61" fmla="*/ 2195871 h 2649426"/>
              <a:gd name="connsiteX62" fmla="*/ 6075163 w 12192000"/>
              <a:gd name="connsiteY62" fmla="*/ 2198856 h 2649426"/>
              <a:gd name="connsiteX63" fmla="*/ 6071016 w 12192000"/>
              <a:gd name="connsiteY63" fmla="*/ 2210639 h 2649426"/>
              <a:gd name="connsiteX64" fmla="*/ 6043058 w 12192000"/>
              <a:gd name="connsiteY64" fmla="*/ 2222971 h 2649426"/>
              <a:gd name="connsiteX65" fmla="*/ 5962031 w 12192000"/>
              <a:gd name="connsiteY65" fmla="*/ 2220873 h 2649426"/>
              <a:gd name="connsiteX66" fmla="*/ 5818648 w 12192000"/>
              <a:gd name="connsiteY66" fmla="*/ 2229309 h 2649426"/>
              <a:gd name="connsiteX67" fmla="*/ 5515979 w 12192000"/>
              <a:gd name="connsiteY67" fmla="*/ 2284946 h 2649426"/>
              <a:gd name="connsiteX68" fmla="*/ 5426280 w 12192000"/>
              <a:gd name="connsiteY68" fmla="*/ 2290560 h 2649426"/>
              <a:gd name="connsiteX69" fmla="*/ 5329896 w 12192000"/>
              <a:gd name="connsiteY69" fmla="*/ 2279209 h 2649426"/>
              <a:gd name="connsiteX70" fmla="*/ 5245363 w 12192000"/>
              <a:gd name="connsiteY70" fmla="*/ 2301618 h 2649426"/>
              <a:gd name="connsiteX71" fmla="*/ 5077816 w 12192000"/>
              <a:gd name="connsiteY71" fmla="*/ 2292570 h 2649426"/>
              <a:gd name="connsiteX72" fmla="*/ 4911519 w 12192000"/>
              <a:gd name="connsiteY72" fmla="*/ 2285340 h 2649426"/>
              <a:gd name="connsiteX73" fmla="*/ 4822447 w 12192000"/>
              <a:gd name="connsiteY73" fmla="*/ 2292174 h 2649426"/>
              <a:gd name="connsiteX74" fmla="*/ 4670737 w 12192000"/>
              <a:gd name="connsiteY74" fmla="*/ 2321711 h 2649426"/>
              <a:gd name="connsiteX75" fmla="*/ 4489013 w 12192000"/>
              <a:gd name="connsiteY75" fmla="*/ 2338805 h 2649426"/>
              <a:gd name="connsiteX76" fmla="*/ 4431159 w 12192000"/>
              <a:gd name="connsiteY76" fmla="*/ 2347536 h 2649426"/>
              <a:gd name="connsiteX77" fmla="*/ 4273885 w 12192000"/>
              <a:gd name="connsiteY77" fmla="*/ 2379520 h 2649426"/>
              <a:gd name="connsiteX78" fmla="*/ 4116925 w 12192000"/>
              <a:gd name="connsiteY78" fmla="*/ 2417756 h 2649426"/>
              <a:gd name="connsiteX79" fmla="*/ 3988558 w 12192000"/>
              <a:gd name="connsiteY79" fmla="*/ 2475821 h 2649426"/>
              <a:gd name="connsiteX80" fmla="*/ 3894771 w 12192000"/>
              <a:gd name="connsiteY80" fmla="*/ 2494652 h 2649426"/>
              <a:gd name="connsiteX81" fmla="*/ 3721493 w 12192000"/>
              <a:gd name="connsiteY81" fmla="*/ 2497646 h 2649426"/>
              <a:gd name="connsiteX82" fmla="*/ 3504883 w 12192000"/>
              <a:gd name="connsiteY82" fmla="*/ 2503869 h 2649426"/>
              <a:gd name="connsiteX83" fmla="*/ 3431219 w 12192000"/>
              <a:gd name="connsiteY83" fmla="*/ 2502163 h 2649426"/>
              <a:gd name="connsiteX84" fmla="*/ 3151243 w 12192000"/>
              <a:gd name="connsiteY84" fmla="*/ 2492405 h 2649426"/>
              <a:gd name="connsiteX85" fmla="*/ 3044025 w 12192000"/>
              <a:gd name="connsiteY85" fmla="*/ 2485298 h 2649426"/>
              <a:gd name="connsiteX86" fmla="*/ 2864954 w 12192000"/>
              <a:gd name="connsiteY86" fmla="*/ 2456476 h 2649426"/>
              <a:gd name="connsiteX87" fmla="*/ 2739588 w 12192000"/>
              <a:gd name="connsiteY87" fmla="*/ 2457956 h 2649426"/>
              <a:gd name="connsiteX88" fmla="*/ 2706684 w 12192000"/>
              <a:gd name="connsiteY88" fmla="*/ 2454540 h 2649426"/>
              <a:gd name="connsiteX89" fmla="*/ 2348435 w 12192000"/>
              <a:gd name="connsiteY89" fmla="*/ 2449176 h 2649426"/>
              <a:gd name="connsiteX90" fmla="*/ 2194299 w 12192000"/>
              <a:gd name="connsiteY90" fmla="*/ 2475215 h 2649426"/>
              <a:gd name="connsiteX91" fmla="*/ 1983009 w 12192000"/>
              <a:gd name="connsiteY91" fmla="*/ 2463117 h 2649426"/>
              <a:gd name="connsiteX92" fmla="*/ 1885040 w 12192000"/>
              <a:gd name="connsiteY92" fmla="*/ 2475917 h 2649426"/>
              <a:gd name="connsiteX93" fmla="*/ 1773324 w 12192000"/>
              <a:gd name="connsiteY93" fmla="*/ 2471718 h 2649426"/>
              <a:gd name="connsiteX94" fmla="*/ 1685197 w 12192000"/>
              <a:gd name="connsiteY94" fmla="*/ 2466249 h 2649426"/>
              <a:gd name="connsiteX95" fmla="*/ 1566422 w 12192000"/>
              <a:gd name="connsiteY95" fmla="*/ 2455175 h 2649426"/>
              <a:gd name="connsiteX96" fmla="*/ 1300369 w 12192000"/>
              <a:gd name="connsiteY96" fmla="*/ 2444914 h 2649426"/>
              <a:gd name="connsiteX97" fmla="*/ 1081876 w 12192000"/>
              <a:gd name="connsiteY97" fmla="*/ 2476491 h 2649426"/>
              <a:gd name="connsiteX98" fmla="*/ 957561 w 12192000"/>
              <a:gd name="connsiteY98" fmla="*/ 2484124 h 2649426"/>
              <a:gd name="connsiteX99" fmla="*/ 822775 w 12192000"/>
              <a:gd name="connsiteY99" fmla="*/ 2542292 h 2649426"/>
              <a:gd name="connsiteX100" fmla="*/ 653171 w 12192000"/>
              <a:gd name="connsiteY100" fmla="*/ 2593652 h 2649426"/>
              <a:gd name="connsiteX101" fmla="*/ 511469 w 12192000"/>
              <a:gd name="connsiteY101" fmla="*/ 2598742 h 2649426"/>
              <a:gd name="connsiteX102" fmla="*/ 441281 w 12192000"/>
              <a:gd name="connsiteY102" fmla="*/ 2605939 h 2649426"/>
              <a:gd name="connsiteX103" fmla="*/ 297100 w 12192000"/>
              <a:gd name="connsiteY103" fmla="*/ 2639558 h 2649426"/>
              <a:gd name="connsiteX104" fmla="*/ 97385 w 12192000"/>
              <a:gd name="connsiteY104" fmla="*/ 2636063 h 2649426"/>
              <a:gd name="connsiteX105" fmla="*/ 48888 w 12192000"/>
              <a:gd name="connsiteY105" fmla="*/ 2641447 h 2649426"/>
              <a:gd name="connsiteX106" fmla="*/ 0 w 12192000"/>
              <a:gd name="connsiteY106" fmla="*/ 2649426 h 2649426"/>
              <a:gd name="connsiteX107" fmla="*/ 0 w 12192000"/>
              <a:gd name="connsiteY107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35223 w 12192000"/>
              <a:gd name="connsiteY4" fmla="*/ 1714510 h 2649426"/>
              <a:gd name="connsiteX5" fmla="*/ 11924243 w 12192000"/>
              <a:gd name="connsiteY5" fmla="*/ 1725938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425377 w 12192000"/>
              <a:gd name="connsiteY8" fmla="*/ 1625577 h 2649426"/>
              <a:gd name="connsiteX9" fmla="*/ 11364686 w 12192000"/>
              <a:gd name="connsiteY9" fmla="*/ 1616572 h 2649426"/>
              <a:gd name="connsiteX10" fmla="*/ 11193595 w 12192000"/>
              <a:gd name="connsiteY10" fmla="*/ 1558403 h 2649426"/>
              <a:gd name="connsiteX11" fmla="*/ 11146426 w 12192000"/>
              <a:gd name="connsiteY11" fmla="*/ 1555308 h 2649426"/>
              <a:gd name="connsiteX12" fmla="*/ 10841711 w 12192000"/>
              <a:gd name="connsiteY12" fmla="*/ 1541883 h 2649426"/>
              <a:gd name="connsiteX13" fmla="*/ 10684816 w 12192000"/>
              <a:gd name="connsiteY13" fmla="*/ 1560944 h 2649426"/>
              <a:gd name="connsiteX14" fmla="*/ 10551291 w 12192000"/>
              <a:gd name="connsiteY14" fmla="*/ 1556691 h 2649426"/>
              <a:gd name="connsiteX15" fmla="*/ 10523896 w 12192000"/>
              <a:gd name="connsiteY15" fmla="*/ 1559265 h 2649426"/>
              <a:gd name="connsiteX16" fmla="*/ 10465446 w 12192000"/>
              <a:gd name="connsiteY16" fmla="*/ 1574304 h 2649426"/>
              <a:gd name="connsiteX17" fmla="*/ 10404265 w 12192000"/>
              <a:gd name="connsiteY17" fmla="*/ 1572375 h 2649426"/>
              <a:gd name="connsiteX18" fmla="*/ 10329259 w 12192000"/>
              <a:gd name="connsiteY18" fmla="*/ 1579142 h 2649426"/>
              <a:gd name="connsiteX19" fmla="*/ 10128072 w 12192000"/>
              <a:gd name="connsiteY19" fmla="*/ 1610789 h 2649426"/>
              <a:gd name="connsiteX20" fmla="*/ 9811199 w 12192000"/>
              <a:gd name="connsiteY20" fmla="*/ 1648968 h 2649426"/>
              <a:gd name="connsiteX21" fmla="*/ 9537440 w 12192000"/>
              <a:gd name="connsiteY21" fmla="*/ 1671316 h 2649426"/>
              <a:gd name="connsiteX22" fmla="*/ 9405213 w 12192000"/>
              <a:gd name="connsiteY22" fmla="*/ 1679204 h 2649426"/>
              <a:gd name="connsiteX23" fmla="*/ 9225536 w 12192000"/>
              <a:gd name="connsiteY23" fmla="*/ 1741303 h 2649426"/>
              <a:gd name="connsiteX24" fmla="*/ 9144490 w 12192000"/>
              <a:gd name="connsiteY24" fmla="*/ 1756665 h 2649426"/>
              <a:gd name="connsiteX25" fmla="*/ 9031250 w 12192000"/>
              <a:gd name="connsiteY25" fmla="*/ 1782330 h 2649426"/>
              <a:gd name="connsiteX26" fmla="*/ 8985382 w 12192000"/>
              <a:gd name="connsiteY26" fmla="*/ 1798267 h 2649426"/>
              <a:gd name="connsiteX27" fmla="*/ 8906505 w 12192000"/>
              <a:gd name="connsiteY27" fmla="*/ 1834715 h 2649426"/>
              <a:gd name="connsiteX28" fmla="*/ 8833229 w 12192000"/>
              <a:gd name="connsiteY28" fmla="*/ 1846521 h 2649426"/>
              <a:gd name="connsiteX29" fmla="*/ 8705687 w 12192000"/>
              <a:gd name="connsiteY29" fmla="*/ 1848419 h 2649426"/>
              <a:gd name="connsiteX30" fmla="*/ 8700414 w 12192000"/>
              <a:gd name="connsiteY30" fmla="*/ 1857766 h 2649426"/>
              <a:gd name="connsiteX31" fmla="*/ 8643017 w 12192000"/>
              <a:gd name="connsiteY31" fmla="*/ 1865810 h 2649426"/>
              <a:gd name="connsiteX32" fmla="*/ 8460271 w 12192000"/>
              <a:gd name="connsiteY32" fmla="*/ 1856718 h 2649426"/>
              <a:gd name="connsiteX33" fmla="*/ 8330326 w 12192000"/>
              <a:gd name="connsiteY33" fmla="*/ 1873969 h 2649426"/>
              <a:gd name="connsiteX34" fmla="*/ 8216222 w 12192000"/>
              <a:gd name="connsiteY34" fmla="*/ 1895553 h 2649426"/>
              <a:gd name="connsiteX35" fmla="*/ 8043728 w 12192000"/>
              <a:gd name="connsiteY35" fmla="*/ 1944200 h 2649426"/>
              <a:gd name="connsiteX36" fmla="*/ 7958999 w 12192000"/>
              <a:gd name="connsiteY36" fmla="*/ 1980667 h 2649426"/>
              <a:gd name="connsiteX37" fmla="*/ 7908348 w 12192000"/>
              <a:gd name="connsiteY37" fmla="*/ 1994348 h 2649426"/>
              <a:gd name="connsiteX38" fmla="*/ 7776470 w 12192000"/>
              <a:gd name="connsiteY38" fmla="*/ 2053315 h 2649426"/>
              <a:gd name="connsiteX39" fmla="*/ 7624559 w 12192000"/>
              <a:gd name="connsiteY39" fmla="*/ 2114216 h 2649426"/>
              <a:gd name="connsiteX40" fmla="*/ 7549398 w 12192000"/>
              <a:gd name="connsiteY40" fmla="*/ 2153051 h 2649426"/>
              <a:gd name="connsiteX41" fmla="*/ 7540934 w 12192000"/>
              <a:gd name="connsiteY41" fmla="*/ 2151418 h 2649426"/>
              <a:gd name="connsiteX42" fmla="*/ 7528900 w 12192000"/>
              <a:gd name="connsiteY42" fmla="*/ 2152107 h 2649426"/>
              <a:gd name="connsiteX43" fmla="*/ 7528656 w 12192000"/>
              <a:gd name="connsiteY43" fmla="*/ 2152584 h 2649426"/>
              <a:gd name="connsiteX44" fmla="*/ 7517280 w 12192000"/>
              <a:gd name="connsiteY44" fmla="*/ 2152327 h 2649426"/>
              <a:gd name="connsiteX45" fmla="*/ 7460956 w 12192000"/>
              <a:gd name="connsiteY45" fmla="*/ 2145255 h 2649426"/>
              <a:gd name="connsiteX46" fmla="*/ 7372921 w 12192000"/>
              <a:gd name="connsiteY46" fmla="*/ 2175069 h 2649426"/>
              <a:gd name="connsiteX47" fmla="*/ 7307317 w 12192000"/>
              <a:gd name="connsiteY47" fmla="*/ 2182031 h 2649426"/>
              <a:gd name="connsiteX48" fmla="*/ 7251199 w 12192000"/>
              <a:gd name="connsiteY48" fmla="*/ 2198184 h 2649426"/>
              <a:gd name="connsiteX49" fmla="*/ 7233016 w 12192000"/>
              <a:gd name="connsiteY49" fmla="*/ 2195902 h 2649426"/>
              <a:gd name="connsiteX50" fmla="*/ 7227281 w 12192000"/>
              <a:gd name="connsiteY50" fmla="*/ 2190042 h 2649426"/>
              <a:gd name="connsiteX51" fmla="*/ 7200745 w 12192000"/>
              <a:gd name="connsiteY51" fmla="*/ 2189321 h 2649426"/>
              <a:gd name="connsiteX52" fmla="*/ 7197924 w 12192000"/>
              <a:gd name="connsiteY52" fmla="*/ 2191205 h 2649426"/>
              <a:gd name="connsiteX53" fmla="*/ 7175198 w 12192000"/>
              <a:gd name="connsiteY53" fmla="*/ 2183294 h 2649426"/>
              <a:gd name="connsiteX54" fmla="*/ 7100681 w 12192000"/>
              <a:gd name="connsiteY54" fmla="*/ 2167822 h 2649426"/>
              <a:gd name="connsiteX55" fmla="*/ 6932665 w 12192000"/>
              <a:gd name="connsiteY55" fmla="*/ 2162157 h 2649426"/>
              <a:gd name="connsiteX56" fmla="*/ 6700029 w 12192000"/>
              <a:gd name="connsiteY56" fmla="*/ 2158310 h 2649426"/>
              <a:gd name="connsiteX57" fmla="*/ 6326162 w 12192000"/>
              <a:gd name="connsiteY57" fmla="*/ 2178632 h 2649426"/>
              <a:gd name="connsiteX58" fmla="*/ 6196177 w 12192000"/>
              <a:gd name="connsiteY58" fmla="*/ 2200059 h 2649426"/>
              <a:gd name="connsiteX59" fmla="*/ 6139086 w 12192000"/>
              <a:gd name="connsiteY59" fmla="*/ 2187339 h 2649426"/>
              <a:gd name="connsiteX60" fmla="*/ 6098878 w 12192000"/>
              <a:gd name="connsiteY60" fmla="*/ 2192939 h 2649426"/>
              <a:gd name="connsiteX61" fmla="*/ 6094339 w 12192000"/>
              <a:gd name="connsiteY61" fmla="*/ 2195871 h 2649426"/>
              <a:gd name="connsiteX62" fmla="*/ 6075163 w 12192000"/>
              <a:gd name="connsiteY62" fmla="*/ 2198856 h 2649426"/>
              <a:gd name="connsiteX63" fmla="*/ 6071016 w 12192000"/>
              <a:gd name="connsiteY63" fmla="*/ 2210639 h 2649426"/>
              <a:gd name="connsiteX64" fmla="*/ 6043058 w 12192000"/>
              <a:gd name="connsiteY64" fmla="*/ 2222971 h 2649426"/>
              <a:gd name="connsiteX65" fmla="*/ 5962031 w 12192000"/>
              <a:gd name="connsiteY65" fmla="*/ 2220873 h 2649426"/>
              <a:gd name="connsiteX66" fmla="*/ 5818648 w 12192000"/>
              <a:gd name="connsiteY66" fmla="*/ 2229309 h 2649426"/>
              <a:gd name="connsiteX67" fmla="*/ 5515979 w 12192000"/>
              <a:gd name="connsiteY67" fmla="*/ 2284946 h 2649426"/>
              <a:gd name="connsiteX68" fmla="*/ 5426280 w 12192000"/>
              <a:gd name="connsiteY68" fmla="*/ 2290560 h 2649426"/>
              <a:gd name="connsiteX69" fmla="*/ 5329896 w 12192000"/>
              <a:gd name="connsiteY69" fmla="*/ 2279209 h 2649426"/>
              <a:gd name="connsiteX70" fmla="*/ 5245363 w 12192000"/>
              <a:gd name="connsiteY70" fmla="*/ 2301618 h 2649426"/>
              <a:gd name="connsiteX71" fmla="*/ 5077816 w 12192000"/>
              <a:gd name="connsiteY71" fmla="*/ 2292570 h 2649426"/>
              <a:gd name="connsiteX72" fmla="*/ 4911519 w 12192000"/>
              <a:gd name="connsiteY72" fmla="*/ 2285340 h 2649426"/>
              <a:gd name="connsiteX73" fmla="*/ 4822447 w 12192000"/>
              <a:gd name="connsiteY73" fmla="*/ 2292174 h 2649426"/>
              <a:gd name="connsiteX74" fmla="*/ 4670737 w 12192000"/>
              <a:gd name="connsiteY74" fmla="*/ 2321711 h 2649426"/>
              <a:gd name="connsiteX75" fmla="*/ 4489013 w 12192000"/>
              <a:gd name="connsiteY75" fmla="*/ 2338805 h 2649426"/>
              <a:gd name="connsiteX76" fmla="*/ 4431159 w 12192000"/>
              <a:gd name="connsiteY76" fmla="*/ 2347536 h 2649426"/>
              <a:gd name="connsiteX77" fmla="*/ 4273885 w 12192000"/>
              <a:gd name="connsiteY77" fmla="*/ 2379520 h 2649426"/>
              <a:gd name="connsiteX78" fmla="*/ 4116925 w 12192000"/>
              <a:gd name="connsiteY78" fmla="*/ 2417756 h 2649426"/>
              <a:gd name="connsiteX79" fmla="*/ 3988558 w 12192000"/>
              <a:gd name="connsiteY79" fmla="*/ 2475821 h 2649426"/>
              <a:gd name="connsiteX80" fmla="*/ 3894771 w 12192000"/>
              <a:gd name="connsiteY80" fmla="*/ 2494652 h 2649426"/>
              <a:gd name="connsiteX81" fmla="*/ 3721493 w 12192000"/>
              <a:gd name="connsiteY81" fmla="*/ 2497646 h 2649426"/>
              <a:gd name="connsiteX82" fmla="*/ 3504883 w 12192000"/>
              <a:gd name="connsiteY82" fmla="*/ 2503869 h 2649426"/>
              <a:gd name="connsiteX83" fmla="*/ 3431219 w 12192000"/>
              <a:gd name="connsiteY83" fmla="*/ 2502163 h 2649426"/>
              <a:gd name="connsiteX84" fmla="*/ 3151243 w 12192000"/>
              <a:gd name="connsiteY84" fmla="*/ 2492405 h 2649426"/>
              <a:gd name="connsiteX85" fmla="*/ 3044025 w 12192000"/>
              <a:gd name="connsiteY85" fmla="*/ 2485298 h 2649426"/>
              <a:gd name="connsiteX86" fmla="*/ 2864954 w 12192000"/>
              <a:gd name="connsiteY86" fmla="*/ 2456476 h 2649426"/>
              <a:gd name="connsiteX87" fmla="*/ 2739588 w 12192000"/>
              <a:gd name="connsiteY87" fmla="*/ 2457956 h 2649426"/>
              <a:gd name="connsiteX88" fmla="*/ 2706684 w 12192000"/>
              <a:gd name="connsiteY88" fmla="*/ 2454540 h 2649426"/>
              <a:gd name="connsiteX89" fmla="*/ 2348435 w 12192000"/>
              <a:gd name="connsiteY89" fmla="*/ 2449176 h 2649426"/>
              <a:gd name="connsiteX90" fmla="*/ 2194299 w 12192000"/>
              <a:gd name="connsiteY90" fmla="*/ 2475215 h 2649426"/>
              <a:gd name="connsiteX91" fmla="*/ 1983009 w 12192000"/>
              <a:gd name="connsiteY91" fmla="*/ 2463117 h 2649426"/>
              <a:gd name="connsiteX92" fmla="*/ 1885040 w 12192000"/>
              <a:gd name="connsiteY92" fmla="*/ 2475917 h 2649426"/>
              <a:gd name="connsiteX93" fmla="*/ 1773324 w 12192000"/>
              <a:gd name="connsiteY93" fmla="*/ 2471718 h 2649426"/>
              <a:gd name="connsiteX94" fmla="*/ 1685197 w 12192000"/>
              <a:gd name="connsiteY94" fmla="*/ 2466249 h 2649426"/>
              <a:gd name="connsiteX95" fmla="*/ 1566422 w 12192000"/>
              <a:gd name="connsiteY95" fmla="*/ 2455175 h 2649426"/>
              <a:gd name="connsiteX96" fmla="*/ 1300369 w 12192000"/>
              <a:gd name="connsiteY96" fmla="*/ 2444914 h 2649426"/>
              <a:gd name="connsiteX97" fmla="*/ 1081876 w 12192000"/>
              <a:gd name="connsiteY97" fmla="*/ 2476491 h 2649426"/>
              <a:gd name="connsiteX98" fmla="*/ 957561 w 12192000"/>
              <a:gd name="connsiteY98" fmla="*/ 2484124 h 2649426"/>
              <a:gd name="connsiteX99" fmla="*/ 822775 w 12192000"/>
              <a:gd name="connsiteY99" fmla="*/ 2542292 h 2649426"/>
              <a:gd name="connsiteX100" fmla="*/ 653171 w 12192000"/>
              <a:gd name="connsiteY100" fmla="*/ 2593652 h 2649426"/>
              <a:gd name="connsiteX101" fmla="*/ 511469 w 12192000"/>
              <a:gd name="connsiteY101" fmla="*/ 2598742 h 2649426"/>
              <a:gd name="connsiteX102" fmla="*/ 441281 w 12192000"/>
              <a:gd name="connsiteY102" fmla="*/ 2605939 h 2649426"/>
              <a:gd name="connsiteX103" fmla="*/ 297100 w 12192000"/>
              <a:gd name="connsiteY103" fmla="*/ 2639558 h 2649426"/>
              <a:gd name="connsiteX104" fmla="*/ 97385 w 12192000"/>
              <a:gd name="connsiteY104" fmla="*/ 2636063 h 2649426"/>
              <a:gd name="connsiteX105" fmla="*/ 48888 w 12192000"/>
              <a:gd name="connsiteY105" fmla="*/ 2641447 h 2649426"/>
              <a:gd name="connsiteX106" fmla="*/ 0 w 12192000"/>
              <a:gd name="connsiteY106" fmla="*/ 2649426 h 2649426"/>
              <a:gd name="connsiteX107" fmla="*/ 0 w 12192000"/>
              <a:gd name="connsiteY107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35223 w 12192000"/>
              <a:gd name="connsiteY4" fmla="*/ 1714510 h 2649426"/>
              <a:gd name="connsiteX5" fmla="*/ 11924243 w 12192000"/>
              <a:gd name="connsiteY5" fmla="*/ 1725938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425377 w 12192000"/>
              <a:gd name="connsiteY8" fmla="*/ 1625577 h 2649426"/>
              <a:gd name="connsiteX9" fmla="*/ 11364686 w 12192000"/>
              <a:gd name="connsiteY9" fmla="*/ 1616572 h 2649426"/>
              <a:gd name="connsiteX10" fmla="*/ 11193595 w 12192000"/>
              <a:gd name="connsiteY10" fmla="*/ 1558403 h 2649426"/>
              <a:gd name="connsiteX11" fmla="*/ 11146426 w 12192000"/>
              <a:gd name="connsiteY11" fmla="*/ 1555308 h 2649426"/>
              <a:gd name="connsiteX12" fmla="*/ 10841711 w 12192000"/>
              <a:gd name="connsiteY12" fmla="*/ 1541883 h 2649426"/>
              <a:gd name="connsiteX13" fmla="*/ 10684816 w 12192000"/>
              <a:gd name="connsiteY13" fmla="*/ 1560944 h 2649426"/>
              <a:gd name="connsiteX14" fmla="*/ 10551291 w 12192000"/>
              <a:gd name="connsiteY14" fmla="*/ 1556691 h 2649426"/>
              <a:gd name="connsiteX15" fmla="*/ 10523896 w 12192000"/>
              <a:gd name="connsiteY15" fmla="*/ 1559265 h 2649426"/>
              <a:gd name="connsiteX16" fmla="*/ 10465446 w 12192000"/>
              <a:gd name="connsiteY16" fmla="*/ 1574304 h 2649426"/>
              <a:gd name="connsiteX17" fmla="*/ 10404265 w 12192000"/>
              <a:gd name="connsiteY17" fmla="*/ 1572375 h 2649426"/>
              <a:gd name="connsiteX18" fmla="*/ 10329259 w 12192000"/>
              <a:gd name="connsiteY18" fmla="*/ 1579142 h 2649426"/>
              <a:gd name="connsiteX19" fmla="*/ 10128072 w 12192000"/>
              <a:gd name="connsiteY19" fmla="*/ 1610789 h 2649426"/>
              <a:gd name="connsiteX20" fmla="*/ 9811199 w 12192000"/>
              <a:gd name="connsiteY20" fmla="*/ 1648968 h 2649426"/>
              <a:gd name="connsiteX21" fmla="*/ 9537440 w 12192000"/>
              <a:gd name="connsiteY21" fmla="*/ 1671316 h 2649426"/>
              <a:gd name="connsiteX22" fmla="*/ 9405213 w 12192000"/>
              <a:gd name="connsiteY22" fmla="*/ 1679204 h 2649426"/>
              <a:gd name="connsiteX23" fmla="*/ 9225536 w 12192000"/>
              <a:gd name="connsiteY23" fmla="*/ 1741303 h 2649426"/>
              <a:gd name="connsiteX24" fmla="*/ 9144490 w 12192000"/>
              <a:gd name="connsiteY24" fmla="*/ 1756665 h 2649426"/>
              <a:gd name="connsiteX25" fmla="*/ 9031250 w 12192000"/>
              <a:gd name="connsiteY25" fmla="*/ 1782330 h 2649426"/>
              <a:gd name="connsiteX26" fmla="*/ 8985382 w 12192000"/>
              <a:gd name="connsiteY26" fmla="*/ 1798267 h 2649426"/>
              <a:gd name="connsiteX27" fmla="*/ 8906505 w 12192000"/>
              <a:gd name="connsiteY27" fmla="*/ 1834715 h 2649426"/>
              <a:gd name="connsiteX28" fmla="*/ 8833229 w 12192000"/>
              <a:gd name="connsiteY28" fmla="*/ 1846521 h 2649426"/>
              <a:gd name="connsiteX29" fmla="*/ 8705687 w 12192000"/>
              <a:gd name="connsiteY29" fmla="*/ 1848419 h 2649426"/>
              <a:gd name="connsiteX30" fmla="*/ 8700414 w 12192000"/>
              <a:gd name="connsiteY30" fmla="*/ 1857766 h 2649426"/>
              <a:gd name="connsiteX31" fmla="*/ 8643017 w 12192000"/>
              <a:gd name="connsiteY31" fmla="*/ 1865810 h 2649426"/>
              <a:gd name="connsiteX32" fmla="*/ 8460271 w 12192000"/>
              <a:gd name="connsiteY32" fmla="*/ 1856718 h 2649426"/>
              <a:gd name="connsiteX33" fmla="*/ 8330326 w 12192000"/>
              <a:gd name="connsiteY33" fmla="*/ 1873969 h 2649426"/>
              <a:gd name="connsiteX34" fmla="*/ 8216222 w 12192000"/>
              <a:gd name="connsiteY34" fmla="*/ 1895553 h 2649426"/>
              <a:gd name="connsiteX35" fmla="*/ 8043728 w 12192000"/>
              <a:gd name="connsiteY35" fmla="*/ 1944200 h 2649426"/>
              <a:gd name="connsiteX36" fmla="*/ 7958999 w 12192000"/>
              <a:gd name="connsiteY36" fmla="*/ 1980667 h 2649426"/>
              <a:gd name="connsiteX37" fmla="*/ 7908348 w 12192000"/>
              <a:gd name="connsiteY37" fmla="*/ 1994348 h 2649426"/>
              <a:gd name="connsiteX38" fmla="*/ 7776470 w 12192000"/>
              <a:gd name="connsiteY38" fmla="*/ 2053315 h 2649426"/>
              <a:gd name="connsiteX39" fmla="*/ 7624559 w 12192000"/>
              <a:gd name="connsiteY39" fmla="*/ 2114216 h 2649426"/>
              <a:gd name="connsiteX40" fmla="*/ 7549398 w 12192000"/>
              <a:gd name="connsiteY40" fmla="*/ 2153051 h 2649426"/>
              <a:gd name="connsiteX41" fmla="*/ 7540934 w 12192000"/>
              <a:gd name="connsiteY41" fmla="*/ 2151418 h 2649426"/>
              <a:gd name="connsiteX42" fmla="*/ 7528900 w 12192000"/>
              <a:gd name="connsiteY42" fmla="*/ 2152107 h 2649426"/>
              <a:gd name="connsiteX43" fmla="*/ 7528656 w 12192000"/>
              <a:gd name="connsiteY43" fmla="*/ 2152584 h 2649426"/>
              <a:gd name="connsiteX44" fmla="*/ 7517280 w 12192000"/>
              <a:gd name="connsiteY44" fmla="*/ 2152327 h 2649426"/>
              <a:gd name="connsiteX45" fmla="*/ 7460956 w 12192000"/>
              <a:gd name="connsiteY45" fmla="*/ 2145255 h 2649426"/>
              <a:gd name="connsiteX46" fmla="*/ 7372921 w 12192000"/>
              <a:gd name="connsiteY46" fmla="*/ 2175069 h 2649426"/>
              <a:gd name="connsiteX47" fmla="*/ 7307317 w 12192000"/>
              <a:gd name="connsiteY47" fmla="*/ 2182031 h 2649426"/>
              <a:gd name="connsiteX48" fmla="*/ 7251199 w 12192000"/>
              <a:gd name="connsiteY48" fmla="*/ 2198184 h 2649426"/>
              <a:gd name="connsiteX49" fmla="*/ 7233016 w 12192000"/>
              <a:gd name="connsiteY49" fmla="*/ 2195902 h 2649426"/>
              <a:gd name="connsiteX50" fmla="*/ 7227281 w 12192000"/>
              <a:gd name="connsiteY50" fmla="*/ 2190042 h 2649426"/>
              <a:gd name="connsiteX51" fmla="*/ 7200745 w 12192000"/>
              <a:gd name="connsiteY51" fmla="*/ 2189321 h 2649426"/>
              <a:gd name="connsiteX52" fmla="*/ 7197924 w 12192000"/>
              <a:gd name="connsiteY52" fmla="*/ 2191205 h 2649426"/>
              <a:gd name="connsiteX53" fmla="*/ 7175198 w 12192000"/>
              <a:gd name="connsiteY53" fmla="*/ 2183294 h 2649426"/>
              <a:gd name="connsiteX54" fmla="*/ 7100681 w 12192000"/>
              <a:gd name="connsiteY54" fmla="*/ 2167822 h 2649426"/>
              <a:gd name="connsiteX55" fmla="*/ 6932665 w 12192000"/>
              <a:gd name="connsiteY55" fmla="*/ 2162157 h 2649426"/>
              <a:gd name="connsiteX56" fmla="*/ 6700029 w 12192000"/>
              <a:gd name="connsiteY56" fmla="*/ 2158310 h 2649426"/>
              <a:gd name="connsiteX57" fmla="*/ 6326162 w 12192000"/>
              <a:gd name="connsiteY57" fmla="*/ 2178632 h 2649426"/>
              <a:gd name="connsiteX58" fmla="*/ 6196177 w 12192000"/>
              <a:gd name="connsiteY58" fmla="*/ 2200059 h 2649426"/>
              <a:gd name="connsiteX59" fmla="*/ 6139086 w 12192000"/>
              <a:gd name="connsiteY59" fmla="*/ 2187339 h 2649426"/>
              <a:gd name="connsiteX60" fmla="*/ 6098878 w 12192000"/>
              <a:gd name="connsiteY60" fmla="*/ 2192939 h 2649426"/>
              <a:gd name="connsiteX61" fmla="*/ 6094339 w 12192000"/>
              <a:gd name="connsiteY61" fmla="*/ 2195871 h 2649426"/>
              <a:gd name="connsiteX62" fmla="*/ 6075163 w 12192000"/>
              <a:gd name="connsiteY62" fmla="*/ 2198856 h 2649426"/>
              <a:gd name="connsiteX63" fmla="*/ 6071016 w 12192000"/>
              <a:gd name="connsiteY63" fmla="*/ 2210639 h 2649426"/>
              <a:gd name="connsiteX64" fmla="*/ 6043058 w 12192000"/>
              <a:gd name="connsiteY64" fmla="*/ 2222971 h 2649426"/>
              <a:gd name="connsiteX65" fmla="*/ 5962031 w 12192000"/>
              <a:gd name="connsiteY65" fmla="*/ 2220873 h 2649426"/>
              <a:gd name="connsiteX66" fmla="*/ 5818648 w 12192000"/>
              <a:gd name="connsiteY66" fmla="*/ 2229309 h 2649426"/>
              <a:gd name="connsiteX67" fmla="*/ 5515979 w 12192000"/>
              <a:gd name="connsiteY67" fmla="*/ 2284946 h 2649426"/>
              <a:gd name="connsiteX68" fmla="*/ 5426280 w 12192000"/>
              <a:gd name="connsiteY68" fmla="*/ 2290560 h 2649426"/>
              <a:gd name="connsiteX69" fmla="*/ 5329896 w 12192000"/>
              <a:gd name="connsiteY69" fmla="*/ 2279209 h 2649426"/>
              <a:gd name="connsiteX70" fmla="*/ 5245363 w 12192000"/>
              <a:gd name="connsiteY70" fmla="*/ 2301618 h 2649426"/>
              <a:gd name="connsiteX71" fmla="*/ 5077816 w 12192000"/>
              <a:gd name="connsiteY71" fmla="*/ 2292570 h 2649426"/>
              <a:gd name="connsiteX72" fmla="*/ 4911519 w 12192000"/>
              <a:gd name="connsiteY72" fmla="*/ 2285340 h 2649426"/>
              <a:gd name="connsiteX73" fmla="*/ 4822447 w 12192000"/>
              <a:gd name="connsiteY73" fmla="*/ 2292174 h 2649426"/>
              <a:gd name="connsiteX74" fmla="*/ 4670737 w 12192000"/>
              <a:gd name="connsiteY74" fmla="*/ 2321711 h 2649426"/>
              <a:gd name="connsiteX75" fmla="*/ 4489013 w 12192000"/>
              <a:gd name="connsiteY75" fmla="*/ 2338805 h 2649426"/>
              <a:gd name="connsiteX76" fmla="*/ 4431159 w 12192000"/>
              <a:gd name="connsiteY76" fmla="*/ 2347536 h 2649426"/>
              <a:gd name="connsiteX77" fmla="*/ 4273885 w 12192000"/>
              <a:gd name="connsiteY77" fmla="*/ 2379520 h 2649426"/>
              <a:gd name="connsiteX78" fmla="*/ 4116925 w 12192000"/>
              <a:gd name="connsiteY78" fmla="*/ 2417756 h 2649426"/>
              <a:gd name="connsiteX79" fmla="*/ 3988558 w 12192000"/>
              <a:gd name="connsiteY79" fmla="*/ 2475821 h 2649426"/>
              <a:gd name="connsiteX80" fmla="*/ 3894771 w 12192000"/>
              <a:gd name="connsiteY80" fmla="*/ 2494652 h 2649426"/>
              <a:gd name="connsiteX81" fmla="*/ 3721493 w 12192000"/>
              <a:gd name="connsiteY81" fmla="*/ 2497646 h 2649426"/>
              <a:gd name="connsiteX82" fmla="*/ 3504883 w 12192000"/>
              <a:gd name="connsiteY82" fmla="*/ 2503869 h 2649426"/>
              <a:gd name="connsiteX83" fmla="*/ 3431219 w 12192000"/>
              <a:gd name="connsiteY83" fmla="*/ 2502163 h 2649426"/>
              <a:gd name="connsiteX84" fmla="*/ 3151243 w 12192000"/>
              <a:gd name="connsiteY84" fmla="*/ 2492405 h 2649426"/>
              <a:gd name="connsiteX85" fmla="*/ 3044025 w 12192000"/>
              <a:gd name="connsiteY85" fmla="*/ 2485298 h 2649426"/>
              <a:gd name="connsiteX86" fmla="*/ 2864954 w 12192000"/>
              <a:gd name="connsiteY86" fmla="*/ 2456476 h 2649426"/>
              <a:gd name="connsiteX87" fmla="*/ 2739588 w 12192000"/>
              <a:gd name="connsiteY87" fmla="*/ 2457956 h 2649426"/>
              <a:gd name="connsiteX88" fmla="*/ 2706684 w 12192000"/>
              <a:gd name="connsiteY88" fmla="*/ 2454540 h 2649426"/>
              <a:gd name="connsiteX89" fmla="*/ 2348435 w 12192000"/>
              <a:gd name="connsiteY89" fmla="*/ 2449176 h 2649426"/>
              <a:gd name="connsiteX90" fmla="*/ 2194299 w 12192000"/>
              <a:gd name="connsiteY90" fmla="*/ 2475215 h 2649426"/>
              <a:gd name="connsiteX91" fmla="*/ 1983009 w 12192000"/>
              <a:gd name="connsiteY91" fmla="*/ 2463117 h 2649426"/>
              <a:gd name="connsiteX92" fmla="*/ 1885040 w 12192000"/>
              <a:gd name="connsiteY92" fmla="*/ 2475917 h 2649426"/>
              <a:gd name="connsiteX93" fmla="*/ 1773324 w 12192000"/>
              <a:gd name="connsiteY93" fmla="*/ 2471718 h 2649426"/>
              <a:gd name="connsiteX94" fmla="*/ 1685197 w 12192000"/>
              <a:gd name="connsiteY94" fmla="*/ 2466249 h 2649426"/>
              <a:gd name="connsiteX95" fmla="*/ 1566422 w 12192000"/>
              <a:gd name="connsiteY95" fmla="*/ 2455175 h 2649426"/>
              <a:gd name="connsiteX96" fmla="*/ 1300369 w 12192000"/>
              <a:gd name="connsiteY96" fmla="*/ 2444914 h 2649426"/>
              <a:gd name="connsiteX97" fmla="*/ 1081876 w 12192000"/>
              <a:gd name="connsiteY97" fmla="*/ 2476491 h 2649426"/>
              <a:gd name="connsiteX98" fmla="*/ 957561 w 12192000"/>
              <a:gd name="connsiteY98" fmla="*/ 2484124 h 2649426"/>
              <a:gd name="connsiteX99" fmla="*/ 822775 w 12192000"/>
              <a:gd name="connsiteY99" fmla="*/ 2542292 h 2649426"/>
              <a:gd name="connsiteX100" fmla="*/ 653171 w 12192000"/>
              <a:gd name="connsiteY100" fmla="*/ 2593652 h 2649426"/>
              <a:gd name="connsiteX101" fmla="*/ 511469 w 12192000"/>
              <a:gd name="connsiteY101" fmla="*/ 2598742 h 2649426"/>
              <a:gd name="connsiteX102" fmla="*/ 441281 w 12192000"/>
              <a:gd name="connsiteY102" fmla="*/ 2605939 h 2649426"/>
              <a:gd name="connsiteX103" fmla="*/ 297100 w 12192000"/>
              <a:gd name="connsiteY103" fmla="*/ 2639558 h 2649426"/>
              <a:gd name="connsiteX104" fmla="*/ 97385 w 12192000"/>
              <a:gd name="connsiteY104" fmla="*/ 2636063 h 2649426"/>
              <a:gd name="connsiteX105" fmla="*/ 48888 w 12192000"/>
              <a:gd name="connsiteY105" fmla="*/ 2641447 h 2649426"/>
              <a:gd name="connsiteX106" fmla="*/ 0 w 12192000"/>
              <a:gd name="connsiteY106" fmla="*/ 2649426 h 2649426"/>
              <a:gd name="connsiteX107" fmla="*/ 0 w 12192000"/>
              <a:gd name="connsiteY107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35223 w 12192000"/>
              <a:gd name="connsiteY4" fmla="*/ 1714510 h 2649426"/>
              <a:gd name="connsiteX5" fmla="*/ 11924243 w 12192000"/>
              <a:gd name="connsiteY5" fmla="*/ 1725938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425377 w 12192000"/>
              <a:gd name="connsiteY8" fmla="*/ 1625577 h 2649426"/>
              <a:gd name="connsiteX9" fmla="*/ 11364686 w 12192000"/>
              <a:gd name="connsiteY9" fmla="*/ 1616572 h 2649426"/>
              <a:gd name="connsiteX10" fmla="*/ 11193595 w 12192000"/>
              <a:gd name="connsiteY10" fmla="*/ 1558403 h 2649426"/>
              <a:gd name="connsiteX11" fmla="*/ 11146426 w 12192000"/>
              <a:gd name="connsiteY11" fmla="*/ 1555308 h 2649426"/>
              <a:gd name="connsiteX12" fmla="*/ 10841711 w 12192000"/>
              <a:gd name="connsiteY12" fmla="*/ 1541883 h 2649426"/>
              <a:gd name="connsiteX13" fmla="*/ 10684816 w 12192000"/>
              <a:gd name="connsiteY13" fmla="*/ 1560944 h 2649426"/>
              <a:gd name="connsiteX14" fmla="*/ 10551291 w 12192000"/>
              <a:gd name="connsiteY14" fmla="*/ 1556691 h 2649426"/>
              <a:gd name="connsiteX15" fmla="*/ 10523896 w 12192000"/>
              <a:gd name="connsiteY15" fmla="*/ 1559265 h 2649426"/>
              <a:gd name="connsiteX16" fmla="*/ 10465446 w 12192000"/>
              <a:gd name="connsiteY16" fmla="*/ 1574304 h 2649426"/>
              <a:gd name="connsiteX17" fmla="*/ 10404265 w 12192000"/>
              <a:gd name="connsiteY17" fmla="*/ 1572375 h 2649426"/>
              <a:gd name="connsiteX18" fmla="*/ 10329259 w 12192000"/>
              <a:gd name="connsiteY18" fmla="*/ 1579142 h 2649426"/>
              <a:gd name="connsiteX19" fmla="*/ 10128072 w 12192000"/>
              <a:gd name="connsiteY19" fmla="*/ 1610789 h 2649426"/>
              <a:gd name="connsiteX20" fmla="*/ 9811199 w 12192000"/>
              <a:gd name="connsiteY20" fmla="*/ 1648968 h 2649426"/>
              <a:gd name="connsiteX21" fmla="*/ 9537440 w 12192000"/>
              <a:gd name="connsiteY21" fmla="*/ 1671316 h 2649426"/>
              <a:gd name="connsiteX22" fmla="*/ 9405213 w 12192000"/>
              <a:gd name="connsiteY22" fmla="*/ 1679204 h 2649426"/>
              <a:gd name="connsiteX23" fmla="*/ 9225536 w 12192000"/>
              <a:gd name="connsiteY23" fmla="*/ 1741303 h 2649426"/>
              <a:gd name="connsiteX24" fmla="*/ 9144490 w 12192000"/>
              <a:gd name="connsiteY24" fmla="*/ 1756665 h 2649426"/>
              <a:gd name="connsiteX25" fmla="*/ 9031250 w 12192000"/>
              <a:gd name="connsiteY25" fmla="*/ 1782330 h 2649426"/>
              <a:gd name="connsiteX26" fmla="*/ 8985382 w 12192000"/>
              <a:gd name="connsiteY26" fmla="*/ 1798267 h 2649426"/>
              <a:gd name="connsiteX27" fmla="*/ 8906505 w 12192000"/>
              <a:gd name="connsiteY27" fmla="*/ 1834715 h 2649426"/>
              <a:gd name="connsiteX28" fmla="*/ 8833229 w 12192000"/>
              <a:gd name="connsiteY28" fmla="*/ 1846521 h 2649426"/>
              <a:gd name="connsiteX29" fmla="*/ 8705687 w 12192000"/>
              <a:gd name="connsiteY29" fmla="*/ 1848419 h 2649426"/>
              <a:gd name="connsiteX30" fmla="*/ 8700414 w 12192000"/>
              <a:gd name="connsiteY30" fmla="*/ 1857766 h 2649426"/>
              <a:gd name="connsiteX31" fmla="*/ 8643017 w 12192000"/>
              <a:gd name="connsiteY31" fmla="*/ 1865810 h 2649426"/>
              <a:gd name="connsiteX32" fmla="*/ 8460271 w 12192000"/>
              <a:gd name="connsiteY32" fmla="*/ 1856718 h 2649426"/>
              <a:gd name="connsiteX33" fmla="*/ 8330326 w 12192000"/>
              <a:gd name="connsiteY33" fmla="*/ 1873969 h 2649426"/>
              <a:gd name="connsiteX34" fmla="*/ 8216222 w 12192000"/>
              <a:gd name="connsiteY34" fmla="*/ 1895553 h 2649426"/>
              <a:gd name="connsiteX35" fmla="*/ 8043728 w 12192000"/>
              <a:gd name="connsiteY35" fmla="*/ 1944200 h 2649426"/>
              <a:gd name="connsiteX36" fmla="*/ 7958999 w 12192000"/>
              <a:gd name="connsiteY36" fmla="*/ 1980667 h 2649426"/>
              <a:gd name="connsiteX37" fmla="*/ 7908348 w 12192000"/>
              <a:gd name="connsiteY37" fmla="*/ 1994348 h 2649426"/>
              <a:gd name="connsiteX38" fmla="*/ 7776470 w 12192000"/>
              <a:gd name="connsiteY38" fmla="*/ 2053315 h 2649426"/>
              <a:gd name="connsiteX39" fmla="*/ 7624559 w 12192000"/>
              <a:gd name="connsiteY39" fmla="*/ 2114216 h 2649426"/>
              <a:gd name="connsiteX40" fmla="*/ 7549398 w 12192000"/>
              <a:gd name="connsiteY40" fmla="*/ 2153051 h 2649426"/>
              <a:gd name="connsiteX41" fmla="*/ 7540934 w 12192000"/>
              <a:gd name="connsiteY41" fmla="*/ 2151418 h 2649426"/>
              <a:gd name="connsiteX42" fmla="*/ 7528900 w 12192000"/>
              <a:gd name="connsiteY42" fmla="*/ 2152107 h 2649426"/>
              <a:gd name="connsiteX43" fmla="*/ 7528656 w 12192000"/>
              <a:gd name="connsiteY43" fmla="*/ 2152584 h 2649426"/>
              <a:gd name="connsiteX44" fmla="*/ 7517280 w 12192000"/>
              <a:gd name="connsiteY44" fmla="*/ 2152327 h 2649426"/>
              <a:gd name="connsiteX45" fmla="*/ 7460956 w 12192000"/>
              <a:gd name="connsiteY45" fmla="*/ 2145255 h 2649426"/>
              <a:gd name="connsiteX46" fmla="*/ 7372921 w 12192000"/>
              <a:gd name="connsiteY46" fmla="*/ 2175069 h 2649426"/>
              <a:gd name="connsiteX47" fmla="*/ 7307317 w 12192000"/>
              <a:gd name="connsiteY47" fmla="*/ 2182031 h 2649426"/>
              <a:gd name="connsiteX48" fmla="*/ 7251199 w 12192000"/>
              <a:gd name="connsiteY48" fmla="*/ 2198184 h 2649426"/>
              <a:gd name="connsiteX49" fmla="*/ 7233016 w 12192000"/>
              <a:gd name="connsiteY49" fmla="*/ 2195902 h 2649426"/>
              <a:gd name="connsiteX50" fmla="*/ 7227281 w 12192000"/>
              <a:gd name="connsiteY50" fmla="*/ 2190042 h 2649426"/>
              <a:gd name="connsiteX51" fmla="*/ 7200745 w 12192000"/>
              <a:gd name="connsiteY51" fmla="*/ 2189321 h 2649426"/>
              <a:gd name="connsiteX52" fmla="*/ 7197924 w 12192000"/>
              <a:gd name="connsiteY52" fmla="*/ 2191205 h 2649426"/>
              <a:gd name="connsiteX53" fmla="*/ 7175198 w 12192000"/>
              <a:gd name="connsiteY53" fmla="*/ 2183294 h 2649426"/>
              <a:gd name="connsiteX54" fmla="*/ 7100681 w 12192000"/>
              <a:gd name="connsiteY54" fmla="*/ 2167822 h 2649426"/>
              <a:gd name="connsiteX55" fmla="*/ 6932665 w 12192000"/>
              <a:gd name="connsiteY55" fmla="*/ 2162157 h 2649426"/>
              <a:gd name="connsiteX56" fmla="*/ 6700029 w 12192000"/>
              <a:gd name="connsiteY56" fmla="*/ 2158310 h 2649426"/>
              <a:gd name="connsiteX57" fmla="*/ 6326162 w 12192000"/>
              <a:gd name="connsiteY57" fmla="*/ 2178632 h 2649426"/>
              <a:gd name="connsiteX58" fmla="*/ 6196177 w 12192000"/>
              <a:gd name="connsiteY58" fmla="*/ 2200059 h 2649426"/>
              <a:gd name="connsiteX59" fmla="*/ 6139086 w 12192000"/>
              <a:gd name="connsiteY59" fmla="*/ 2187339 h 2649426"/>
              <a:gd name="connsiteX60" fmla="*/ 6098878 w 12192000"/>
              <a:gd name="connsiteY60" fmla="*/ 2192939 h 2649426"/>
              <a:gd name="connsiteX61" fmla="*/ 6094339 w 12192000"/>
              <a:gd name="connsiteY61" fmla="*/ 2195871 h 2649426"/>
              <a:gd name="connsiteX62" fmla="*/ 6075163 w 12192000"/>
              <a:gd name="connsiteY62" fmla="*/ 2198856 h 2649426"/>
              <a:gd name="connsiteX63" fmla="*/ 6071016 w 12192000"/>
              <a:gd name="connsiteY63" fmla="*/ 2210639 h 2649426"/>
              <a:gd name="connsiteX64" fmla="*/ 6043058 w 12192000"/>
              <a:gd name="connsiteY64" fmla="*/ 2222971 h 2649426"/>
              <a:gd name="connsiteX65" fmla="*/ 5962031 w 12192000"/>
              <a:gd name="connsiteY65" fmla="*/ 2220873 h 2649426"/>
              <a:gd name="connsiteX66" fmla="*/ 5818648 w 12192000"/>
              <a:gd name="connsiteY66" fmla="*/ 2229309 h 2649426"/>
              <a:gd name="connsiteX67" fmla="*/ 5515979 w 12192000"/>
              <a:gd name="connsiteY67" fmla="*/ 2284946 h 2649426"/>
              <a:gd name="connsiteX68" fmla="*/ 5426280 w 12192000"/>
              <a:gd name="connsiteY68" fmla="*/ 2290560 h 2649426"/>
              <a:gd name="connsiteX69" fmla="*/ 5329896 w 12192000"/>
              <a:gd name="connsiteY69" fmla="*/ 2279209 h 2649426"/>
              <a:gd name="connsiteX70" fmla="*/ 5245363 w 12192000"/>
              <a:gd name="connsiteY70" fmla="*/ 2301618 h 2649426"/>
              <a:gd name="connsiteX71" fmla="*/ 5077816 w 12192000"/>
              <a:gd name="connsiteY71" fmla="*/ 2292570 h 2649426"/>
              <a:gd name="connsiteX72" fmla="*/ 4911519 w 12192000"/>
              <a:gd name="connsiteY72" fmla="*/ 2285340 h 2649426"/>
              <a:gd name="connsiteX73" fmla="*/ 4822447 w 12192000"/>
              <a:gd name="connsiteY73" fmla="*/ 2292174 h 2649426"/>
              <a:gd name="connsiteX74" fmla="*/ 4670737 w 12192000"/>
              <a:gd name="connsiteY74" fmla="*/ 2321711 h 2649426"/>
              <a:gd name="connsiteX75" fmla="*/ 4489013 w 12192000"/>
              <a:gd name="connsiteY75" fmla="*/ 2338805 h 2649426"/>
              <a:gd name="connsiteX76" fmla="*/ 4431159 w 12192000"/>
              <a:gd name="connsiteY76" fmla="*/ 2347536 h 2649426"/>
              <a:gd name="connsiteX77" fmla="*/ 4273885 w 12192000"/>
              <a:gd name="connsiteY77" fmla="*/ 2379520 h 2649426"/>
              <a:gd name="connsiteX78" fmla="*/ 4116925 w 12192000"/>
              <a:gd name="connsiteY78" fmla="*/ 2417756 h 2649426"/>
              <a:gd name="connsiteX79" fmla="*/ 3988558 w 12192000"/>
              <a:gd name="connsiteY79" fmla="*/ 2475821 h 2649426"/>
              <a:gd name="connsiteX80" fmla="*/ 3894771 w 12192000"/>
              <a:gd name="connsiteY80" fmla="*/ 2494652 h 2649426"/>
              <a:gd name="connsiteX81" fmla="*/ 3721493 w 12192000"/>
              <a:gd name="connsiteY81" fmla="*/ 2497646 h 2649426"/>
              <a:gd name="connsiteX82" fmla="*/ 3504883 w 12192000"/>
              <a:gd name="connsiteY82" fmla="*/ 2503869 h 2649426"/>
              <a:gd name="connsiteX83" fmla="*/ 3431219 w 12192000"/>
              <a:gd name="connsiteY83" fmla="*/ 2502163 h 2649426"/>
              <a:gd name="connsiteX84" fmla="*/ 3151243 w 12192000"/>
              <a:gd name="connsiteY84" fmla="*/ 2492405 h 2649426"/>
              <a:gd name="connsiteX85" fmla="*/ 3044025 w 12192000"/>
              <a:gd name="connsiteY85" fmla="*/ 2485298 h 2649426"/>
              <a:gd name="connsiteX86" fmla="*/ 2864954 w 12192000"/>
              <a:gd name="connsiteY86" fmla="*/ 2456476 h 2649426"/>
              <a:gd name="connsiteX87" fmla="*/ 2739588 w 12192000"/>
              <a:gd name="connsiteY87" fmla="*/ 2457956 h 2649426"/>
              <a:gd name="connsiteX88" fmla="*/ 2706684 w 12192000"/>
              <a:gd name="connsiteY88" fmla="*/ 2454540 h 2649426"/>
              <a:gd name="connsiteX89" fmla="*/ 2348435 w 12192000"/>
              <a:gd name="connsiteY89" fmla="*/ 2449176 h 2649426"/>
              <a:gd name="connsiteX90" fmla="*/ 2194299 w 12192000"/>
              <a:gd name="connsiteY90" fmla="*/ 2475215 h 2649426"/>
              <a:gd name="connsiteX91" fmla="*/ 1983009 w 12192000"/>
              <a:gd name="connsiteY91" fmla="*/ 2463117 h 2649426"/>
              <a:gd name="connsiteX92" fmla="*/ 1885040 w 12192000"/>
              <a:gd name="connsiteY92" fmla="*/ 2475917 h 2649426"/>
              <a:gd name="connsiteX93" fmla="*/ 1773324 w 12192000"/>
              <a:gd name="connsiteY93" fmla="*/ 2471718 h 2649426"/>
              <a:gd name="connsiteX94" fmla="*/ 1685197 w 12192000"/>
              <a:gd name="connsiteY94" fmla="*/ 2466249 h 2649426"/>
              <a:gd name="connsiteX95" fmla="*/ 1566422 w 12192000"/>
              <a:gd name="connsiteY95" fmla="*/ 2455175 h 2649426"/>
              <a:gd name="connsiteX96" fmla="*/ 1300369 w 12192000"/>
              <a:gd name="connsiteY96" fmla="*/ 2444914 h 2649426"/>
              <a:gd name="connsiteX97" fmla="*/ 1081876 w 12192000"/>
              <a:gd name="connsiteY97" fmla="*/ 2476491 h 2649426"/>
              <a:gd name="connsiteX98" fmla="*/ 957561 w 12192000"/>
              <a:gd name="connsiteY98" fmla="*/ 2484124 h 2649426"/>
              <a:gd name="connsiteX99" fmla="*/ 822775 w 12192000"/>
              <a:gd name="connsiteY99" fmla="*/ 2542292 h 2649426"/>
              <a:gd name="connsiteX100" fmla="*/ 653171 w 12192000"/>
              <a:gd name="connsiteY100" fmla="*/ 2593652 h 2649426"/>
              <a:gd name="connsiteX101" fmla="*/ 511469 w 12192000"/>
              <a:gd name="connsiteY101" fmla="*/ 2598742 h 2649426"/>
              <a:gd name="connsiteX102" fmla="*/ 441281 w 12192000"/>
              <a:gd name="connsiteY102" fmla="*/ 2605939 h 2649426"/>
              <a:gd name="connsiteX103" fmla="*/ 297100 w 12192000"/>
              <a:gd name="connsiteY103" fmla="*/ 2639558 h 2649426"/>
              <a:gd name="connsiteX104" fmla="*/ 97385 w 12192000"/>
              <a:gd name="connsiteY104" fmla="*/ 2636063 h 2649426"/>
              <a:gd name="connsiteX105" fmla="*/ 48888 w 12192000"/>
              <a:gd name="connsiteY105" fmla="*/ 2641447 h 2649426"/>
              <a:gd name="connsiteX106" fmla="*/ 0 w 12192000"/>
              <a:gd name="connsiteY106" fmla="*/ 2649426 h 2649426"/>
              <a:gd name="connsiteX107" fmla="*/ 0 w 12192000"/>
              <a:gd name="connsiteY107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35223 w 12192000"/>
              <a:gd name="connsiteY4" fmla="*/ 1714510 h 2649426"/>
              <a:gd name="connsiteX5" fmla="*/ 11924243 w 12192000"/>
              <a:gd name="connsiteY5" fmla="*/ 1725938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425377 w 12192000"/>
              <a:gd name="connsiteY8" fmla="*/ 1625577 h 2649426"/>
              <a:gd name="connsiteX9" fmla="*/ 11364686 w 12192000"/>
              <a:gd name="connsiteY9" fmla="*/ 1616572 h 2649426"/>
              <a:gd name="connsiteX10" fmla="*/ 11193595 w 12192000"/>
              <a:gd name="connsiteY10" fmla="*/ 1558403 h 2649426"/>
              <a:gd name="connsiteX11" fmla="*/ 11146426 w 12192000"/>
              <a:gd name="connsiteY11" fmla="*/ 1555308 h 2649426"/>
              <a:gd name="connsiteX12" fmla="*/ 10841711 w 12192000"/>
              <a:gd name="connsiteY12" fmla="*/ 1541883 h 2649426"/>
              <a:gd name="connsiteX13" fmla="*/ 10684816 w 12192000"/>
              <a:gd name="connsiteY13" fmla="*/ 1560944 h 2649426"/>
              <a:gd name="connsiteX14" fmla="*/ 10551291 w 12192000"/>
              <a:gd name="connsiteY14" fmla="*/ 1556691 h 2649426"/>
              <a:gd name="connsiteX15" fmla="*/ 10523896 w 12192000"/>
              <a:gd name="connsiteY15" fmla="*/ 1559265 h 2649426"/>
              <a:gd name="connsiteX16" fmla="*/ 10465446 w 12192000"/>
              <a:gd name="connsiteY16" fmla="*/ 1574304 h 2649426"/>
              <a:gd name="connsiteX17" fmla="*/ 10404265 w 12192000"/>
              <a:gd name="connsiteY17" fmla="*/ 1572375 h 2649426"/>
              <a:gd name="connsiteX18" fmla="*/ 10329259 w 12192000"/>
              <a:gd name="connsiteY18" fmla="*/ 1579142 h 2649426"/>
              <a:gd name="connsiteX19" fmla="*/ 10128072 w 12192000"/>
              <a:gd name="connsiteY19" fmla="*/ 1610789 h 2649426"/>
              <a:gd name="connsiteX20" fmla="*/ 9811199 w 12192000"/>
              <a:gd name="connsiteY20" fmla="*/ 1648968 h 2649426"/>
              <a:gd name="connsiteX21" fmla="*/ 9537440 w 12192000"/>
              <a:gd name="connsiteY21" fmla="*/ 1671316 h 2649426"/>
              <a:gd name="connsiteX22" fmla="*/ 9405213 w 12192000"/>
              <a:gd name="connsiteY22" fmla="*/ 1679204 h 2649426"/>
              <a:gd name="connsiteX23" fmla="*/ 9225536 w 12192000"/>
              <a:gd name="connsiteY23" fmla="*/ 1741303 h 2649426"/>
              <a:gd name="connsiteX24" fmla="*/ 9144490 w 12192000"/>
              <a:gd name="connsiteY24" fmla="*/ 1756665 h 2649426"/>
              <a:gd name="connsiteX25" fmla="*/ 9031250 w 12192000"/>
              <a:gd name="connsiteY25" fmla="*/ 1782330 h 2649426"/>
              <a:gd name="connsiteX26" fmla="*/ 8985382 w 12192000"/>
              <a:gd name="connsiteY26" fmla="*/ 1798267 h 2649426"/>
              <a:gd name="connsiteX27" fmla="*/ 8906505 w 12192000"/>
              <a:gd name="connsiteY27" fmla="*/ 1834715 h 2649426"/>
              <a:gd name="connsiteX28" fmla="*/ 8833229 w 12192000"/>
              <a:gd name="connsiteY28" fmla="*/ 1846521 h 2649426"/>
              <a:gd name="connsiteX29" fmla="*/ 8705687 w 12192000"/>
              <a:gd name="connsiteY29" fmla="*/ 1848419 h 2649426"/>
              <a:gd name="connsiteX30" fmla="*/ 8700414 w 12192000"/>
              <a:gd name="connsiteY30" fmla="*/ 1857766 h 2649426"/>
              <a:gd name="connsiteX31" fmla="*/ 8643017 w 12192000"/>
              <a:gd name="connsiteY31" fmla="*/ 1865810 h 2649426"/>
              <a:gd name="connsiteX32" fmla="*/ 8460271 w 12192000"/>
              <a:gd name="connsiteY32" fmla="*/ 1856718 h 2649426"/>
              <a:gd name="connsiteX33" fmla="*/ 8330326 w 12192000"/>
              <a:gd name="connsiteY33" fmla="*/ 1873969 h 2649426"/>
              <a:gd name="connsiteX34" fmla="*/ 8216222 w 12192000"/>
              <a:gd name="connsiteY34" fmla="*/ 1895553 h 2649426"/>
              <a:gd name="connsiteX35" fmla="*/ 8043728 w 12192000"/>
              <a:gd name="connsiteY35" fmla="*/ 1944200 h 2649426"/>
              <a:gd name="connsiteX36" fmla="*/ 7958999 w 12192000"/>
              <a:gd name="connsiteY36" fmla="*/ 1980667 h 2649426"/>
              <a:gd name="connsiteX37" fmla="*/ 7908348 w 12192000"/>
              <a:gd name="connsiteY37" fmla="*/ 1994348 h 2649426"/>
              <a:gd name="connsiteX38" fmla="*/ 7776470 w 12192000"/>
              <a:gd name="connsiteY38" fmla="*/ 2053315 h 2649426"/>
              <a:gd name="connsiteX39" fmla="*/ 7624559 w 12192000"/>
              <a:gd name="connsiteY39" fmla="*/ 2114216 h 2649426"/>
              <a:gd name="connsiteX40" fmla="*/ 7549398 w 12192000"/>
              <a:gd name="connsiteY40" fmla="*/ 2153051 h 2649426"/>
              <a:gd name="connsiteX41" fmla="*/ 7540934 w 12192000"/>
              <a:gd name="connsiteY41" fmla="*/ 2151418 h 2649426"/>
              <a:gd name="connsiteX42" fmla="*/ 7528900 w 12192000"/>
              <a:gd name="connsiteY42" fmla="*/ 2152107 h 2649426"/>
              <a:gd name="connsiteX43" fmla="*/ 7528656 w 12192000"/>
              <a:gd name="connsiteY43" fmla="*/ 2152584 h 2649426"/>
              <a:gd name="connsiteX44" fmla="*/ 7517280 w 12192000"/>
              <a:gd name="connsiteY44" fmla="*/ 2152327 h 2649426"/>
              <a:gd name="connsiteX45" fmla="*/ 7460956 w 12192000"/>
              <a:gd name="connsiteY45" fmla="*/ 2145255 h 2649426"/>
              <a:gd name="connsiteX46" fmla="*/ 7372921 w 12192000"/>
              <a:gd name="connsiteY46" fmla="*/ 2175069 h 2649426"/>
              <a:gd name="connsiteX47" fmla="*/ 7307317 w 12192000"/>
              <a:gd name="connsiteY47" fmla="*/ 2182031 h 2649426"/>
              <a:gd name="connsiteX48" fmla="*/ 7251199 w 12192000"/>
              <a:gd name="connsiteY48" fmla="*/ 2198184 h 2649426"/>
              <a:gd name="connsiteX49" fmla="*/ 7233016 w 12192000"/>
              <a:gd name="connsiteY49" fmla="*/ 2195902 h 2649426"/>
              <a:gd name="connsiteX50" fmla="*/ 7227281 w 12192000"/>
              <a:gd name="connsiteY50" fmla="*/ 2190042 h 2649426"/>
              <a:gd name="connsiteX51" fmla="*/ 7200745 w 12192000"/>
              <a:gd name="connsiteY51" fmla="*/ 2189321 h 2649426"/>
              <a:gd name="connsiteX52" fmla="*/ 7197924 w 12192000"/>
              <a:gd name="connsiteY52" fmla="*/ 2191205 h 2649426"/>
              <a:gd name="connsiteX53" fmla="*/ 7175198 w 12192000"/>
              <a:gd name="connsiteY53" fmla="*/ 2183294 h 2649426"/>
              <a:gd name="connsiteX54" fmla="*/ 7100681 w 12192000"/>
              <a:gd name="connsiteY54" fmla="*/ 2167822 h 2649426"/>
              <a:gd name="connsiteX55" fmla="*/ 6932665 w 12192000"/>
              <a:gd name="connsiteY55" fmla="*/ 2162157 h 2649426"/>
              <a:gd name="connsiteX56" fmla="*/ 6700029 w 12192000"/>
              <a:gd name="connsiteY56" fmla="*/ 2158310 h 2649426"/>
              <a:gd name="connsiteX57" fmla="*/ 6326162 w 12192000"/>
              <a:gd name="connsiteY57" fmla="*/ 2178632 h 2649426"/>
              <a:gd name="connsiteX58" fmla="*/ 6196177 w 12192000"/>
              <a:gd name="connsiteY58" fmla="*/ 2200059 h 2649426"/>
              <a:gd name="connsiteX59" fmla="*/ 6139086 w 12192000"/>
              <a:gd name="connsiteY59" fmla="*/ 2187339 h 2649426"/>
              <a:gd name="connsiteX60" fmla="*/ 6098878 w 12192000"/>
              <a:gd name="connsiteY60" fmla="*/ 2192939 h 2649426"/>
              <a:gd name="connsiteX61" fmla="*/ 6094339 w 12192000"/>
              <a:gd name="connsiteY61" fmla="*/ 2195871 h 2649426"/>
              <a:gd name="connsiteX62" fmla="*/ 6075163 w 12192000"/>
              <a:gd name="connsiteY62" fmla="*/ 2198856 h 2649426"/>
              <a:gd name="connsiteX63" fmla="*/ 6071016 w 12192000"/>
              <a:gd name="connsiteY63" fmla="*/ 2210639 h 2649426"/>
              <a:gd name="connsiteX64" fmla="*/ 6043058 w 12192000"/>
              <a:gd name="connsiteY64" fmla="*/ 2222971 h 2649426"/>
              <a:gd name="connsiteX65" fmla="*/ 5962031 w 12192000"/>
              <a:gd name="connsiteY65" fmla="*/ 2220873 h 2649426"/>
              <a:gd name="connsiteX66" fmla="*/ 5818648 w 12192000"/>
              <a:gd name="connsiteY66" fmla="*/ 2229309 h 2649426"/>
              <a:gd name="connsiteX67" fmla="*/ 5515979 w 12192000"/>
              <a:gd name="connsiteY67" fmla="*/ 2284946 h 2649426"/>
              <a:gd name="connsiteX68" fmla="*/ 5426280 w 12192000"/>
              <a:gd name="connsiteY68" fmla="*/ 2290560 h 2649426"/>
              <a:gd name="connsiteX69" fmla="*/ 5329896 w 12192000"/>
              <a:gd name="connsiteY69" fmla="*/ 2279209 h 2649426"/>
              <a:gd name="connsiteX70" fmla="*/ 5245363 w 12192000"/>
              <a:gd name="connsiteY70" fmla="*/ 2301618 h 2649426"/>
              <a:gd name="connsiteX71" fmla="*/ 5077816 w 12192000"/>
              <a:gd name="connsiteY71" fmla="*/ 2292570 h 2649426"/>
              <a:gd name="connsiteX72" fmla="*/ 4911519 w 12192000"/>
              <a:gd name="connsiteY72" fmla="*/ 2285340 h 2649426"/>
              <a:gd name="connsiteX73" fmla="*/ 4822447 w 12192000"/>
              <a:gd name="connsiteY73" fmla="*/ 2292174 h 2649426"/>
              <a:gd name="connsiteX74" fmla="*/ 4670737 w 12192000"/>
              <a:gd name="connsiteY74" fmla="*/ 2321711 h 2649426"/>
              <a:gd name="connsiteX75" fmla="*/ 4489013 w 12192000"/>
              <a:gd name="connsiteY75" fmla="*/ 2338805 h 2649426"/>
              <a:gd name="connsiteX76" fmla="*/ 4431159 w 12192000"/>
              <a:gd name="connsiteY76" fmla="*/ 2347536 h 2649426"/>
              <a:gd name="connsiteX77" fmla="*/ 4273885 w 12192000"/>
              <a:gd name="connsiteY77" fmla="*/ 2379520 h 2649426"/>
              <a:gd name="connsiteX78" fmla="*/ 4116925 w 12192000"/>
              <a:gd name="connsiteY78" fmla="*/ 2417756 h 2649426"/>
              <a:gd name="connsiteX79" fmla="*/ 3988558 w 12192000"/>
              <a:gd name="connsiteY79" fmla="*/ 2475821 h 2649426"/>
              <a:gd name="connsiteX80" fmla="*/ 3894771 w 12192000"/>
              <a:gd name="connsiteY80" fmla="*/ 2494652 h 2649426"/>
              <a:gd name="connsiteX81" fmla="*/ 3721493 w 12192000"/>
              <a:gd name="connsiteY81" fmla="*/ 2497646 h 2649426"/>
              <a:gd name="connsiteX82" fmla="*/ 3504883 w 12192000"/>
              <a:gd name="connsiteY82" fmla="*/ 2503869 h 2649426"/>
              <a:gd name="connsiteX83" fmla="*/ 3431219 w 12192000"/>
              <a:gd name="connsiteY83" fmla="*/ 2502163 h 2649426"/>
              <a:gd name="connsiteX84" fmla="*/ 3151243 w 12192000"/>
              <a:gd name="connsiteY84" fmla="*/ 2492405 h 2649426"/>
              <a:gd name="connsiteX85" fmla="*/ 3044025 w 12192000"/>
              <a:gd name="connsiteY85" fmla="*/ 2485298 h 2649426"/>
              <a:gd name="connsiteX86" fmla="*/ 2864954 w 12192000"/>
              <a:gd name="connsiteY86" fmla="*/ 2456476 h 2649426"/>
              <a:gd name="connsiteX87" fmla="*/ 2739588 w 12192000"/>
              <a:gd name="connsiteY87" fmla="*/ 2457956 h 2649426"/>
              <a:gd name="connsiteX88" fmla="*/ 2706684 w 12192000"/>
              <a:gd name="connsiteY88" fmla="*/ 2454540 h 2649426"/>
              <a:gd name="connsiteX89" fmla="*/ 2348435 w 12192000"/>
              <a:gd name="connsiteY89" fmla="*/ 2449176 h 2649426"/>
              <a:gd name="connsiteX90" fmla="*/ 2194299 w 12192000"/>
              <a:gd name="connsiteY90" fmla="*/ 2475215 h 2649426"/>
              <a:gd name="connsiteX91" fmla="*/ 1983009 w 12192000"/>
              <a:gd name="connsiteY91" fmla="*/ 2463117 h 2649426"/>
              <a:gd name="connsiteX92" fmla="*/ 1885040 w 12192000"/>
              <a:gd name="connsiteY92" fmla="*/ 2475917 h 2649426"/>
              <a:gd name="connsiteX93" fmla="*/ 1773324 w 12192000"/>
              <a:gd name="connsiteY93" fmla="*/ 2471718 h 2649426"/>
              <a:gd name="connsiteX94" fmla="*/ 1685197 w 12192000"/>
              <a:gd name="connsiteY94" fmla="*/ 2466249 h 2649426"/>
              <a:gd name="connsiteX95" fmla="*/ 1566422 w 12192000"/>
              <a:gd name="connsiteY95" fmla="*/ 2455175 h 2649426"/>
              <a:gd name="connsiteX96" fmla="*/ 1300369 w 12192000"/>
              <a:gd name="connsiteY96" fmla="*/ 2444914 h 2649426"/>
              <a:gd name="connsiteX97" fmla="*/ 1081876 w 12192000"/>
              <a:gd name="connsiteY97" fmla="*/ 2476491 h 2649426"/>
              <a:gd name="connsiteX98" fmla="*/ 957561 w 12192000"/>
              <a:gd name="connsiteY98" fmla="*/ 2484124 h 2649426"/>
              <a:gd name="connsiteX99" fmla="*/ 822775 w 12192000"/>
              <a:gd name="connsiteY99" fmla="*/ 2542292 h 2649426"/>
              <a:gd name="connsiteX100" fmla="*/ 653171 w 12192000"/>
              <a:gd name="connsiteY100" fmla="*/ 2593652 h 2649426"/>
              <a:gd name="connsiteX101" fmla="*/ 511469 w 12192000"/>
              <a:gd name="connsiteY101" fmla="*/ 2598742 h 2649426"/>
              <a:gd name="connsiteX102" fmla="*/ 441281 w 12192000"/>
              <a:gd name="connsiteY102" fmla="*/ 2605939 h 2649426"/>
              <a:gd name="connsiteX103" fmla="*/ 297100 w 12192000"/>
              <a:gd name="connsiteY103" fmla="*/ 2639558 h 2649426"/>
              <a:gd name="connsiteX104" fmla="*/ 97385 w 12192000"/>
              <a:gd name="connsiteY104" fmla="*/ 2636063 h 2649426"/>
              <a:gd name="connsiteX105" fmla="*/ 48888 w 12192000"/>
              <a:gd name="connsiteY105" fmla="*/ 2641447 h 2649426"/>
              <a:gd name="connsiteX106" fmla="*/ 0 w 12192000"/>
              <a:gd name="connsiteY106" fmla="*/ 2649426 h 2649426"/>
              <a:gd name="connsiteX107" fmla="*/ 0 w 12192000"/>
              <a:gd name="connsiteY107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35223 w 12192000"/>
              <a:gd name="connsiteY4" fmla="*/ 1714510 h 2649426"/>
              <a:gd name="connsiteX5" fmla="*/ 11924243 w 12192000"/>
              <a:gd name="connsiteY5" fmla="*/ 1725938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425377 w 12192000"/>
              <a:gd name="connsiteY8" fmla="*/ 1625577 h 2649426"/>
              <a:gd name="connsiteX9" fmla="*/ 11364686 w 12192000"/>
              <a:gd name="connsiteY9" fmla="*/ 1616572 h 2649426"/>
              <a:gd name="connsiteX10" fmla="*/ 11193595 w 12192000"/>
              <a:gd name="connsiteY10" fmla="*/ 1558403 h 2649426"/>
              <a:gd name="connsiteX11" fmla="*/ 11146426 w 12192000"/>
              <a:gd name="connsiteY11" fmla="*/ 1555308 h 2649426"/>
              <a:gd name="connsiteX12" fmla="*/ 10841711 w 12192000"/>
              <a:gd name="connsiteY12" fmla="*/ 1541883 h 2649426"/>
              <a:gd name="connsiteX13" fmla="*/ 10684816 w 12192000"/>
              <a:gd name="connsiteY13" fmla="*/ 1560944 h 2649426"/>
              <a:gd name="connsiteX14" fmla="*/ 10551291 w 12192000"/>
              <a:gd name="connsiteY14" fmla="*/ 1556691 h 2649426"/>
              <a:gd name="connsiteX15" fmla="*/ 10523896 w 12192000"/>
              <a:gd name="connsiteY15" fmla="*/ 1559265 h 2649426"/>
              <a:gd name="connsiteX16" fmla="*/ 10465446 w 12192000"/>
              <a:gd name="connsiteY16" fmla="*/ 1574304 h 2649426"/>
              <a:gd name="connsiteX17" fmla="*/ 10404265 w 12192000"/>
              <a:gd name="connsiteY17" fmla="*/ 1572375 h 2649426"/>
              <a:gd name="connsiteX18" fmla="*/ 10329259 w 12192000"/>
              <a:gd name="connsiteY18" fmla="*/ 1579142 h 2649426"/>
              <a:gd name="connsiteX19" fmla="*/ 10128072 w 12192000"/>
              <a:gd name="connsiteY19" fmla="*/ 1610789 h 2649426"/>
              <a:gd name="connsiteX20" fmla="*/ 9811199 w 12192000"/>
              <a:gd name="connsiteY20" fmla="*/ 1648968 h 2649426"/>
              <a:gd name="connsiteX21" fmla="*/ 9537440 w 12192000"/>
              <a:gd name="connsiteY21" fmla="*/ 1671316 h 2649426"/>
              <a:gd name="connsiteX22" fmla="*/ 9405213 w 12192000"/>
              <a:gd name="connsiteY22" fmla="*/ 1679204 h 2649426"/>
              <a:gd name="connsiteX23" fmla="*/ 9225536 w 12192000"/>
              <a:gd name="connsiteY23" fmla="*/ 1741303 h 2649426"/>
              <a:gd name="connsiteX24" fmla="*/ 9144490 w 12192000"/>
              <a:gd name="connsiteY24" fmla="*/ 1756665 h 2649426"/>
              <a:gd name="connsiteX25" fmla="*/ 9031250 w 12192000"/>
              <a:gd name="connsiteY25" fmla="*/ 1782330 h 2649426"/>
              <a:gd name="connsiteX26" fmla="*/ 8985382 w 12192000"/>
              <a:gd name="connsiteY26" fmla="*/ 1798267 h 2649426"/>
              <a:gd name="connsiteX27" fmla="*/ 8906505 w 12192000"/>
              <a:gd name="connsiteY27" fmla="*/ 1834715 h 2649426"/>
              <a:gd name="connsiteX28" fmla="*/ 8833229 w 12192000"/>
              <a:gd name="connsiteY28" fmla="*/ 1846521 h 2649426"/>
              <a:gd name="connsiteX29" fmla="*/ 8705687 w 12192000"/>
              <a:gd name="connsiteY29" fmla="*/ 1848419 h 2649426"/>
              <a:gd name="connsiteX30" fmla="*/ 8700414 w 12192000"/>
              <a:gd name="connsiteY30" fmla="*/ 1857766 h 2649426"/>
              <a:gd name="connsiteX31" fmla="*/ 8643017 w 12192000"/>
              <a:gd name="connsiteY31" fmla="*/ 1865810 h 2649426"/>
              <a:gd name="connsiteX32" fmla="*/ 8460271 w 12192000"/>
              <a:gd name="connsiteY32" fmla="*/ 1856718 h 2649426"/>
              <a:gd name="connsiteX33" fmla="*/ 8330326 w 12192000"/>
              <a:gd name="connsiteY33" fmla="*/ 1873969 h 2649426"/>
              <a:gd name="connsiteX34" fmla="*/ 8216222 w 12192000"/>
              <a:gd name="connsiteY34" fmla="*/ 1895553 h 2649426"/>
              <a:gd name="connsiteX35" fmla="*/ 8043728 w 12192000"/>
              <a:gd name="connsiteY35" fmla="*/ 1944200 h 2649426"/>
              <a:gd name="connsiteX36" fmla="*/ 7958999 w 12192000"/>
              <a:gd name="connsiteY36" fmla="*/ 1980667 h 2649426"/>
              <a:gd name="connsiteX37" fmla="*/ 7908348 w 12192000"/>
              <a:gd name="connsiteY37" fmla="*/ 1994348 h 2649426"/>
              <a:gd name="connsiteX38" fmla="*/ 7776470 w 12192000"/>
              <a:gd name="connsiteY38" fmla="*/ 2053315 h 2649426"/>
              <a:gd name="connsiteX39" fmla="*/ 7624559 w 12192000"/>
              <a:gd name="connsiteY39" fmla="*/ 2114216 h 2649426"/>
              <a:gd name="connsiteX40" fmla="*/ 7549398 w 12192000"/>
              <a:gd name="connsiteY40" fmla="*/ 2153051 h 2649426"/>
              <a:gd name="connsiteX41" fmla="*/ 7540934 w 12192000"/>
              <a:gd name="connsiteY41" fmla="*/ 2151418 h 2649426"/>
              <a:gd name="connsiteX42" fmla="*/ 7528900 w 12192000"/>
              <a:gd name="connsiteY42" fmla="*/ 2152107 h 2649426"/>
              <a:gd name="connsiteX43" fmla="*/ 7528656 w 12192000"/>
              <a:gd name="connsiteY43" fmla="*/ 2152584 h 2649426"/>
              <a:gd name="connsiteX44" fmla="*/ 7517280 w 12192000"/>
              <a:gd name="connsiteY44" fmla="*/ 2152327 h 2649426"/>
              <a:gd name="connsiteX45" fmla="*/ 7460956 w 12192000"/>
              <a:gd name="connsiteY45" fmla="*/ 2145255 h 2649426"/>
              <a:gd name="connsiteX46" fmla="*/ 7372921 w 12192000"/>
              <a:gd name="connsiteY46" fmla="*/ 2175069 h 2649426"/>
              <a:gd name="connsiteX47" fmla="*/ 7307317 w 12192000"/>
              <a:gd name="connsiteY47" fmla="*/ 2182031 h 2649426"/>
              <a:gd name="connsiteX48" fmla="*/ 7251199 w 12192000"/>
              <a:gd name="connsiteY48" fmla="*/ 2198184 h 2649426"/>
              <a:gd name="connsiteX49" fmla="*/ 7233016 w 12192000"/>
              <a:gd name="connsiteY49" fmla="*/ 2195902 h 2649426"/>
              <a:gd name="connsiteX50" fmla="*/ 7227281 w 12192000"/>
              <a:gd name="connsiteY50" fmla="*/ 2190042 h 2649426"/>
              <a:gd name="connsiteX51" fmla="*/ 7200745 w 12192000"/>
              <a:gd name="connsiteY51" fmla="*/ 2189321 h 2649426"/>
              <a:gd name="connsiteX52" fmla="*/ 7197924 w 12192000"/>
              <a:gd name="connsiteY52" fmla="*/ 2191205 h 2649426"/>
              <a:gd name="connsiteX53" fmla="*/ 7175198 w 12192000"/>
              <a:gd name="connsiteY53" fmla="*/ 2183294 h 2649426"/>
              <a:gd name="connsiteX54" fmla="*/ 7100681 w 12192000"/>
              <a:gd name="connsiteY54" fmla="*/ 2167822 h 2649426"/>
              <a:gd name="connsiteX55" fmla="*/ 6932665 w 12192000"/>
              <a:gd name="connsiteY55" fmla="*/ 2162157 h 2649426"/>
              <a:gd name="connsiteX56" fmla="*/ 6700029 w 12192000"/>
              <a:gd name="connsiteY56" fmla="*/ 2158310 h 2649426"/>
              <a:gd name="connsiteX57" fmla="*/ 6326162 w 12192000"/>
              <a:gd name="connsiteY57" fmla="*/ 2178632 h 2649426"/>
              <a:gd name="connsiteX58" fmla="*/ 6196177 w 12192000"/>
              <a:gd name="connsiteY58" fmla="*/ 2200059 h 2649426"/>
              <a:gd name="connsiteX59" fmla="*/ 6139086 w 12192000"/>
              <a:gd name="connsiteY59" fmla="*/ 2187339 h 2649426"/>
              <a:gd name="connsiteX60" fmla="*/ 6098878 w 12192000"/>
              <a:gd name="connsiteY60" fmla="*/ 2192939 h 2649426"/>
              <a:gd name="connsiteX61" fmla="*/ 6094339 w 12192000"/>
              <a:gd name="connsiteY61" fmla="*/ 2195871 h 2649426"/>
              <a:gd name="connsiteX62" fmla="*/ 6075163 w 12192000"/>
              <a:gd name="connsiteY62" fmla="*/ 2198856 h 2649426"/>
              <a:gd name="connsiteX63" fmla="*/ 6071016 w 12192000"/>
              <a:gd name="connsiteY63" fmla="*/ 2210639 h 2649426"/>
              <a:gd name="connsiteX64" fmla="*/ 6043058 w 12192000"/>
              <a:gd name="connsiteY64" fmla="*/ 2222971 h 2649426"/>
              <a:gd name="connsiteX65" fmla="*/ 5962031 w 12192000"/>
              <a:gd name="connsiteY65" fmla="*/ 2220873 h 2649426"/>
              <a:gd name="connsiteX66" fmla="*/ 5818648 w 12192000"/>
              <a:gd name="connsiteY66" fmla="*/ 2229309 h 2649426"/>
              <a:gd name="connsiteX67" fmla="*/ 5515979 w 12192000"/>
              <a:gd name="connsiteY67" fmla="*/ 2284946 h 2649426"/>
              <a:gd name="connsiteX68" fmla="*/ 5426280 w 12192000"/>
              <a:gd name="connsiteY68" fmla="*/ 2290560 h 2649426"/>
              <a:gd name="connsiteX69" fmla="*/ 5329896 w 12192000"/>
              <a:gd name="connsiteY69" fmla="*/ 2279209 h 2649426"/>
              <a:gd name="connsiteX70" fmla="*/ 5245363 w 12192000"/>
              <a:gd name="connsiteY70" fmla="*/ 2301618 h 2649426"/>
              <a:gd name="connsiteX71" fmla="*/ 5077816 w 12192000"/>
              <a:gd name="connsiteY71" fmla="*/ 2292570 h 2649426"/>
              <a:gd name="connsiteX72" fmla="*/ 4911519 w 12192000"/>
              <a:gd name="connsiteY72" fmla="*/ 2285340 h 2649426"/>
              <a:gd name="connsiteX73" fmla="*/ 4822447 w 12192000"/>
              <a:gd name="connsiteY73" fmla="*/ 2292174 h 2649426"/>
              <a:gd name="connsiteX74" fmla="*/ 4670737 w 12192000"/>
              <a:gd name="connsiteY74" fmla="*/ 2321711 h 2649426"/>
              <a:gd name="connsiteX75" fmla="*/ 4489013 w 12192000"/>
              <a:gd name="connsiteY75" fmla="*/ 2338805 h 2649426"/>
              <a:gd name="connsiteX76" fmla="*/ 4431159 w 12192000"/>
              <a:gd name="connsiteY76" fmla="*/ 2347536 h 2649426"/>
              <a:gd name="connsiteX77" fmla="*/ 4273885 w 12192000"/>
              <a:gd name="connsiteY77" fmla="*/ 2379520 h 2649426"/>
              <a:gd name="connsiteX78" fmla="*/ 4116925 w 12192000"/>
              <a:gd name="connsiteY78" fmla="*/ 2417756 h 2649426"/>
              <a:gd name="connsiteX79" fmla="*/ 3988558 w 12192000"/>
              <a:gd name="connsiteY79" fmla="*/ 2475821 h 2649426"/>
              <a:gd name="connsiteX80" fmla="*/ 3894771 w 12192000"/>
              <a:gd name="connsiteY80" fmla="*/ 2494652 h 2649426"/>
              <a:gd name="connsiteX81" fmla="*/ 3721493 w 12192000"/>
              <a:gd name="connsiteY81" fmla="*/ 2497646 h 2649426"/>
              <a:gd name="connsiteX82" fmla="*/ 3504883 w 12192000"/>
              <a:gd name="connsiteY82" fmla="*/ 2503869 h 2649426"/>
              <a:gd name="connsiteX83" fmla="*/ 3431219 w 12192000"/>
              <a:gd name="connsiteY83" fmla="*/ 2502163 h 2649426"/>
              <a:gd name="connsiteX84" fmla="*/ 3151243 w 12192000"/>
              <a:gd name="connsiteY84" fmla="*/ 2492405 h 2649426"/>
              <a:gd name="connsiteX85" fmla="*/ 3044025 w 12192000"/>
              <a:gd name="connsiteY85" fmla="*/ 2485298 h 2649426"/>
              <a:gd name="connsiteX86" fmla="*/ 2864954 w 12192000"/>
              <a:gd name="connsiteY86" fmla="*/ 2456476 h 2649426"/>
              <a:gd name="connsiteX87" fmla="*/ 2739588 w 12192000"/>
              <a:gd name="connsiteY87" fmla="*/ 2457956 h 2649426"/>
              <a:gd name="connsiteX88" fmla="*/ 2706684 w 12192000"/>
              <a:gd name="connsiteY88" fmla="*/ 2454540 h 2649426"/>
              <a:gd name="connsiteX89" fmla="*/ 2348435 w 12192000"/>
              <a:gd name="connsiteY89" fmla="*/ 2449176 h 2649426"/>
              <a:gd name="connsiteX90" fmla="*/ 2194299 w 12192000"/>
              <a:gd name="connsiteY90" fmla="*/ 2475215 h 2649426"/>
              <a:gd name="connsiteX91" fmla="*/ 1983009 w 12192000"/>
              <a:gd name="connsiteY91" fmla="*/ 2463117 h 2649426"/>
              <a:gd name="connsiteX92" fmla="*/ 1885040 w 12192000"/>
              <a:gd name="connsiteY92" fmla="*/ 2475917 h 2649426"/>
              <a:gd name="connsiteX93" fmla="*/ 1773324 w 12192000"/>
              <a:gd name="connsiteY93" fmla="*/ 2471718 h 2649426"/>
              <a:gd name="connsiteX94" fmla="*/ 1685197 w 12192000"/>
              <a:gd name="connsiteY94" fmla="*/ 2466249 h 2649426"/>
              <a:gd name="connsiteX95" fmla="*/ 1566422 w 12192000"/>
              <a:gd name="connsiteY95" fmla="*/ 2455175 h 2649426"/>
              <a:gd name="connsiteX96" fmla="*/ 1300369 w 12192000"/>
              <a:gd name="connsiteY96" fmla="*/ 2444914 h 2649426"/>
              <a:gd name="connsiteX97" fmla="*/ 1081876 w 12192000"/>
              <a:gd name="connsiteY97" fmla="*/ 2476491 h 2649426"/>
              <a:gd name="connsiteX98" fmla="*/ 957561 w 12192000"/>
              <a:gd name="connsiteY98" fmla="*/ 2484124 h 2649426"/>
              <a:gd name="connsiteX99" fmla="*/ 868154 w 12192000"/>
              <a:gd name="connsiteY99" fmla="*/ 2537754 h 2649426"/>
              <a:gd name="connsiteX100" fmla="*/ 653171 w 12192000"/>
              <a:gd name="connsiteY100" fmla="*/ 2593652 h 2649426"/>
              <a:gd name="connsiteX101" fmla="*/ 511469 w 12192000"/>
              <a:gd name="connsiteY101" fmla="*/ 2598742 h 2649426"/>
              <a:gd name="connsiteX102" fmla="*/ 441281 w 12192000"/>
              <a:gd name="connsiteY102" fmla="*/ 2605939 h 2649426"/>
              <a:gd name="connsiteX103" fmla="*/ 297100 w 12192000"/>
              <a:gd name="connsiteY103" fmla="*/ 2639558 h 2649426"/>
              <a:gd name="connsiteX104" fmla="*/ 97385 w 12192000"/>
              <a:gd name="connsiteY104" fmla="*/ 2636063 h 2649426"/>
              <a:gd name="connsiteX105" fmla="*/ 48888 w 12192000"/>
              <a:gd name="connsiteY105" fmla="*/ 2641447 h 2649426"/>
              <a:gd name="connsiteX106" fmla="*/ 0 w 12192000"/>
              <a:gd name="connsiteY106" fmla="*/ 2649426 h 2649426"/>
              <a:gd name="connsiteX107" fmla="*/ 0 w 12192000"/>
              <a:gd name="connsiteY107" fmla="*/ 0 h 2649426"/>
              <a:gd name="connsiteX0" fmla="*/ 0 w 12192000"/>
              <a:gd name="connsiteY0" fmla="*/ 0 h 2649426"/>
              <a:gd name="connsiteX1" fmla="*/ 12192000 w 12192000"/>
              <a:gd name="connsiteY1" fmla="*/ 0 h 2649426"/>
              <a:gd name="connsiteX2" fmla="*/ 12192000 w 12192000"/>
              <a:gd name="connsiteY2" fmla="*/ 1727909 h 2649426"/>
              <a:gd name="connsiteX3" fmla="*/ 12115957 w 12192000"/>
              <a:gd name="connsiteY3" fmla="*/ 1732272 h 2649426"/>
              <a:gd name="connsiteX4" fmla="*/ 12035223 w 12192000"/>
              <a:gd name="connsiteY4" fmla="*/ 1714510 h 2649426"/>
              <a:gd name="connsiteX5" fmla="*/ 11924243 w 12192000"/>
              <a:gd name="connsiteY5" fmla="*/ 1725938 h 2649426"/>
              <a:gd name="connsiteX6" fmla="*/ 11750717 w 12192000"/>
              <a:gd name="connsiteY6" fmla="*/ 1684756 h 2649426"/>
              <a:gd name="connsiteX7" fmla="*/ 11712295 w 12192000"/>
              <a:gd name="connsiteY7" fmla="*/ 1673021 h 2649426"/>
              <a:gd name="connsiteX8" fmla="*/ 11425377 w 12192000"/>
              <a:gd name="connsiteY8" fmla="*/ 1625577 h 2649426"/>
              <a:gd name="connsiteX9" fmla="*/ 11364686 w 12192000"/>
              <a:gd name="connsiteY9" fmla="*/ 1616572 h 2649426"/>
              <a:gd name="connsiteX10" fmla="*/ 11193595 w 12192000"/>
              <a:gd name="connsiteY10" fmla="*/ 1558403 h 2649426"/>
              <a:gd name="connsiteX11" fmla="*/ 11146426 w 12192000"/>
              <a:gd name="connsiteY11" fmla="*/ 1555308 h 2649426"/>
              <a:gd name="connsiteX12" fmla="*/ 10841711 w 12192000"/>
              <a:gd name="connsiteY12" fmla="*/ 1541883 h 2649426"/>
              <a:gd name="connsiteX13" fmla="*/ 10684816 w 12192000"/>
              <a:gd name="connsiteY13" fmla="*/ 1560944 h 2649426"/>
              <a:gd name="connsiteX14" fmla="*/ 10551291 w 12192000"/>
              <a:gd name="connsiteY14" fmla="*/ 1556691 h 2649426"/>
              <a:gd name="connsiteX15" fmla="*/ 10523896 w 12192000"/>
              <a:gd name="connsiteY15" fmla="*/ 1559265 h 2649426"/>
              <a:gd name="connsiteX16" fmla="*/ 10465446 w 12192000"/>
              <a:gd name="connsiteY16" fmla="*/ 1574304 h 2649426"/>
              <a:gd name="connsiteX17" fmla="*/ 10404265 w 12192000"/>
              <a:gd name="connsiteY17" fmla="*/ 1572375 h 2649426"/>
              <a:gd name="connsiteX18" fmla="*/ 10329259 w 12192000"/>
              <a:gd name="connsiteY18" fmla="*/ 1579142 h 2649426"/>
              <a:gd name="connsiteX19" fmla="*/ 10128072 w 12192000"/>
              <a:gd name="connsiteY19" fmla="*/ 1610789 h 2649426"/>
              <a:gd name="connsiteX20" fmla="*/ 9811199 w 12192000"/>
              <a:gd name="connsiteY20" fmla="*/ 1648968 h 2649426"/>
              <a:gd name="connsiteX21" fmla="*/ 9537440 w 12192000"/>
              <a:gd name="connsiteY21" fmla="*/ 1671316 h 2649426"/>
              <a:gd name="connsiteX22" fmla="*/ 9405213 w 12192000"/>
              <a:gd name="connsiteY22" fmla="*/ 1679204 h 2649426"/>
              <a:gd name="connsiteX23" fmla="*/ 9225536 w 12192000"/>
              <a:gd name="connsiteY23" fmla="*/ 1741303 h 2649426"/>
              <a:gd name="connsiteX24" fmla="*/ 9144490 w 12192000"/>
              <a:gd name="connsiteY24" fmla="*/ 1756665 h 2649426"/>
              <a:gd name="connsiteX25" fmla="*/ 9031250 w 12192000"/>
              <a:gd name="connsiteY25" fmla="*/ 1782330 h 2649426"/>
              <a:gd name="connsiteX26" fmla="*/ 8985382 w 12192000"/>
              <a:gd name="connsiteY26" fmla="*/ 1798267 h 2649426"/>
              <a:gd name="connsiteX27" fmla="*/ 8906505 w 12192000"/>
              <a:gd name="connsiteY27" fmla="*/ 1834715 h 2649426"/>
              <a:gd name="connsiteX28" fmla="*/ 8833229 w 12192000"/>
              <a:gd name="connsiteY28" fmla="*/ 1846521 h 2649426"/>
              <a:gd name="connsiteX29" fmla="*/ 8705687 w 12192000"/>
              <a:gd name="connsiteY29" fmla="*/ 1848419 h 2649426"/>
              <a:gd name="connsiteX30" fmla="*/ 8700414 w 12192000"/>
              <a:gd name="connsiteY30" fmla="*/ 1857766 h 2649426"/>
              <a:gd name="connsiteX31" fmla="*/ 8643017 w 12192000"/>
              <a:gd name="connsiteY31" fmla="*/ 1865810 h 2649426"/>
              <a:gd name="connsiteX32" fmla="*/ 8460271 w 12192000"/>
              <a:gd name="connsiteY32" fmla="*/ 1856718 h 2649426"/>
              <a:gd name="connsiteX33" fmla="*/ 8330326 w 12192000"/>
              <a:gd name="connsiteY33" fmla="*/ 1873969 h 2649426"/>
              <a:gd name="connsiteX34" fmla="*/ 8216222 w 12192000"/>
              <a:gd name="connsiteY34" fmla="*/ 1895553 h 2649426"/>
              <a:gd name="connsiteX35" fmla="*/ 8043728 w 12192000"/>
              <a:gd name="connsiteY35" fmla="*/ 1944200 h 2649426"/>
              <a:gd name="connsiteX36" fmla="*/ 7958999 w 12192000"/>
              <a:gd name="connsiteY36" fmla="*/ 1980667 h 2649426"/>
              <a:gd name="connsiteX37" fmla="*/ 7908348 w 12192000"/>
              <a:gd name="connsiteY37" fmla="*/ 1994348 h 2649426"/>
              <a:gd name="connsiteX38" fmla="*/ 7776470 w 12192000"/>
              <a:gd name="connsiteY38" fmla="*/ 2053315 h 2649426"/>
              <a:gd name="connsiteX39" fmla="*/ 7624559 w 12192000"/>
              <a:gd name="connsiteY39" fmla="*/ 2114216 h 2649426"/>
              <a:gd name="connsiteX40" fmla="*/ 7549398 w 12192000"/>
              <a:gd name="connsiteY40" fmla="*/ 2153051 h 2649426"/>
              <a:gd name="connsiteX41" fmla="*/ 7540934 w 12192000"/>
              <a:gd name="connsiteY41" fmla="*/ 2151418 h 2649426"/>
              <a:gd name="connsiteX42" fmla="*/ 7528900 w 12192000"/>
              <a:gd name="connsiteY42" fmla="*/ 2152107 h 2649426"/>
              <a:gd name="connsiteX43" fmla="*/ 7528656 w 12192000"/>
              <a:gd name="connsiteY43" fmla="*/ 2152584 h 2649426"/>
              <a:gd name="connsiteX44" fmla="*/ 7517280 w 12192000"/>
              <a:gd name="connsiteY44" fmla="*/ 2152327 h 2649426"/>
              <a:gd name="connsiteX45" fmla="*/ 7460956 w 12192000"/>
              <a:gd name="connsiteY45" fmla="*/ 2145255 h 2649426"/>
              <a:gd name="connsiteX46" fmla="*/ 7372921 w 12192000"/>
              <a:gd name="connsiteY46" fmla="*/ 2175069 h 2649426"/>
              <a:gd name="connsiteX47" fmla="*/ 7307317 w 12192000"/>
              <a:gd name="connsiteY47" fmla="*/ 2182031 h 2649426"/>
              <a:gd name="connsiteX48" fmla="*/ 7251199 w 12192000"/>
              <a:gd name="connsiteY48" fmla="*/ 2198184 h 2649426"/>
              <a:gd name="connsiteX49" fmla="*/ 7233016 w 12192000"/>
              <a:gd name="connsiteY49" fmla="*/ 2195902 h 2649426"/>
              <a:gd name="connsiteX50" fmla="*/ 7227281 w 12192000"/>
              <a:gd name="connsiteY50" fmla="*/ 2190042 h 2649426"/>
              <a:gd name="connsiteX51" fmla="*/ 7200745 w 12192000"/>
              <a:gd name="connsiteY51" fmla="*/ 2189321 h 2649426"/>
              <a:gd name="connsiteX52" fmla="*/ 7197924 w 12192000"/>
              <a:gd name="connsiteY52" fmla="*/ 2191205 h 2649426"/>
              <a:gd name="connsiteX53" fmla="*/ 7175198 w 12192000"/>
              <a:gd name="connsiteY53" fmla="*/ 2183294 h 2649426"/>
              <a:gd name="connsiteX54" fmla="*/ 7100681 w 12192000"/>
              <a:gd name="connsiteY54" fmla="*/ 2167822 h 2649426"/>
              <a:gd name="connsiteX55" fmla="*/ 6932665 w 12192000"/>
              <a:gd name="connsiteY55" fmla="*/ 2162157 h 2649426"/>
              <a:gd name="connsiteX56" fmla="*/ 6700029 w 12192000"/>
              <a:gd name="connsiteY56" fmla="*/ 2158310 h 2649426"/>
              <a:gd name="connsiteX57" fmla="*/ 6326162 w 12192000"/>
              <a:gd name="connsiteY57" fmla="*/ 2178632 h 2649426"/>
              <a:gd name="connsiteX58" fmla="*/ 6196177 w 12192000"/>
              <a:gd name="connsiteY58" fmla="*/ 2200059 h 2649426"/>
              <a:gd name="connsiteX59" fmla="*/ 6139086 w 12192000"/>
              <a:gd name="connsiteY59" fmla="*/ 2187339 h 2649426"/>
              <a:gd name="connsiteX60" fmla="*/ 6098878 w 12192000"/>
              <a:gd name="connsiteY60" fmla="*/ 2192939 h 2649426"/>
              <a:gd name="connsiteX61" fmla="*/ 6094339 w 12192000"/>
              <a:gd name="connsiteY61" fmla="*/ 2195871 h 2649426"/>
              <a:gd name="connsiteX62" fmla="*/ 6075163 w 12192000"/>
              <a:gd name="connsiteY62" fmla="*/ 2198856 h 2649426"/>
              <a:gd name="connsiteX63" fmla="*/ 6071016 w 12192000"/>
              <a:gd name="connsiteY63" fmla="*/ 2210639 h 2649426"/>
              <a:gd name="connsiteX64" fmla="*/ 6043058 w 12192000"/>
              <a:gd name="connsiteY64" fmla="*/ 2222971 h 2649426"/>
              <a:gd name="connsiteX65" fmla="*/ 5962031 w 12192000"/>
              <a:gd name="connsiteY65" fmla="*/ 2220873 h 2649426"/>
              <a:gd name="connsiteX66" fmla="*/ 5818648 w 12192000"/>
              <a:gd name="connsiteY66" fmla="*/ 2229309 h 2649426"/>
              <a:gd name="connsiteX67" fmla="*/ 5515979 w 12192000"/>
              <a:gd name="connsiteY67" fmla="*/ 2284946 h 2649426"/>
              <a:gd name="connsiteX68" fmla="*/ 5426280 w 12192000"/>
              <a:gd name="connsiteY68" fmla="*/ 2290560 h 2649426"/>
              <a:gd name="connsiteX69" fmla="*/ 5329896 w 12192000"/>
              <a:gd name="connsiteY69" fmla="*/ 2279209 h 2649426"/>
              <a:gd name="connsiteX70" fmla="*/ 5245363 w 12192000"/>
              <a:gd name="connsiteY70" fmla="*/ 2301618 h 2649426"/>
              <a:gd name="connsiteX71" fmla="*/ 5077816 w 12192000"/>
              <a:gd name="connsiteY71" fmla="*/ 2292570 h 2649426"/>
              <a:gd name="connsiteX72" fmla="*/ 4911519 w 12192000"/>
              <a:gd name="connsiteY72" fmla="*/ 2285340 h 2649426"/>
              <a:gd name="connsiteX73" fmla="*/ 4822447 w 12192000"/>
              <a:gd name="connsiteY73" fmla="*/ 2292174 h 2649426"/>
              <a:gd name="connsiteX74" fmla="*/ 4670737 w 12192000"/>
              <a:gd name="connsiteY74" fmla="*/ 2321711 h 2649426"/>
              <a:gd name="connsiteX75" fmla="*/ 4489013 w 12192000"/>
              <a:gd name="connsiteY75" fmla="*/ 2338805 h 2649426"/>
              <a:gd name="connsiteX76" fmla="*/ 4431159 w 12192000"/>
              <a:gd name="connsiteY76" fmla="*/ 2347536 h 2649426"/>
              <a:gd name="connsiteX77" fmla="*/ 4273885 w 12192000"/>
              <a:gd name="connsiteY77" fmla="*/ 2379520 h 2649426"/>
              <a:gd name="connsiteX78" fmla="*/ 4116925 w 12192000"/>
              <a:gd name="connsiteY78" fmla="*/ 2417756 h 2649426"/>
              <a:gd name="connsiteX79" fmla="*/ 3988558 w 12192000"/>
              <a:gd name="connsiteY79" fmla="*/ 2475821 h 2649426"/>
              <a:gd name="connsiteX80" fmla="*/ 3894771 w 12192000"/>
              <a:gd name="connsiteY80" fmla="*/ 2494652 h 2649426"/>
              <a:gd name="connsiteX81" fmla="*/ 3721493 w 12192000"/>
              <a:gd name="connsiteY81" fmla="*/ 2497646 h 2649426"/>
              <a:gd name="connsiteX82" fmla="*/ 3504883 w 12192000"/>
              <a:gd name="connsiteY82" fmla="*/ 2503869 h 2649426"/>
              <a:gd name="connsiteX83" fmla="*/ 3431219 w 12192000"/>
              <a:gd name="connsiteY83" fmla="*/ 2502163 h 2649426"/>
              <a:gd name="connsiteX84" fmla="*/ 3151243 w 12192000"/>
              <a:gd name="connsiteY84" fmla="*/ 2492405 h 2649426"/>
              <a:gd name="connsiteX85" fmla="*/ 3044025 w 12192000"/>
              <a:gd name="connsiteY85" fmla="*/ 2485298 h 2649426"/>
              <a:gd name="connsiteX86" fmla="*/ 2864954 w 12192000"/>
              <a:gd name="connsiteY86" fmla="*/ 2456476 h 2649426"/>
              <a:gd name="connsiteX87" fmla="*/ 2739588 w 12192000"/>
              <a:gd name="connsiteY87" fmla="*/ 2457956 h 2649426"/>
              <a:gd name="connsiteX88" fmla="*/ 2706684 w 12192000"/>
              <a:gd name="connsiteY88" fmla="*/ 2454540 h 2649426"/>
              <a:gd name="connsiteX89" fmla="*/ 2339359 w 12192000"/>
              <a:gd name="connsiteY89" fmla="*/ 2471866 h 2649426"/>
              <a:gd name="connsiteX90" fmla="*/ 2194299 w 12192000"/>
              <a:gd name="connsiteY90" fmla="*/ 2475215 h 2649426"/>
              <a:gd name="connsiteX91" fmla="*/ 1983009 w 12192000"/>
              <a:gd name="connsiteY91" fmla="*/ 2463117 h 2649426"/>
              <a:gd name="connsiteX92" fmla="*/ 1885040 w 12192000"/>
              <a:gd name="connsiteY92" fmla="*/ 2475917 h 2649426"/>
              <a:gd name="connsiteX93" fmla="*/ 1773324 w 12192000"/>
              <a:gd name="connsiteY93" fmla="*/ 2471718 h 2649426"/>
              <a:gd name="connsiteX94" fmla="*/ 1685197 w 12192000"/>
              <a:gd name="connsiteY94" fmla="*/ 2466249 h 2649426"/>
              <a:gd name="connsiteX95" fmla="*/ 1566422 w 12192000"/>
              <a:gd name="connsiteY95" fmla="*/ 2455175 h 2649426"/>
              <a:gd name="connsiteX96" fmla="*/ 1300369 w 12192000"/>
              <a:gd name="connsiteY96" fmla="*/ 2444914 h 2649426"/>
              <a:gd name="connsiteX97" fmla="*/ 1081876 w 12192000"/>
              <a:gd name="connsiteY97" fmla="*/ 2476491 h 2649426"/>
              <a:gd name="connsiteX98" fmla="*/ 957561 w 12192000"/>
              <a:gd name="connsiteY98" fmla="*/ 2484124 h 2649426"/>
              <a:gd name="connsiteX99" fmla="*/ 868154 w 12192000"/>
              <a:gd name="connsiteY99" fmla="*/ 2537754 h 2649426"/>
              <a:gd name="connsiteX100" fmla="*/ 653171 w 12192000"/>
              <a:gd name="connsiteY100" fmla="*/ 2593652 h 2649426"/>
              <a:gd name="connsiteX101" fmla="*/ 511469 w 12192000"/>
              <a:gd name="connsiteY101" fmla="*/ 2598742 h 2649426"/>
              <a:gd name="connsiteX102" fmla="*/ 441281 w 12192000"/>
              <a:gd name="connsiteY102" fmla="*/ 2605939 h 2649426"/>
              <a:gd name="connsiteX103" fmla="*/ 297100 w 12192000"/>
              <a:gd name="connsiteY103" fmla="*/ 2639558 h 2649426"/>
              <a:gd name="connsiteX104" fmla="*/ 97385 w 12192000"/>
              <a:gd name="connsiteY104" fmla="*/ 2636063 h 2649426"/>
              <a:gd name="connsiteX105" fmla="*/ 48888 w 12192000"/>
              <a:gd name="connsiteY105" fmla="*/ 2641447 h 2649426"/>
              <a:gd name="connsiteX106" fmla="*/ 0 w 12192000"/>
              <a:gd name="connsiteY106" fmla="*/ 2649426 h 2649426"/>
              <a:gd name="connsiteX107" fmla="*/ 0 w 12192000"/>
              <a:gd name="connsiteY107" fmla="*/ 0 h 2649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</a:cxnLst>
            <a:rect l="l" t="t" r="r" b="b"/>
            <a:pathLst>
              <a:path w="12192000" h="2649426">
                <a:moveTo>
                  <a:pt x="0" y="0"/>
                </a:moveTo>
                <a:lnTo>
                  <a:pt x="12192000" y="0"/>
                </a:lnTo>
                <a:lnTo>
                  <a:pt x="12192000" y="1727909"/>
                </a:lnTo>
                <a:lnTo>
                  <a:pt x="12115957" y="1732272"/>
                </a:lnTo>
                <a:cubicBezTo>
                  <a:pt x="12082095" y="1735567"/>
                  <a:pt x="12069134" y="1716108"/>
                  <a:pt x="12035223" y="1714510"/>
                </a:cubicBezTo>
                <a:cubicBezTo>
                  <a:pt x="11992705" y="1709394"/>
                  <a:pt x="11980406" y="1717473"/>
                  <a:pt x="11924243" y="1725938"/>
                </a:cubicBezTo>
                <a:cubicBezTo>
                  <a:pt x="11911784" y="1707140"/>
                  <a:pt x="11757279" y="1715039"/>
                  <a:pt x="11750717" y="1684756"/>
                </a:cubicBezTo>
                <a:cubicBezTo>
                  <a:pt x="11732100" y="1684623"/>
                  <a:pt x="11720615" y="1690766"/>
                  <a:pt x="11712295" y="1673021"/>
                </a:cubicBezTo>
                <a:cubicBezTo>
                  <a:pt x="11634355" y="1672906"/>
                  <a:pt x="11478353" y="1589331"/>
                  <a:pt x="11425377" y="1625577"/>
                </a:cubicBezTo>
                <a:cubicBezTo>
                  <a:pt x="11359879" y="1618438"/>
                  <a:pt x="11415418" y="1637096"/>
                  <a:pt x="11364686" y="1616572"/>
                </a:cubicBezTo>
                <a:cubicBezTo>
                  <a:pt x="11333914" y="1605241"/>
                  <a:pt x="11211274" y="1598449"/>
                  <a:pt x="11193595" y="1558403"/>
                </a:cubicBezTo>
                <a:cubicBezTo>
                  <a:pt x="11155202" y="1585000"/>
                  <a:pt x="11184573" y="1549075"/>
                  <a:pt x="11146426" y="1555308"/>
                </a:cubicBezTo>
                <a:cubicBezTo>
                  <a:pt x="11068567" y="1547065"/>
                  <a:pt x="10931961" y="1586700"/>
                  <a:pt x="10841711" y="1541883"/>
                </a:cubicBezTo>
                <a:cubicBezTo>
                  <a:pt x="10744355" y="1542822"/>
                  <a:pt x="10733219" y="1558476"/>
                  <a:pt x="10684816" y="1560944"/>
                </a:cubicBezTo>
                <a:lnTo>
                  <a:pt x="10551291" y="1556691"/>
                </a:lnTo>
                <a:lnTo>
                  <a:pt x="10523896" y="1559265"/>
                </a:lnTo>
                <a:cubicBezTo>
                  <a:pt x="10520278" y="1564302"/>
                  <a:pt x="10460715" y="1562665"/>
                  <a:pt x="10465446" y="1574304"/>
                </a:cubicBezTo>
                <a:cubicBezTo>
                  <a:pt x="10443213" y="1573648"/>
                  <a:pt x="10416112" y="1574069"/>
                  <a:pt x="10404265" y="1572375"/>
                </a:cubicBezTo>
                <a:cubicBezTo>
                  <a:pt x="10367953" y="1571669"/>
                  <a:pt x="10394199" y="1575009"/>
                  <a:pt x="10329259" y="1579142"/>
                </a:cubicBezTo>
                <a:cubicBezTo>
                  <a:pt x="10273102" y="1625710"/>
                  <a:pt x="10197769" y="1593280"/>
                  <a:pt x="10128072" y="1610789"/>
                </a:cubicBezTo>
                <a:cubicBezTo>
                  <a:pt x="10041729" y="1622427"/>
                  <a:pt x="9920611" y="1664232"/>
                  <a:pt x="9811199" y="1648968"/>
                </a:cubicBezTo>
                <a:cubicBezTo>
                  <a:pt x="9725264" y="1617294"/>
                  <a:pt x="9626787" y="1677773"/>
                  <a:pt x="9537440" y="1671316"/>
                </a:cubicBezTo>
                <a:cubicBezTo>
                  <a:pt x="9469776" y="1676355"/>
                  <a:pt x="9470963" y="1705860"/>
                  <a:pt x="9405213" y="1679204"/>
                </a:cubicBezTo>
                <a:cubicBezTo>
                  <a:pt x="9341128" y="1692381"/>
                  <a:pt x="9282604" y="1726880"/>
                  <a:pt x="9225536" y="1741303"/>
                </a:cubicBezTo>
                <a:cubicBezTo>
                  <a:pt x="9205345" y="1735183"/>
                  <a:pt x="9154361" y="1740714"/>
                  <a:pt x="9144490" y="1756665"/>
                </a:cubicBezTo>
                <a:cubicBezTo>
                  <a:pt x="9132275" y="1760890"/>
                  <a:pt x="9035423" y="1765734"/>
                  <a:pt x="9031250" y="1782330"/>
                </a:cubicBezTo>
                <a:cubicBezTo>
                  <a:pt x="9023628" y="1802499"/>
                  <a:pt x="8976844" y="1775805"/>
                  <a:pt x="8985382" y="1798267"/>
                </a:cubicBezTo>
                <a:cubicBezTo>
                  <a:pt x="8952237" y="1780059"/>
                  <a:pt x="8931620" y="1822664"/>
                  <a:pt x="8906505" y="1834715"/>
                </a:cubicBezTo>
                <a:cubicBezTo>
                  <a:pt x="8879977" y="1816167"/>
                  <a:pt x="8889745" y="1837055"/>
                  <a:pt x="8833229" y="1846521"/>
                </a:cubicBezTo>
                <a:cubicBezTo>
                  <a:pt x="8803940" y="1824965"/>
                  <a:pt x="8758902" y="1875909"/>
                  <a:pt x="8705687" y="1848419"/>
                </a:cubicBezTo>
                <a:cubicBezTo>
                  <a:pt x="8704434" y="1851755"/>
                  <a:pt x="8702658" y="1854903"/>
                  <a:pt x="8700414" y="1857766"/>
                </a:cubicBezTo>
                <a:cubicBezTo>
                  <a:pt x="8687373" y="1874398"/>
                  <a:pt x="8661675" y="1878000"/>
                  <a:pt x="8643017" y="1865810"/>
                </a:cubicBezTo>
                <a:cubicBezTo>
                  <a:pt x="8559958" y="1830377"/>
                  <a:pt x="8525136" y="1858301"/>
                  <a:pt x="8460271" y="1856718"/>
                </a:cubicBezTo>
                <a:cubicBezTo>
                  <a:pt x="8387992" y="1859886"/>
                  <a:pt x="8383027" y="1873588"/>
                  <a:pt x="8330326" y="1873969"/>
                </a:cubicBezTo>
                <a:cubicBezTo>
                  <a:pt x="8289651" y="1880442"/>
                  <a:pt x="8251324" y="1883229"/>
                  <a:pt x="8216222" y="1895553"/>
                </a:cubicBezTo>
                <a:cubicBezTo>
                  <a:pt x="8168456" y="1907258"/>
                  <a:pt x="8086598" y="1930014"/>
                  <a:pt x="8043728" y="1944200"/>
                </a:cubicBezTo>
                <a:cubicBezTo>
                  <a:pt x="8005339" y="1935292"/>
                  <a:pt x="8004256" y="1961413"/>
                  <a:pt x="7958999" y="1980667"/>
                </a:cubicBezTo>
                <a:cubicBezTo>
                  <a:pt x="7935613" y="1969436"/>
                  <a:pt x="7921023" y="1978572"/>
                  <a:pt x="7908348" y="1994348"/>
                </a:cubicBezTo>
                <a:cubicBezTo>
                  <a:pt x="7860647" y="1997348"/>
                  <a:pt x="7827216" y="2037573"/>
                  <a:pt x="7776470" y="2053315"/>
                </a:cubicBezTo>
                <a:cubicBezTo>
                  <a:pt x="7698910" y="2081641"/>
                  <a:pt x="7657970" y="2095242"/>
                  <a:pt x="7624559" y="2114216"/>
                </a:cubicBezTo>
                <a:lnTo>
                  <a:pt x="7549398" y="2153051"/>
                </a:lnTo>
                <a:lnTo>
                  <a:pt x="7540934" y="2151418"/>
                </a:lnTo>
                <a:cubicBezTo>
                  <a:pt x="7535164" y="2150832"/>
                  <a:pt x="7531409" y="2151133"/>
                  <a:pt x="7528900" y="2152107"/>
                </a:cubicBezTo>
                <a:lnTo>
                  <a:pt x="7528656" y="2152584"/>
                </a:lnTo>
                <a:lnTo>
                  <a:pt x="7517280" y="2152327"/>
                </a:lnTo>
                <a:cubicBezTo>
                  <a:pt x="7497963" y="2150841"/>
                  <a:pt x="7479055" y="2148397"/>
                  <a:pt x="7460956" y="2145255"/>
                </a:cubicBezTo>
                <a:cubicBezTo>
                  <a:pt x="7435384" y="2153583"/>
                  <a:pt x="7400796" y="2165158"/>
                  <a:pt x="7372921" y="2175069"/>
                </a:cubicBezTo>
                <a:cubicBezTo>
                  <a:pt x="7356352" y="2177011"/>
                  <a:pt x="7320132" y="2181165"/>
                  <a:pt x="7307317" y="2182031"/>
                </a:cubicBezTo>
                <a:lnTo>
                  <a:pt x="7251199" y="2198184"/>
                </a:lnTo>
                <a:lnTo>
                  <a:pt x="7233016" y="2195902"/>
                </a:lnTo>
                <a:lnTo>
                  <a:pt x="7227281" y="2190042"/>
                </a:lnTo>
                <a:cubicBezTo>
                  <a:pt x="7221416" y="2186612"/>
                  <a:pt x="7213442" y="2185423"/>
                  <a:pt x="7200745" y="2189321"/>
                </a:cubicBezTo>
                <a:lnTo>
                  <a:pt x="7197924" y="2191205"/>
                </a:lnTo>
                <a:lnTo>
                  <a:pt x="7175198" y="2183294"/>
                </a:lnTo>
                <a:cubicBezTo>
                  <a:pt x="7167736" y="2179475"/>
                  <a:pt x="7106482" y="2174471"/>
                  <a:pt x="7100681" y="2167822"/>
                </a:cubicBezTo>
                <a:cubicBezTo>
                  <a:pt x="7040208" y="2163382"/>
                  <a:pt x="7012045" y="2151453"/>
                  <a:pt x="6932665" y="2162157"/>
                </a:cubicBezTo>
                <a:cubicBezTo>
                  <a:pt x="6897841" y="2163646"/>
                  <a:pt x="6758102" y="2190327"/>
                  <a:pt x="6700029" y="2158310"/>
                </a:cubicBezTo>
                <a:cubicBezTo>
                  <a:pt x="6586438" y="2136832"/>
                  <a:pt x="6483544" y="2190975"/>
                  <a:pt x="6326162" y="2178632"/>
                </a:cubicBezTo>
                <a:cubicBezTo>
                  <a:pt x="6280268" y="2230098"/>
                  <a:pt x="6248542" y="2188076"/>
                  <a:pt x="6196177" y="2200059"/>
                </a:cubicBezTo>
                <a:cubicBezTo>
                  <a:pt x="6205623" y="2154445"/>
                  <a:pt x="6147836" y="2237773"/>
                  <a:pt x="6139086" y="2187339"/>
                </a:cubicBezTo>
                <a:cubicBezTo>
                  <a:pt x="6129833" y="2191116"/>
                  <a:pt x="6107532" y="2187291"/>
                  <a:pt x="6098878" y="2192939"/>
                </a:cubicBezTo>
                <a:lnTo>
                  <a:pt x="6094339" y="2195871"/>
                </a:lnTo>
                <a:lnTo>
                  <a:pt x="6075163" y="2198856"/>
                </a:lnTo>
                <a:lnTo>
                  <a:pt x="6071016" y="2210639"/>
                </a:lnTo>
                <a:lnTo>
                  <a:pt x="6043058" y="2222971"/>
                </a:lnTo>
                <a:cubicBezTo>
                  <a:pt x="6032393" y="2225900"/>
                  <a:pt x="5975308" y="2222534"/>
                  <a:pt x="5962031" y="2220873"/>
                </a:cubicBezTo>
                <a:cubicBezTo>
                  <a:pt x="5916299" y="2196434"/>
                  <a:pt x="5875242" y="2262106"/>
                  <a:pt x="5818648" y="2229309"/>
                </a:cubicBezTo>
                <a:cubicBezTo>
                  <a:pt x="5749600" y="2237719"/>
                  <a:pt x="5581374" y="2274738"/>
                  <a:pt x="5515979" y="2284946"/>
                </a:cubicBezTo>
                <a:cubicBezTo>
                  <a:pt x="5490110" y="2263922"/>
                  <a:pt x="5489833" y="2286590"/>
                  <a:pt x="5426280" y="2290560"/>
                </a:cubicBezTo>
                <a:cubicBezTo>
                  <a:pt x="5397902" y="2266275"/>
                  <a:pt x="5383466" y="2311712"/>
                  <a:pt x="5329896" y="2279209"/>
                </a:cubicBezTo>
                <a:cubicBezTo>
                  <a:pt x="5327949" y="2282409"/>
                  <a:pt x="5287376" y="2299391"/>
                  <a:pt x="5245363" y="2301618"/>
                </a:cubicBezTo>
                <a:cubicBezTo>
                  <a:pt x="5203350" y="2303845"/>
                  <a:pt x="5142532" y="2293014"/>
                  <a:pt x="5077816" y="2292570"/>
                </a:cubicBezTo>
                <a:cubicBezTo>
                  <a:pt x="4998078" y="2288748"/>
                  <a:pt x="5013575" y="2326048"/>
                  <a:pt x="4911519" y="2285340"/>
                </a:cubicBezTo>
                <a:cubicBezTo>
                  <a:pt x="4902160" y="2303655"/>
                  <a:pt x="4844271" y="2300289"/>
                  <a:pt x="4822447" y="2292174"/>
                </a:cubicBezTo>
                <a:cubicBezTo>
                  <a:pt x="4783830" y="2304286"/>
                  <a:pt x="4732360" y="2308645"/>
                  <a:pt x="4670737" y="2321711"/>
                </a:cubicBezTo>
                <a:lnTo>
                  <a:pt x="4489013" y="2338805"/>
                </a:lnTo>
                <a:cubicBezTo>
                  <a:pt x="4465325" y="2325368"/>
                  <a:pt x="4447765" y="2333054"/>
                  <a:pt x="4431159" y="2347536"/>
                </a:cubicBezTo>
                <a:cubicBezTo>
                  <a:pt x="4378379" y="2345920"/>
                  <a:pt x="4332196" y="2368747"/>
                  <a:pt x="4273885" y="2379520"/>
                </a:cubicBezTo>
                <a:cubicBezTo>
                  <a:pt x="4208794" y="2365868"/>
                  <a:pt x="4179256" y="2406404"/>
                  <a:pt x="4116925" y="2417756"/>
                </a:cubicBezTo>
                <a:cubicBezTo>
                  <a:pt x="4054244" y="2438344"/>
                  <a:pt x="4028609" y="2459980"/>
                  <a:pt x="3988558" y="2475821"/>
                </a:cubicBezTo>
                <a:cubicBezTo>
                  <a:pt x="3980551" y="2470535"/>
                  <a:pt x="3892361" y="2486781"/>
                  <a:pt x="3894771" y="2494652"/>
                </a:cubicBezTo>
                <a:cubicBezTo>
                  <a:pt x="3865387" y="2493752"/>
                  <a:pt x="3786474" y="2496110"/>
                  <a:pt x="3721493" y="2497646"/>
                </a:cubicBezTo>
                <a:lnTo>
                  <a:pt x="3504883" y="2503869"/>
                </a:lnTo>
                <a:cubicBezTo>
                  <a:pt x="3481753" y="2463850"/>
                  <a:pt x="3453868" y="2512184"/>
                  <a:pt x="3431219" y="2502163"/>
                </a:cubicBezTo>
                <a:cubicBezTo>
                  <a:pt x="3372279" y="2500252"/>
                  <a:pt x="3213506" y="2491434"/>
                  <a:pt x="3151243" y="2492405"/>
                </a:cubicBezTo>
                <a:cubicBezTo>
                  <a:pt x="3109617" y="2499010"/>
                  <a:pt x="3083140" y="2488694"/>
                  <a:pt x="3044025" y="2485298"/>
                </a:cubicBezTo>
                <a:cubicBezTo>
                  <a:pt x="2993285" y="2480066"/>
                  <a:pt x="2917962" y="2464815"/>
                  <a:pt x="2864954" y="2456476"/>
                </a:cubicBezTo>
                <a:cubicBezTo>
                  <a:pt x="2844119" y="2481987"/>
                  <a:pt x="2778576" y="2452907"/>
                  <a:pt x="2739588" y="2457956"/>
                </a:cubicBezTo>
                <a:cubicBezTo>
                  <a:pt x="2729978" y="2442568"/>
                  <a:pt x="2721085" y="2444276"/>
                  <a:pt x="2706684" y="2454540"/>
                </a:cubicBezTo>
                <a:cubicBezTo>
                  <a:pt x="2582342" y="2475524"/>
                  <a:pt x="2476777" y="2460210"/>
                  <a:pt x="2339359" y="2471866"/>
                </a:cubicBezTo>
                <a:cubicBezTo>
                  <a:pt x="2310028" y="2476658"/>
                  <a:pt x="2268387" y="2479942"/>
                  <a:pt x="2194299" y="2475215"/>
                </a:cubicBezTo>
                <a:cubicBezTo>
                  <a:pt x="2122453" y="2479102"/>
                  <a:pt x="2034552" y="2463000"/>
                  <a:pt x="1983009" y="2463117"/>
                </a:cubicBezTo>
                <a:cubicBezTo>
                  <a:pt x="1972445" y="2448905"/>
                  <a:pt x="1889843" y="2460997"/>
                  <a:pt x="1885040" y="2475917"/>
                </a:cubicBezTo>
                <a:cubicBezTo>
                  <a:pt x="1863973" y="2475848"/>
                  <a:pt x="1788361" y="2446057"/>
                  <a:pt x="1773324" y="2471718"/>
                </a:cubicBezTo>
                <a:cubicBezTo>
                  <a:pt x="1744543" y="2472466"/>
                  <a:pt x="1699558" y="2427780"/>
                  <a:pt x="1685197" y="2466249"/>
                </a:cubicBezTo>
                <a:cubicBezTo>
                  <a:pt x="1630856" y="2479033"/>
                  <a:pt x="1624669" y="2455906"/>
                  <a:pt x="1566422" y="2455175"/>
                </a:cubicBezTo>
                <a:cubicBezTo>
                  <a:pt x="1463285" y="2430077"/>
                  <a:pt x="1385735" y="2469033"/>
                  <a:pt x="1300369" y="2444914"/>
                </a:cubicBezTo>
                <a:cubicBezTo>
                  <a:pt x="1210119" y="2489731"/>
                  <a:pt x="1159735" y="2468248"/>
                  <a:pt x="1081876" y="2476491"/>
                </a:cubicBezTo>
                <a:cubicBezTo>
                  <a:pt x="1043729" y="2470258"/>
                  <a:pt x="995954" y="2510721"/>
                  <a:pt x="957561" y="2484124"/>
                </a:cubicBezTo>
                <a:cubicBezTo>
                  <a:pt x="939882" y="2501480"/>
                  <a:pt x="894388" y="2508271"/>
                  <a:pt x="868154" y="2537754"/>
                </a:cubicBezTo>
                <a:cubicBezTo>
                  <a:pt x="812883" y="2558278"/>
                  <a:pt x="723207" y="2559285"/>
                  <a:pt x="653171" y="2593652"/>
                </a:cubicBezTo>
                <a:cubicBezTo>
                  <a:pt x="613809" y="2593710"/>
                  <a:pt x="575795" y="2621317"/>
                  <a:pt x="511469" y="2598742"/>
                </a:cubicBezTo>
                <a:cubicBezTo>
                  <a:pt x="503149" y="2616487"/>
                  <a:pt x="459898" y="2605806"/>
                  <a:pt x="441281" y="2605939"/>
                </a:cubicBezTo>
                <a:cubicBezTo>
                  <a:pt x="434719" y="2636222"/>
                  <a:pt x="354416" y="2634537"/>
                  <a:pt x="297100" y="2639558"/>
                </a:cubicBezTo>
                <a:cubicBezTo>
                  <a:pt x="239784" y="2644579"/>
                  <a:pt x="179782" y="2630047"/>
                  <a:pt x="97385" y="2636063"/>
                </a:cubicBezTo>
                <a:cubicBezTo>
                  <a:pt x="84007" y="2636732"/>
                  <a:pt x="67196" y="2638756"/>
                  <a:pt x="48888" y="2641447"/>
                </a:cubicBezTo>
                <a:lnTo>
                  <a:pt x="0" y="2649426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" name="Nadpis 6">
            <a:extLst>
              <a:ext uri="{FF2B5EF4-FFF2-40B4-BE49-F238E27FC236}">
                <a16:creationId xmlns:a16="http://schemas.microsoft.com/office/drawing/2014/main" id="{8822CB33-55D7-0AF8-A606-BD6914BEEA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879" y="609601"/>
            <a:ext cx="9810604" cy="1216024"/>
          </a:xfrm>
        </p:spPr>
        <p:txBody>
          <a:bodyPr>
            <a:noAutofit/>
          </a:bodyPr>
          <a:lstStyle/>
          <a:p>
            <a:r>
              <a:rPr lang="cs-CZ" sz="3600" dirty="0"/>
              <a:t>Přehled dějin věd – Starověk – Pythagoras</a:t>
            </a:r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E6771B75-D82C-8BD0-01FD-BF7434182C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6780" y="2513198"/>
            <a:ext cx="5571519" cy="3725543"/>
          </a:xfrm>
        </p:spPr>
        <p:txBody>
          <a:bodyPr anchor="ctr">
            <a:normAutofit fontScale="77500" lnSpcReduction="20000"/>
          </a:bodyPr>
          <a:lstStyle/>
          <a:p>
            <a:pPr algn="just">
              <a:lnSpc>
                <a:spcPct val="90000"/>
              </a:lnSpc>
            </a:pPr>
            <a:r>
              <a:rPr lang="cs-CZ" sz="2800" dirty="0"/>
              <a:t>Řecký filozof, matematik, astronom i kněz</a:t>
            </a:r>
          </a:p>
          <a:p>
            <a:pPr algn="just">
              <a:lnSpc>
                <a:spcPct val="90000"/>
              </a:lnSpc>
            </a:pPr>
            <a:r>
              <a:rPr lang="cs-CZ" sz="2800" dirty="0"/>
              <a:t>Z jeho díla se nic nedochovalo</a:t>
            </a:r>
          </a:p>
          <a:p>
            <a:pPr algn="just">
              <a:lnSpc>
                <a:spcPct val="90000"/>
              </a:lnSpc>
            </a:pPr>
            <a:r>
              <a:rPr lang="cs-CZ" sz="2800" dirty="0"/>
              <a:t>Založil vlastní školu trvající až do pozdní antiky; shledala se s úctou</a:t>
            </a:r>
          </a:p>
          <a:p>
            <a:pPr algn="just">
              <a:lnSpc>
                <a:spcPct val="90000"/>
              </a:lnSpc>
            </a:pPr>
            <a:r>
              <a:rPr lang="cs-CZ" sz="2800" dirty="0"/>
              <a:t>Připisuje se mu zavedení pojmů </a:t>
            </a:r>
            <a:r>
              <a:rPr lang="cs-CZ" sz="2800" i="1" dirty="0"/>
              <a:t>filosofie</a:t>
            </a:r>
            <a:r>
              <a:rPr lang="cs-CZ" sz="2800" dirty="0"/>
              <a:t> a </a:t>
            </a:r>
            <a:r>
              <a:rPr lang="cs-CZ" sz="2800" i="1" dirty="0"/>
              <a:t>kosmos</a:t>
            </a:r>
            <a:endParaRPr lang="cs-CZ" sz="2800" dirty="0"/>
          </a:p>
          <a:p>
            <a:pPr algn="just">
              <a:lnSpc>
                <a:spcPct val="90000"/>
              </a:lnSpc>
            </a:pPr>
            <a:r>
              <a:rPr lang="cs-CZ" sz="2800" dirty="0"/>
              <a:t>Objevil vztah mezi délkou struny a tónem stupnice</a:t>
            </a:r>
          </a:p>
          <a:p>
            <a:pPr algn="just">
              <a:lnSpc>
                <a:spcPct val="90000"/>
              </a:lnSpc>
            </a:pPr>
            <a:r>
              <a:rPr lang="cs-CZ" sz="2800" dirty="0"/>
              <a:t>Velký význam měl objev Pythagorovy věty</a:t>
            </a:r>
          </a:p>
          <a:p>
            <a:pPr algn="just">
              <a:lnSpc>
                <a:spcPct val="90000"/>
              </a:lnSpc>
            </a:pPr>
            <a:r>
              <a:rPr lang="cs-CZ" sz="2800" dirty="0"/>
              <a:t>Jeho žáku se připisuje objev iracionálních čísel, čísel nevyjádřitelných zlomkem</a:t>
            </a:r>
          </a:p>
        </p:txBody>
      </p:sp>
      <p:grpSp>
        <p:nvGrpSpPr>
          <p:cNvPr id="3" name="Skupina 2">
            <a:extLst>
              <a:ext uri="{FF2B5EF4-FFF2-40B4-BE49-F238E27FC236}">
                <a16:creationId xmlns:a16="http://schemas.microsoft.com/office/drawing/2014/main" id="{54652C01-1865-1C8F-B20F-F80E7901017D}"/>
              </a:ext>
            </a:extLst>
          </p:cNvPr>
          <p:cNvGrpSpPr/>
          <p:nvPr/>
        </p:nvGrpSpPr>
        <p:grpSpPr>
          <a:xfrm>
            <a:off x="3198132" y="2749722"/>
            <a:ext cx="2151652" cy="3745346"/>
            <a:chOff x="3198132" y="3155073"/>
            <a:chExt cx="2151652" cy="3745346"/>
          </a:xfrm>
        </p:grpSpPr>
        <p:pic>
          <p:nvPicPr>
            <p:cNvPr id="6" name="Obrázek 5" descr="Obsah obrázku socha, Artefakt, Řezba, Kamenořezba&#10;&#10;Popis byl vytvořen automaticky">
              <a:extLst>
                <a:ext uri="{FF2B5EF4-FFF2-40B4-BE49-F238E27FC236}">
                  <a16:creationId xmlns:a16="http://schemas.microsoft.com/office/drawing/2014/main" id="{CB872EC7-122E-112D-78D6-297F470FD42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98135" y="3155073"/>
              <a:ext cx="2151649" cy="2868865"/>
            </a:xfrm>
            <a:prstGeom prst="rect">
              <a:avLst/>
            </a:prstGeom>
          </p:spPr>
        </p:pic>
        <p:sp>
          <p:nvSpPr>
            <p:cNvPr id="2" name="Obdélník: se zakulacenými horními rohy 1">
              <a:extLst>
                <a:ext uri="{FF2B5EF4-FFF2-40B4-BE49-F238E27FC236}">
                  <a16:creationId xmlns:a16="http://schemas.microsoft.com/office/drawing/2014/main" id="{89F5785E-DE48-F9F2-5E02-D9C97DEDEFEF}"/>
                </a:ext>
              </a:extLst>
            </p:cNvPr>
            <p:cNvSpPr/>
            <p:nvPr/>
          </p:nvSpPr>
          <p:spPr>
            <a:xfrm rot="10800000" flipV="1">
              <a:off x="3198132" y="6023938"/>
              <a:ext cx="2151649" cy="876481"/>
            </a:xfrm>
            <a:prstGeom prst="round2SameRect">
              <a:avLst>
                <a:gd name="adj1" fmla="val 0"/>
                <a:gd name="adj2" fmla="val 19993"/>
              </a:avLst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cs-CZ" dirty="0"/>
                <a:t>Busta v Kapitolském muzeu v Římě</a:t>
              </a:r>
            </a:p>
          </p:txBody>
        </p:sp>
      </p:grpSp>
      <p:grpSp>
        <p:nvGrpSpPr>
          <p:cNvPr id="8" name="Skupina 7">
            <a:extLst>
              <a:ext uri="{FF2B5EF4-FFF2-40B4-BE49-F238E27FC236}">
                <a16:creationId xmlns:a16="http://schemas.microsoft.com/office/drawing/2014/main" id="{D8F0B37A-22B6-ECF6-0C0A-C2ECEDC6F30D}"/>
              </a:ext>
            </a:extLst>
          </p:cNvPr>
          <p:cNvGrpSpPr/>
          <p:nvPr/>
        </p:nvGrpSpPr>
        <p:grpSpPr>
          <a:xfrm>
            <a:off x="1019702" y="2592841"/>
            <a:ext cx="1619639" cy="4043398"/>
            <a:chOff x="1019702" y="3017047"/>
            <a:chExt cx="1619639" cy="4043398"/>
          </a:xfrm>
        </p:grpSpPr>
        <p:pic>
          <p:nvPicPr>
            <p:cNvPr id="9" name="Obrázek 8" descr="Obsah obrázku snímek obrazovky, text, číslo, čtverec">
              <a:extLst>
                <a:ext uri="{FF2B5EF4-FFF2-40B4-BE49-F238E27FC236}">
                  <a16:creationId xmlns:a16="http://schemas.microsoft.com/office/drawing/2014/main" id="{1A05FDE7-7C1B-B30A-9E40-A39D8E175ED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19709" y="3017047"/>
              <a:ext cx="1619632" cy="3144917"/>
            </a:xfrm>
            <a:prstGeom prst="rect">
              <a:avLst/>
            </a:prstGeom>
          </p:spPr>
        </p:pic>
        <p:sp>
          <p:nvSpPr>
            <p:cNvPr id="5" name="Obdélník: se zakulacenými horními rohy 4">
              <a:extLst>
                <a:ext uri="{FF2B5EF4-FFF2-40B4-BE49-F238E27FC236}">
                  <a16:creationId xmlns:a16="http://schemas.microsoft.com/office/drawing/2014/main" id="{429BA5A4-7839-B84C-77E5-627275CCD535}"/>
                </a:ext>
              </a:extLst>
            </p:cNvPr>
            <p:cNvSpPr/>
            <p:nvPr/>
          </p:nvSpPr>
          <p:spPr>
            <a:xfrm rot="10800000" flipV="1">
              <a:off x="1019702" y="6183963"/>
              <a:ext cx="1619631" cy="876482"/>
            </a:xfrm>
            <a:prstGeom prst="round2SameRect">
              <a:avLst>
                <a:gd name="adj1" fmla="val 0"/>
                <a:gd name="adj2" fmla="val 19993"/>
              </a:avLst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cs-CZ" dirty="0"/>
                <a:t>Důkaz Pythagorovy věty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68933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50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4" grpId="0" uiExpand="1" bldLvl="2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1389C7-EFFB-94FF-9077-7F6C767D0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637B2035-1FCB-439A-B421-095E136C7E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1CE2CF7-D5AA-4464-AC91-9ED1EA5D63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Nadpis 6">
            <a:extLst>
              <a:ext uri="{FF2B5EF4-FFF2-40B4-BE49-F238E27FC236}">
                <a16:creationId xmlns:a16="http://schemas.microsoft.com/office/drawing/2014/main" id="{1C741AD9-819C-197C-E453-38879E7AB2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7859" y="609600"/>
            <a:ext cx="6682180" cy="1863503"/>
          </a:xfrm>
        </p:spPr>
        <p:txBody>
          <a:bodyPr>
            <a:noAutofit/>
          </a:bodyPr>
          <a:lstStyle/>
          <a:p>
            <a:r>
              <a:rPr lang="cs-CZ" sz="3600" dirty="0"/>
              <a:t>Přehled dějin věd – Starověk – Aristoteles</a:t>
            </a:r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33EC14F4-69D2-F634-0FD9-3CF6EFE1DE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77858" y="2773554"/>
            <a:ext cx="6682181" cy="3474845"/>
          </a:xfrm>
        </p:spPr>
        <p:txBody>
          <a:bodyPr>
            <a:normAutofit/>
          </a:bodyPr>
          <a:lstStyle/>
          <a:p>
            <a:r>
              <a:rPr lang="cs-CZ" sz="2800" dirty="0"/>
              <a:t>Filozof vrcholného období řecké filozofie</a:t>
            </a:r>
          </a:p>
          <a:p>
            <a:r>
              <a:rPr lang="cs-CZ" sz="2800" dirty="0"/>
              <a:t>Žák Platónův a vychovatel Alexandra Makedonského</a:t>
            </a:r>
          </a:p>
          <a:p>
            <a:r>
              <a:rPr lang="cs-CZ" sz="2800" dirty="0"/>
              <a:t>Snažil se obsáhnout a uspořádat vědění své doby a výsledky vlastního pozorování do „stromu“</a:t>
            </a:r>
          </a:p>
          <a:p>
            <a:r>
              <a:rPr lang="cs-CZ" sz="2800" dirty="0"/>
              <a:t>Položil základy filozofie i jiných věd</a:t>
            </a:r>
          </a:p>
        </p:txBody>
      </p:sp>
      <p:pic>
        <p:nvPicPr>
          <p:cNvPr id="9" name="Obrázek 8" descr="Obsah obrázku Artefakt, socha, Busta, Řezba&#10;&#10;Popis byl vytvořen automaticky">
            <a:extLst>
              <a:ext uri="{FF2B5EF4-FFF2-40B4-BE49-F238E27FC236}">
                <a16:creationId xmlns:a16="http://schemas.microsoft.com/office/drawing/2014/main" id="{A4880840-4B75-62C3-E660-F5A13986C2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0846"/>
          <a:stretch/>
        </p:blipFill>
        <p:spPr>
          <a:xfrm>
            <a:off x="20" y="2"/>
            <a:ext cx="4585628" cy="6857998"/>
          </a:xfrm>
          <a:custGeom>
            <a:avLst/>
            <a:gdLst/>
            <a:ahLst/>
            <a:cxnLst/>
            <a:rect l="l" t="t" r="r" b="b"/>
            <a:pathLst>
              <a:path w="4585648" h="6857998">
                <a:moveTo>
                  <a:pt x="0" y="0"/>
                </a:moveTo>
                <a:lnTo>
                  <a:pt x="3944047" y="0"/>
                </a:lnTo>
                <a:lnTo>
                  <a:pt x="3944688" y="10340"/>
                </a:lnTo>
                <a:cubicBezTo>
                  <a:pt x="3965528" y="36732"/>
                  <a:pt x="3945672" y="53579"/>
                  <a:pt x="3950304" y="81398"/>
                </a:cubicBezTo>
                <a:cubicBezTo>
                  <a:pt x="3979668" y="102733"/>
                  <a:pt x="3935739" y="103225"/>
                  <a:pt x="3930579" y="118301"/>
                </a:cubicBezTo>
                <a:lnTo>
                  <a:pt x="3930846" y="122373"/>
                </a:lnTo>
                <a:lnTo>
                  <a:pt x="3937038" y="132397"/>
                </a:lnTo>
                <a:lnTo>
                  <a:pt x="3940265" y="135982"/>
                </a:lnTo>
                <a:cubicBezTo>
                  <a:pt x="3942154" y="138523"/>
                  <a:pt x="3942977" y="140298"/>
                  <a:pt x="3943073" y="141620"/>
                </a:cubicBezTo>
                <a:cubicBezTo>
                  <a:pt x="3942998" y="141685"/>
                  <a:pt x="3942926" y="141751"/>
                  <a:pt x="3942854" y="141816"/>
                </a:cubicBezTo>
                <a:lnTo>
                  <a:pt x="3946045" y="146983"/>
                </a:lnTo>
                <a:cubicBezTo>
                  <a:pt x="3952085" y="155570"/>
                  <a:pt x="3958585" y="163800"/>
                  <a:pt x="3965281" y="171535"/>
                </a:cubicBezTo>
                <a:cubicBezTo>
                  <a:pt x="3952744" y="181711"/>
                  <a:pt x="3987015" y="208379"/>
                  <a:pt x="3955100" y="211093"/>
                </a:cubicBezTo>
                <a:cubicBezTo>
                  <a:pt x="3963231" y="221704"/>
                  <a:pt x="3979172" y="225918"/>
                  <a:pt x="3957453" y="226143"/>
                </a:cubicBezTo>
                <a:cubicBezTo>
                  <a:pt x="3959561" y="229747"/>
                  <a:pt x="3959011" y="232340"/>
                  <a:pt x="3957179" y="234484"/>
                </a:cubicBezTo>
                <a:lnTo>
                  <a:pt x="3956175" y="235199"/>
                </a:lnTo>
                <a:lnTo>
                  <a:pt x="3974755" y="258709"/>
                </a:lnTo>
                <a:cubicBezTo>
                  <a:pt x="3974810" y="259903"/>
                  <a:pt x="3974864" y="261097"/>
                  <a:pt x="3974919" y="262291"/>
                </a:cubicBezTo>
                <a:lnTo>
                  <a:pt x="3989981" y="277023"/>
                </a:lnTo>
                <a:lnTo>
                  <a:pt x="3996191" y="284947"/>
                </a:lnTo>
                <a:lnTo>
                  <a:pt x="4001190" y="286536"/>
                </a:lnTo>
                <a:cubicBezTo>
                  <a:pt x="4004786" y="288616"/>
                  <a:pt x="4007623" y="292056"/>
                  <a:pt x="4008705" y="298565"/>
                </a:cubicBezTo>
                <a:cubicBezTo>
                  <a:pt x="4008585" y="299108"/>
                  <a:pt x="4008465" y="299650"/>
                  <a:pt x="4008344" y="300194"/>
                </a:cubicBezTo>
                <a:lnTo>
                  <a:pt x="4019098" y="309203"/>
                </a:lnTo>
                <a:cubicBezTo>
                  <a:pt x="4023353" y="311943"/>
                  <a:pt x="4028131" y="314172"/>
                  <a:pt x="4033618" y="315650"/>
                </a:cubicBezTo>
                <a:cubicBezTo>
                  <a:pt x="4027964" y="354775"/>
                  <a:pt x="4065415" y="383133"/>
                  <a:pt x="4080284" y="421400"/>
                </a:cubicBezTo>
                <a:cubicBezTo>
                  <a:pt x="4052614" y="444764"/>
                  <a:pt x="4129047" y="500739"/>
                  <a:pt x="4168461" y="503092"/>
                </a:cubicBezTo>
                <a:cubicBezTo>
                  <a:pt x="4128023" y="511488"/>
                  <a:pt x="4257167" y="577423"/>
                  <a:pt x="4192557" y="560735"/>
                </a:cubicBezTo>
                <a:cubicBezTo>
                  <a:pt x="4202585" y="572893"/>
                  <a:pt x="4193454" y="589341"/>
                  <a:pt x="4176910" y="584674"/>
                </a:cubicBezTo>
                <a:cubicBezTo>
                  <a:pt x="4224177" y="618252"/>
                  <a:pt x="4225772" y="681450"/>
                  <a:pt x="4260533" y="723119"/>
                </a:cubicBezTo>
                <a:cubicBezTo>
                  <a:pt x="4242328" y="753272"/>
                  <a:pt x="4263820" y="734604"/>
                  <a:pt x="4270711" y="760720"/>
                </a:cubicBezTo>
                <a:cubicBezTo>
                  <a:pt x="4295191" y="748303"/>
                  <a:pt x="4270314" y="794183"/>
                  <a:pt x="4302509" y="789247"/>
                </a:cubicBezTo>
                <a:cubicBezTo>
                  <a:pt x="4302741" y="794159"/>
                  <a:pt x="4301954" y="799070"/>
                  <a:pt x="4300921" y="804034"/>
                </a:cubicBezTo>
                <a:cubicBezTo>
                  <a:pt x="4300749" y="804900"/>
                  <a:pt x="4300572" y="805767"/>
                  <a:pt x="4300400" y="806635"/>
                </a:cubicBezTo>
                <a:lnTo>
                  <a:pt x="4303753" y="815950"/>
                </a:lnTo>
                <a:lnTo>
                  <a:pt x="4297888" y="819940"/>
                </a:lnTo>
                <a:cubicBezTo>
                  <a:pt x="4297944" y="824938"/>
                  <a:pt x="4297999" y="829937"/>
                  <a:pt x="4298055" y="834935"/>
                </a:cubicBezTo>
                <a:cubicBezTo>
                  <a:pt x="4299172" y="840340"/>
                  <a:pt x="4301603" y="845911"/>
                  <a:pt x="4306135" y="851700"/>
                </a:cubicBezTo>
                <a:cubicBezTo>
                  <a:pt x="4332817" y="868320"/>
                  <a:pt x="4317557" y="909641"/>
                  <a:pt x="4352091" y="929754"/>
                </a:cubicBezTo>
                <a:cubicBezTo>
                  <a:pt x="4362479" y="937980"/>
                  <a:pt x="4380484" y="968513"/>
                  <a:pt x="4375270" y="977376"/>
                </a:cubicBezTo>
                <a:cubicBezTo>
                  <a:pt x="4377250" y="984377"/>
                  <a:pt x="4384849" y="990651"/>
                  <a:pt x="4377297" y="996912"/>
                </a:cubicBezTo>
                <a:cubicBezTo>
                  <a:pt x="4369005" y="1005760"/>
                  <a:pt x="4399874" y="1021625"/>
                  <a:pt x="4384684" y="1023223"/>
                </a:cubicBezTo>
                <a:cubicBezTo>
                  <a:pt x="4406172" y="1034643"/>
                  <a:pt x="4390237" y="1055523"/>
                  <a:pt x="4392472" y="1070780"/>
                </a:cubicBezTo>
                <a:cubicBezTo>
                  <a:pt x="4411832" y="1078905"/>
                  <a:pt x="4397439" y="1102903"/>
                  <a:pt x="4412067" y="1132722"/>
                </a:cubicBezTo>
                <a:cubicBezTo>
                  <a:pt x="4434025" y="1141419"/>
                  <a:pt x="4421728" y="1152870"/>
                  <a:pt x="4455281" y="1171648"/>
                </a:cubicBezTo>
                <a:cubicBezTo>
                  <a:pt x="4453907" y="1173110"/>
                  <a:pt x="4452815" y="1174775"/>
                  <a:pt x="4452047" y="1176593"/>
                </a:cubicBezTo>
                <a:cubicBezTo>
                  <a:pt x="4447572" y="1187166"/>
                  <a:pt x="4454607" y="1200545"/>
                  <a:pt x="4467755" y="1206479"/>
                </a:cubicBezTo>
                <a:lnTo>
                  <a:pt x="4498518" y="1230184"/>
                </a:lnTo>
                <a:lnTo>
                  <a:pt x="4503988" y="1239714"/>
                </a:lnTo>
                <a:cubicBezTo>
                  <a:pt x="4506730" y="1246063"/>
                  <a:pt x="4507415" y="1251722"/>
                  <a:pt x="4506821" y="1256926"/>
                </a:cubicBezTo>
                <a:lnTo>
                  <a:pt x="4502210" y="1270678"/>
                </a:lnTo>
                <a:lnTo>
                  <a:pt x="4494994" y="1272955"/>
                </a:lnTo>
                <a:lnTo>
                  <a:pt x="4495424" y="1282254"/>
                </a:lnTo>
                <a:lnTo>
                  <a:pt x="4494064" y="1284511"/>
                </a:lnTo>
                <a:cubicBezTo>
                  <a:pt x="4491436" y="1288808"/>
                  <a:pt x="4489075" y="1293117"/>
                  <a:pt x="4487745" y="1297660"/>
                </a:cubicBezTo>
                <a:cubicBezTo>
                  <a:pt x="4521914" y="1300656"/>
                  <a:pt x="4482088" y="1336801"/>
                  <a:pt x="4510831" y="1331158"/>
                </a:cubicBezTo>
                <a:cubicBezTo>
                  <a:pt x="4509485" y="1356644"/>
                  <a:pt x="4537196" y="1344587"/>
                  <a:pt x="4509149" y="1367911"/>
                </a:cubicBezTo>
                <a:cubicBezTo>
                  <a:pt x="4525575" y="1402569"/>
                  <a:pt x="4519252" y="1443943"/>
                  <a:pt x="4530734" y="1480066"/>
                </a:cubicBezTo>
                <a:lnTo>
                  <a:pt x="4531332" y="1481140"/>
                </a:lnTo>
                <a:lnTo>
                  <a:pt x="4523757" y="1500827"/>
                </a:lnTo>
                <a:lnTo>
                  <a:pt x="4517749" y="1528834"/>
                </a:lnTo>
                <a:lnTo>
                  <a:pt x="4510978" y="1526104"/>
                </a:lnTo>
                <a:cubicBezTo>
                  <a:pt x="4505305" y="1525236"/>
                  <a:pt x="4507721" y="1530251"/>
                  <a:pt x="4513177" y="1537822"/>
                </a:cubicBezTo>
                <a:lnTo>
                  <a:pt x="4515243" y="1540521"/>
                </a:lnTo>
                <a:lnTo>
                  <a:pt x="4514146" y="1545627"/>
                </a:lnTo>
                <a:cubicBezTo>
                  <a:pt x="4512031" y="1559801"/>
                  <a:pt x="4511188" y="1572109"/>
                  <a:pt x="4512185" y="1579228"/>
                </a:cubicBezTo>
                <a:cubicBezTo>
                  <a:pt x="4545845" y="1639398"/>
                  <a:pt x="4550705" y="1726741"/>
                  <a:pt x="4554335" y="1818364"/>
                </a:cubicBezTo>
                <a:cubicBezTo>
                  <a:pt x="4560401" y="1899079"/>
                  <a:pt x="4548295" y="2018831"/>
                  <a:pt x="4548582" y="2063518"/>
                </a:cubicBezTo>
                <a:lnTo>
                  <a:pt x="4556056" y="2086487"/>
                </a:lnTo>
                <a:lnTo>
                  <a:pt x="4554275" y="2089340"/>
                </a:lnTo>
                <a:cubicBezTo>
                  <a:pt x="4550593" y="2102174"/>
                  <a:pt x="4551716" y="2110234"/>
                  <a:pt x="4554956" y="2116163"/>
                </a:cubicBezTo>
                <a:lnTo>
                  <a:pt x="4560492" y="2121961"/>
                </a:lnTo>
                <a:lnTo>
                  <a:pt x="4571444" y="2176482"/>
                </a:lnTo>
                <a:lnTo>
                  <a:pt x="4575448" y="2237907"/>
                </a:lnTo>
                <a:lnTo>
                  <a:pt x="4573513" y="2238688"/>
                </a:lnTo>
                <a:cubicBezTo>
                  <a:pt x="4569330" y="2241686"/>
                  <a:pt x="4566526" y="2246244"/>
                  <a:pt x="4566533" y="2254203"/>
                </a:cubicBezTo>
                <a:cubicBezTo>
                  <a:pt x="4536852" y="2242405"/>
                  <a:pt x="4555170" y="2259280"/>
                  <a:pt x="4557814" y="2283790"/>
                </a:cubicBezTo>
                <a:cubicBezTo>
                  <a:pt x="4512304" y="2270934"/>
                  <a:pt x="4537738" y="2340304"/>
                  <a:pt x="4512647" y="2352361"/>
                </a:cubicBezTo>
                <a:cubicBezTo>
                  <a:pt x="4515616" y="2370657"/>
                  <a:pt x="4517925" y="2389769"/>
                  <a:pt x="4519328" y="2409295"/>
                </a:cubicBezTo>
                <a:lnTo>
                  <a:pt x="4519571" y="2420793"/>
                </a:lnTo>
                <a:lnTo>
                  <a:pt x="4519120" y="2421041"/>
                </a:lnTo>
                <a:cubicBezTo>
                  <a:pt x="4518201" y="2423576"/>
                  <a:pt x="4517918" y="2427373"/>
                  <a:pt x="4518471" y="2433205"/>
                </a:cubicBezTo>
                <a:lnTo>
                  <a:pt x="4461595" y="2530080"/>
                </a:lnTo>
                <a:cubicBezTo>
                  <a:pt x="4445853" y="2584934"/>
                  <a:pt x="4405533" y="2605402"/>
                  <a:pt x="4412936" y="2666699"/>
                </a:cubicBezTo>
                <a:cubicBezTo>
                  <a:pt x="4398065" y="2717991"/>
                  <a:pt x="4372927" y="2756371"/>
                  <a:pt x="4370093" y="2804588"/>
                </a:cubicBezTo>
                <a:cubicBezTo>
                  <a:pt x="4347398" y="2879436"/>
                  <a:pt x="4272392" y="2939011"/>
                  <a:pt x="4262477" y="3058637"/>
                </a:cubicBezTo>
                <a:cubicBezTo>
                  <a:pt x="4283714" y="3099999"/>
                  <a:pt x="4256160" y="3144249"/>
                  <a:pt x="4253454" y="3179447"/>
                </a:cubicBezTo>
                <a:cubicBezTo>
                  <a:pt x="4259242" y="3200557"/>
                  <a:pt x="4257117" y="3211737"/>
                  <a:pt x="4239228" y="3217364"/>
                </a:cubicBezTo>
                <a:cubicBezTo>
                  <a:pt x="4268875" y="3316502"/>
                  <a:pt x="4225924" y="3257304"/>
                  <a:pt x="4222932" y="3330364"/>
                </a:cubicBezTo>
                <a:cubicBezTo>
                  <a:pt x="4224428" y="3395928"/>
                  <a:pt x="4215196" y="3463236"/>
                  <a:pt x="4248669" y="3547193"/>
                </a:cubicBezTo>
                <a:cubicBezTo>
                  <a:pt x="4260183" y="3566053"/>
                  <a:pt x="4256781" y="3592027"/>
                  <a:pt x="4241070" y="3605210"/>
                </a:cubicBezTo>
                <a:cubicBezTo>
                  <a:pt x="4238364" y="3607478"/>
                  <a:pt x="4235392" y="3609274"/>
                  <a:pt x="4232239" y="3610540"/>
                </a:cubicBezTo>
                <a:cubicBezTo>
                  <a:pt x="4258208" y="3664330"/>
                  <a:pt x="4231517" y="3673159"/>
                  <a:pt x="4251881" y="3702764"/>
                </a:cubicBezTo>
                <a:cubicBezTo>
                  <a:pt x="4242939" y="3759891"/>
                  <a:pt x="4201773" y="3786712"/>
                  <a:pt x="4219293" y="3813528"/>
                </a:cubicBezTo>
                <a:cubicBezTo>
                  <a:pt x="4207910" y="3838914"/>
                  <a:pt x="4167663" y="3859754"/>
                  <a:pt x="4184863" y="3893255"/>
                </a:cubicBezTo>
                <a:cubicBezTo>
                  <a:pt x="4163644" y="3884625"/>
                  <a:pt x="4188862" y="3931915"/>
                  <a:pt x="4169808" y="3939619"/>
                </a:cubicBezTo>
                <a:cubicBezTo>
                  <a:pt x="4154129" y="3943837"/>
                  <a:pt x="4158129" y="3959170"/>
                  <a:pt x="4154137" y="3971517"/>
                </a:cubicBezTo>
                <a:cubicBezTo>
                  <a:pt x="4139069" y="3981495"/>
                  <a:pt x="4133844" y="4042203"/>
                  <a:pt x="4139625" y="4062614"/>
                </a:cubicBezTo>
                <a:cubicBezTo>
                  <a:pt x="4165622" y="4119195"/>
                  <a:pt x="4107101" y="4172348"/>
                  <a:pt x="4126180" y="4217749"/>
                </a:cubicBezTo>
                <a:cubicBezTo>
                  <a:pt x="4128014" y="4267056"/>
                  <a:pt x="4089563" y="4286360"/>
                  <a:pt x="4072389" y="4317623"/>
                </a:cubicBezTo>
                <a:cubicBezTo>
                  <a:pt x="4062182" y="4356545"/>
                  <a:pt x="4071264" y="4384138"/>
                  <a:pt x="4064937" y="4451279"/>
                </a:cubicBezTo>
                <a:cubicBezTo>
                  <a:pt x="4050628" y="4512697"/>
                  <a:pt x="4048851" y="4652154"/>
                  <a:pt x="4034424" y="4720470"/>
                </a:cubicBezTo>
                <a:cubicBezTo>
                  <a:pt x="3973937" y="4868361"/>
                  <a:pt x="4025760" y="4964348"/>
                  <a:pt x="4016334" y="5052878"/>
                </a:cubicBezTo>
                <a:cubicBezTo>
                  <a:pt x="3999794" y="5123327"/>
                  <a:pt x="4021855" y="5194887"/>
                  <a:pt x="3977865" y="5251650"/>
                </a:cubicBezTo>
                <a:cubicBezTo>
                  <a:pt x="3973961" y="5317292"/>
                  <a:pt x="3987477" y="5410025"/>
                  <a:pt x="3997669" y="5413392"/>
                </a:cubicBezTo>
                <a:cubicBezTo>
                  <a:pt x="3969262" y="5397845"/>
                  <a:pt x="3981248" y="5449403"/>
                  <a:pt x="3981869" y="5471875"/>
                </a:cubicBezTo>
                <a:cubicBezTo>
                  <a:pt x="3957580" y="5534944"/>
                  <a:pt x="3976666" y="5598829"/>
                  <a:pt x="3901990" y="5708604"/>
                </a:cubicBezTo>
                <a:cubicBezTo>
                  <a:pt x="3897618" y="5810136"/>
                  <a:pt x="3870199" y="5788842"/>
                  <a:pt x="3860571" y="5821275"/>
                </a:cubicBezTo>
                <a:cubicBezTo>
                  <a:pt x="3868171" y="5831278"/>
                  <a:pt x="3866949" y="5900968"/>
                  <a:pt x="3849074" y="5900679"/>
                </a:cubicBezTo>
                <a:cubicBezTo>
                  <a:pt x="3871964" y="5925143"/>
                  <a:pt x="3834226" y="5972433"/>
                  <a:pt x="3841809" y="5992005"/>
                </a:cubicBezTo>
                <a:cubicBezTo>
                  <a:pt x="3848533" y="6035132"/>
                  <a:pt x="3834497" y="6078819"/>
                  <a:pt x="3832901" y="6122412"/>
                </a:cubicBezTo>
                <a:cubicBezTo>
                  <a:pt x="3799640" y="6263751"/>
                  <a:pt x="3784898" y="6198720"/>
                  <a:pt x="3804166" y="6389843"/>
                </a:cubicBezTo>
                <a:cubicBezTo>
                  <a:pt x="3799226" y="6482285"/>
                  <a:pt x="3740829" y="6538361"/>
                  <a:pt x="3736537" y="6595214"/>
                </a:cubicBezTo>
                <a:cubicBezTo>
                  <a:pt x="3692112" y="6745846"/>
                  <a:pt x="3660956" y="6804405"/>
                  <a:pt x="3649707" y="6848925"/>
                </a:cubicBezTo>
                <a:lnTo>
                  <a:pt x="3649314" y="6857996"/>
                </a:lnTo>
                <a:lnTo>
                  <a:pt x="4585648" y="6857996"/>
                </a:lnTo>
                <a:lnTo>
                  <a:pt x="4585648" y="6857998"/>
                </a:lnTo>
                <a:lnTo>
                  <a:pt x="0" y="6857998"/>
                </a:lnTo>
                <a:close/>
              </a:path>
            </a:pathLst>
          </a:custGeom>
        </p:spPr>
      </p:pic>
      <p:sp>
        <p:nvSpPr>
          <p:cNvPr id="10" name="Obdélník: se zakulacenými horními rohy 9">
            <a:extLst>
              <a:ext uri="{FF2B5EF4-FFF2-40B4-BE49-F238E27FC236}">
                <a16:creationId xmlns:a16="http://schemas.microsoft.com/office/drawing/2014/main" id="{5B550305-7E7D-E7EF-A7D2-D396EF4D5D2E}"/>
              </a:ext>
            </a:extLst>
          </p:cNvPr>
          <p:cNvSpPr/>
          <p:nvPr/>
        </p:nvSpPr>
        <p:spPr>
          <a:xfrm rot="10800000" flipV="1">
            <a:off x="0" y="6254377"/>
            <a:ext cx="2422691" cy="603623"/>
          </a:xfrm>
          <a:prstGeom prst="round2SameRect">
            <a:avLst>
              <a:gd name="adj1" fmla="val 21951"/>
              <a:gd name="adj2" fmla="val 0"/>
            </a:avLst>
          </a:prstGeom>
          <a:solidFill>
            <a:schemeClr val="bg1">
              <a:lumMod val="85000"/>
              <a:lumOff val="15000"/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dirty="0"/>
              <a:t>Antická busta v Louvru</a:t>
            </a:r>
          </a:p>
        </p:txBody>
      </p:sp>
    </p:spTree>
    <p:extLst>
      <p:ext uri="{BB962C8B-B14F-4D97-AF65-F5344CB8AC3E}">
        <p14:creationId xmlns:p14="http://schemas.microsoft.com/office/powerpoint/2010/main" val="40958190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4" grpId="0"/>
      <p:bldP spid="10" grpId="0" uiExpand="1" build="p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A53F2B-C236-F571-FB87-1EEB7FF24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23E547B5-89CF-4EC0-96DE-25771AED07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3437C99-FC8E-4311-B48A-F0C4C329B1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940161" cy="6857999"/>
          </a:xfrm>
          <a:prstGeom prst="rect">
            <a:avLst/>
          </a:pr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Nadpis 6">
            <a:extLst>
              <a:ext uri="{FF2B5EF4-FFF2-40B4-BE49-F238E27FC236}">
                <a16:creationId xmlns:a16="http://schemas.microsoft.com/office/drawing/2014/main" id="{C3F9BF5A-DD21-170E-6467-BD8FCA68FE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879" y="609600"/>
            <a:ext cx="4476464" cy="1674401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cs-CZ" sz="3600" dirty="0"/>
              <a:t>Přehled dějin věd – Starověk – Platón</a:t>
            </a:r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5A3DB060-697A-554B-ACC0-F98AB9831E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879" y="2622063"/>
            <a:ext cx="3875963" cy="3648640"/>
          </a:xfrm>
        </p:spPr>
        <p:txBody>
          <a:bodyPr>
            <a:normAutofit fontScale="85000" lnSpcReduction="20000"/>
          </a:bodyPr>
          <a:lstStyle/>
          <a:p>
            <a:r>
              <a:rPr lang="cs-CZ" sz="2800" dirty="0"/>
              <a:t>Řecký filozof, pedagog a matematik</a:t>
            </a:r>
          </a:p>
          <a:p>
            <a:r>
              <a:rPr lang="cs-CZ" sz="2800" dirty="0"/>
              <a:t>„Platón“ je jen pseudonym</a:t>
            </a:r>
          </a:p>
          <a:p>
            <a:r>
              <a:rPr lang="cs-CZ" sz="2800" dirty="0"/>
              <a:t>Založil athénskou Akademii</a:t>
            </a:r>
          </a:p>
          <a:p>
            <a:r>
              <a:rPr lang="cs-CZ" sz="2800" dirty="0"/>
              <a:t>Své spisy psal formou rozprav</a:t>
            </a:r>
          </a:p>
          <a:p>
            <a:r>
              <a:rPr lang="cs-CZ" sz="2800" dirty="0"/>
              <a:t>Poznání založené na hledání univerzálních a neměnných idejí</a:t>
            </a:r>
          </a:p>
        </p:txBody>
      </p:sp>
      <p:pic>
        <p:nvPicPr>
          <p:cNvPr id="3" name="Obrázek 2" descr="Obsah obrázku socha, Artefakt, Řezba, Kamenořezba&#10;&#10;Popis byl vytvořen automaticky">
            <a:extLst>
              <a:ext uri="{FF2B5EF4-FFF2-40B4-BE49-F238E27FC236}">
                <a16:creationId xmlns:a16="http://schemas.microsoft.com/office/drawing/2014/main" id="{DB4B93A1-E969-B761-2E98-644B0D64C1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43" b="18592"/>
          <a:stretch/>
        </p:blipFill>
        <p:spPr>
          <a:xfrm>
            <a:off x="5251840" y="10"/>
            <a:ext cx="6940161" cy="6868876"/>
          </a:xfrm>
          <a:custGeom>
            <a:avLst/>
            <a:gdLst/>
            <a:ahLst/>
            <a:cxnLst/>
            <a:rect l="l" t="t" r="r" b="b"/>
            <a:pathLst>
              <a:path w="6940161" h="6857999">
                <a:moveTo>
                  <a:pt x="857190" y="0"/>
                </a:moveTo>
                <a:lnTo>
                  <a:pt x="6940161" y="0"/>
                </a:lnTo>
                <a:lnTo>
                  <a:pt x="6940161" y="6857999"/>
                </a:lnTo>
                <a:lnTo>
                  <a:pt x="496459" y="6857999"/>
                </a:lnTo>
                <a:lnTo>
                  <a:pt x="486507" y="6839466"/>
                </a:lnTo>
                <a:cubicBezTo>
                  <a:pt x="477389" y="6820641"/>
                  <a:pt x="471173" y="6801859"/>
                  <a:pt x="480078" y="6795812"/>
                </a:cubicBezTo>
                <a:cubicBezTo>
                  <a:pt x="475408" y="6761382"/>
                  <a:pt x="493736" y="6723009"/>
                  <a:pt x="482330" y="6676796"/>
                </a:cubicBezTo>
                <a:cubicBezTo>
                  <a:pt x="479519" y="6617030"/>
                  <a:pt x="476161" y="6634511"/>
                  <a:pt x="469648" y="6539722"/>
                </a:cubicBezTo>
                <a:cubicBezTo>
                  <a:pt x="459969" y="6498384"/>
                  <a:pt x="496382" y="6456575"/>
                  <a:pt x="477855" y="6433501"/>
                </a:cubicBezTo>
                <a:cubicBezTo>
                  <a:pt x="464018" y="6378655"/>
                  <a:pt x="442310" y="6325849"/>
                  <a:pt x="414008" y="6271586"/>
                </a:cubicBezTo>
                <a:cubicBezTo>
                  <a:pt x="378091" y="6226697"/>
                  <a:pt x="377466" y="6140798"/>
                  <a:pt x="299660" y="6080454"/>
                </a:cubicBezTo>
                <a:cubicBezTo>
                  <a:pt x="268606" y="6014324"/>
                  <a:pt x="244498" y="5964143"/>
                  <a:pt x="221239" y="5913249"/>
                </a:cubicBezTo>
                <a:cubicBezTo>
                  <a:pt x="210139" y="5897439"/>
                  <a:pt x="175369" y="5809427"/>
                  <a:pt x="160103" y="5775094"/>
                </a:cubicBezTo>
                <a:cubicBezTo>
                  <a:pt x="87298" y="5686529"/>
                  <a:pt x="103897" y="5672717"/>
                  <a:pt x="87873" y="5573809"/>
                </a:cubicBezTo>
                <a:cubicBezTo>
                  <a:pt x="76224" y="5541231"/>
                  <a:pt x="76748" y="5525076"/>
                  <a:pt x="57933" y="5490695"/>
                </a:cubicBezTo>
                <a:lnTo>
                  <a:pt x="30889" y="5398377"/>
                </a:lnTo>
                <a:lnTo>
                  <a:pt x="34140" y="5390971"/>
                </a:lnTo>
                <a:lnTo>
                  <a:pt x="35928" y="5390229"/>
                </a:lnTo>
                <a:lnTo>
                  <a:pt x="16968" y="5309266"/>
                </a:lnTo>
                <a:cubicBezTo>
                  <a:pt x="13970" y="5303642"/>
                  <a:pt x="-917" y="5289094"/>
                  <a:pt x="2490" y="5276920"/>
                </a:cubicBezTo>
                <a:lnTo>
                  <a:pt x="24907" y="5208159"/>
                </a:lnTo>
                <a:lnTo>
                  <a:pt x="31839" y="5162682"/>
                </a:lnTo>
                <a:cubicBezTo>
                  <a:pt x="28501" y="5155528"/>
                  <a:pt x="24609" y="5048935"/>
                  <a:pt x="18796" y="5043371"/>
                </a:cubicBezTo>
                <a:cubicBezTo>
                  <a:pt x="54584" y="4976689"/>
                  <a:pt x="5001" y="4985095"/>
                  <a:pt x="14358" y="4908985"/>
                </a:cubicBezTo>
                <a:cubicBezTo>
                  <a:pt x="17201" y="4816358"/>
                  <a:pt x="5675" y="4749418"/>
                  <a:pt x="4769" y="4643799"/>
                </a:cubicBezTo>
                <a:cubicBezTo>
                  <a:pt x="4111" y="4581455"/>
                  <a:pt x="-7137" y="4509050"/>
                  <a:pt x="7402" y="4395547"/>
                </a:cubicBezTo>
                <a:cubicBezTo>
                  <a:pt x="11591" y="4330720"/>
                  <a:pt x="28535" y="4313913"/>
                  <a:pt x="23462" y="4274064"/>
                </a:cubicBezTo>
                <a:cubicBezTo>
                  <a:pt x="22995" y="4245538"/>
                  <a:pt x="22530" y="4217012"/>
                  <a:pt x="22063" y="4188486"/>
                </a:cubicBezTo>
                <a:lnTo>
                  <a:pt x="24672" y="4170100"/>
                </a:lnTo>
                <a:lnTo>
                  <a:pt x="34973" y="4166123"/>
                </a:lnTo>
                <a:lnTo>
                  <a:pt x="26424" y="4120096"/>
                </a:lnTo>
                <a:cubicBezTo>
                  <a:pt x="28986" y="4109871"/>
                  <a:pt x="49338" y="4079429"/>
                  <a:pt x="47886" y="4066698"/>
                </a:cubicBezTo>
                <a:cubicBezTo>
                  <a:pt x="26522" y="4022850"/>
                  <a:pt x="34453" y="4030338"/>
                  <a:pt x="47327" y="3969172"/>
                </a:cubicBezTo>
                <a:cubicBezTo>
                  <a:pt x="40297" y="3948973"/>
                  <a:pt x="40044" y="3857354"/>
                  <a:pt x="53093" y="3844350"/>
                </a:cubicBezTo>
                <a:cubicBezTo>
                  <a:pt x="55739" y="3830819"/>
                  <a:pt x="50778" y="3815585"/>
                  <a:pt x="64866" y="3808459"/>
                </a:cubicBezTo>
                <a:cubicBezTo>
                  <a:pt x="81775" y="3797121"/>
                  <a:pt x="54599" y="3752382"/>
                  <a:pt x="74864" y="3757643"/>
                </a:cubicBezTo>
                <a:cubicBezTo>
                  <a:pt x="56224" y="3725828"/>
                  <a:pt x="74270" y="3660981"/>
                  <a:pt x="82640" y="3632606"/>
                </a:cubicBezTo>
                <a:cubicBezTo>
                  <a:pt x="85981" y="3582255"/>
                  <a:pt x="88778" y="3571708"/>
                  <a:pt x="89222" y="3534990"/>
                </a:cubicBezTo>
                <a:cubicBezTo>
                  <a:pt x="92019" y="3533125"/>
                  <a:pt x="80706" y="3481126"/>
                  <a:pt x="79835" y="3454133"/>
                </a:cubicBezTo>
                <a:cubicBezTo>
                  <a:pt x="78963" y="3427139"/>
                  <a:pt x="96173" y="3390611"/>
                  <a:pt x="83991" y="3373027"/>
                </a:cubicBezTo>
                <a:cubicBezTo>
                  <a:pt x="80767" y="3298527"/>
                  <a:pt x="69808" y="3290617"/>
                  <a:pt x="62958" y="3222737"/>
                </a:cubicBezTo>
                <a:cubicBezTo>
                  <a:pt x="59618" y="3146284"/>
                  <a:pt x="39695" y="3184007"/>
                  <a:pt x="49209" y="3118188"/>
                </a:cubicBezTo>
                <a:cubicBezTo>
                  <a:pt x="65221" y="3109217"/>
                  <a:pt x="85573" y="3024732"/>
                  <a:pt x="78480" y="3003808"/>
                </a:cubicBezTo>
                <a:cubicBezTo>
                  <a:pt x="78037" y="2966753"/>
                  <a:pt x="77812" y="2989870"/>
                  <a:pt x="77566" y="2944921"/>
                </a:cubicBezTo>
                <a:lnTo>
                  <a:pt x="94406" y="2877744"/>
                </a:lnTo>
                <a:cubicBezTo>
                  <a:pt x="87936" y="2880724"/>
                  <a:pt x="108480" y="2822146"/>
                  <a:pt x="108051" y="2807161"/>
                </a:cubicBezTo>
                <a:cubicBezTo>
                  <a:pt x="110507" y="2775643"/>
                  <a:pt x="80880" y="2769288"/>
                  <a:pt x="107377" y="2752347"/>
                </a:cubicBezTo>
                <a:lnTo>
                  <a:pt x="114975" y="2748299"/>
                </a:lnTo>
                <a:cubicBezTo>
                  <a:pt x="115205" y="2745962"/>
                  <a:pt x="115434" y="2743625"/>
                  <a:pt x="115663" y="2741288"/>
                </a:cubicBezTo>
                <a:cubicBezTo>
                  <a:pt x="115098" y="2737657"/>
                  <a:pt x="112995" y="2735847"/>
                  <a:pt x="107929" y="2737160"/>
                </a:cubicBezTo>
                <a:cubicBezTo>
                  <a:pt x="126569" y="2705347"/>
                  <a:pt x="119693" y="2699356"/>
                  <a:pt x="122707" y="2659631"/>
                </a:cubicBezTo>
                <a:cubicBezTo>
                  <a:pt x="135394" y="2612127"/>
                  <a:pt x="120483" y="2628594"/>
                  <a:pt x="145471" y="2573336"/>
                </a:cubicBezTo>
                <a:cubicBezTo>
                  <a:pt x="156086" y="2559732"/>
                  <a:pt x="170382" y="2541339"/>
                  <a:pt x="170626" y="2528057"/>
                </a:cubicBezTo>
                <a:lnTo>
                  <a:pt x="202713" y="2489594"/>
                </a:lnTo>
                <a:cubicBezTo>
                  <a:pt x="203853" y="2487774"/>
                  <a:pt x="204248" y="2473350"/>
                  <a:pt x="203650" y="2468303"/>
                </a:cubicBezTo>
                <a:lnTo>
                  <a:pt x="223316" y="2460480"/>
                </a:lnTo>
                <a:lnTo>
                  <a:pt x="215120" y="2423535"/>
                </a:lnTo>
                <a:lnTo>
                  <a:pt x="223455" y="2404394"/>
                </a:lnTo>
                <a:cubicBezTo>
                  <a:pt x="243490" y="2392610"/>
                  <a:pt x="229596" y="2347474"/>
                  <a:pt x="238853" y="2324643"/>
                </a:cubicBezTo>
                <a:cubicBezTo>
                  <a:pt x="239504" y="2297698"/>
                  <a:pt x="266477" y="2284202"/>
                  <a:pt x="272463" y="2255535"/>
                </a:cubicBezTo>
                <a:cubicBezTo>
                  <a:pt x="290597" y="2249648"/>
                  <a:pt x="306594" y="2207828"/>
                  <a:pt x="294092" y="2184679"/>
                </a:cubicBezTo>
                <a:lnTo>
                  <a:pt x="323221" y="2093132"/>
                </a:lnTo>
                <a:cubicBezTo>
                  <a:pt x="348282" y="2084587"/>
                  <a:pt x="366071" y="1985868"/>
                  <a:pt x="377324" y="1950235"/>
                </a:cubicBezTo>
                <a:cubicBezTo>
                  <a:pt x="397581" y="1920183"/>
                  <a:pt x="445208" y="1898905"/>
                  <a:pt x="457649" y="1861568"/>
                </a:cubicBezTo>
                <a:cubicBezTo>
                  <a:pt x="464664" y="1810687"/>
                  <a:pt x="447457" y="1869507"/>
                  <a:pt x="451972" y="1809499"/>
                </a:cubicBezTo>
                <a:cubicBezTo>
                  <a:pt x="450982" y="1754297"/>
                  <a:pt x="465413" y="1767680"/>
                  <a:pt x="474550" y="1693716"/>
                </a:cubicBezTo>
                <a:cubicBezTo>
                  <a:pt x="473258" y="1654244"/>
                  <a:pt x="481626" y="1627007"/>
                  <a:pt x="481301" y="1605195"/>
                </a:cubicBezTo>
                <a:cubicBezTo>
                  <a:pt x="490491" y="1568952"/>
                  <a:pt x="493569" y="1564518"/>
                  <a:pt x="497837" y="1516217"/>
                </a:cubicBezTo>
                <a:cubicBezTo>
                  <a:pt x="503639" y="1488452"/>
                  <a:pt x="534082" y="1457870"/>
                  <a:pt x="513281" y="1429841"/>
                </a:cubicBezTo>
                <a:cubicBezTo>
                  <a:pt x="527326" y="1412325"/>
                  <a:pt x="570430" y="1413592"/>
                  <a:pt x="550104" y="1380081"/>
                </a:cubicBezTo>
                <a:cubicBezTo>
                  <a:pt x="575583" y="1394128"/>
                  <a:pt x="551452" y="1335176"/>
                  <a:pt x="574526" y="1334891"/>
                </a:cubicBezTo>
                <a:cubicBezTo>
                  <a:pt x="593486" y="1336427"/>
                  <a:pt x="633157" y="1194568"/>
                  <a:pt x="638123" y="1185551"/>
                </a:cubicBezTo>
                <a:cubicBezTo>
                  <a:pt x="647468" y="1149210"/>
                  <a:pt x="657504" y="1148087"/>
                  <a:pt x="664747" y="1111168"/>
                </a:cubicBezTo>
                <a:cubicBezTo>
                  <a:pt x="679107" y="1057226"/>
                  <a:pt x="652121" y="1022543"/>
                  <a:pt x="664913" y="993353"/>
                </a:cubicBezTo>
                <a:cubicBezTo>
                  <a:pt x="684189" y="960214"/>
                  <a:pt x="707497" y="867450"/>
                  <a:pt x="721256" y="813953"/>
                </a:cubicBezTo>
                <a:cubicBezTo>
                  <a:pt x="734607" y="746430"/>
                  <a:pt x="738988" y="666470"/>
                  <a:pt x="745023" y="588218"/>
                </a:cubicBezTo>
                <a:cubicBezTo>
                  <a:pt x="735393" y="475380"/>
                  <a:pt x="719076" y="536119"/>
                  <a:pt x="725253" y="376479"/>
                </a:cubicBezTo>
                <a:lnTo>
                  <a:pt x="735457" y="280992"/>
                </a:lnTo>
                <a:cubicBezTo>
                  <a:pt x="735270" y="276227"/>
                  <a:pt x="742007" y="223140"/>
                  <a:pt x="741820" y="218374"/>
                </a:cubicBezTo>
                <a:lnTo>
                  <a:pt x="735299" y="188178"/>
                </a:lnTo>
                <a:lnTo>
                  <a:pt x="764938" y="152404"/>
                </a:lnTo>
                <a:cubicBezTo>
                  <a:pt x="776066" y="136342"/>
                  <a:pt x="783668" y="122048"/>
                  <a:pt x="802071" y="91810"/>
                </a:cubicBezTo>
                <a:lnTo>
                  <a:pt x="849585" y="3016"/>
                </a:lnTo>
                <a:close/>
              </a:path>
            </a:pathLst>
          </a:custGeom>
        </p:spPr>
      </p:pic>
      <p:sp>
        <p:nvSpPr>
          <p:cNvPr id="5" name="Obdélník: se zakulacenými horními rohy 4">
            <a:extLst>
              <a:ext uri="{FF2B5EF4-FFF2-40B4-BE49-F238E27FC236}">
                <a16:creationId xmlns:a16="http://schemas.microsoft.com/office/drawing/2014/main" id="{19C0CED5-B67F-5159-DECB-81A524BCBF6D}"/>
              </a:ext>
            </a:extLst>
          </p:cNvPr>
          <p:cNvSpPr/>
          <p:nvPr/>
        </p:nvSpPr>
        <p:spPr>
          <a:xfrm rot="10800000" flipV="1">
            <a:off x="8644378" y="6270704"/>
            <a:ext cx="3547621" cy="587295"/>
          </a:xfrm>
          <a:prstGeom prst="round2SameRect">
            <a:avLst>
              <a:gd name="adj1" fmla="val 21951"/>
              <a:gd name="adj2" fmla="val 0"/>
            </a:avLst>
          </a:prstGeom>
          <a:solidFill>
            <a:schemeClr val="bg1">
              <a:lumMod val="85000"/>
              <a:lumOff val="15000"/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dirty="0"/>
              <a:t>Kopie Platónovy busty od Silaniona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15310016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4" grpId="0"/>
      <p:bldP spid="5" grpId="0" uiExpand="1" build="p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E98884-73F5-12AA-5974-4FB6C47911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04C21BAE-6866-4C7A-A7EC-C1B2E572D5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Obrázek 2" descr="Obsah obrázku černobílá, budova, skica, oblečení&#10;&#10;Popis byl vytvořen automaticky">
            <a:extLst>
              <a:ext uri="{FF2B5EF4-FFF2-40B4-BE49-F238E27FC236}">
                <a16:creationId xmlns:a16="http://schemas.microsoft.com/office/drawing/2014/main" id="{88F8049F-E6B9-7B16-0B43-875F7FEBEFC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4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3110" b="7384"/>
          <a:stretch/>
        </p:blipFill>
        <p:spPr>
          <a:xfrm flipH="1">
            <a:off x="0" y="1"/>
            <a:ext cx="12192000" cy="6857999"/>
          </a:xfrm>
          <a:prstGeom prst="rect">
            <a:avLst/>
          </a:prstGeom>
        </p:spPr>
      </p:pic>
      <p:sp useBgFill="1">
        <p:nvSpPr>
          <p:cNvPr id="14" name="Freeform: Shape 13">
            <a:extLst>
              <a:ext uri="{FF2B5EF4-FFF2-40B4-BE49-F238E27FC236}">
                <a16:creationId xmlns:a16="http://schemas.microsoft.com/office/drawing/2014/main" id="{7E7D0C94-08B4-48AE-8813-CC4D60294F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23899" y="609600"/>
            <a:ext cx="5372101" cy="5513767"/>
          </a:xfrm>
          <a:custGeom>
            <a:avLst/>
            <a:gdLst>
              <a:gd name="connsiteX0" fmla="*/ 0 w 5372101"/>
              <a:gd name="connsiteY0" fmla="*/ 0 h 5513767"/>
              <a:gd name="connsiteX1" fmla="*/ 5372101 w 5372101"/>
              <a:gd name="connsiteY1" fmla="*/ 0 h 5513767"/>
              <a:gd name="connsiteX2" fmla="*/ 5372101 w 5372101"/>
              <a:gd name="connsiteY2" fmla="*/ 5513767 h 5513767"/>
              <a:gd name="connsiteX3" fmla="*/ 5363126 w 5372101"/>
              <a:gd name="connsiteY3" fmla="*/ 5512835 h 5513767"/>
              <a:gd name="connsiteX4" fmla="*/ 5316714 w 5372101"/>
              <a:gd name="connsiteY4" fmla="*/ 5491247 h 5513767"/>
              <a:gd name="connsiteX5" fmla="*/ 5198331 w 5372101"/>
              <a:gd name="connsiteY5" fmla="*/ 5470092 h 5513767"/>
              <a:gd name="connsiteX6" fmla="*/ 5150428 w 5372101"/>
              <a:gd name="connsiteY6" fmla="*/ 5472506 h 5513767"/>
              <a:gd name="connsiteX7" fmla="*/ 5085506 w 5372101"/>
              <a:gd name="connsiteY7" fmla="*/ 5468851 h 5513767"/>
              <a:gd name="connsiteX8" fmla="*/ 4968663 w 5372101"/>
              <a:gd name="connsiteY8" fmla="*/ 5470487 h 5513767"/>
              <a:gd name="connsiteX9" fmla="*/ 4815623 w 5372101"/>
              <a:gd name="connsiteY9" fmla="*/ 5458622 h 5513767"/>
              <a:gd name="connsiteX10" fmla="*/ 4716679 w 5372101"/>
              <a:gd name="connsiteY10" fmla="*/ 5405365 h 5513767"/>
              <a:gd name="connsiteX11" fmla="*/ 4704891 w 5372101"/>
              <a:gd name="connsiteY11" fmla="*/ 5411529 h 5513767"/>
              <a:gd name="connsiteX12" fmla="*/ 4630496 w 5372101"/>
              <a:gd name="connsiteY12" fmla="*/ 5396532 h 5513767"/>
              <a:gd name="connsiteX13" fmla="*/ 4506964 w 5372101"/>
              <a:gd name="connsiteY13" fmla="*/ 5396685 h 5513767"/>
              <a:gd name="connsiteX14" fmla="*/ 4427135 w 5372101"/>
              <a:gd name="connsiteY14" fmla="*/ 5358585 h 5513767"/>
              <a:gd name="connsiteX15" fmla="*/ 4028338 w 5372101"/>
              <a:gd name="connsiteY15" fmla="*/ 5313494 h 5513767"/>
              <a:gd name="connsiteX16" fmla="*/ 4015367 w 5372101"/>
              <a:gd name="connsiteY16" fmla="*/ 5320766 h 5513767"/>
              <a:gd name="connsiteX17" fmla="*/ 4002837 w 5372101"/>
              <a:gd name="connsiteY17" fmla="*/ 5322294 h 5513767"/>
              <a:gd name="connsiteX18" fmla="*/ 3997650 w 5372101"/>
              <a:gd name="connsiteY18" fmla="*/ 5329513 h 5513767"/>
              <a:gd name="connsiteX19" fmla="*/ 3991991 w 5372101"/>
              <a:gd name="connsiteY19" fmla="*/ 5331908 h 5513767"/>
              <a:gd name="connsiteX20" fmla="*/ 3925210 w 5372101"/>
              <a:gd name="connsiteY20" fmla="*/ 5319395 h 5513767"/>
              <a:gd name="connsiteX21" fmla="*/ 3837014 w 5372101"/>
              <a:gd name="connsiteY21" fmla="*/ 5289023 h 5513767"/>
              <a:gd name="connsiteX22" fmla="*/ 3798765 w 5372101"/>
              <a:gd name="connsiteY22" fmla="*/ 5299431 h 5513767"/>
              <a:gd name="connsiteX23" fmla="*/ 3792144 w 5372101"/>
              <a:gd name="connsiteY23" fmla="*/ 5301616 h 5513767"/>
              <a:gd name="connsiteX24" fmla="*/ 3766249 w 5372101"/>
              <a:gd name="connsiteY24" fmla="*/ 5301869 h 5513767"/>
              <a:gd name="connsiteX25" fmla="*/ 3718651 w 5372101"/>
              <a:gd name="connsiteY25" fmla="*/ 5320541 h 5513767"/>
              <a:gd name="connsiteX26" fmla="*/ 3671207 w 5372101"/>
              <a:gd name="connsiteY26" fmla="*/ 5318046 h 5513767"/>
              <a:gd name="connsiteX27" fmla="*/ 3446863 w 5372101"/>
              <a:gd name="connsiteY27" fmla="*/ 5294348 h 5513767"/>
              <a:gd name="connsiteX28" fmla="*/ 3312000 w 5372101"/>
              <a:gd name="connsiteY28" fmla="*/ 5286923 h 5513767"/>
              <a:gd name="connsiteX29" fmla="*/ 3259756 w 5372101"/>
              <a:gd name="connsiteY29" fmla="*/ 5294712 h 5513767"/>
              <a:gd name="connsiteX30" fmla="*/ 3187481 w 5372101"/>
              <a:gd name="connsiteY30" fmla="*/ 5298457 h 5513767"/>
              <a:gd name="connsiteX31" fmla="*/ 3124115 w 5372101"/>
              <a:gd name="connsiteY31" fmla="*/ 5294626 h 5513767"/>
              <a:gd name="connsiteX32" fmla="*/ 3099907 w 5372101"/>
              <a:gd name="connsiteY32" fmla="*/ 5302443 h 5513767"/>
              <a:gd name="connsiteX33" fmla="*/ 3017494 w 5372101"/>
              <a:gd name="connsiteY33" fmla="*/ 5301439 h 5513767"/>
              <a:gd name="connsiteX34" fmla="*/ 3010848 w 5372101"/>
              <a:gd name="connsiteY34" fmla="*/ 5307225 h 5513767"/>
              <a:gd name="connsiteX35" fmla="*/ 2994286 w 5372101"/>
              <a:gd name="connsiteY35" fmla="*/ 5309060 h 5513767"/>
              <a:gd name="connsiteX36" fmla="*/ 2988160 w 5372101"/>
              <a:gd name="connsiteY36" fmla="*/ 5310041 h 5513767"/>
              <a:gd name="connsiteX37" fmla="*/ 2984260 w 5372101"/>
              <a:gd name="connsiteY37" fmla="*/ 5307528 h 5513767"/>
              <a:gd name="connsiteX38" fmla="*/ 2979127 w 5372101"/>
              <a:gd name="connsiteY38" fmla="*/ 5308389 h 5513767"/>
              <a:gd name="connsiteX39" fmla="*/ 2978660 w 5372101"/>
              <a:gd name="connsiteY39" fmla="*/ 5311563 h 5513767"/>
              <a:gd name="connsiteX40" fmla="*/ 2946326 w 5372101"/>
              <a:gd name="connsiteY40" fmla="*/ 5316745 h 5513767"/>
              <a:gd name="connsiteX41" fmla="*/ 2713134 w 5372101"/>
              <a:gd name="connsiteY41" fmla="*/ 5331381 h 5513767"/>
              <a:gd name="connsiteX42" fmla="*/ 2352072 w 5372101"/>
              <a:gd name="connsiteY42" fmla="*/ 5342761 h 5513767"/>
              <a:gd name="connsiteX43" fmla="*/ 2260922 w 5372101"/>
              <a:gd name="connsiteY43" fmla="*/ 5328122 h 5513767"/>
              <a:gd name="connsiteX44" fmla="*/ 2178497 w 5372101"/>
              <a:gd name="connsiteY44" fmla="*/ 5351065 h 5513767"/>
              <a:gd name="connsiteX45" fmla="*/ 2034408 w 5372101"/>
              <a:gd name="connsiteY45" fmla="*/ 5307958 h 5513767"/>
              <a:gd name="connsiteX46" fmla="*/ 1831505 w 5372101"/>
              <a:gd name="connsiteY46" fmla="*/ 5312691 h 5513767"/>
              <a:gd name="connsiteX47" fmla="*/ 1710387 w 5372101"/>
              <a:gd name="connsiteY47" fmla="*/ 5308705 h 5513767"/>
              <a:gd name="connsiteX48" fmla="*/ 1664816 w 5372101"/>
              <a:gd name="connsiteY48" fmla="*/ 5296479 h 5513767"/>
              <a:gd name="connsiteX49" fmla="*/ 1600883 w 5372101"/>
              <a:gd name="connsiteY49" fmla="*/ 5286607 h 5513767"/>
              <a:gd name="connsiteX50" fmla="*/ 1488397 w 5372101"/>
              <a:gd name="connsiteY50" fmla="*/ 5260898 h 5513767"/>
              <a:gd name="connsiteX51" fmla="*/ 1336670 w 5372101"/>
              <a:gd name="connsiteY51" fmla="*/ 5240770 h 5513767"/>
              <a:gd name="connsiteX52" fmla="*/ 1224297 w 5372101"/>
              <a:gd name="connsiteY52" fmla="*/ 5271845 h 5513767"/>
              <a:gd name="connsiteX53" fmla="*/ 1214830 w 5372101"/>
              <a:gd name="connsiteY53" fmla="*/ 5263450 h 5513767"/>
              <a:gd name="connsiteX54" fmla="*/ 1138181 w 5372101"/>
              <a:gd name="connsiteY54" fmla="*/ 5262590 h 5513767"/>
              <a:gd name="connsiteX55" fmla="*/ 943575 w 5372101"/>
              <a:gd name="connsiteY55" fmla="*/ 5290808 h 5513767"/>
              <a:gd name="connsiteX56" fmla="*/ 529813 w 5372101"/>
              <a:gd name="connsiteY56" fmla="*/ 5218555 h 5513767"/>
              <a:gd name="connsiteX57" fmla="*/ 519546 w 5372101"/>
              <a:gd name="connsiteY57" fmla="*/ 5208845 h 5513767"/>
              <a:gd name="connsiteX58" fmla="*/ 507906 w 5372101"/>
              <a:gd name="connsiteY58" fmla="*/ 5204779 h 5513767"/>
              <a:gd name="connsiteX59" fmla="*/ 505153 w 5372101"/>
              <a:gd name="connsiteY59" fmla="*/ 5196726 h 5513767"/>
              <a:gd name="connsiteX60" fmla="*/ 500429 w 5372101"/>
              <a:gd name="connsiteY60" fmla="*/ 5193241 h 5513767"/>
              <a:gd name="connsiteX61" fmla="*/ 431923 w 5372101"/>
              <a:gd name="connsiteY61" fmla="*/ 5191553 h 5513767"/>
              <a:gd name="connsiteX62" fmla="*/ 337115 w 5372101"/>
              <a:gd name="connsiteY62" fmla="*/ 5202714 h 5513767"/>
              <a:gd name="connsiteX63" fmla="*/ 303383 w 5372101"/>
              <a:gd name="connsiteY63" fmla="*/ 5184750 h 5513767"/>
              <a:gd name="connsiteX64" fmla="*/ 297664 w 5372101"/>
              <a:gd name="connsiteY64" fmla="*/ 5181269 h 5513767"/>
              <a:gd name="connsiteX65" fmla="*/ 272701 w 5372101"/>
              <a:gd name="connsiteY65" fmla="*/ 5175678 h 5513767"/>
              <a:gd name="connsiteX66" fmla="*/ 268242 w 5372101"/>
              <a:gd name="connsiteY66" fmla="*/ 5163678 h 5513767"/>
              <a:gd name="connsiteX67" fmla="*/ 232517 w 5372101"/>
              <a:gd name="connsiteY67" fmla="*/ 5147792 h 5513767"/>
              <a:gd name="connsiteX68" fmla="*/ 185851 w 5372101"/>
              <a:gd name="connsiteY68" fmla="*/ 5140408 h 5513767"/>
              <a:gd name="connsiteX69" fmla="*/ 20337 w 5372101"/>
              <a:gd name="connsiteY69" fmla="*/ 5113040 h 5513767"/>
              <a:gd name="connsiteX70" fmla="*/ 0 w 5372101"/>
              <a:gd name="connsiteY70" fmla="*/ 5112243 h 55137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</a:cxnLst>
            <a:rect l="l" t="t" r="r" b="b"/>
            <a:pathLst>
              <a:path w="5372101" h="5513767">
                <a:moveTo>
                  <a:pt x="0" y="0"/>
                </a:moveTo>
                <a:lnTo>
                  <a:pt x="5372101" y="0"/>
                </a:lnTo>
                <a:lnTo>
                  <a:pt x="5372101" y="5513767"/>
                </a:lnTo>
                <a:lnTo>
                  <a:pt x="5363126" y="5512835"/>
                </a:lnTo>
                <a:cubicBezTo>
                  <a:pt x="5345779" y="5509071"/>
                  <a:pt x="5329767" y="5502649"/>
                  <a:pt x="5316714" y="5491247"/>
                </a:cubicBezTo>
                <a:cubicBezTo>
                  <a:pt x="5295689" y="5478131"/>
                  <a:pt x="5219502" y="5459909"/>
                  <a:pt x="5198331" y="5470092"/>
                </a:cubicBezTo>
                <a:cubicBezTo>
                  <a:pt x="5181052" y="5469102"/>
                  <a:pt x="5165047" y="5459569"/>
                  <a:pt x="5150428" y="5472506"/>
                </a:cubicBezTo>
                <a:cubicBezTo>
                  <a:pt x="5129562" y="5487248"/>
                  <a:pt x="5088050" y="5445894"/>
                  <a:pt x="5085506" y="5468851"/>
                </a:cubicBezTo>
                <a:cubicBezTo>
                  <a:pt x="5055692" y="5440170"/>
                  <a:pt x="5006122" y="5469577"/>
                  <a:pt x="4968663" y="5470487"/>
                </a:cubicBezTo>
                <a:cubicBezTo>
                  <a:pt x="4947085" y="5444049"/>
                  <a:pt x="4889767" y="5472037"/>
                  <a:pt x="4815623" y="5458622"/>
                </a:cubicBezTo>
                <a:cubicBezTo>
                  <a:pt x="4792418" y="5428488"/>
                  <a:pt x="4765548" y="5449887"/>
                  <a:pt x="4716679" y="5405365"/>
                </a:cubicBezTo>
                <a:cubicBezTo>
                  <a:pt x="4713235" y="5407807"/>
                  <a:pt x="4709266" y="5409883"/>
                  <a:pt x="4704891" y="5411529"/>
                </a:cubicBezTo>
                <a:cubicBezTo>
                  <a:pt x="4679473" y="5421092"/>
                  <a:pt x="4646164" y="5414379"/>
                  <a:pt x="4630496" y="5396532"/>
                </a:cubicBezTo>
                <a:cubicBezTo>
                  <a:pt x="4590205" y="5365061"/>
                  <a:pt x="4548419" y="5412094"/>
                  <a:pt x="4506964" y="5396685"/>
                </a:cubicBezTo>
                <a:lnTo>
                  <a:pt x="4427135" y="5358585"/>
                </a:lnTo>
                <a:cubicBezTo>
                  <a:pt x="4319267" y="5308575"/>
                  <a:pt x="4152341" y="5340956"/>
                  <a:pt x="4028338" y="5313494"/>
                </a:cubicBezTo>
                <a:lnTo>
                  <a:pt x="4015367" y="5320766"/>
                </a:lnTo>
                <a:lnTo>
                  <a:pt x="4002837" y="5322294"/>
                </a:lnTo>
                <a:lnTo>
                  <a:pt x="3997650" y="5329513"/>
                </a:lnTo>
                <a:lnTo>
                  <a:pt x="3991991" y="5331908"/>
                </a:lnTo>
                <a:cubicBezTo>
                  <a:pt x="3969659" y="5338581"/>
                  <a:pt x="3978880" y="5316131"/>
                  <a:pt x="3925210" y="5319395"/>
                </a:cubicBezTo>
                <a:cubicBezTo>
                  <a:pt x="3947765" y="5277139"/>
                  <a:pt x="3837331" y="5338342"/>
                  <a:pt x="3837014" y="5289023"/>
                </a:cubicBezTo>
                <a:cubicBezTo>
                  <a:pt x="3824001" y="5291376"/>
                  <a:pt x="3811407" y="5295212"/>
                  <a:pt x="3798765" y="5299431"/>
                </a:cubicBezTo>
                <a:lnTo>
                  <a:pt x="3792144" y="5301616"/>
                </a:lnTo>
                <a:lnTo>
                  <a:pt x="3766249" y="5301869"/>
                </a:lnTo>
                <a:lnTo>
                  <a:pt x="3718651" y="5320541"/>
                </a:lnTo>
                <a:cubicBezTo>
                  <a:pt x="3703968" y="5321892"/>
                  <a:pt x="3688308" y="5321427"/>
                  <a:pt x="3671207" y="5318046"/>
                </a:cubicBezTo>
                <a:cubicBezTo>
                  <a:pt x="3616458" y="5288532"/>
                  <a:pt x="3514048" y="5333307"/>
                  <a:pt x="3446863" y="5294348"/>
                </a:cubicBezTo>
                <a:cubicBezTo>
                  <a:pt x="3420930" y="5283822"/>
                  <a:pt x="3333157" y="5274511"/>
                  <a:pt x="3312000" y="5286923"/>
                </a:cubicBezTo>
                <a:cubicBezTo>
                  <a:pt x="3292759" y="5287903"/>
                  <a:pt x="3273112" y="5280334"/>
                  <a:pt x="3259756" y="5294712"/>
                </a:cubicBezTo>
                <a:cubicBezTo>
                  <a:pt x="3239905" y="5311572"/>
                  <a:pt x="3185410" y="5275588"/>
                  <a:pt x="3187481" y="5298457"/>
                </a:cubicBezTo>
                <a:cubicBezTo>
                  <a:pt x="3168018" y="5286036"/>
                  <a:pt x="3146200" y="5288458"/>
                  <a:pt x="3124115" y="5294626"/>
                </a:cubicBezTo>
                <a:lnTo>
                  <a:pt x="3099907" y="5302443"/>
                </a:lnTo>
                <a:lnTo>
                  <a:pt x="3017494" y="5301439"/>
                </a:lnTo>
                <a:lnTo>
                  <a:pt x="3010848" y="5307225"/>
                </a:lnTo>
                <a:lnTo>
                  <a:pt x="2994286" y="5309060"/>
                </a:lnTo>
                <a:lnTo>
                  <a:pt x="2988160" y="5310041"/>
                </a:lnTo>
                <a:lnTo>
                  <a:pt x="2984260" y="5307528"/>
                </a:lnTo>
                <a:cubicBezTo>
                  <a:pt x="2981957" y="5306419"/>
                  <a:pt x="2980273" y="5306402"/>
                  <a:pt x="2979127" y="5308389"/>
                </a:cubicBezTo>
                <a:cubicBezTo>
                  <a:pt x="2978971" y="5309447"/>
                  <a:pt x="2978816" y="5310505"/>
                  <a:pt x="2978660" y="5311563"/>
                </a:cubicBezTo>
                <a:lnTo>
                  <a:pt x="2946326" y="5316745"/>
                </a:lnTo>
                <a:lnTo>
                  <a:pt x="2713134" y="5331381"/>
                </a:lnTo>
                <a:cubicBezTo>
                  <a:pt x="2610698" y="5372328"/>
                  <a:pt x="2466037" y="5325762"/>
                  <a:pt x="2352072" y="5342761"/>
                </a:cubicBezTo>
                <a:cubicBezTo>
                  <a:pt x="2293501" y="5293708"/>
                  <a:pt x="2324138" y="5338538"/>
                  <a:pt x="2260922" y="5328122"/>
                </a:cubicBezTo>
                <a:cubicBezTo>
                  <a:pt x="2275681" y="5372347"/>
                  <a:pt x="2185007" y="5301703"/>
                  <a:pt x="2178497" y="5351065"/>
                </a:cubicBezTo>
                <a:cubicBezTo>
                  <a:pt x="2133294" y="5337229"/>
                  <a:pt x="2097074" y="5300208"/>
                  <a:pt x="2034408" y="5307958"/>
                </a:cubicBezTo>
                <a:cubicBezTo>
                  <a:pt x="1981894" y="5332879"/>
                  <a:pt x="1896288" y="5279365"/>
                  <a:pt x="1831505" y="5312691"/>
                </a:cubicBezTo>
                <a:cubicBezTo>
                  <a:pt x="1807063" y="5321035"/>
                  <a:pt x="1727674" y="5322925"/>
                  <a:pt x="1710387" y="5308705"/>
                </a:cubicBezTo>
                <a:cubicBezTo>
                  <a:pt x="1693367" y="5306094"/>
                  <a:pt x="1674901" y="5312009"/>
                  <a:pt x="1664816" y="5296479"/>
                </a:cubicBezTo>
                <a:cubicBezTo>
                  <a:pt x="1649255" y="5277912"/>
                  <a:pt x="1596152" y="5309335"/>
                  <a:pt x="1600883" y="5286607"/>
                </a:cubicBezTo>
                <a:cubicBezTo>
                  <a:pt x="1563066" y="5308189"/>
                  <a:pt x="1524339" y="5269513"/>
                  <a:pt x="1488397" y="5260898"/>
                </a:cubicBezTo>
                <a:cubicBezTo>
                  <a:pt x="1459246" y="5282011"/>
                  <a:pt x="1412580" y="5243108"/>
                  <a:pt x="1336670" y="5240770"/>
                </a:cubicBezTo>
                <a:cubicBezTo>
                  <a:pt x="1304792" y="5265122"/>
                  <a:pt x="1285508" y="5238878"/>
                  <a:pt x="1224297" y="5271845"/>
                </a:cubicBezTo>
                <a:cubicBezTo>
                  <a:pt x="1221731" y="5268771"/>
                  <a:pt x="1218543" y="5265944"/>
                  <a:pt x="1214830" y="5263450"/>
                </a:cubicBezTo>
                <a:cubicBezTo>
                  <a:pt x="1193241" y="5248952"/>
                  <a:pt x="1158925" y="5248567"/>
                  <a:pt x="1138181" y="5262590"/>
                </a:cubicBezTo>
                <a:lnTo>
                  <a:pt x="943575" y="5290808"/>
                </a:lnTo>
                <a:cubicBezTo>
                  <a:pt x="823587" y="5316899"/>
                  <a:pt x="658340" y="5217603"/>
                  <a:pt x="529813" y="5218555"/>
                </a:cubicBezTo>
                <a:lnTo>
                  <a:pt x="519546" y="5208845"/>
                </a:lnTo>
                <a:lnTo>
                  <a:pt x="507906" y="5204779"/>
                </a:lnTo>
                <a:lnTo>
                  <a:pt x="505153" y="5196726"/>
                </a:lnTo>
                <a:lnTo>
                  <a:pt x="500429" y="5193241"/>
                </a:lnTo>
                <a:cubicBezTo>
                  <a:pt x="480923" y="5182176"/>
                  <a:pt x="482807" y="5205793"/>
                  <a:pt x="431923" y="5191553"/>
                </a:cubicBezTo>
                <a:cubicBezTo>
                  <a:pt x="440499" y="5237077"/>
                  <a:pt x="352872" y="5155083"/>
                  <a:pt x="337115" y="5202714"/>
                </a:cubicBezTo>
                <a:cubicBezTo>
                  <a:pt x="325265" y="5197752"/>
                  <a:pt x="314288" y="5191441"/>
                  <a:pt x="303383" y="5184750"/>
                </a:cubicBezTo>
                <a:lnTo>
                  <a:pt x="297664" y="5181269"/>
                </a:lnTo>
                <a:lnTo>
                  <a:pt x="272701" y="5175678"/>
                </a:lnTo>
                <a:lnTo>
                  <a:pt x="268242" y="5163678"/>
                </a:lnTo>
                <a:lnTo>
                  <a:pt x="232517" y="5147792"/>
                </a:lnTo>
                <a:cubicBezTo>
                  <a:pt x="218741" y="5143453"/>
                  <a:pt x="203450" y="5140668"/>
                  <a:pt x="185851" y="5140408"/>
                </a:cubicBezTo>
                <a:cubicBezTo>
                  <a:pt x="139207" y="5153337"/>
                  <a:pt x="79723" y="5120316"/>
                  <a:pt x="20337" y="5113040"/>
                </a:cubicBezTo>
                <a:lnTo>
                  <a:pt x="0" y="5112243"/>
                </a:lnTo>
                <a:close/>
              </a:path>
            </a:pathLst>
          </a:custGeom>
          <a:ln>
            <a:noFill/>
          </a:ln>
          <a:effectLst>
            <a:outerShdw blurRad="25400" dist="12700" dir="3000000" algn="tl" rotWithShape="0">
              <a:prstClr val="black">
                <a:alpha val="2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" name="Nadpis 6">
            <a:extLst>
              <a:ext uri="{FF2B5EF4-FFF2-40B4-BE49-F238E27FC236}">
                <a16:creationId xmlns:a16="http://schemas.microsoft.com/office/drawing/2014/main" id="{93EEAF00-146D-45D3-DE2D-381279B8EA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809" y="1071350"/>
            <a:ext cx="4775162" cy="1475906"/>
          </a:xfrm>
        </p:spPr>
        <p:txBody>
          <a:bodyPr>
            <a:noAutofit/>
          </a:bodyPr>
          <a:lstStyle/>
          <a:p>
            <a:pPr algn="ctr"/>
            <a:r>
              <a:rPr lang="cs-CZ" sz="3600" dirty="0"/>
              <a:t>Přehled dějin věd – Starověk – Archimédes</a:t>
            </a:r>
          </a:p>
        </p:txBody>
      </p:sp>
      <p:sp>
        <p:nvSpPr>
          <p:cNvPr id="16" name="Rectangle 6">
            <a:extLst>
              <a:ext uri="{FF2B5EF4-FFF2-40B4-BE49-F238E27FC236}">
                <a16:creationId xmlns:a16="http://schemas.microsoft.com/office/drawing/2014/main" id="{F0C518C2-0AA4-470C-87B9-9CBF428FBA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564666" y="399531"/>
            <a:ext cx="1707751" cy="428984"/>
          </a:xfrm>
          <a:custGeom>
            <a:avLst/>
            <a:gdLst>
              <a:gd name="connsiteX0" fmla="*/ 0 w 2142503"/>
              <a:gd name="connsiteY0" fmla="*/ 0 h 571500"/>
              <a:gd name="connsiteX1" fmla="*/ 2142503 w 2142503"/>
              <a:gd name="connsiteY1" fmla="*/ 0 h 571500"/>
              <a:gd name="connsiteX2" fmla="*/ 2142503 w 2142503"/>
              <a:gd name="connsiteY2" fmla="*/ 571500 h 571500"/>
              <a:gd name="connsiteX3" fmla="*/ 0 w 2142503"/>
              <a:gd name="connsiteY3" fmla="*/ 571500 h 571500"/>
              <a:gd name="connsiteX4" fmla="*/ 0 w 2142503"/>
              <a:gd name="connsiteY4" fmla="*/ 0 h 571500"/>
              <a:gd name="connsiteX0" fmla="*/ 0 w 2142503"/>
              <a:gd name="connsiteY0" fmla="*/ 0 h 582145"/>
              <a:gd name="connsiteX1" fmla="*/ 2142503 w 2142503"/>
              <a:gd name="connsiteY1" fmla="*/ 0 h 582145"/>
              <a:gd name="connsiteX2" fmla="*/ 2142503 w 2142503"/>
              <a:gd name="connsiteY2" fmla="*/ 571500 h 582145"/>
              <a:gd name="connsiteX3" fmla="*/ 2050917 w 2142503"/>
              <a:gd name="connsiteY3" fmla="*/ 582088 h 582145"/>
              <a:gd name="connsiteX4" fmla="*/ 0 w 2142503"/>
              <a:gd name="connsiteY4" fmla="*/ 571500 h 582145"/>
              <a:gd name="connsiteX5" fmla="*/ 0 w 2142503"/>
              <a:gd name="connsiteY5" fmla="*/ 0 h 582145"/>
              <a:gd name="connsiteX0" fmla="*/ 0 w 2159832"/>
              <a:gd name="connsiteY0" fmla="*/ 0 h 582145"/>
              <a:gd name="connsiteX1" fmla="*/ 2142503 w 2159832"/>
              <a:gd name="connsiteY1" fmla="*/ 0 h 582145"/>
              <a:gd name="connsiteX2" fmla="*/ 2159829 w 2159832"/>
              <a:gd name="connsiteY2" fmla="*/ 96526 h 582145"/>
              <a:gd name="connsiteX3" fmla="*/ 2142503 w 2159832"/>
              <a:gd name="connsiteY3" fmla="*/ 571500 h 582145"/>
              <a:gd name="connsiteX4" fmla="*/ 2050917 w 2159832"/>
              <a:gd name="connsiteY4" fmla="*/ 582088 h 582145"/>
              <a:gd name="connsiteX5" fmla="*/ 0 w 2159832"/>
              <a:gd name="connsiteY5" fmla="*/ 571500 h 582145"/>
              <a:gd name="connsiteX6" fmla="*/ 0 w 2159832"/>
              <a:gd name="connsiteY6" fmla="*/ 0 h 582145"/>
              <a:gd name="connsiteX0" fmla="*/ 0 w 2159832"/>
              <a:gd name="connsiteY0" fmla="*/ 12386 h 594531"/>
              <a:gd name="connsiteX1" fmla="*/ 67826 w 2159832"/>
              <a:gd name="connsiteY1" fmla="*/ 0 h 594531"/>
              <a:gd name="connsiteX2" fmla="*/ 2142503 w 2159832"/>
              <a:gd name="connsiteY2" fmla="*/ 12386 h 594531"/>
              <a:gd name="connsiteX3" fmla="*/ 2159829 w 2159832"/>
              <a:gd name="connsiteY3" fmla="*/ 108912 h 594531"/>
              <a:gd name="connsiteX4" fmla="*/ 2142503 w 2159832"/>
              <a:gd name="connsiteY4" fmla="*/ 583886 h 594531"/>
              <a:gd name="connsiteX5" fmla="*/ 2050917 w 2159832"/>
              <a:gd name="connsiteY5" fmla="*/ 594474 h 594531"/>
              <a:gd name="connsiteX6" fmla="*/ 0 w 2159832"/>
              <a:gd name="connsiteY6" fmla="*/ 583886 h 594531"/>
              <a:gd name="connsiteX7" fmla="*/ 0 w 2159832"/>
              <a:gd name="connsiteY7" fmla="*/ 12386 h 594531"/>
              <a:gd name="connsiteX0" fmla="*/ 0 w 2168908"/>
              <a:gd name="connsiteY0" fmla="*/ 26000 h 594531"/>
              <a:gd name="connsiteX1" fmla="*/ 76902 w 2168908"/>
              <a:gd name="connsiteY1" fmla="*/ 0 h 594531"/>
              <a:gd name="connsiteX2" fmla="*/ 2151579 w 2168908"/>
              <a:gd name="connsiteY2" fmla="*/ 12386 h 594531"/>
              <a:gd name="connsiteX3" fmla="*/ 2168905 w 2168908"/>
              <a:gd name="connsiteY3" fmla="*/ 108912 h 594531"/>
              <a:gd name="connsiteX4" fmla="*/ 2151579 w 2168908"/>
              <a:gd name="connsiteY4" fmla="*/ 583886 h 594531"/>
              <a:gd name="connsiteX5" fmla="*/ 2059993 w 2168908"/>
              <a:gd name="connsiteY5" fmla="*/ 594474 h 594531"/>
              <a:gd name="connsiteX6" fmla="*/ 9076 w 2168908"/>
              <a:gd name="connsiteY6" fmla="*/ 583886 h 594531"/>
              <a:gd name="connsiteX7" fmla="*/ 0 w 2168908"/>
              <a:gd name="connsiteY7" fmla="*/ 26000 h 594531"/>
              <a:gd name="connsiteX0" fmla="*/ 5393 w 2174301"/>
              <a:gd name="connsiteY0" fmla="*/ 26000 h 594531"/>
              <a:gd name="connsiteX1" fmla="*/ 82295 w 2174301"/>
              <a:gd name="connsiteY1" fmla="*/ 0 h 594531"/>
              <a:gd name="connsiteX2" fmla="*/ 2156972 w 2174301"/>
              <a:gd name="connsiteY2" fmla="*/ 12386 h 594531"/>
              <a:gd name="connsiteX3" fmla="*/ 2174298 w 2174301"/>
              <a:gd name="connsiteY3" fmla="*/ 108912 h 594531"/>
              <a:gd name="connsiteX4" fmla="*/ 2156972 w 2174301"/>
              <a:gd name="connsiteY4" fmla="*/ 583886 h 594531"/>
              <a:gd name="connsiteX5" fmla="*/ 2065386 w 2174301"/>
              <a:gd name="connsiteY5" fmla="*/ 594474 h 594531"/>
              <a:gd name="connsiteX6" fmla="*/ 14469 w 2174301"/>
              <a:gd name="connsiteY6" fmla="*/ 583886 h 594531"/>
              <a:gd name="connsiteX7" fmla="*/ 5393 w 2174301"/>
              <a:gd name="connsiteY7" fmla="*/ 26000 h 594531"/>
              <a:gd name="connsiteX0" fmla="*/ 5393 w 2174301"/>
              <a:gd name="connsiteY0" fmla="*/ 26000 h 594531"/>
              <a:gd name="connsiteX1" fmla="*/ 82295 w 2174301"/>
              <a:gd name="connsiteY1" fmla="*/ 0 h 594531"/>
              <a:gd name="connsiteX2" fmla="*/ 2156972 w 2174301"/>
              <a:gd name="connsiteY2" fmla="*/ 12386 h 594531"/>
              <a:gd name="connsiteX3" fmla="*/ 2174298 w 2174301"/>
              <a:gd name="connsiteY3" fmla="*/ 108912 h 594531"/>
              <a:gd name="connsiteX4" fmla="*/ 2156972 w 2174301"/>
              <a:gd name="connsiteY4" fmla="*/ 583886 h 594531"/>
              <a:gd name="connsiteX5" fmla="*/ 2065386 w 2174301"/>
              <a:gd name="connsiteY5" fmla="*/ 594474 h 594531"/>
              <a:gd name="connsiteX6" fmla="*/ 14469 w 2174301"/>
              <a:gd name="connsiteY6" fmla="*/ 583886 h 594531"/>
              <a:gd name="connsiteX7" fmla="*/ 5393 w 2174301"/>
              <a:gd name="connsiteY7" fmla="*/ 26000 h 594531"/>
              <a:gd name="connsiteX0" fmla="*/ 5393 w 2174301"/>
              <a:gd name="connsiteY0" fmla="*/ 26000 h 594531"/>
              <a:gd name="connsiteX1" fmla="*/ 82295 w 2174301"/>
              <a:gd name="connsiteY1" fmla="*/ 0 h 594531"/>
              <a:gd name="connsiteX2" fmla="*/ 2156972 w 2174301"/>
              <a:gd name="connsiteY2" fmla="*/ 12386 h 594531"/>
              <a:gd name="connsiteX3" fmla="*/ 2174298 w 2174301"/>
              <a:gd name="connsiteY3" fmla="*/ 108912 h 594531"/>
              <a:gd name="connsiteX4" fmla="*/ 2156972 w 2174301"/>
              <a:gd name="connsiteY4" fmla="*/ 583886 h 594531"/>
              <a:gd name="connsiteX5" fmla="*/ 2065386 w 2174301"/>
              <a:gd name="connsiteY5" fmla="*/ 594474 h 594531"/>
              <a:gd name="connsiteX6" fmla="*/ 14469 w 2174301"/>
              <a:gd name="connsiteY6" fmla="*/ 583886 h 594531"/>
              <a:gd name="connsiteX7" fmla="*/ 5393 w 2174301"/>
              <a:gd name="connsiteY7" fmla="*/ 26000 h 594531"/>
              <a:gd name="connsiteX0" fmla="*/ 5393 w 2174301"/>
              <a:gd name="connsiteY0" fmla="*/ 26000 h 594531"/>
              <a:gd name="connsiteX1" fmla="*/ 82295 w 2174301"/>
              <a:gd name="connsiteY1" fmla="*/ 0 h 594531"/>
              <a:gd name="connsiteX2" fmla="*/ 2156972 w 2174301"/>
              <a:gd name="connsiteY2" fmla="*/ 12386 h 594531"/>
              <a:gd name="connsiteX3" fmla="*/ 2174298 w 2174301"/>
              <a:gd name="connsiteY3" fmla="*/ 108912 h 594531"/>
              <a:gd name="connsiteX4" fmla="*/ 2156972 w 2174301"/>
              <a:gd name="connsiteY4" fmla="*/ 583886 h 594531"/>
              <a:gd name="connsiteX5" fmla="*/ 2065386 w 2174301"/>
              <a:gd name="connsiteY5" fmla="*/ 594474 h 594531"/>
              <a:gd name="connsiteX6" fmla="*/ 14469 w 2174301"/>
              <a:gd name="connsiteY6" fmla="*/ 583886 h 594531"/>
              <a:gd name="connsiteX7" fmla="*/ 5393 w 2174301"/>
              <a:gd name="connsiteY7" fmla="*/ 26000 h 594531"/>
              <a:gd name="connsiteX0" fmla="*/ 147197 w 2316105"/>
              <a:gd name="connsiteY0" fmla="*/ 26000 h 594531"/>
              <a:gd name="connsiteX1" fmla="*/ 224099 w 2316105"/>
              <a:gd name="connsiteY1" fmla="*/ 0 h 594531"/>
              <a:gd name="connsiteX2" fmla="*/ 2298776 w 2316105"/>
              <a:gd name="connsiteY2" fmla="*/ 12386 h 594531"/>
              <a:gd name="connsiteX3" fmla="*/ 2316102 w 2316105"/>
              <a:gd name="connsiteY3" fmla="*/ 108912 h 594531"/>
              <a:gd name="connsiteX4" fmla="*/ 2298776 w 2316105"/>
              <a:gd name="connsiteY4" fmla="*/ 583886 h 594531"/>
              <a:gd name="connsiteX5" fmla="*/ 2207190 w 2316105"/>
              <a:gd name="connsiteY5" fmla="*/ 594474 h 594531"/>
              <a:gd name="connsiteX6" fmla="*/ 156273 w 2316105"/>
              <a:gd name="connsiteY6" fmla="*/ 583886 h 594531"/>
              <a:gd name="connsiteX7" fmla="*/ 142416 w 2316105"/>
              <a:gd name="connsiteY7" fmla="*/ 235975 h 594531"/>
              <a:gd name="connsiteX8" fmla="*/ 147197 w 2316105"/>
              <a:gd name="connsiteY8" fmla="*/ 26000 h 594531"/>
              <a:gd name="connsiteX0" fmla="*/ 154684 w 2323592"/>
              <a:gd name="connsiteY0" fmla="*/ 26000 h 594531"/>
              <a:gd name="connsiteX1" fmla="*/ 231586 w 2323592"/>
              <a:gd name="connsiteY1" fmla="*/ 0 h 594531"/>
              <a:gd name="connsiteX2" fmla="*/ 2306263 w 2323592"/>
              <a:gd name="connsiteY2" fmla="*/ 12386 h 594531"/>
              <a:gd name="connsiteX3" fmla="*/ 2323589 w 2323592"/>
              <a:gd name="connsiteY3" fmla="*/ 108912 h 594531"/>
              <a:gd name="connsiteX4" fmla="*/ 2306263 w 2323592"/>
              <a:gd name="connsiteY4" fmla="*/ 583886 h 594531"/>
              <a:gd name="connsiteX5" fmla="*/ 2214677 w 2323592"/>
              <a:gd name="connsiteY5" fmla="*/ 594474 h 594531"/>
              <a:gd name="connsiteX6" fmla="*/ 163760 w 2323592"/>
              <a:gd name="connsiteY6" fmla="*/ 583886 h 594531"/>
              <a:gd name="connsiteX7" fmla="*/ 158979 w 2323592"/>
              <a:gd name="connsiteY7" fmla="*/ 403879 h 594531"/>
              <a:gd name="connsiteX8" fmla="*/ 149903 w 2323592"/>
              <a:gd name="connsiteY8" fmla="*/ 235975 h 594531"/>
              <a:gd name="connsiteX9" fmla="*/ 154684 w 2323592"/>
              <a:gd name="connsiteY9" fmla="*/ 26000 h 594531"/>
              <a:gd name="connsiteX0" fmla="*/ 13665 w 2182573"/>
              <a:gd name="connsiteY0" fmla="*/ 26000 h 594531"/>
              <a:gd name="connsiteX1" fmla="*/ 90567 w 2182573"/>
              <a:gd name="connsiteY1" fmla="*/ 0 h 594531"/>
              <a:gd name="connsiteX2" fmla="*/ 2165244 w 2182573"/>
              <a:gd name="connsiteY2" fmla="*/ 12386 h 594531"/>
              <a:gd name="connsiteX3" fmla="*/ 2182570 w 2182573"/>
              <a:gd name="connsiteY3" fmla="*/ 108912 h 594531"/>
              <a:gd name="connsiteX4" fmla="*/ 2165244 w 2182573"/>
              <a:gd name="connsiteY4" fmla="*/ 583886 h 594531"/>
              <a:gd name="connsiteX5" fmla="*/ 2073658 w 2182573"/>
              <a:gd name="connsiteY5" fmla="*/ 594474 h 594531"/>
              <a:gd name="connsiteX6" fmla="*/ 22741 w 2182573"/>
              <a:gd name="connsiteY6" fmla="*/ 583886 h 594531"/>
              <a:gd name="connsiteX7" fmla="*/ 17960 w 2182573"/>
              <a:gd name="connsiteY7" fmla="*/ 403879 h 594531"/>
              <a:gd name="connsiteX8" fmla="*/ 8884 w 2182573"/>
              <a:gd name="connsiteY8" fmla="*/ 235975 h 594531"/>
              <a:gd name="connsiteX9" fmla="*/ 13665 w 2182573"/>
              <a:gd name="connsiteY9" fmla="*/ 26000 h 594531"/>
              <a:gd name="connsiteX0" fmla="*/ 13665 w 2202120"/>
              <a:gd name="connsiteY0" fmla="*/ 26000 h 594531"/>
              <a:gd name="connsiteX1" fmla="*/ 90567 w 2202120"/>
              <a:gd name="connsiteY1" fmla="*/ 0 h 594531"/>
              <a:gd name="connsiteX2" fmla="*/ 2165244 w 2202120"/>
              <a:gd name="connsiteY2" fmla="*/ 12386 h 594531"/>
              <a:gd name="connsiteX3" fmla="*/ 2182570 w 2202120"/>
              <a:gd name="connsiteY3" fmla="*/ 108912 h 594531"/>
              <a:gd name="connsiteX4" fmla="*/ 2192471 w 2202120"/>
              <a:gd name="connsiteY4" fmla="*/ 583886 h 594531"/>
              <a:gd name="connsiteX5" fmla="*/ 2073658 w 2202120"/>
              <a:gd name="connsiteY5" fmla="*/ 594474 h 594531"/>
              <a:gd name="connsiteX6" fmla="*/ 22741 w 2202120"/>
              <a:gd name="connsiteY6" fmla="*/ 583886 h 594531"/>
              <a:gd name="connsiteX7" fmla="*/ 17960 w 2202120"/>
              <a:gd name="connsiteY7" fmla="*/ 403879 h 594531"/>
              <a:gd name="connsiteX8" fmla="*/ 8884 w 2202120"/>
              <a:gd name="connsiteY8" fmla="*/ 235975 h 594531"/>
              <a:gd name="connsiteX9" fmla="*/ 13665 w 2202120"/>
              <a:gd name="connsiteY9" fmla="*/ 26000 h 594531"/>
              <a:gd name="connsiteX0" fmla="*/ 13665 w 2202036"/>
              <a:gd name="connsiteY0" fmla="*/ 26000 h 594531"/>
              <a:gd name="connsiteX1" fmla="*/ 90567 w 2202036"/>
              <a:gd name="connsiteY1" fmla="*/ 0 h 594531"/>
              <a:gd name="connsiteX2" fmla="*/ 2165244 w 2202036"/>
              <a:gd name="connsiteY2" fmla="*/ 12386 h 594531"/>
              <a:gd name="connsiteX3" fmla="*/ 2182570 w 2202036"/>
              <a:gd name="connsiteY3" fmla="*/ 108912 h 594531"/>
              <a:gd name="connsiteX4" fmla="*/ 2191645 w 2202036"/>
              <a:gd name="connsiteY4" fmla="*/ 422031 h 594531"/>
              <a:gd name="connsiteX5" fmla="*/ 2192471 w 2202036"/>
              <a:gd name="connsiteY5" fmla="*/ 583886 h 594531"/>
              <a:gd name="connsiteX6" fmla="*/ 2073658 w 2202036"/>
              <a:gd name="connsiteY6" fmla="*/ 594474 h 594531"/>
              <a:gd name="connsiteX7" fmla="*/ 22741 w 2202036"/>
              <a:gd name="connsiteY7" fmla="*/ 583886 h 594531"/>
              <a:gd name="connsiteX8" fmla="*/ 17960 w 2202036"/>
              <a:gd name="connsiteY8" fmla="*/ 403879 h 594531"/>
              <a:gd name="connsiteX9" fmla="*/ 8884 w 2202036"/>
              <a:gd name="connsiteY9" fmla="*/ 235975 h 594531"/>
              <a:gd name="connsiteX10" fmla="*/ 13665 w 2202036"/>
              <a:gd name="connsiteY10" fmla="*/ 26000 h 594531"/>
              <a:gd name="connsiteX0" fmla="*/ 142254 w 2330625"/>
              <a:gd name="connsiteY0" fmla="*/ 26000 h 594531"/>
              <a:gd name="connsiteX1" fmla="*/ 219156 w 2330625"/>
              <a:gd name="connsiteY1" fmla="*/ 0 h 594531"/>
              <a:gd name="connsiteX2" fmla="*/ 2293833 w 2330625"/>
              <a:gd name="connsiteY2" fmla="*/ 12386 h 594531"/>
              <a:gd name="connsiteX3" fmla="*/ 2311159 w 2330625"/>
              <a:gd name="connsiteY3" fmla="*/ 108912 h 594531"/>
              <a:gd name="connsiteX4" fmla="*/ 2320234 w 2330625"/>
              <a:gd name="connsiteY4" fmla="*/ 422031 h 594531"/>
              <a:gd name="connsiteX5" fmla="*/ 2321060 w 2330625"/>
              <a:gd name="connsiteY5" fmla="*/ 583886 h 594531"/>
              <a:gd name="connsiteX6" fmla="*/ 2202247 w 2330625"/>
              <a:gd name="connsiteY6" fmla="*/ 594474 h 594531"/>
              <a:gd name="connsiteX7" fmla="*/ 151330 w 2330625"/>
              <a:gd name="connsiteY7" fmla="*/ 583886 h 594531"/>
              <a:gd name="connsiteX8" fmla="*/ 155624 w 2330625"/>
              <a:gd name="connsiteY8" fmla="*/ 512790 h 594531"/>
              <a:gd name="connsiteX9" fmla="*/ 146549 w 2330625"/>
              <a:gd name="connsiteY9" fmla="*/ 403879 h 594531"/>
              <a:gd name="connsiteX10" fmla="*/ 137473 w 2330625"/>
              <a:gd name="connsiteY10" fmla="*/ 235975 h 594531"/>
              <a:gd name="connsiteX11" fmla="*/ 142254 w 2330625"/>
              <a:gd name="connsiteY11" fmla="*/ 26000 h 594531"/>
              <a:gd name="connsiteX0" fmla="*/ 13413 w 2201784"/>
              <a:gd name="connsiteY0" fmla="*/ 26000 h 594531"/>
              <a:gd name="connsiteX1" fmla="*/ 90315 w 2201784"/>
              <a:gd name="connsiteY1" fmla="*/ 0 h 594531"/>
              <a:gd name="connsiteX2" fmla="*/ 2164992 w 2201784"/>
              <a:gd name="connsiteY2" fmla="*/ 12386 h 594531"/>
              <a:gd name="connsiteX3" fmla="*/ 2182318 w 2201784"/>
              <a:gd name="connsiteY3" fmla="*/ 108912 h 594531"/>
              <a:gd name="connsiteX4" fmla="*/ 2191393 w 2201784"/>
              <a:gd name="connsiteY4" fmla="*/ 422031 h 594531"/>
              <a:gd name="connsiteX5" fmla="*/ 2192219 w 2201784"/>
              <a:gd name="connsiteY5" fmla="*/ 583886 h 594531"/>
              <a:gd name="connsiteX6" fmla="*/ 2073406 w 2201784"/>
              <a:gd name="connsiteY6" fmla="*/ 594474 h 594531"/>
              <a:gd name="connsiteX7" fmla="*/ 22489 w 2201784"/>
              <a:gd name="connsiteY7" fmla="*/ 583886 h 594531"/>
              <a:gd name="connsiteX8" fmla="*/ 26783 w 2201784"/>
              <a:gd name="connsiteY8" fmla="*/ 512790 h 594531"/>
              <a:gd name="connsiteX9" fmla="*/ 17708 w 2201784"/>
              <a:gd name="connsiteY9" fmla="*/ 403879 h 594531"/>
              <a:gd name="connsiteX10" fmla="*/ 8632 w 2201784"/>
              <a:gd name="connsiteY10" fmla="*/ 235975 h 594531"/>
              <a:gd name="connsiteX11" fmla="*/ 13413 w 2201784"/>
              <a:gd name="connsiteY11" fmla="*/ 26000 h 5945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201784" h="594531">
                <a:moveTo>
                  <a:pt x="13413" y="26000"/>
                </a:moveTo>
                <a:cubicBezTo>
                  <a:pt x="37534" y="24897"/>
                  <a:pt x="66194" y="1103"/>
                  <a:pt x="90315" y="0"/>
                </a:cubicBezTo>
                <a:lnTo>
                  <a:pt x="2164992" y="12386"/>
                </a:lnTo>
                <a:cubicBezTo>
                  <a:pt x="2164717" y="43049"/>
                  <a:pt x="2182593" y="78249"/>
                  <a:pt x="2182318" y="108912"/>
                </a:cubicBezTo>
                <a:cubicBezTo>
                  <a:pt x="2188231" y="177186"/>
                  <a:pt x="2189743" y="342869"/>
                  <a:pt x="2191393" y="422031"/>
                </a:cubicBezTo>
                <a:cubicBezTo>
                  <a:pt x="2193043" y="501193"/>
                  <a:pt x="2213396" y="555146"/>
                  <a:pt x="2192219" y="583886"/>
                </a:cubicBezTo>
                <a:cubicBezTo>
                  <a:pt x="2172279" y="582877"/>
                  <a:pt x="2093346" y="595483"/>
                  <a:pt x="2073406" y="594474"/>
                </a:cubicBezTo>
                <a:lnTo>
                  <a:pt x="22489" y="583886"/>
                </a:lnTo>
                <a:cubicBezTo>
                  <a:pt x="5849" y="592962"/>
                  <a:pt x="27580" y="542791"/>
                  <a:pt x="26783" y="512790"/>
                </a:cubicBezTo>
                <a:cubicBezTo>
                  <a:pt x="25986" y="482789"/>
                  <a:pt x="18464" y="450015"/>
                  <a:pt x="17708" y="403879"/>
                </a:cubicBezTo>
                <a:cubicBezTo>
                  <a:pt x="16952" y="357743"/>
                  <a:pt x="-14855" y="308787"/>
                  <a:pt x="8632" y="235975"/>
                </a:cubicBezTo>
                <a:cubicBezTo>
                  <a:pt x="7119" y="142994"/>
                  <a:pt x="-201" y="65329"/>
                  <a:pt x="13413" y="26000"/>
                </a:cubicBezTo>
                <a:close/>
              </a:path>
            </a:pathLst>
          </a:custGeom>
          <a:solidFill>
            <a:srgbClr val="D9D4D0">
              <a:alpha val="60000"/>
            </a:srgbClr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E5D094C8-8E28-1A7B-9885-3C0BA57555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89319" y="2757325"/>
            <a:ext cx="4458446" cy="3029324"/>
          </a:xfrm>
        </p:spPr>
        <p:txBody>
          <a:bodyPr anchor="ctr">
            <a:normAutofit fontScale="92500" lnSpcReduction="20000"/>
          </a:bodyPr>
          <a:lstStyle/>
          <a:p>
            <a:r>
              <a:rPr lang="cs-CZ" sz="2800" dirty="0"/>
              <a:t>Řecký matematik, fyzik, filozof, vynálezce a astronom</a:t>
            </a:r>
          </a:p>
          <a:p>
            <a:r>
              <a:rPr lang="cs-CZ" sz="2800" dirty="0"/>
              <a:t>Zabýval se metodou výpočtu délky kružnice a odhalil číslo </a:t>
            </a:r>
            <a:r>
              <a:rPr lang="el-GR" sz="2800" dirty="0"/>
              <a:t>π</a:t>
            </a:r>
            <a:r>
              <a:rPr lang="cs-CZ" sz="2800" dirty="0"/>
              <a:t>, principy jednoduchých strojů, hydrostatikou…</a:t>
            </a:r>
          </a:p>
        </p:txBody>
      </p:sp>
      <p:sp>
        <p:nvSpPr>
          <p:cNvPr id="5" name="Obdélník: se zakulacenými horními rohy 4">
            <a:extLst>
              <a:ext uri="{FF2B5EF4-FFF2-40B4-BE49-F238E27FC236}">
                <a16:creationId xmlns:a16="http://schemas.microsoft.com/office/drawing/2014/main" id="{92239F72-297B-C035-E846-99C44FEE5759}"/>
              </a:ext>
            </a:extLst>
          </p:cNvPr>
          <p:cNvSpPr/>
          <p:nvPr/>
        </p:nvSpPr>
        <p:spPr>
          <a:xfrm rot="10800000" flipV="1">
            <a:off x="4124228" y="6123367"/>
            <a:ext cx="3943545" cy="734633"/>
          </a:xfrm>
          <a:prstGeom prst="round2SameRect">
            <a:avLst>
              <a:gd name="adj1" fmla="val 21951"/>
              <a:gd name="adj2" fmla="val 0"/>
            </a:avLst>
          </a:prstGeom>
          <a:solidFill>
            <a:schemeClr val="bg1">
              <a:lumMod val="65000"/>
              <a:lumOff val="35000"/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dirty="0"/>
              <a:t>Archimédes běhal zcela nahý syrakuskými ulicemi a volal „Heuréka!“</a:t>
            </a:r>
          </a:p>
        </p:txBody>
      </p:sp>
    </p:spTree>
    <p:extLst>
      <p:ext uri="{BB962C8B-B14F-4D97-AF65-F5344CB8AC3E}">
        <p14:creationId xmlns:p14="http://schemas.microsoft.com/office/powerpoint/2010/main" val="16232569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4" grpId="0"/>
      <p:bldP spid="5" grpId="0" uiExpand="1" build="p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ABED2EC9-622F-FB06-5E40-5AE9A45E5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Nadpis 6">
            <a:extLst>
              <a:ext uri="{FF2B5EF4-FFF2-40B4-BE49-F238E27FC236}">
                <a16:creationId xmlns:a16="http://schemas.microsoft.com/office/drawing/2014/main" id="{3798E183-41B4-4B94-C5D7-11950DA8C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879" y="609600"/>
            <a:ext cx="9810604" cy="1216024"/>
          </a:xfrm>
        </p:spPr>
        <p:txBody>
          <a:bodyPr>
            <a:normAutofit/>
          </a:bodyPr>
          <a:lstStyle/>
          <a:p>
            <a:r>
              <a:rPr lang="cs-CZ" sz="3600" dirty="0"/>
              <a:t>Přehled dějin věd - Středověk</a:t>
            </a:r>
          </a:p>
        </p:txBody>
      </p:sp>
      <p:graphicFrame>
        <p:nvGraphicFramePr>
          <p:cNvPr id="10" name="Zástupný obsah 7">
            <a:extLst>
              <a:ext uri="{FF2B5EF4-FFF2-40B4-BE49-F238E27FC236}">
                <a16:creationId xmlns:a16="http://schemas.microsoft.com/office/drawing/2014/main" id="{8FE490D3-EE56-A7A6-AAD5-4A3D23567FA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02693536"/>
              </p:ext>
            </p:extLst>
          </p:nvPr>
        </p:nvGraphicFramePr>
        <p:xfrm>
          <a:off x="1050879" y="1825624"/>
          <a:ext cx="9810604" cy="442875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3915206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E202E617-D1EF-4670-8C6D-66748AD874A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>
                                            <p:graphicEl>
                                              <a:dgm id="{E202E617-D1EF-4670-8C6D-66748AD874A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6EC9FF39-E44B-45DB-A421-6227F68FC02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">
                                            <p:graphicEl>
                                              <a:dgm id="{6EC9FF39-E44B-45DB-A421-6227F68FC021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401F9DFF-E669-48F6-AA88-436D234221D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>
                                            <p:graphicEl>
                                              <a:dgm id="{401F9DFF-E669-48F6-AA88-436D234221D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7C3E75BE-1614-4A2A-B7A2-7B683F843AA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>
                                            <p:graphicEl>
                                              <a:dgm id="{7C3E75BE-1614-4A2A-B7A2-7B683F843AA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9DEB4E81-0FF0-4A09-B589-3F4B62A39AE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">
                                            <p:graphicEl>
                                              <a:dgm id="{9DEB4E81-0FF0-4A09-B589-3F4B62A39AE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F1ABD015-0C65-4A5E-AE30-DD2ED05E200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>
                                            <p:graphicEl>
                                              <a:dgm id="{F1ABD015-0C65-4A5E-AE30-DD2ED05E200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10395B3A-C8C3-4C3F-9A4C-93CB5221EC1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">
                                            <p:graphicEl>
                                              <a:dgm id="{10395B3A-C8C3-4C3F-9A4C-93CB5221EC1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EC435043-804E-41CD-9DF2-6B3B3200FAB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0">
                                            <p:graphicEl>
                                              <a:dgm id="{EC435043-804E-41CD-9DF2-6B3B3200FAB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A5E66F08-CAC7-41D9-B921-499022718D7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0">
                                            <p:graphicEl>
                                              <a:dgm id="{A5E66F08-CAC7-41D9-B921-499022718D7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FD2310FB-0AAA-49AB-BA9C-0C2DA53A7B4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0">
                                            <p:graphicEl>
                                              <a:dgm id="{FD2310FB-0AAA-49AB-BA9C-0C2DA53A7B4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Graphic spid="10" grpId="0" uiExpand="1">
        <p:bldSub>
          <a:bldDgm bld="one"/>
        </p:bldSub>
      </p:bldGraphic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4C0E6920-B889-660D-4F0B-FEF6B6250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Nadpis 6">
            <a:extLst>
              <a:ext uri="{FF2B5EF4-FFF2-40B4-BE49-F238E27FC236}">
                <a16:creationId xmlns:a16="http://schemas.microsoft.com/office/drawing/2014/main" id="{B47DF9A2-E17B-3181-2C6D-B808D4F013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879" y="609600"/>
            <a:ext cx="9810604" cy="1216024"/>
          </a:xfrm>
        </p:spPr>
        <p:txBody>
          <a:bodyPr>
            <a:normAutofit/>
          </a:bodyPr>
          <a:lstStyle/>
          <a:p>
            <a:r>
              <a:rPr lang="cs-CZ" sz="3600" dirty="0"/>
              <a:t>Přehled dějin věd - Renesance</a:t>
            </a:r>
          </a:p>
        </p:txBody>
      </p:sp>
      <p:graphicFrame>
        <p:nvGraphicFramePr>
          <p:cNvPr id="10" name="Zástupný obsah 7">
            <a:extLst>
              <a:ext uri="{FF2B5EF4-FFF2-40B4-BE49-F238E27FC236}">
                <a16:creationId xmlns:a16="http://schemas.microsoft.com/office/drawing/2014/main" id="{E5EBAAA7-CFCE-4BE1-4CAA-A213FF9AC1E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4318542"/>
              </p:ext>
            </p:extLst>
          </p:nvPr>
        </p:nvGraphicFramePr>
        <p:xfrm>
          <a:off x="1050879" y="1825624"/>
          <a:ext cx="9810604" cy="442875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2053223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E202E617-D1EF-4670-8C6D-66748AD874A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>
                                            <p:graphicEl>
                                              <a:dgm id="{E202E617-D1EF-4670-8C6D-66748AD874A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6EC9FF39-E44B-45DB-A421-6227F68FC02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">
                                            <p:graphicEl>
                                              <a:dgm id="{6EC9FF39-E44B-45DB-A421-6227F68FC021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2686216A-90C1-4735-A5EC-5AFF89EEC7A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>
                                            <p:graphicEl>
                                              <a:dgm id="{2686216A-90C1-4735-A5EC-5AFF89EEC7A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192BDDFB-3D28-45BE-8917-460CF77D775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>
                                            <p:graphicEl>
                                              <a:dgm id="{192BDDFB-3D28-45BE-8917-460CF77D775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0C180EAB-8EEF-4135-9485-C356E741582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">
                                            <p:graphicEl>
                                              <a:dgm id="{0C180EAB-8EEF-4135-9485-C356E741582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0028F7B8-7339-47B7-B90C-E12F323B2C7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>
                                            <p:graphicEl>
                                              <a:dgm id="{0028F7B8-7339-47B7-B90C-E12F323B2C7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4E46047F-1D2D-442C-8B3F-8FD34C97627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">
                                            <p:graphicEl>
                                              <a:dgm id="{4E46047F-1D2D-442C-8B3F-8FD34C976271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95DB0507-A0DA-427C-9163-2928071A067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0">
                                            <p:graphicEl>
                                              <a:dgm id="{95DB0507-A0DA-427C-9163-2928071A067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F82FAABC-0634-4D6E-9426-38260193C5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0">
                                            <p:graphicEl>
                                              <a:dgm id="{F82FAABC-0634-4D6E-9426-38260193C5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CA9C2F04-BE56-42E9-9111-6DB5B3AF1F0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0">
                                            <p:graphicEl>
                                              <a:dgm id="{CA9C2F04-BE56-42E9-9111-6DB5B3AF1F0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4F5C295C-902D-4BAB-BF16-A0AAEEECAEE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0">
                                            <p:graphicEl>
                                              <a:dgm id="{4F5C295C-902D-4BAB-BF16-A0AAEEECAEE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8A1DAC3C-F077-425F-8FE2-4F5F8FAE3C7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0">
                                            <p:graphicEl>
                                              <a:dgm id="{8A1DAC3C-F077-425F-8FE2-4F5F8FAE3C7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Graphic spid="10" grpId="0" uiExpand="1">
        <p:bldSub>
          <a:bldDgm bld="one"/>
        </p:bldSub>
      </p:bldGraphic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18576CB9-D475-7A4D-8CB2-15A01AE54A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Nadpis 6">
            <a:extLst>
              <a:ext uri="{FF2B5EF4-FFF2-40B4-BE49-F238E27FC236}">
                <a16:creationId xmlns:a16="http://schemas.microsoft.com/office/drawing/2014/main" id="{229874F8-E2E2-ADB1-20E8-E2959959C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879" y="609600"/>
            <a:ext cx="9810604" cy="1216024"/>
          </a:xfrm>
        </p:spPr>
        <p:txBody>
          <a:bodyPr>
            <a:normAutofit fontScale="90000"/>
          </a:bodyPr>
          <a:lstStyle/>
          <a:p>
            <a:r>
              <a:rPr lang="cs-CZ" sz="3600" dirty="0"/>
              <a:t>Přehled dějin věd – Vědecká revoluce</a:t>
            </a:r>
          </a:p>
        </p:txBody>
      </p:sp>
      <p:graphicFrame>
        <p:nvGraphicFramePr>
          <p:cNvPr id="10" name="Zástupný obsah 7">
            <a:extLst>
              <a:ext uri="{FF2B5EF4-FFF2-40B4-BE49-F238E27FC236}">
                <a16:creationId xmlns:a16="http://schemas.microsoft.com/office/drawing/2014/main" id="{A4EC531B-7C46-ABAF-D0C6-78AB7E3C74C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60737263"/>
              </p:ext>
            </p:extLst>
          </p:nvPr>
        </p:nvGraphicFramePr>
        <p:xfrm>
          <a:off x="1050879" y="1825624"/>
          <a:ext cx="9810604" cy="442875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pSp>
        <p:nvGrpSpPr>
          <p:cNvPr id="4" name="Skupina 3">
            <a:extLst>
              <a:ext uri="{FF2B5EF4-FFF2-40B4-BE49-F238E27FC236}">
                <a16:creationId xmlns:a16="http://schemas.microsoft.com/office/drawing/2014/main" id="{C38D1FBA-7FC8-1C87-0F5D-23E02F37B597}"/>
              </a:ext>
            </a:extLst>
          </p:cNvPr>
          <p:cNvGrpSpPr/>
          <p:nvPr/>
        </p:nvGrpSpPr>
        <p:grpSpPr>
          <a:xfrm>
            <a:off x="4106521" y="1304544"/>
            <a:ext cx="6754962" cy="4943856"/>
            <a:chOff x="4106521" y="1304544"/>
            <a:chExt cx="6754962" cy="4943856"/>
          </a:xfrm>
        </p:grpSpPr>
        <p:sp>
          <p:nvSpPr>
            <p:cNvPr id="2" name="Obdélník 1">
              <a:extLst>
                <a:ext uri="{FF2B5EF4-FFF2-40B4-BE49-F238E27FC236}">
                  <a16:creationId xmlns:a16="http://schemas.microsoft.com/office/drawing/2014/main" id="{2B5C8E5F-72E6-8671-99EE-AC6C42D128E6}"/>
                </a:ext>
              </a:extLst>
            </p:cNvPr>
            <p:cNvSpPr/>
            <p:nvPr/>
          </p:nvSpPr>
          <p:spPr>
            <a:xfrm>
              <a:off x="7785980" y="5203125"/>
              <a:ext cx="543208" cy="1045275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 dirty="0"/>
            </a:p>
          </p:txBody>
        </p:sp>
        <p:grpSp>
          <p:nvGrpSpPr>
            <p:cNvPr id="11" name="Skupina 10">
              <a:extLst>
                <a:ext uri="{FF2B5EF4-FFF2-40B4-BE49-F238E27FC236}">
                  <a16:creationId xmlns:a16="http://schemas.microsoft.com/office/drawing/2014/main" id="{B07C0A1C-92D7-8D7D-4724-5C717A297EDE}"/>
                </a:ext>
              </a:extLst>
            </p:cNvPr>
            <p:cNvGrpSpPr/>
            <p:nvPr/>
          </p:nvGrpSpPr>
          <p:grpSpPr>
            <a:xfrm>
              <a:off x="4106521" y="1304544"/>
              <a:ext cx="6754962" cy="4943856"/>
              <a:chOff x="4106521" y="957072"/>
              <a:chExt cx="6754962" cy="4943856"/>
            </a:xfrm>
          </p:grpSpPr>
          <p:pic>
            <p:nvPicPr>
              <p:cNvPr id="3" name="Obrázek 2" descr="Obsah obrázku Lidská tvář, Lidské vousy, oblečení, obraz&#10;&#10;Popis byl vytvořen automaticky">
                <a:extLst>
                  <a:ext uri="{FF2B5EF4-FFF2-40B4-BE49-F238E27FC236}">
                    <a16:creationId xmlns:a16="http://schemas.microsoft.com/office/drawing/2014/main" id="{21FC7AD4-1842-1801-1FF5-EBD190A949B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106521" y="957072"/>
                <a:ext cx="3978958" cy="4943856"/>
              </a:xfrm>
              <a:prstGeom prst="rect">
                <a:avLst/>
              </a:prstGeom>
            </p:spPr>
          </p:pic>
          <p:sp>
            <p:nvSpPr>
              <p:cNvPr id="9" name="Obdélník: se zakulacenými rohy 8">
                <a:extLst>
                  <a:ext uri="{FF2B5EF4-FFF2-40B4-BE49-F238E27FC236}">
                    <a16:creationId xmlns:a16="http://schemas.microsoft.com/office/drawing/2014/main" id="{1E51864E-1145-7BB8-BC12-646BAE7071A1}"/>
                  </a:ext>
                </a:extLst>
              </p:cNvPr>
              <p:cNvSpPr/>
              <p:nvPr/>
            </p:nvSpPr>
            <p:spPr>
              <a:xfrm>
                <a:off x="8085479" y="4855653"/>
                <a:ext cx="2776004" cy="1045275"/>
              </a:xfrm>
              <a:prstGeom prst="roundRect">
                <a:avLst/>
              </a:prstGeom>
              <a:solidFill>
                <a:schemeClr val="bg1">
                  <a:lumMod val="85000"/>
                  <a:lumOff val="1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cs-CZ" dirty="0"/>
                  <a:t>Koperník, Gilbert, Galileo Galilei, Johannes Kepler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08210651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E202E617-D1EF-4670-8C6D-66748AD874A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>
                                            <p:graphicEl>
                                              <a:dgm id="{E202E617-D1EF-4670-8C6D-66748AD874A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6EC9FF39-E44B-45DB-A421-6227F68FC02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">
                                            <p:graphicEl>
                                              <a:dgm id="{6EC9FF39-E44B-45DB-A421-6227F68FC021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52EAB935-2614-4520-BDA0-1984BF7074D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>
                                            <p:graphicEl>
                                              <a:dgm id="{52EAB935-2614-4520-BDA0-1984BF7074D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03097933-A35C-4CC1-8BBE-D7A5C168588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>
                                            <p:graphicEl>
                                              <a:dgm id="{03097933-A35C-4CC1-8BBE-D7A5C168588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E3386834-8FB1-4D08-A2A9-8E801D92E09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">
                                            <p:graphicEl>
                                              <a:dgm id="{E3386834-8FB1-4D08-A2A9-8E801D92E09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D3DBEDFC-D159-4AF5-B363-85E7A79EB3D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>
                                            <p:graphicEl>
                                              <a:dgm id="{D3DBEDFC-D159-4AF5-B363-85E7A79EB3D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518AB593-CC26-469B-BAB5-70180DA2CD9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">
                                            <p:graphicEl>
                                              <a:dgm id="{518AB593-CC26-469B-BAB5-70180DA2CD91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16011C4F-114A-442C-A0A3-9AC9A5C1079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0">
                                            <p:graphicEl>
                                              <a:dgm id="{16011C4F-114A-442C-A0A3-9AC9A5C1079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4F6E2803-E431-411E-B4E8-D65F59C4B84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0">
                                            <p:graphicEl>
                                              <a:dgm id="{4F6E2803-E431-411E-B4E8-D65F59C4B84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D414D10A-E015-4070-BE35-AC88F876EF6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0">
                                            <p:graphicEl>
                                              <a:dgm id="{D414D10A-E015-4070-BE35-AC88F876EF6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58EAF835-396C-49CB-AAEA-B9BDE247930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0">
                                            <p:graphicEl>
                                              <a:dgm id="{58EAF835-396C-49CB-AAEA-B9BDE247930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4ACFC99A-8287-44CE-A09C-1300975C57C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0">
                                            <p:graphicEl>
                                              <a:dgm id="{4ACFC99A-8287-44CE-A09C-1300975C57C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2DC0F946-AEE0-4ABB-8E2A-D25071D0FCC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0">
                                            <p:graphicEl>
                                              <a:dgm id="{2DC0F946-AEE0-4ABB-8E2A-D25071D0FCC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218F8BE5-88CC-47E6-9A1C-A385936AE2C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0">
                                            <p:graphicEl>
                                              <a:dgm id="{218F8BE5-88CC-47E6-9A1C-A385936AE2C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" dur="500"/>
                                        <p:tgtEl>
                                          <p:spTgt spid="10">
                                            <p:graphicEl>
                                              <a:dgm id="{E202E617-D1EF-4670-8C6D-66748AD874A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E202E617-D1EF-4670-8C6D-66748AD874A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" dur="500"/>
                                        <p:tgtEl>
                                          <p:spTgt spid="10">
                                            <p:graphicEl>
                                              <a:dgm id="{6EC9FF39-E44B-45DB-A421-6227F68FC021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6EC9FF39-E44B-45DB-A421-6227F68FC02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4" dur="500"/>
                                        <p:tgtEl>
                                          <p:spTgt spid="10">
                                            <p:graphicEl>
                                              <a:dgm id="{52EAB935-2614-4520-BDA0-1984BF7074D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52EAB935-2614-4520-BDA0-1984BF7074D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500"/>
                                        <p:tgtEl>
                                          <p:spTgt spid="10">
                                            <p:graphicEl>
                                              <a:dgm id="{03097933-A35C-4CC1-8BBE-D7A5C168588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03097933-A35C-4CC1-8BBE-D7A5C168588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" dur="500"/>
                                        <p:tgtEl>
                                          <p:spTgt spid="10">
                                            <p:graphicEl>
                                              <a:dgm id="{E3386834-8FB1-4D08-A2A9-8E801D92E09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E3386834-8FB1-4D08-A2A9-8E801D92E09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" dur="500"/>
                                        <p:tgtEl>
                                          <p:spTgt spid="10">
                                            <p:graphicEl>
                                              <a:dgm id="{D3DBEDFC-D159-4AF5-B363-85E7A79EB3D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D3DBEDFC-D159-4AF5-B363-85E7A79EB3D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6" dur="500"/>
                                        <p:tgtEl>
                                          <p:spTgt spid="10">
                                            <p:graphicEl>
                                              <a:dgm id="{518AB593-CC26-469B-BAB5-70180DA2CD91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518AB593-CC26-469B-BAB5-70180DA2CD9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" dur="500"/>
                                        <p:tgtEl>
                                          <p:spTgt spid="10">
                                            <p:graphicEl>
                                              <a:dgm id="{16011C4F-114A-442C-A0A3-9AC9A5C1079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16011C4F-114A-442C-A0A3-9AC9A5C1079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2" dur="500"/>
                                        <p:tgtEl>
                                          <p:spTgt spid="10">
                                            <p:graphicEl>
                                              <a:dgm id="{4F6E2803-E431-411E-B4E8-D65F59C4B84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4F6E2803-E431-411E-B4E8-D65F59C4B84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" dur="500"/>
                                        <p:tgtEl>
                                          <p:spTgt spid="10">
                                            <p:graphicEl>
                                              <a:dgm id="{D414D10A-E015-4070-BE35-AC88F876EF6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D414D10A-E015-4070-BE35-AC88F876EF6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8" dur="500"/>
                                        <p:tgtEl>
                                          <p:spTgt spid="10">
                                            <p:graphicEl>
                                              <a:dgm id="{58EAF835-396C-49CB-AAEA-B9BDE247930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58EAF835-396C-49CB-AAEA-B9BDE247930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500"/>
                                        <p:tgtEl>
                                          <p:spTgt spid="10">
                                            <p:graphicEl>
                                              <a:dgm id="{4ACFC99A-8287-44CE-A09C-1300975C57C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4ACFC99A-8287-44CE-A09C-1300975C57C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4" dur="500"/>
                                        <p:tgtEl>
                                          <p:spTgt spid="10">
                                            <p:graphicEl>
                                              <a:dgm id="{2DC0F946-AEE0-4ABB-8E2A-D25071D0FCC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2DC0F946-AEE0-4ABB-8E2A-D25071D0FCC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7" dur="500"/>
                                        <p:tgtEl>
                                          <p:spTgt spid="10">
                                            <p:graphicEl>
                                              <a:dgm id="{218F8BE5-88CC-47E6-9A1C-A385936AE2C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218F8BE5-88CC-47E6-9A1C-A385936AE2C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Graphic spid="10" grpId="0" uiExpand="1">
        <p:bldSub>
          <a:bldDgm bld="one"/>
        </p:bldSub>
      </p:bldGraphic>
      <p:bldGraphic spid="10" grpId="1" uiExpand="1">
        <p:bldSub>
          <a:bldDgm bld="one"/>
        </p:bldSub>
      </p:bldGraphic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4C0E6920-B889-660D-4F0B-FEF6B6250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Nadpis 6">
            <a:extLst>
              <a:ext uri="{FF2B5EF4-FFF2-40B4-BE49-F238E27FC236}">
                <a16:creationId xmlns:a16="http://schemas.microsoft.com/office/drawing/2014/main" id="{B47DF9A2-E17B-3181-2C6D-B808D4F013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879" y="609600"/>
            <a:ext cx="9810604" cy="1216024"/>
          </a:xfrm>
        </p:spPr>
        <p:txBody>
          <a:bodyPr>
            <a:normAutofit/>
          </a:bodyPr>
          <a:lstStyle/>
          <a:p>
            <a:r>
              <a:rPr lang="cs-CZ" sz="3600" dirty="0"/>
              <a:t>Přehled dějin věd - Novověk</a:t>
            </a:r>
          </a:p>
        </p:txBody>
      </p:sp>
      <p:graphicFrame>
        <p:nvGraphicFramePr>
          <p:cNvPr id="10" name="Zástupný obsah 7">
            <a:extLst>
              <a:ext uri="{FF2B5EF4-FFF2-40B4-BE49-F238E27FC236}">
                <a16:creationId xmlns:a16="http://schemas.microsoft.com/office/drawing/2014/main" id="{E5EBAAA7-CFCE-4BE1-4CAA-A213FF9AC1E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1050948"/>
              </p:ext>
            </p:extLst>
          </p:nvPr>
        </p:nvGraphicFramePr>
        <p:xfrm>
          <a:off x="1050879" y="1825624"/>
          <a:ext cx="9810604" cy="442875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5546601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E202E617-D1EF-4670-8C6D-66748AD874A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>
                                            <p:graphicEl>
                                              <a:dgm id="{E202E617-D1EF-4670-8C6D-66748AD874A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6EC9FF39-E44B-45DB-A421-6227F68FC02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">
                                            <p:graphicEl>
                                              <a:dgm id="{6EC9FF39-E44B-45DB-A421-6227F68FC021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631D4932-1221-4249-9D4E-0ADF76FBFB2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>
                                            <p:graphicEl>
                                              <a:dgm id="{631D4932-1221-4249-9D4E-0ADF76FBFB2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7F611872-635D-4B4F-BCF7-CB12414FBBB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>
                                            <p:graphicEl>
                                              <a:dgm id="{7F611872-635D-4B4F-BCF7-CB12414FBBB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70CC12A6-E463-4145-9153-BADEE4B554A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">
                                            <p:graphicEl>
                                              <a:dgm id="{70CC12A6-E463-4145-9153-BADEE4B554A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062659CB-C1C6-4310-B9F0-B1953D2F11C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>
                                            <p:graphicEl>
                                              <a:dgm id="{062659CB-C1C6-4310-B9F0-B1953D2F11C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D6E66AA5-CB46-451A-83A2-E4E54A4E469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">
                                            <p:graphicEl>
                                              <a:dgm id="{D6E66AA5-CB46-451A-83A2-E4E54A4E469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2DCDF938-1947-4B85-94CE-D360A15B7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0">
                                            <p:graphicEl>
                                              <a:dgm id="{2DCDF938-1947-4B85-94CE-D360A15B7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Graphic spid="10" grpId="0" uiExpand="1">
        <p:bldSub>
          <a:bldDgm bld="one"/>
        </p:bldSub>
      </p:bldGraphic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4C0E6920-B889-660D-4F0B-FEF6B6250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Nadpis 6">
            <a:extLst>
              <a:ext uri="{FF2B5EF4-FFF2-40B4-BE49-F238E27FC236}">
                <a16:creationId xmlns:a16="http://schemas.microsoft.com/office/drawing/2014/main" id="{B47DF9A2-E17B-3181-2C6D-B808D4F013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879" y="609600"/>
            <a:ext cx="9810604" cy="1216024"/>
          </a:xfrm>
        </p:spPr>
        <p:txBody>
          <a:bodyPr>
            <a:normAutofit/>
          </a:bodyPr>
          <a:lstStyle/>
          <a:p>
            <a:r>
              <a:rPr lang="cs-CZ" sz="3600" dirty="0"/>
              <a:t>Přehled dějin věd - Novověk</a:t>
            </a:r>
          </a:p>
        </p:txBody>
      </p:sp>
      <p:graphicFrame>
        <p:nvGraphicFramePr>
          <p:cNvPr id="10" name="Zástupný obsah 7">
            <a:extLst>
              <a:ext uri="{FF2B5EF4-FFF2-40B4-BE49-F238E27FC236}">
                <a16:creationId xmlns:a16="http://schemas.microsoft.com/office/drawing/2014/main" id="{E5EBAAA7-CFCE-4BE1-4CAA-A213FF9AC1E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84441515"/>
              </p:ext>
            </p:extLst>
          </p:nvPr>
        </p:nvGraphicFramePr>
        <p:xfrm>
          <a:off x="1050879" y="1825624"/>
          <a:ext cx="9810604" cy="442875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3" name="Obrázek 2" descr="Obsah obrázku lebka, kost, interiér, savec&#10;&#10;Popis byl vytvořen automaticky">
            <a:extLst>
              <a:ext uri="{FF2B5EF4-FFF2-40B4-BE49-F238E27FC236}">
                <a16:creationId xmlns:a16="http://schemas.microsoft.com/office/drawing/2014/main" id="{0CCC4ED6-2C4E-63EF-F620-A1BB994A113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8103" b="99865" l="0" r="89970">
                        <a14:foregroundMark x1="49747" y1="10061" x2="38197" y2="7157"/>
                        <a14:foregroundMark x1="38197" y1="7157" x2="32320" y2="9318"/>
                        <a14:foregroundMark x1="32320" y1="9318" x2="46150" y2="8170"/>
                        <a14:foregroundMark x1="51621" y1="56786" x2="49443" y2="66374"/>
                        <a14:foregroundMark x1="49443" y1="66374" x2="49645" y2="69953"/>
                        <a14:foregroundMark x1="45086" y1="80891" x2="52938" y2="86496"/>
                        <a14:foregroundMark x1="52938" y1="86496" x2="57649" y2="95071"/>
                        <a14:foregroundMark x1="57649" y1="95071" x2="58359" y2="99932"/>
                        <a14:foregroundMark x1="7271" y1="77659" x2="4859" y2="76466"/>
                        <a14:foregroundMark x1="5471" y1="76570" x2="203" y2="76907"/>
                        <a14:foregroundMark x1="203" y1="76907" x2="101" y2="77110"/>
                        <a14:foregroundMark x1="507" y1="75625" x2="5336" y2="76367"/>
                        <a14:foregroundMark x1="6567" y1="75944" x2="16959" y2="69505"/>
                        <a14:foregroundMark x1="17325" y1="69278" x2="20031" y2="69702"/>
                        <a14:foregroundMark x1="5034" y1="74811" x2="1418" y2="75760"/>
                        <a14:foregroundMark x1="5167" y1="76840" x2="5167" y2="75052"/>
                        <a14:foregroundMark x1="2280" y1="76840" x2="0" y2="76570"/>
                        <a14:foregroundMark x1="5293" y1="76533" x2="5471" y2="77245"/>
                        <a14:foregroundMark x1="4762" y1="80891" x2="6177" y2="76209"/>
                        <a14:foregroundMark x1="7092" y1="75548" x2="3394" y2="74477"/>
                        <a14:foregroundMark x1="9220" y1="76165" x2="6378" y2="75342"/>
                        <a14:backgroundMark x1="13070" y1="70898" x2="11373" y2="72176"/>
                        <a14:backgroundMark x1="2280" y1="73396" x2="9524" y2="62323"/>
                        <a14:backgroundMark x1="21226" y1="68265" x2="16768" y2="69142"/>
                        <a14:backgroundMark x1="20213" y1="69413" x2="20719" y2="69683"/>
                        <a14:backgroundMark x1="21884" y1="69413" x2="20821" y2="70223"/>
                        <a14:backgroundMark x1="20314" y1="69683" x2="19605" y2="69683"/>
                        <a14:backgroundMark x1="6180" y1="76300" x2="5572" y2="73937"/>
                        <a14:backgroundMark x1="6636" y1="76165" x2="5978" y2="75219"/>
                        <a14:backgroundMark x1="6839" y1="75625" x2="6332" y2="75625"/>
                        <a14:backgroundMark x1="6180" y1="74747" x2="6738" y2="75354"/>
                        <a14:backgroundMark x1="5572" y1="75017" x2="6079" y2="75760"/>
                        <a14:backgroundMark x1="6636" y1="75490" x2="4661" y2="73801"/>
                        <a14:backgroundMark x1="4559" y1="73261" x2="5572" y2="74072"/>
                        <a14:backgroundMark x1="54103" y1="98717" x2="50405" y2="98244"/>
                        <a14:backgroundMark x1="44681" y1="98379" x2="43516" y2="999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4885" r="41300"/>
          <a:stretch/>
        </p:blipFill>
        <p:spPr>
          <a:xfrm flipH="1" flipV="1">
            <a:off x="9371382" y="0"/>
            <a:ext cx="2820616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71438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E202E617-D1EF-4670-8C6D-66748AD874A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>
                                            <p:graphicEl>
                                              <a:dgm id="{E202E617-D1EF-4670-8C6D-66748AD874A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6EC9FF39-E44B-45DB-A421-6227F68FC02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">
                                            <p:graphicEl>
                                              <a:dgm id="{6EC9FF39-E44B-45DB-A421-6227F68FC021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DF4779BF-1E43-4101-AAD9-75E7716E930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>
                                            <p:graphicEl>
                                              <a:dgm id="{DF4779BF-1E43-4101-AAD9-75E7716E930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2AA1290A-9EEC-40CB-A5DE-9AB47C7EF19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>
                                            <p:graphicEl>
                                              <a:dgm id="{2AA1290A-9EEC-40CB-A5DE-9AB47C7EF19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159D40A4-CE11-43FE-AE7B-31528B13619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">
                                            <p:graphicEl>
                                              <a:dgm id="{159D40A4-CE11-43FE-AE7B-31528B13619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7AAFBB20-85C7-4931-B1E2-5CB7B3C7127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>
                                            <p:graphicEl>
                                              <a:dgm id="{7AAFBB20-85C7-4931-B1E2-5CB7B3C7127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1BB68C43-D8E8-4B89-9FA1-E9C0F559F82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">
                                            <p:graphicEl>
                                              <a:dgm id="{1BB68C43-D8E8-4B89-9FA1-E9C0F559F82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945AFEF3-8C0A-43DC-8648-A2E6051AE7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0">
                                            <p:graphicEl>
                                              <a:dgm id="{945AFEF3-8C0A-43DC-8648-A2E6051AE7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4E4EDE57-2552-434E-A7B0-6EA530C960E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0">
                                            <p:graphicEl>
                                              <a:dgm id="{4E4EDE57-2552-434E-A7B0-6EA530C960E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C73334D1-0421-47DD-BF0A-1C1312E93F3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0">
                                            <p:graphicEl>
                                              <a:dgm id="{C73334D1-0421-47DD-BF0A-1C1312E93F31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250"/>
                            </p:stCondLst>
                            <p:childTnLst>
                              <p:par>
                                <p:cTn id="50" presetID="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Graphic spid="10" grpId="0" uiExpand="1">
        <p:bldSub>
          <a:bldDgm bld="one"/>
        </p:bldSub>
      </p:bldGraphic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991FCC25-D997-8BE7-9553-450C7108CF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Nadpis 6">
            <a:extLst>
              <a:ext uri="{FF2B5EF4-FFF2-40B4-BE49-F238E27FC236}">
                <a16:creationId xmlns:a16="http://schemas.microsoft.com/office/drawing/2014/main" id="{865F6764-3470-BB76-0366-6227826B4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879" y="609600"/>
            <a:ext cx="9810604" cy="1216024"/>
          </a:xfrm>
        </p:spPr>
        <p:txBody>
          <a:bodyPr>
            <a:normAutofit fontScale="90000"/>
          </a:bodyPr>
          <a:lstStyle/>
          <a:p>
            <a:r>
              <a:rPr lang="cs-CZ" sz="3600" dirty="0"/>
              <a:t>Přehled dějin věd - 20. století – Fyzika a kosmologie</a:t>
            </a:r>
          </a:p>
        </p:txBody>
      </p:sp>
      <p:graphicFrame>
        <p:nvGraphicFramePr>
          <p:cNvPr id="10" name="Zástupný obsah 7">
            <a:extLst>
              <a:ext uri="{FF2B5EF4-FFF2-40B4-BE49-F238E27FC236}">
                <a16:creationId xmlns:a16="http://schemas.microsoft.com/office/drawing/2014/main" id="{995235FA-93F0-69C0-F64B-D3FC0B29EA6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31396971"/>
              </p:ext>
            </p:extLst>
          </p:nvPr>
        </p:nvGraphicFramePr>
        <p:xfrm>
          <a:off x="1050879" y="1825624"/>
          <a:ext cx="9810604" cy="442875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pSp>
        <p:nvGrpSpPr>
          <p:cNvPr id="5" name="Skupina 4">
            <a:extLst>
              <a:ext uri="{FF2B5EF4-FFF2-40B4-BE49-F238E27FC236}">
                <a16:creationId xmlns:a16="http://schemas.microsoft.com/office/drawing/2014/main" id="{B5E127F5-0602-A56D-E28B-584693BE2D5D}"/>
              </a:ext>
            </a:extLst>
          </p:cNvPr>
          <p:cNvGrpSpPr/>
          <p:nvPr/>
        </p:nvGrpSpPr>
        <p:grpSpPr>
          <a:xfrm>
            <a:off x="4902486" y="3848100"/>
            <a:ext cx="7289514" cy="3009900"/>
            <a:chOff x="4902486" y="3848100"/>
            <a:chExt cx="7289514" cy="3009900"/>
          </a:xfrm>
        </p:grpSpPr>
        <p:sp>
          <p:nvSpPr>
            <p:cNvPr id="3" name="Obdélník 2">
              <a:extLst>
                <a:ext uri="{FF2B5EF4-FFF2-40B4-BE49-F238E27FC236}">
                  <a16:creationId xmlns:a16="http://schemas.microsoft.com/office/drawing/2014/main" id="{80FD1E74-7F85-B729-0A79-C6A835056D28}"/>
                </a:ext>
              </a:extLst>
            </p:cNvPr>
            <p:cNvSpPr/>
            <p:nvPr/>
          </p:nvSpPr>
          <p:spPr>
            <a:xfrm>
              <a:off x="9032546" y="5812725"/>
              <a:ext cx="543208" cy="1045275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 dirty="0"/>
            </a:p>
          </p:txBody>
        </p:sp>
        <p:grpSp>
          <p:nvGrpSpPr>
            <p:cNvPr id="4" name="Skupina 3">
              <a:extLst>
                <a:ext uri="{FF2B5EF4-FFF2-40B4-BE49-F238E27FC236}">
                  <a16:creationId xmlns:a16="http://schemas.microsoft.com/office/drawing/2014/main" id="{68A7E367-0B43-F02E-3580-111054C21913}"/>
                </a:ext>
              </a:extLst>
            </p:cNvPr>
            <p:cNvGrpSpPr/>
            <p:nvPr/>
          </p:nvGrpSpPr>
          <p:grpSpPr>
            <a:xfrm>
              <a:off x="4902486" y="3848100"/>
              <a:ext cx="7289514" cy="3009900"/>
              <a:chOff x="4902486" y="3848100"/>
              <a:chExt cx="7289514" cy="3009900"/>
            </a:xfrm>
          </p:grpSpPr>
          <p:sp>
            <p:nvSpPr>
              <p:cNvPr id="2" name="Obdélník: se zakulacenými rohy 1">
                <a:extLst>
                  <a:ext uri="{FF2B5EF4-FFF2-40B4-BE49-F238E27FC236}">
                    <a16:creationId xmlns:a16="http://schemas.microsoft.com/office/drawing/2014/main" id="{CFF4B4A8-8A38-78B7-A517-86B3BAE0519A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902486" y="5812725"/>
                <a:ext cx="4274058" cy="1045275"/>
              </a:xfrm>
              <a:prstGeom prst="roundRect">
                <a:avLst/>
              </a:prstGeom>
              <a:solidFill>
                <a:schemeClr val="bg1">
                  <a:lumMod val="85000"/>
                  <a:lumOff val="1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cs-CZ" dirty="0"/>
                  <a:t>Hustoty pravděpodobnosti odpovídající vlnové funkci elektronu v atomu vodíku s konečnou energií a moment hybnosti.</a:t>
                </a:r>
              </a:p>
            </p:txBody>
          </p:sp>
          <p:pic>
            <p:nvPicPr>
              <p:cNvPr id="1026" name="Picture 2" descr="undefined">
                <a:extLst>
                  <a:ext uri="{FF2B5EF4-FFF2-40B4-BE49-F238E27FC236}">
                    <a16:creationId xmlns:a16="http://schemas.microsoft.com/office/drawing/2014/main" id="{D8F86A0B-82B5-EBA1-2C40-70E7514F0D8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182100" y="3848100"/>
                <a:ext cx="3009900" cy="3009900"/>
              </a:xfrm>
              <a:prstGeom prst="roundRect">
                <a:avLst>
                  <a:gd name="adj" fmla="val 16667"/>
                </a:avLst>
              </a:prstGeom>
              <a:noFill/>
              <a:ln>
                <a:noFill/>
              </a:ln>
              <a:effectLst/>
            </p:spPr>
          </p:pic>
        </p:grpSp>
      </p:grpSp>
    </p:spTree>
    <p:extLst>
      <p:ext uri="{BB962C8B-B14F-4D97-AF65-F5344CB8AC3E}">
        <p14:creationId xmlns:p14="http://schemas.microsoft.com/office/powerpoint/2010/main" val="6377474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E202E617-D1EF-4670-8C6D-66748AD874A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0">
                                            <p:graphicEl>
                                              <a:dgm id="{E202E617-D1EF-4670-8C6D-66748AD874A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6EC9FF39-E44B-45DB-A421-6227F68FC02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>
                                            <p:graphicEl>
                                              <a:dgm id="{6EC9FF39-E44B-45DB-A421-6227F68FC021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268ED75F-FECA-4944-BCE0-C4AA94A5F41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>
                                            <p:graphicEl>
                                              <a:dgm id="{268ED75F-FECA-4944-BCE0-C4AA94A5F41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4929FD98-F077-400C-A343-A51901DD45A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>
                                            <p:graphicEl>
                                              <a:dgm id="{4929FD98-F077-400C-A343-A51901DD45A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2834D65E-29A6-4865-9578-B3552F906C0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>
                                            <p:graphicEl>
                                              <a:dgm id="{2834D65E-29A6-4865-9578-B3552F906C0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CA2EE814-4AC3-4E63-862F-AA5C8AB578B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>
                                            <p:graphicEl>
                                              <a:dgm id="{CA2EE814-4AC3-4E63-862F-AA5C8AB578B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Graphic spid="10" grpId="0" uiExpand="1">
        <p:bldSub>
          <a:bldDgm bld="one"/>
        </p:bldSub>
      </p:bldGraphic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18838C47-29FE-D060-3DEB-FC00D7CB68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Nadpis 6">
            <a:extLst>
              <a:ext uri="{FF2B5EF4-FFF2-40B4-BE49-F238E27FC236}">
                <a16:creationId xmlns:a16="http://schemas.microsoft.com/office/drawing/2014/main" id="{BBEBB6DC-227A-6376-77B7-9902E7AE6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879" y="609600"/>
            <a:ext cx="9810604" cy="1216024"/>
          </a:xfrm>
        </p:spPr>
        <p:txBody>
          <a:bodyPr>
            <a:normAutofit fontScale="90000"/>
          </a:bodyPr>
          <a:lstStyle/>
          <a:p>
            <a:r>
              <a:rPr lang="cs-CZ" sz="3600" dirty="0"/>
              <a:t>Přehled dějin věd - 20. století – Biologie a medicína</a:t>
            </a:r>
          </a:p>
        </p:txBody>
      </p:sp>
      <p:graphicFrame>
        <p:nvGraphicFramePr>
          <p:cNvPr id="10" name="Zástupný obsah 7">
            <a:extLst>
              <a:ext uri="{FF2B5EF4-FFF2-40B4-BE49-F238E27FC236}">
                <a16:creationId xmlns:a16="http://schemas.microsoft.com/office/drawing/2014/main" id="{08BBEC8E-8BCB-4955-008E-361CFB11DEE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32639471"/>
              </p:ext>
            </p:extLst>
          </p:nvPr>
        </p:nvGraphicFramePr>
        <p:xfrm>
          <a:off x="1050879" y="1825624"/>
          <a:ext cx="9810604" cy="442875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pSp>
        <p:nvGrpSpPr>
          <p:cNvPr id="2" name="Skupina 1">
            <a:extLst>
              <a:ext uri="{FF2B5EF4-FFF2-40B4-BE49-F238E27FC236}">
                <a16:creationId xmlns:a16="http://schemas.microsoft.com/office/drawing/2014/main" id="{B6DAF26F-AA8A-CCAC-A56F-35F3440E413E}"/>
              </a:ext>
            </a:extLst>
          </p:cNvPr>
          <p:cNvGrpSpPr/>
          <p:nvPr/>
        </p:nvGrpSpPr>
        <p:grpSpPr>
          <a:xfrm>
            <a:off x="7939889" y="3848100"/>
            <a:ext cx="4252111" cy="3009900"/>
            <a:chOff x="7939889" y="3848100"/>
            <a:chExt cx="4252111" cy="3009900"/>
          </a:xfrm>
        </p:grpSpPr>
        <p:sp>
          <p:nvSpPr>
            <p:cNvPr id="3" name="Obdélník 2">
              <a:extLst>
                <a:ext uri="{FF2B5EF4-FFF2-40B4-BE49-F238E27FC236}">
                  <a16:creationId xmlns:a16="http://schemas.microsoft.com/office/drawing/2014/main" id="{6D12E5AA-4BC1-4774-62BB-1383FE390207}"/>
                </a:ext>
              </a:extLst>
            </p:cNvPr>
            <p:cNvSpPr/>
            <p:nvPr/>
          </p:nvSpPr>
          <p:spPr>
            <a:xfrm>
              <a:off x="10179847" y="6111089"/>
              <a:ext cx="543208" cy="74691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 dirty="0"/>
            </a:p>
          </p:txBody>
        </p:sp>
        <p:grpSp>
          <p:nvGrpSpPr>
            <p:cNvPr id="4" name="Skupina 3">
              <a:extLst>
                <a:ext uri="{FF2B5EF4-FFF2-40B4-BE49-F238E27FC236}">
                  <a16:creationId xmlns:a16="http://schemas.microsoft.com/office/drawing/2014/main" id="{00F61B00-6BB3-AB9C-1F82-B80C8FEB1A83}"/>
                </a:ext>
              </a:extLst>
            </p:cNvPr>
            <p:cNvGrpSpPr/>
            <p:nvPr/>
          </p:nvGrpSpPr>
          <p:grpSpPr>
            <a:xfrm>
              <a:off x="7939889" y="3848100"/>
              <a:ext cx="4252111" cy="3009900"/>
              <a:chOff x="7939889" y="3848100"/>
              <a:chExt cx="4252111" cy="3009900"/>
            </a:xfrm>
          </p:grpSpPr>
          <p:sp>
            <p:nvSpPr>
              <p:cNvPr id="5" name="Obdélník: se zakulacenými rohy 4">
                <a:extLst>
                  <a:ext uri="{FF2B5EF4-FFF2-40B4-BE49-F238E27FC236}">
                    <a16:creationId xmlns:a16="http://schemas.microsoft.com/office/drawing/2014/main" id="{08E51FF1-F4B0-11D2-1E00-595EC1373EDD}"/>
                  </a:ext>
                </a:extLst>
              </p:cNvPr>
              <p:cNvSpPr/>
              <p:nvPr/>
            </p:nvSpPr>
            <p:spPr>
              <a:xfrm>
                <a:off x="7939889" y="6111089"/>
                <a:ext cx="2511561" cy="746911"/>
              </a:xfrm>
              <a:prstGeom prst="roundRect">
                <a:avLst/>
              </a:prstGeom>
              <a:solidFill>
                <a:schemeClr val="bg1">
                  <a:lumMod val="85000"/>
                  <a:lumOff val="1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cs-CZ" dirty="0"/>
                  <a:t>Prostorový model dvoušroubovice B-DNA</a:t>
                </a:r>
              </a:p>
            </p:txBody>
          </p:sp>
          <p:pic>
            <p:nvPicPr>
              <p:cNvPr id="6" name="Picture 2">
                <a:extLst>
                  <a:ext uri="{FF2B5EF4-FFF2-40B4-BE49-F238E27FC236}">
                    <a16:creationId xmlns:a16="http://schemas.microsoft.com/office/drawing/2014/main" id="{50B94739-7503-69C4-DE95-A1C3C755743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 bwMode="auto">
              <a:xfrm>
                <a:off x="10451451" y="3848100"/>
                <a:ext cx="1740549" cy="3009900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</p:spTree>
    <p:extLst>
      <p:ext uri="{BB962C8B-B14F-4D97-AF65-F5344CB8AC3E}">
        <p14:creationId xmlns:p14="http://schemas.microsoft.com/office/powerpoint/2010/main" val="330845604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E202E617-D1EF-4670-8C6D-66748AD874A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0">
                                            <p:graphicEl>
                                              <a:dgm id="{E202E617-D1EF-4670-8C6D-66748AD874A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6EC9FF39-E44B-45DB-A421-6227F68FC02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>
                                            <p:graphicEl>
                                              <a:dgm id="{6EC9FF39-E44B-45DB-A421-6227F68FC021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6ECF7959-ADB6-4BAE-BE09-DA5B8093C6B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>
                                            <p:graphicEl>
                                              <a:dgm id="{6ECF7959-ADB6-4BAE-BE09-DA5B8093C6B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39FDF0D7-50CA-4D2E-B77E-F96B36501E8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>
                                            <p:graphicEl>
                                              <a:dgm id="{39FDF0D7-50CA-4D2E-B77E-F96B36501E8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157A4C9D-BBF2-4671-8820-6237AF7580B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>
                                            <p:graphicEl>
                                              <a:dgm id="{157A4C9D-BBF2-4671-8820-6237AF7580B1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199D4177-8A9B-4FB5-AA30-3F0F9E73C59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0">
                                            <p:graphicEl>
                                              <a:dgm id="{199D4177-8A9B-4FB5-AA30-3F0F9E73C59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Graphic spid="10" grpId="0" uiExpand="1">
        <p:bldSub>
          <a:bldDgm bld="one"/>
        </p:bldSub>
      </p:bldGraphic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68C1FC69-3208-921D-2277-843067A47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Nadpis 6">
            <a:extLst>
              <a:ext uri="{FF2B5EF4-FFF2-40B4-BE49-F238E27FC236}">
                <a16:creationId xmlns:a16="http://schemas.microsoft.com/office/drawing/2014/main" id="{4597F334-E9F8-E000-8D2E-BE2362500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879" y="609600"/>
            <a:ext cx="9810604" cy="1216024"/>
          </a:xfrm>
        </p:spPr>
        <p:txBody>
          <a:bodyPr>
            <a:normAutofit fontScale="90000"/>
          </a:bodyPr>
          <a:lstStyle/>
          <a:p>
            <a:r>
              <a:rPr lang="cs-CZ" sz="3600" dirty="0"/>
              <a:t>Přehled dějin věd - 20. století – Technologie a informatika</a:t>
            </a:r>
          </a:p>
        </p:txBody>
      </p:sp>
      <p:graphicFrame>
        <p:nvGraphicFramePr>
          <p:cNvPr id="10" name="Zástupný obsah 7">
            <a:extLst>
              <a:ext uri="{FF2B5EF4-FFF2-40B4-BE49-F238E27FC236}">
                <a16:creationId xmlns:a16="http://schemas.microsoft.com/office/drawing/2014/main" id="{2CD1A611-B22A-4782-1460-8606310BF0D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10004950"/>
              </p:ext>
            </p:extLst>
          </p:nvPr>
        </p:nvGraphicFramePr>
        <p:xfrm>
          <a:off x="1050879" y="1825624"/>
          <a:ext cx="9810604" cy="442875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pSp>
        <p:nvGrpSpPr>
          <p:cNvPr id="2" name="Skupina 1">
            <a:extLst>
              <a:ext uri="{FF2B5EF4-FFF2-40B4-BE49-F238E27FC236}">
                <a16:creationId xmlns:a16="http://schemas.microsoft.com/office/drawing/2014/main" id="{EB78DCBF-97F7-5EC4-8297-57ABFFA753B8}"/>
              </a:ext>
            </a:extLst>
          </p:cNvPr>
          <p:cNvGrpSpPr/>
          <p:nvPr/>
        </p:nvGrpSpPr>
        <p:grpSpPr>
          <a:xfrm>
            <a:off x="8591739" y="4614031"/>
            <a:ext cx="3600261" cy="2243969"/>
            <a:chOff x="8591739" y="4614031"/>
            <a:chExt cx="3600261" cy="2243969"/>
          </a:xfrm>
          <a:effectLst/>
        </p:grpSpPr>
        <p:sp>
          <p:nvSpPr>
            <p:cNvPr id="3" name="Obdélník 2">
              <a:extLst>
                <a:ext uri="{FF2B5EF4-FFF2-40B4-BE49-F238E27FC236}">
                  <a16:creationId xmlns:a16="http://schemas.microsoft.com/office/drawing/2014/main" id="{A10CF559-15C4-06CE-365D-7DBAC428C9B2}"/>
                </a:ext>
              </a:extLst>
            </p:cNvPr>
            <p:cNvSpPr/>
            <p:nvPr/>
          </p:nvSpPr>
          <p:spPr>
            <a:xfrm>
              <a:off x="10179847" y="6111089"/>
              <a:ext cx="543208" cy="74691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 dirty="0"/>
            </a:p>
          </p:txBody>
        </p:sp>
        <p:grpSp>
          <p:nvGrpSpPr>
            <p:cNvPr id="4" name="Skupina 3">
              <a:extLst>
                <a:ext uri="{FF2B5EF4-FFF2-40B4-BE49-F238E27FC236}">
                  <a16:creationId xmlns:a16="http://schemas.microsoft.com/office/drawing/2014/main" id="{A97A8496-A2A6-A574-4887-F3010B498DBF}"/>
                </a:ext>
              </a:extLst>
            </p:cNvPr>
            <p:cNvGrpSpPr/>
            <p:nvPr/>
          </p:nvGrpSpPr>
          <p:grpSpPr>
            <a:xfrm>
              <a:off x="8591739" y="4614031"/>
              <a:ext cx="3600261" cy="2243969"/>
              <a:chOff x="8591739" y="4614031"/>
              <a:chExt cx="3600261" cy="2243969"/>
            </a:xfrm>
          </p:grpSpPr>
          <p:sp>
            <p:nvSpPr>
              <p:cNvPr id="5" name="Obdélník: se zakulacenými rohy 4">
                <a:extLst>
                  <a:ext uri="{FF2B5EF4-FFF2-40B4-BE49-F238E27FC236}">
                    <a16:creationId xmlns:a16="http://schemas.microsoft.com/office/drawing/2014/main" id="{D090C94D-14DF-8590-08EB-B6FA1B289CB6}"/>
                  </a:ext>
                </a:extLst>
              </p:cNvPr>
              <p:cNvSpPr/>
              <p:nvPr/>
            </p:nvSpPr>
            <p:spPr>
              <a:xfrm>
                <a:off x="8591739" y="6111089"/>
                <a:ext cx="1859711" cy="746911"/>
              </a:xfrm>
              <a:prstGeom prst="roundRect">
                <a:avLst/>
              </a:prstGeom>
              <a:solidFill>
                <a:schemeClr val="bg1">
                  <a:lumMod val="85000"/>
                  <a:lumOff val="1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it-IT" dirty="0"/>
                  <a:t>Alan Turing cca v roce 1927</a:t>
                </a:r>
                <a:endParaRPr lang="cs-CZ" dirty="0"/>
              </a:p>
            </p:txBody>
          </p:sp>
          <p:pic>
            <p:nvPicPr>
              <p:cNvPr id="6" name="Picture 2">
                <a:extLst>
                  <a:ext uri="{FF2B5EF4-FFF2-40B4-BE49-F238E27FC236}">
                    <a16:creationId xmlns:a16="http://schemas.microsoft.com/office/drawing/2014/main" id="{55308B00-9373-B0BD-BA95-C9359BE1452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 bwMode="auto">
              <a:xfrm>
                <a:off x="10451451" y="4614031"/>
                <a:ext cx="1740549" cy="2243969"/>
              </a:xfrm>
              <a:prstGeom prst="roundRect">
                <a:avLst>
                  <a:gd name="adj" fmla="val 16667"/>
                </a:avLst>
              </a:prstGeom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</p:spTree>
    <p:extLst>
      <p:ext uri="{BB962C8B-B14F-4D97-AF65-F5344CB8AC3E}">
        <p14:creationId xmlns:p14="http://schemas.microsoft.com/office/powerpoint/2010/main" val="94130929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E202E617-D1EF-4670-8C6D-66748AD874A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0">
                                            <p:graphicEl>
                                              <a:dgm id="{E202E617-D1EF-4670-8C6D-66748AD874A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6EC9FF39-E44B-45DB-A421-6227F68FC02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>
                                            <p:graphicEl>
                                              <a:dgm id="{6EC9FF39-E44B-45DB-A421-6227F68FC021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73D4D7C8-0D82-4FBC-A881-9AC5C08066B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>
                                            <p:graphicEl>
                                              <a:dgm id="{73D4D7C8-0D82-4FBC-A881-9AC5C08066B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EDEDE4C7-952A-4A67-A619-E2AD394AE0F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>
                                            <p:graphicEl>
                                              <a:dgm id="{EDEDE4C7-952A-4A67-A619-E2AD394AE0F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B8797946-8857-4E88-A5EB-893EBEC9FC1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>
                                            <p:graphicEl>
                                              <a:dgm id="{B8797946-8857-4E88-A5EB-893EBEC9FC1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CB28EB00-4652-4717-98C0-6AB5558B469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0">
                                            <p:graphicEl>
                                              <a:dgm id="{CB28EB00-4652-4717-98C0-6AB5558B469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566EA551-AF46-464F-925E-B971EF666BD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0">
                                            <p:graphicEl>
                                              <a:dgm id="{566EA551-AF46-464F-925E-B971EF666BD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ED5967E4-3722-40B7-A6B6-C1F0DCD56A8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0">
                                            <p:graphicEl>
                                              <a:dgm id="{ED5967E4-3722-40B7-A6B6-C1F0DCD56A8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Graphic spid="10" grpId="0" uiExpand="1">
        <p:bldSub>
          <a:bldDgm bld="one"/>
        </p:bldSub>
      </p:bldGraphic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0FC96CAF-B86C-EACC-CCDF-F6D69E563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Nadpis 6">
            <a:extLst>
              <a:ext uri="{FF2B5EF4-FFF2-40B4-BE49-F238E27FC236}">
                <a16:creationId xmlns:a16="http://schemas.microsoft.com/office/drawing/2014/main" id="{5441A334-ADF6-8C61-DA59-45D1475220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879" y="609600"/>
            <a:ext cx="9810604" cy="1590392"/>
          </a:xfrm>
        </p:spPr>
        <p:txBody>
          <a:bodyPr>
            <a:normAutofit fontScale="90000"/>
          </a:bodyPr>
          <a:lstStyle/>
          <a:p>
            <a:r>
              <a:rPr lang="cs-CZ" sz="3600" dirty="0"/>
              <a:t>Přehled dějin věd - 20. století – Společenské vědy a vliv na společnost</a:t>
            </a:r>
          </a:p>
        </p:txBody>
      </p:sp>
      <p:graphicFrame>
        <p:nvGraphicFramePr>
          <p:cNvPr id="10" name="Zástupný obsah 7">
            <a:extLst>
              <a:ext uri="{FF2B5EF4-FFF2-40B4-BE49-F238E27FC236}">
                <a16:creationId xmlns:a16="http://schemas.microsoft.com/office/drawing/2014/main" id="{3529B2D8-D018-9769-F0E7-8712774A8AF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94125581"/>
              </p:ext>
            </p:extLst>
          </p:nvPr>
        </p:nvGraphicFramePr>
        <p:xfrm>
          <a:off x="1050879" y="2199992"/>
          <a:ext cx="9810604" cy="405438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5682427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E202E617-D1EF-4670-8C6D-66748AD874A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0">
                                            <p:graphicEl>
                                              <a:dgm id="{E202E617-D1EF-4670-8C6D-66748AD874A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6EC9FF39-E44B-45DB-A421-6227F68FC02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>
                                            <p:graphicEl>
                                              <a:dgm id="{6EC9FF39-E44B-45DB-A421-6227F68FC021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D14685BA-E6CD-4E27-99F1-BFCA3484603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>
                                            <p:graphicEl>
                                              <a:dgm id="{D14685BA-E6CD-4E27-99F1-BFCA3484603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463D6AD5-28C9-4728-9001-3AF64AD69E4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>
                                            <p:graphicEl>
                                              <a:dgm id="{463D6AD5-28C9-4728-9001-3AF64AD69E4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CA3828B5-5B48-4A9A-9CEC-C1586977AB9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>
                                            <p:graphicEl>
                                              <a:dgm id="{CA3828B5-5B48-4A9A-9CEC-C1586977AB9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AA4FD907-30E0-4E22-80A0-ABBD31966E7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>
                                            <p:graphicEl>
                                              <a:dgm id="{AA4FD907-30E0-4E22-80A0-ABBD31966E7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Graphic spid="10" grpId="0" uiExpand="1">
        <p:bldSub>
          <a:bldDgm bld="one"/>
        </p:bldSub>
      </p:bldGraphic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E49CCA75-5E92-3255-1352-25F5052EFA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Nadpis 6">
            <a:extLst>
              <a:ext uri="{FF2B5EF4-FFF2-40B4-BE49-F238E27FC236}">
                <a16:creationId xmlns:a16="http://schemas.microsoft.com/office/drawing/2014/main" id="{48AF4E27-6CA6-582C-EF35-2EE77AB421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879" y="609600"/>
            <a:ext cx="9810604" cy="1216800"/>
          </a:xfrm>
        </p:spPr>
        <p:txBody>
          <a:bodyPr>
            <a:normAutofit fontScale="90000"/>
          </a:bodyPr>
          <a:lstStyle/>
          <a:p>
            <a:r>
              <a:rPr lang="cs-CZ" sz="3600" dirty="0"/>
              <a:t>Přehled dějin věd - 21. století – Technologické inovace</a:t>
            </a:r>
          </a:p>
        </p:txBody>
      </p:sp>
      <p:graphicFrame>
        <p:nvGraphicFramePr>
          <p:cNvPr id="10" name="Zástupný obsah 7">
            <a:extLst>
              <a:ext uri="{FF2B5EF4-FFF2-40B4-BE49-F238E27FC236}">
                <a16:creationId xmlns:a16="http://schemas.microsoft.com/office/drawing/2014/main" id="{CBE273E9-3A6B-17FF-ACEB-A0C7785B7C9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59232592"/>
              </p:ext>
            </p:extLst>
          </p:nvPr>
        </p:nvGraphicFramePr>
        <p:xfrm>
          <a:off x="1050879" y="1826400"/>
          <a:ext cx="9810604" cy="442797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5" name="Obrázek 4" descr="Obsah obrázku socha, umění, sklenice&#10;&#10;Popis byl vytvořen automaticky">
            <a:extLst>
              <a:ext uri="{FF2B5EF4-FFF2-40B4-BE49-F238E27FC236}">
                <a16:creationId xmlns:a16="http://schemas.microsoft.com/office/drawing/2014/main" id="{65D1F940-3804-C21D-2BAC-EDC227669F6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9971" b="99917" l="9955" r="97979">
                        <a14:foregroundMark x1="89035" y1="76137" x2="97878" y2="81060"/>
                        <a14:foregroundMark x1="97878" y1="81060" x2="98029" y2="80392"/>
                        <a14:foregroundMark x1="39212" y1="88778" x2="23822" y2="98887"/>
                        <a14:backgroundMark x1="23244" y1="99124" x2="22335" y2="99917"/>
                        <a14:backgroundMark x1="23648" y1="98748" x2="23143" y2="9904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5925" t="8802"/>
          <a:stretch/>
        </p:blipFill>
        <p:spPr>
          <a:xfrm>
            <a:off x="8646654" y="2199992"/>
            <a:ext cx="3545345" cy="4658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343117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E202E617-D1EF-4670-8C6D-66748AD874A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0">
                                            <p:graphicEl>
                                              <a:dgm id="{E202E617-D1EF-4670-8C6D-66748AD874A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6EC9FF39-E44B-45DB-A421-6227F68FC02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>
                                            <p:graphicEl>
                                              <a:dgm id="{6EC9FF39-E44B-45DB-A421-6227F68FC021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26438CB9-3D72-4836-8AB2-893E5FA7DEA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>
                                            <p:graphicEl>
                                              <a:dgm id="{26438CB9-3D72-4836-8AB2-893E5FA7DEA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867E93B6-D93A-471B-A407-3A38758D8AF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>
                                            <p:graphicEl>
                                              <a:dgm id="{867E93B6-D93A-471B-A407-3A38758D8AF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40B959E0-8AE2-4D9D-A98D-C3C6CC6F3D7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>
                                            <p:graphicEl>
                                              <a:dgm id="{40B959E0-8AE2-4D9D-A98D-C3C6CC6F3D7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68BA865C-0047-465A-BE48-B441FD78BD1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>
                                            <p:graphicEl>
                                              <a:dgm id="{68BA865C-0047-465A-BE48-B441FD78BD1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5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Graphic spid="10" grpId="0" uiExpand="1">
        <p:bldSub>
          <a:bldDgm bld="one"/>
        </p:bldSub>
      </p:bldGraphic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B5BEAF38-D3A2-9777-4ACD-D6CAC1E21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Nadpis 6">
            <a:extLst>
              <a:ext uri="{FF2B5EF4-FFF2-40B4-BE49-F238E27FC236}">
                <a16:creationId xmlns:a16="http://schemas.microsoft.com/office/drawing/2014/main" id="{7AB82F2E-41D8-FC59-2E5E-2857AADD09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879" y="609600"/>
            <a:ext cx="9810604" cy="1216800"/>
          </a:xfrm>
        </p:spPr>
        <p:txBody>
          <a:bodyPr>
            <a:normAutofit fontScale="90000"/>
          </a:bodyPr>
          <a:lstStyle/>
          <a:p>
            <a:r>
              <a:rPr lang="cs-CZ" sz="3600" dirty="0"/>
              <a:t>Přehled dějin věd - 21. století – Biologie a medicína</a:t>
            </a:r>
          </a:p>
        </p:txBody>
      </p:sp>
      <p:graphicFrame>
        <p:nvGraphicFramePr>
          <p:cNvPr id="10" name="Zástupný obsah 7">
            <a:extLst>
              <a:ext uri="{FF2B5EF4-FFF2-40B4-BE49-F238E27FC236}">
                <a16:creationId xmlns:a16="http://schemas.microsoft.com/office/drawing/2014/main" id="{90402C69-4798-B40E-2AA5-76789BB2BCD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9846812"/>
              </p:ext>
            </p:extLst>
          </p:nvPr>
        </p:nvGraphicFramePr>
        <p:xfrm>
          <a:off x="1050879" y="1826400"/>
          <a:ext cx="9810604" cy="442797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3" name="Obrázek 2" descr="Obsah obrázku Zobrazovací zařízení, rentgenový snímek, počítač, multimédia&#10;&#10;Popis byl vytvořen automaticky">
            <a:extLst>
              <a:ext uri="{FF2B5EF4-FFF2-40B4-BE49-F238E27FC236}">
                <a16:creationId xmlns:a16="http://schemas.microsoft.com/office/drawing/2014/main" id="{EF5DECAF-0EBB-D0B7-E5CD-54769C0DCFB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6720" y="1826400"/>
            <a:ext cx="4025280" cy="5031600"/>
          </a:xfrm>
          <a:prstGeom prst="roundRect">
            <a:avLst>
              <a:gd name="adj" fmla="val 16667"/>
            </a:avLst>
          </a:prstGeom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301674092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E202E617-D1EF-4670-8C6D-66748AD874A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0">
                                            <p:graphicEl>
                                              <a:dgm id="{E202E617-D1EF-4670-8C6D-66748AD874A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6EC9FF39-E44B-45DB-A421-6227F68FC02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>
                                            <p:graphicEl>
                                              <a:dgm id="{6EC9FF39-E44B-45DB-A421-6227F68FC021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2E95CAFC-48A5-4305-AB1B-65D32A68D29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>
                                            <p:graphicEl>
                                              <a:dgm id="{2E95CAFC-48A5-4305-AB1B-65D32A68D29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4CF6AA2F-5C96-42FA-B4F2-8FD35473A2A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>
                                            <p:graphicEl>
                                              <a:dgm id="{4CF6AA2F-5C96-42FA-B4F2-8FD35473A2A1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AD240888-6534-47DA-B4CE-1495CAE07DA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>
                                            <p:graphicEl>
                                              <a:dgm id="{AD240888-6534-47DA-B4CE-1495CAE07DA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C64BE777-27E9-47A3-9E94-866FC620D44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>
                                            <p:graphicEl>
                                              <a:dgm id="{C64BE777-27E9-47A3-9E94-866FC620D441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5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Graphic spid="10" grpId="0" uiExpand="1">
        <p:bldSub>
          <a:bldDgm bld="one"/>
        </p:bldSub>
      </p:bldGraphic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72F2704A-F430-A99D-D0C9-21C60A0D0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Nadpis 6">
            <a:extLst>
              <a:ext uri="{FF2B5EF4-FFF2-40B4-BE49-F238E27FC236}">
                <a16:creationId xmlns:a16="http://schemas.microsoft.com/office/drawing/2014/main" id="{E31FF24A-911B-C5A7-A4C6-80C7BD024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879" y="609600"/>
            <a:ext cx="9810604" cy="1216800"/>
          </a:xfrm>
        </p:spPr>
        <p:txBody>
          <a:bodyPr>
            <a:normAutofit fontScale="90000"/>
          </a:bodyPr>
          <a:lstStyle/>
          <a:p>
            <a:r>
              <a:rPr lang="cs-CZ" sz="3600" dirty="0"/>
              <a:t>Přehled dějin věd - 21. století – Vesmírný výzkum</a:t>
            </a:r>
          </a:p>
        </p:txBody>
      </p:sp>
      <p:graphicFrame>
        <p:nvGraphicFramePr>
          <p:cNvPr id="10" name="Zástupný obsah 7">
            <a:extLst>
              <a:ext uri="{FF2B5EF4-FFF2-40B4-BE49-F238E27FC236}">
                <a16:creationId xmlns:a16="http://schemas.microsoft.com/office/drawing/2014/main" id="{8402333C-69DF-18BF-B036-B62591BA085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74615794"/>
              </p:ext>
            </p:extLst>
          </p:nvPr>
        </p:nvGraphicFramePr>
        <p:xfrm>
          <a:off x="1050879" y="1826400"/>
          <a:ext cx="9810604" cy="442797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3" name="Obrázek 2" descr="Obsah obrázku měsíc, kráter, Astronomický objekt, příroda&#10;&#10;Popis byl vytvořen automaticky">
            <a:extLst>
              <a:ext uri="{FF2B5EF4-FFF2-40B4-BE49-F238E27FC236}">
                <a16:creationId xmlns:a16="http://schemas.microsoft.com/office/drawing/2014/main" id="{4C875E62-45B7-4431-EB3F-DDAF762D5BA8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040404"/>
              </a:clrFrom>
              <a:clrTo>
                <a:srgbClr val="040404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4297" b="99544" l="2096" r="99395">
                        <a14:foregroundMark x1="31067" y1="17262" x2="49697" y2="13460"/>
                        <a14:foregroundMark x1="49697" y1="13460" x2="68188" y2="14297"/>
                        <a14:foregroundMark x1="68188" y1="14297" x2="71635" y2="19772"/>
                        <a14:foregroundMark x1="11411" y1="46388" x2="5217" y2="72471"/>
                        <a14:foregroundMark x1="5217" y1="72471" x2="5403" y2="98479"/>
                        <a14:foregroundMark x1="5403" y1="98479" x2="75314" y2="92471"/>
                        <a14:foregroundMark x1="75314" y1="92471" x2="90265" y2="96274"/>
                        <a14:foregroundMark x1="90265" y1="96274" x2="97299" y2="78099"/>
                        <a14:foregroundMark x1="97299" y1="78099" x2="92548" y2="55817"/>
                        <a14:foregroundMark x1="92548" y1="55817" x2="78668" y2="41825"/>
                        <a14:foregroundMark x1="78668" y1="41825" x2="11132" y2="47681"/>
                        <a14:foregroundMark x1="8291" y1="53156" x2="3635" y2="74025"/>
                        <a14:foregroundMark x1="95156" y1="64563" x2="98407" y2="83812"/>
                        <a14:foregroundMark x1="91803" y1="95361" x2="72520" y2="83650"/>
                        <a14:foregroundMark x1="72520" y1="83650" x2="56218" y2="89278"/>
                        <a14:foregroundMark x1="56218" y1="89278" x2="43409" y2="78631"/>
                        <a14:foregroundMark x1="43409" y1="78631" x2="25524" y2="91483"/>
                        <a14:foregroundMark x1="25524" y1="91483" x2="36376" y2="77262"/>
                        <a14:foregroundMark x1="36376" y1="77262" x2="15836" y2="86312"/>
                        <a14:foregroundMark x1="15836" y1="86312" x2="15557" y2="74221"/>
                        <a14:foregroundMark x1="5776" y1="77034" x2="25477" y2="71407"/>
                        <a14:foregroundMark x1="25477" y1="71407" x2="18398" y2="90798"/>
                        <a14:foregroundMark x1="18398" y1="90798" x2="72194" y2="95513"/>
                        <a14:foregroundMark x1="26223" y1="92776" x2="17932" y2="80837"/>
                        <a14:foregroundMark x1="19609" y1="91407" x2="41919" y2="82814"/>
                        <a14:foregroundMark x1="41919" y1="82814" x2="56497" y2="89278"/>
                        <a14:foregroundMark x1="56497" y1="89278" x2="29995" y2="99011"/>
                        <a14:foregroundMark x1="29995" y1="99011" x2="31858" y2="97643"/>
                        <a14:foregroundMark x1="3307" y1="79011" x2="4006" y2="99087"/>
                        <a14:foregroundMark x1="3074" y1="82738" x2="2562" y2="99316"/>
                        <a14:foregroundMark x1="98044" y1="85095" x2="97951" y2="99087"/>
                        <a14:foregroundMark x1="98230" y1="87833" x2="97857" y2="99163"/>
                        <a14:foregroundMark x1="97578" y1="90266" x2="97857" y2="99163"/>
                        <a14:foregroundMark x1="98230" y1="89278" x2="97857" y2="99468"/>
                        <a14:backgroundMark x1="2134" y1="87497" x2="1397" y2="99316"/>
                        <a14:backgroundMark x1="2567" y1="80553" x2="2434" y2="82685"/>
                        <a14:backgroundMark x1="2981" y1="73916" x2="2659" y2="79072"/>
                        <a14:backgroundMark x1="99674" y1="79468" x2="99860" y2="99316"/>
                        <a14:backgroundMark x1="99162" y1="84715" x2="99860" y2="87833"/>
                        <a14:backgroundMark x1="98882" y1="84867" x2="98556" y2="84943"/>
                      </a14:backgroundRemoval>
                    </a14:imgEffect>
                    <a14:imgEffect>
                      <a14:brightnessContrast contrast="1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322" t="8521" r="723"/>
          <a:stretch/>
        </p:blipFill>
        <p:spPr>
          <a:xfrm>
            <a:off x="5956181" y="4052211"/>
            <a:ext cx="4905302" cy="2805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543340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E202E617-D1EF-4670-8C6D-66748AD874A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0">
                                            <p:graphicEl>
                                              <a:dgm id="{E202E617-D1EF-4670-8C6D-66748AD874A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6EC9FF39-E44B-45DB-A421-6227F68FC02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>
                                            <p:graphicEl>
                                              <a:dgm id="{6EC9FF39-E44B-45DB-A421-6227F68FC021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D14685BA-E6CD-4E27-99F1-BFCA3484603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>
                                            <p:graphicEl>
                                              <a:dgm id="{D14685BA-E6CD-4E27-99F1-BFCA3484603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463D6AD5-28C9-4728-9001-3AF64AD69E4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>
                                            <p:graphicEl>
                                              <a:dgm id="{463D6AD5-28C9-4728-9001-3AF64AD69E4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73F93EAE-189A-4DD9-9308-4407E2499DC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>
                                            <p:graphicEl>
                                              <a:dgm id="{73F93EAE-189A-4DD9-9308-4407E2499DC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E57CC6CF-86AD-47B3-8ACB-19A71A98196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>
                                            <p:graphicEl>
                                              <a:dgm id="{E57CC6CF-86AD-47B3-8ACB-19A71A98196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5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Graphic spid="10" grpId="0" uiExpand="1">
        <p:bldSub>
          <a:bldDgm bld="one"/>
        </p:bldSub>
      </p:bldGraphic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42B1F15C-74A8-7197-CA1B-13847BD8B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Nadpis 6">
            <a:extLst>
              <a:ext uri="{FF2B5EF4-FFF2-40B4-BE49-F238E27FC236}">
                <a16:creationId xmlns:a16="http://schemas.microsoft.com/office/drawing/2014/main" id="{87AA440A-4C3E-7F24-301D-B2ED5A488B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879" y="609600"/>
            <a:ext cx="9810604" cy="1216800"/>
          </a:xfrm>
        </p:spPr>
        <p:txBody>
          <a:bodyPr>
            <a:normAutofit fontScale="90000"/>
          </a:bodyPr>
          <a:lstStyle/>
          <a:p>
            <a:r>
              <a:rPr lang="cs-CZ" sz="3600" dirty="0"/>
              <a:t>Přehled dějin věd - 21. století – Životní prostředí</a:t>
            </a:r>
          </a:p>
        </p:txBody>
      </p:sp>
      <p:graphicFrame>
        <p:nvGraphicFramePr>
          <p:cNvPr id="10" name="Zástupný obsah 7">
            <a:extLst>
              <a:ext uri="{FF2B5EF4-FFF2-40B4-BE49-F238E27FC236}">
                <a16:creationId xmlns:a16="http://schemas.microsoft.com/office/drawing/2014/main" id="{4533BC87-112A-C8C5-86B0-F03A0AF604B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580741"/>
              </p:ext>
            </p:extLst>
          </p:nvPr>
        </p:nvGraphicFramePr>
        <p:xfrm>
          <a:off x="1050879" y="1826400"/>
          <a:ext cx="9810604" cy="442797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3" name="Obrázek 2" descr="Obsah obrázku rostlina, javor, strom, příroda&#10;&#10;Popis byl vytvořen automaticky">
            <a:extLst>
              <a:ext uri="{FF2B5EF4-FFF2-40B4-BE49-F238E27FC236}">
                <a16:creationId xmlns:a16="http://schemas.microsoft.com/office/drawing/2014/main" id="{55ADC5A8-26F1-DC7E-A713-F3D835FEC77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0380716" y="0"/>
            <a:ext cx="4572000" cy="68580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92298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E202E617-D1EF-4670-8C6D-66748AD874A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0">
                                            <p:graphicEl>
                                              <a:dgm id="{E202E617-D1EF-4670-8C6D-66748AD874A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6EC9FF39-E44B-45DB-A421-6227F68FC02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>
                                            <p:graphicEl>
                                              <a:dgm id="{6EC9FF39-E44B-45DB-A421-6227F68FC021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811DD798-0E45-44D6-A670-AEF3F0589FF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>
                                            <p:graphicEl>
                                              <a:dgm id="{811DD798-0E45-44D6-A670-AEF3F0589FF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09E60236-9570-4B31-90D6-9EBDDD61967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>
                                            <p:graphicEl>
                                              <a:dgm id="{09E60236-9570-4B31-90D6-9EBDDD61967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4FD72930-4752-4537-8244-45C183D2B72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>
                                            <p:graphicEl>
                                              <a:dgm id="{4FD72930-4752-4537-8244-45C183D2B72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dgm id="{939438D0-90E3-45BA-A505-715ABD2DEA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>
                                            <p:graphicEl>
                                              <a:dgm id="{939438D0-90E3-45BA-A505-715ABD2DEA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Graphic spid="10" grpId="0" uiExpand="1">
        <p:bldSub>
          <a:bldDgm bld="one"/>
        </p:bldSub>
      </p:bldGraphic>
    </p:bldLst>
  </p:timing>
</p:sld>
</file>

<file path=ppt/theme/theme1.xml><?xml version="1.0" encoding="utf-8"?>
<a:theme xmlns:a="http://schemas.openxmlformats.org/drawingml/2006/main" name="ArchiveVTI">
  <a:themeElements>
    <a:clrScheme name="AnalogousFromDarkSeedLeftStep">
      <a:dk1>
        <a:srgbClr val="000000"/>
      </a:dk1>
      <a:lt1>
        <a:srgbClr val="FFFFFF"/>
      </a:lt1>
      <a:dk2>
        <a:srgbClr val="1A2C2F"/>
      </a:dk2>
      <a:lt2>
        <a:srgbClr val="F1F3F0"/>
      </a:lt2>
      <a:accent1>
        <a:srgbClr val="AE4DC3"/>
      </a:accent1>
      <a:accent2>
        <a:srgbClr val="6E3FB3"/>
      </a:accent2>
      <a:accent3>
        <a:srgbClr val="4D4EC3"/>
      </a:accent3>
      <a:accent4>
        <a:srgbClr val="3B6DB1"/>
      </a:accent4>
      <a:accent5>
        <a:srgbClr val="4DB1C3"/>
      </a:accent5>
      <a:accent6>
        <a:srgbClr val="3BB193"/>
      </a:accent6>
      <a:hlink>
        <a:srgbClr val="3E93BC"/>
      </a:hlink>
      <a:folHlink>
        <a:srgbClr val="7F7F7F"/>
      </a:folHlink>
    </a:clrScheme>
    <a:fontScheme name="Convection">
      <a:majorFont>
        <a:latin typeface="Convection Medium"/>
        <a:ea typeface=""/>
        <a:cs typeface=""/>
      </a:majorFont>
      <a:minorFont>
        <a:latin typeface="Convection"/>
        <a:ea typeface=""/>
        <a:cs typeface=""/>
      </a:minorFont>
    </a:fontScheme>
    <a:fmtScheme name="Matované sklo">
      <a:fillStyleLst>
        <a:solidFill>
          <a:schemeClr val="phClr"/>
        </a:solidFill>
        <a:gradFill rotWithShape="1">
          <a:gsLst>
            <a:gs pos="0">
              <a:schemeClr val="phClr">
                <a:tint val="1000"/>
                <a:satMod val="100000"/>
              </a:schemeClr>
            </a:gs>
            <a:gs pos="68000">
              <a:schemeClr val="phClr">
                <a:tint val="77000"/>
                <a:satMod val="100000"/>
              </a:schemeClr>
            </a:gs>
            <a:gs pos="81000">
              <a:schemeClr val="phClr">
                <a:tint val="79000"/>
                <a:satMod val="100000"/>
              </a:schemeClr>
            </a:gs>
            <a:gs pos="86000">
              <a:schemeClr val="phClr">
                <a:tint val="73000"/>
                <a:satMod val="100000"/>
              </a:schemeClr>
            </a:gs>
            <a:gs pos="100000">
              <a:schemeClr val="phClr">
                <a:tint val="35000"/>
                <a:sat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3000"/>
                <a:shade val="100000"/>
                <a:satMod val="150000"/>
              </a:schemeClr>
            </a:gs>
            <a:gs pos="25000">
              <a:schemeClr val="phClr">
                <a:tint val="96000"/>
                <a:shade val="80000"/>
                <a:satMod val="105000"/>
              </a:schemeClr>
            </a:gs>
            <a:gs pos="38000">
              <a:schemeClr val="phClr">
                <a:tint val="96000"/>
                <a:shade val="59000"/>
                <a:satMod val="120000"/>
              </a:schemeClr>
            </a:gs>
            <a:gs pos="55000">
              <a:schemeClr val="phClr">
                <a:tint val="100000"/>
                <a:shade val="57000"/>
                <a:satMod val="120000"/>
              </a:schemeClr>
            </a:gs>
            <a:gs pos="80000">
              <a:schemeClr val="phClr">
                <a:tint val="100000"/>
                <a:shade val="56000"/>
                <a:satMod val="145000"/>
              </a:schemeClr>
            </a:gs>
            <a:gs pos="88000">
              <a:schemeClr val="phClr">
                <a:tint val="100000"/>
                <a:shade val="63000"/>
                <a:satMod val="160000"/>
              </a:schemeClr>
            </a:gs>
            <a:gs pos="100000">
              <a:schemeClr val="phClr">
                <a:tint val="99000"/>
                <a:shade val="100000"/>
                <a:satMod val="155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glow" dir="tl">
              <a:rot lat="0" lon="0" rev="1800000"/>
            </a:lightRig>
          </a:scene3d>
          <a:sp3d contourW="10160" prstMaterial="dkEdge">
            <a:bevelT w="0" h="0" prst="angle"/>
            <a:contourClr>
              <a:schemeClr val="phClr">
                <a:shade val="30000"/>
                <a:satMod val="150000"/>
              </a:schemeClr>
            </a:contourClr>
          </a:sp3d>
        </a:effectStyle>
        <a:effectStyle>
          <a:effectLst>
            <a:glow rad="50800">
              <a:schemeClr val="phClr">
                <a:tint val="68000"/>
                <a:shade val="93000"/>
                <a:alpha val="37000"/>
                <a:satMod val="250000"/>
              </a:schemeClr>
            </a:glow>
          </a:effectLst>
          <a:scene3d>
            <a:camera prst="orthographicFront">
              <a:rot lat="0" lon="0" rev="0"/>
            </a:camera>
            <a:lightRig rig="glow" dir="t">
              <a:rot lat="0" lon="0" rev="1800000"/>
            </a:lightRig>
          </a:scene3d>
          <a:sp3d contourW="10160" prstMaterial="dkEdge">
            <a:bevelT w="20320" h="19050" prst="angle"/>
            <a:contourClr>
              <a:schemeClr val="phClr">
                <a:shade val="30000"/>
                <a:satMod val="15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rchiveVTI" id="{514BDC9F-20AC-40CA-9FE7-B30987BCD2D4}" vid="{D8FA1533-D953-46ED-B2C7-B32AF1BED7A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1950</TotalTime>
  <Words>733</Words>
  <Application>Microsoft Office PowerPoint</Application>
  <PresentationFormat>Širokoúhlá obrazovka</PresentationFormat>
  <Paragraphs>105</Paragraphs>
  <Slides>20</Slides>
  <Notes>0</Notes>
  <HiddenSlides>0</HiddenSlides>
  <MMClips>0</MMClips>
  <ScaleCrop>false</ScaleCrop>
  <HeadingPairs>
    <vt:vector size="6" baseType="variant">
      <vt:variant>
        <vt:lpstr>Použitá písma</vt:lpstr>
      </vt:variant>
      <vt:variant>
        <vt:i4>3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20</vt:i4>
      </vt:variant>
    </vt:vector>
  </HeadingPairs>
  <TitlesOfParts>
    <vt:vector size="24" baseType="lpstr">
      <vt:lpstr>Arial</vt:lpstr>
      <vt:lpstr>Convection</vt:lpstr>
      <vt:lpstr>Convection Medium</vt:lpstr>
      <vt:lpstr>ArchiveVTI</vt:lpstr>
      <vt:lpstr>Věda</vt:lpstr>
      <vt:lpstr>Definice Vědy</vt:lpstr>
      <vt:lpstr>Přehled dějin věd - Starověk</vt:lpstr>
      <vt:lpstr>Přehled dějin věd – Starověk – Pythagoras</vt:lpstr>
      <vt:lpstr>Přehled dějin věd – Starověk – Aristoteles</vt:lpstr>
      <vt:lpstr>Přehled dějin věd – Starověk – Platón</vt:lpstr>
      <vt:lpstr>Přehled dějin věd – Starověk – Archimédes</vt:lpstr>
      <vt:lpstr>Přehled dějin věd - Středověk</vt:lpstr>
      <vt:lpstr>Přehled dějin věd - Renesance</vt:lpstr>
      <vt:lpstr>Přehled dějin věd – Vědecká revoluce</vt:lpstr>
      <vt:lpstr>Přehled dějin věd - Novověk</vt:lpstr>
      <vt:lpstr>Přehled dějin věd - Novověk</vt:lpstr>
      <vt:lpstr>Přehled dějin věd - 20. století – Fyzika a kosmologie</vt:lpstr>
      <vt:lpstr>Přehled dějin věd - 20. století – Biologie a medicína</vt:lpstr>
      <vt:lpstr>Přehled dějin věd - 20. století – Technologie a informatika</vt:lpstr>
      <vt:lpstr>Přehled dějin věd - 20. století – Společenské vědy a vliv na společnost</vt:lpstr>
      <vt:lpstr>Přehled dějin věd - 21. století – Technologické inovace</vt:lpstr>
      <vt:lpstr>Přehled dějin věd - 21. století – Biologie a medicína</vt:lpstr>
      <vt:lpstr>Přehled dějin věd - 21. století – Vesmírný výzkum</vt:lpstr>
      <vt:lpstr>Přehled dějin věd - 21. století – Životní prostředí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Vojtěch Vašek</dc:creator>
  <cp:lastModifiedBy>Vojtěch Vašek</cp:lastModifiedBy>
  <cp:revision>15</cp:revision>
  <dcterms:created xsi:type="dcterms:W3CDTF">2024-11-27T21:14:05Z</dcterms:created>
  <dcterms:modified xsi:type="dcterms:W3CDTF">2024-11-29T22:00:33Z</dcterms:modified>
</cp:coreProperties>
</file>