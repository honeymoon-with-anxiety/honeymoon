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71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>
        <p:scale>
          <a:sx n="100" d="100"/>
          <a:sy n="100" d="100"/>
        </p:scale>
        <p:origin x="492" y="2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baseline="0" dirty="0"/>
            <a:t>Prvotní vědecké pokusy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5667059B-B2F0-4A15-87F6-A0C983516DF4}">
      <dgm:prSet custT="1"/>
      <dgm:spPr/>
      <dgm:t>
        <a:bodyPr/>
        <a:lstStyle/>
        <a:p>
          <a:pPr algn="just"/>
          <a:r>
            <a:rPr lang="cs-CZ" sz="2800" baseline="0" dirty="0"/>
            <a:t>Mezopotámie a Egypt – Vývoj matematiky a astronomie</a:t>
          </a:r>
          <a:endParaRPr lang="en-US" sz="2800" dirty="0"/>
        </a:p>
      </dgm:t>
    </dgm:pt>
    <dgm:pt modelId="{1DB1AE78-AEBF-46DA-85D5-373B1F527FA6}" type="parTrans" cxnId="{C6166B4A-046C-471F-8705-FE6285255BE5}">
      <dgm:prSet/>
      <dgm:spPr/>
      <dgm:t>
        <a:bodyPr/>
        <a:lstStyle/>
        <a:p>
          <a:pPr algn="just"/>
          <a:endParaRPr lang="en-US" sz="1400"/>
        </a:p>
      </dgm:t>
    </dgm:pt>
    <dgm:pt modelId="{E4E824F5-3D46-4FBB-BA27-7F47BD1D2A7B}" type="sibTrans" cxnId="{C6166B4A-046C-471F-8705-FE6285255BE5}">
      <dgm:prSet/>
      <dgm:spPr/>
      <dgm:t>
        <a:bodyPr/>
        <a:lstStyle/>
        <a:p>
          <a:pPr algn="just"/>
          <a:endParaRPr lang="en-US" sz="1400"/>
        </a:p>
      </dgm:t>
    </dgm:pt>
    <dgm:pt modelId="{AD70970B-4227-4742-932A-A87BDFC93FDA}">
      <dgm:prSet custT="1"/>
      <dgm:spPr/>
      <dgm:t>
        <a:bodyPr/>
        <a:lstStyle/>
        <a:p>
          <a:pPr algn="just"/>
          <a:r>
            <a:rPr lang="cs-CZ" sz="2800" baseline="0" dirty="0"/>
            <a:t>Řecko – Filozofie jako základ vědy.</a:t>
          </a:r>
          <a:endParaRPr lang="en-US" sz="2800" dirty="0"/>
        </a:p>
      </dgm:t>
    </dgm:pt>
    <dgm:pt modelId="{7783C303-FCCB-488F-BA38-FB714C316B2A}" type="parTrans" cxnId="{AFAE5FC5-1003-456E-A9F0-918750898545}">
      <dgm:prSet/>
      <dgm:spPr/>
      <dgm:t>
        <a:bodyPr/>
        <a:lstStyle/>
        <a:p>
          <a:pPr algn="just"/>
          <a:endParaRPr lang="en-US" sz="1400"/>
        </a:p>
      </dgm:t>
    </dgm:pt>
    <dgm:pt modelId="{CE0A9C1A-6807-4C24-95F4-0F05C2C95AFE}" type="sibTrans" cxnId="{AFAE5FC5-1003-456E-A9F0-918750898545}">
      <dgm:prSet/>
      <dgm:spPr/>
      <dgm:t>
        <a:bodyPr/>
        <a:lstStyle/>
        <a:p>
          <a:pPr algn="just"/>
          <a:endParaRPr lang="en-US" sz="1400"/>
        </a:p>
      </dgm:t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3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3"/>
      <dgm:spPr/>
    </dgm:pt>
    <dgm:pt modelId="{8C536F27-38D3-4291-9385-2491E226D007}" type="pres">
      <dgm:prSet presAssocID="{C89EC813-AE2A-40F0-A295-87C8796A6802}" presName="vert1" presStyleCnt="0"/>
      <dgm:spPr/>
    </dgm:pt>
    <dgm:pt modelId="{D273CDA1-D6C5-4FB4-B49C-E012061A53C7}" type="pres">
      <dgm:prSet presAssocID="{5667059B-B2F0-4A15-87F6-A0C983516DF4}" presName="thickLine" presStyleLbl="alignNode1" presStyleIdx="1" presStyleCnt="3"/>
      <dgm:spPr/>
    </dgm:pt>
    <dgm:pt modelId="{1CF58271-A810-4456-A130-854A7F75051C}" type="pres">
      <dgm:prSet presAssocID="{5667059B-B2F0-4A15-87F6-A0C983516DF4}" presName="horz1" presStyleCnt="0"/>
      <dgm:spPr/>
    </dgm:pt>
    <dgm:pt modelId="{D51646EB-9C07-4F80-9D07-B0136C382C3D}" type="pres">
      <dgm:prSet presAssocID="{5667059B-B2F0-4A15-87F6-A0C983516DF4}" presName="tx1" presStyleLbl="revTx" presStyleIdx="1" presStyleCnt="3"/>
      <dgm:spPr/>
    </dgm:pt>
    <dgm:pt modelId="{4FA3D5D5-A8F3-4655-AA1A-9D91CD243451}" type="pres">
      <dgm:prSet presAssocID="{5667059B-B2F0-4A15-87F6-A0C983516DF4}" presName="vert1" presStyleCnt="0"/>
      <dgm:spPr/>
    </dgm:pt>
    <dgm:pt modelId="{24CD7189-7A4D-48E0-AD19-2B61FAF4A9F8}" type="pres">
      <dgm:prSet presAssocID="{AD70970B-4227-4742-932A-A87BDFC93FDA}" presName="thickLine" presStyleLbl="alignNode1" presStyleIdx="2" presStyleCnt="3"/>
      <dgm:spPr/>
    </dgm:pt>
    <dgm:pt modelId="{2D0CF238-E074-4BAD-B476-5EFDF382A8A4}" type="pres">
      <dgm:prSet presAssocID="{AD70970B-4227-4742-932A-A87BDFC93FDA}" presName="horz1" presStyleCnt="0"/>
      <dgm:spPr/>
    </dgm:pt>
    <dgm:pt modelId="{95F926EA-6A13-42BD-95E6-121DBD86A9A6}" type="pres">
      <dgm:prSet presAssocID="{AD70970B-4227-4742-932A-A87BDFC93FDA}" presName="tx1" presStyleLbl="revTx" presStyleIdx="2" presStyleCnt="3"/>
      <dgm:spPr/>
    </dgm:pt>
    <dgm:pt modelId="{51AD6922-F288-43FC-B10A-3A95083B65F6}" type="pres">
      <dgm:prSet presAssocID="{AD70970B-4227-4742-932A-A87BDFC93FDA}" presName="vert1" presStyleCnt="0"/>
      <dgm:spPr/>
    </dgm:pt>
  </dgm:ptLst>
  <dgm:cxnLst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C6166B4A-046C-471F-8705-FE6285255BE5}" srcId="{D11231FA-0599-46EC-91A4-7AFA23CC08E7}" destId="{5667059B-B2F0-4A15-87F6-A0C983516DF4}" srcOrd="1" destOrd="0" parTransId="{1DB1AE78-AEBF-46DA-85D5-373B1F527FA6}" sibTransId="{E4E824F5-3D46-4FBB-BA27-7F47BD1D2A7B}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9E7E5188-DB82-4E4D-B8B3-EB2D89B7FCAB}" type="presOf" srcId="{5667059B-B2F0-4A15-87F6-A0C983516DF4}" destId="{D51646EB-9C07-4F80-9D07-B0136C382C3D}" srcOrd="0" destOrd="0" presId="urn:microsoft.com/office/officeart/2008/layout/LinedList"/>
    <dgm:cxn modelId="{AFAE5FC5-1003-456E-A9F0-918750898545}" srcId="{D11231FA-0599-46EC-91A4-7AFA23CC08E7}" destId="{AD70970B-4227-4742-932A-A87BDFC93FDA}" srcOrd="2" destOrd="0" parTransId="{7783C303-FCCB-488F-BA38-FB714C316B2A}" sibTransId="{CE0A9C1A-6807-4C24-95F4-0F05C2C95AFE}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F1C681F7-2FB7-4887-8D53-231A843562C8}" type="presOf" srcId="{AD70970B-4227-4742-932A-A87BDFC93FDA}" destId="{95F926EA-6A13-42BD-95E6-121DBD86A9A6}" srcOrd="0" destOrd="0" presId="urn:microsoft.com/office/officeart/2008/layout/LinedList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933C248E-FEFD-49A8-BD2D-943797C49774}" type="presParOf" srcId="{66FDAC9E-8029-4EF7-8521-4A90862F6791}" destId="{D273CDA1-D6C5-4FB4-B49C-E012061A53C7}" srcOrd="2" destOrd="0" presId="urn:microsoft.com/office/officeart/2008/layout/LinedList"/>
    <dgm:cxn modelId="{786AF645-06E7-436A-86D6-04A1B83264D0}" type="presParOf" srcId="{66FDAC9E-8029-4EF7-8521-4A90862F6791}" destId="{1CF58271-A810-4456-A130-854A7F75051C}" srcOrd="3" destOrd="0" presId="urn:microsoft.com/office/officeart/2008/layout/LinedList"/>
    <dgm:cxn modelId="{A38445DC-E661-4761-8ECA-40074B0FFA8F}" type="presParOf" srcId="{1CF58271-A810-4456-A130-854A7F75051C}" destId="{D51646EB-9C07-4F80-9D07-B0136C382C3D}" srcOrd="0" destOrd="0" presId="urn:microsoft.com/office/officeart/2008/layout/LinedList"/>
    <dgm:cxn modelId="{9B5A4706-ABF1-48FD-8247-4BC1F47E5ED3}" type="presParOf" srcId="{1CF58271-A810-4456-A130-854A7F75051C}" destId="{4FA3D5D5-A8F3-4655-AA1A-9D91CD243451}" srcOrd="1" destOrd="0" presId="urn:microsoft.com/office/officeart/2008/layout/LinedList"/>
    <dgm:cxn modelId="{2CD31991-97C9-4BC3-A164-0AF87374D44A}" type="presParOf" srcId="{66FDAC9E-8029-4EF7-8521-4A90862F6791}" destId="{24CD7189-7A4D-48E0-AD19-2B61FAF4A9F8}" srcOrd="4" destOrd="0" presId="urn:microsoft.com/office/officeart/2008/layout/LinedList"/>
    <dgm:cxn modelId="{16FBDEA3-E20E-4A6C-8C1F-1EA73D1CD79C}" type="presParOf" srcId="{66FDAC9E-8029-4EF7-8521-4A90862F6791}" destId="{2D0CF238-E074-4BAD-B476-5EFDF382A8A4}" srcOrd="5" destOrd="0" presId="urn:microsoft.com/office/officeart/2008/layout/LinedList"/>
    <dgm:cxn modelId="{DD24C135-0769-4BB1-883A-D0D46C4EEC81}" type="presParOf" srcId="{2D0CF238-E074-4BAD-B476-5EFDF382A8A4}" destId="{95F926EA-6A13-42BD-95E6-121DBD86A9A6}" srcOrd="0" destOrd="0" presId="urn:microsoft.com/office/officeart/2008/layout/LinedList"/>
    <dgm:cxn modelId="{BC0B5463-E21A-43C7-8B3B-93F4C18526CB}" type="presParOf" srcId="{2D0CF238-E074-4BAD-B476-5EFDF382A8A4}" destId="{51AD6922-F288-43FC-B10A-3A95083B65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baseline="0" dirty="0"/>
            <a:t>Arabský svět – zachování a rozvoj starověkých věd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AC3DD666-1D5F-488E-8D1A-63167BA7F1A0}">
      <dgm:prSet custT="1"/>
      <dgm:spPr/>
      <dgm:t>
        <a:bodyPr/>
        <a:lstStyle/>
        <a:p>
          <a:r>
            <a:rPr lang="cs-CZ" sz="2800" baseline="0" dirty="0"/>
            <a:t>Evropa – učení kombinuje víru a rozum</a:t>
          </a:r>
          <a:endParaRPr lang="en-US" sz="2800" dirty="0"/>
        </a:p>
      </dgm:t>
    </dgm:pt>
    <dgm:pt modelId="{64354667-9B0D-4AD3-BB4B-D29A248CC569}" type="parTrans" cxnId="{2BB813C5-7380-4022-920A-DF45A67127E3}">
      <dgm:prSet/>
      <dgm:spPr/>
      <dgm:t>
        <a:bodyPr/>
        <a:lstStyle/>
        <a:p>
          <a:endParaRPr lang="cs-CZ"/>
        </a:p>
      </dgm:t>
    </dgm:pt>
    <dgm:pt modelId="{7895C96B-EEAD-40F5-B3A0-EEF84C781CE0}" type="sibTrans" cxnId="{2BB813C5-7380-4022-920A-DF45A67127E3}">
      <dgm:prSet/>
      <dgm:spPr/>
      <dgm:t>
        <a:bodyPr/>
        <a:lstStyle/>
        <a:p>
          <a:endParaRPr lang="cs-CZ"/>
        </a:p>
      </dgm:t>
    </dgm:pt>
    <dgm:pt modelId="{30C878F0-484C-48F9-9F78-32AD16A7238C}">
      <dgm:prSet custT="1"/>
      <dgm:spPr/>
      <dgm:t>
        <a:bodyPr/>
        <a:lstStyle/>
        <a:p>
          <a:r>
            <a:rPr lang="cs-CZ" sz="2800" dirty="0"/>
            <a:t>Tomáš Akvinský (13. st.) – spojení metafyziky a křesťanství</a:t>
          </a:r>
          <a:endParaRPr lang="en-US" sz="2800" dirty="0"/>
        </a:p>
      </dgm:t>
    </dgm:pt>
    <dgm:pt modelId="{F12C45E1-9DB5-4975-929B-CA751C4F8C77}" type="parTrans" cxnId="{8289BC84-1AA5-4C5C-BCD1-260CD3683B29}">
      <dgm:prSet/>
      <dgm:spPr/>
      <dgm:t>
        <a:bodyPr/>
        <a:lstStyle/>
        <a:p>
          <a:endParaRPr lang="cs-CZ"/>
        </a:p>
      </dgm:t>
    </dgm:pt>
    <dgm:pt modelId="{C3CECF81-F1F1-4E1C-9494-612EC08963F5}" type="sibTrans" cxnId="{8289BC84-1AA5-4C5C-BCD1-260CD3683B29}">
      <dgm:prSet/>
      <dgm:spPr/>
      <dgm:t>
        <a:bodyPr/>
        <a:lstStyle/>
        <a:p>
          <a:endParaRPr lang="cs-CZ"/>
        </a:p>
      </dgm:t>
    </dgm:pt>
    <dgm:pt modelId="{3F974D2F-D49F-4805-9A6D-2B34A165D960}">
      <dgm:prSet custT="1"/>
      <dgm:spPr/>
      <dgm:t>
        <a:bodyPr/>
        <a:lstStyle/>
        <a:p>
          <a:r>
            <a:rPr lang="cs-CZ" sz="2800" dirty="0"/>
            <a:t>Začátek racionálního zkoumání přírodních jevů</a:t>
          </a:r>
          <a:endParaRPr lang="en-US" sz="2800" dirty="0"/>
        </a:p>
      </dgm:t>
    </dgm:pt>
    <dgm:pt modelId="{611A862F-31C2-44A5-847D-A394EA9FBFBB}" type="parTrans" cxnId="{03132005-D682-43E9-80EC-3E4B10E98228}">
      <dgm:prSet/>
      <dgm:spPr/>
      <dgm:t>
        <a:bodyPr/>
        <a:lstStyle/>
        <a:p>
          <a:endParaRPr lang="cs-CZ"/>
        </a:p>
      </dgm:t>
    </dgm:pt>
    <dgm:pt modelId="{5EE8D7B6-E9C8-45B6-99BE-67FABD6DF1D0}" type="sibTrans" cxnId="{03132005-D682-43E9-80EC-3E4B10E98228}">
      <dgm:prSet/>
      <dgm:spPr/>
      <dgm:t>
        <a:bodyPr/>
        <a:lstStyle/>
        <a:p>
          <a:endParaRPr lang="cs-CZ"/>
        </a:p>
      </dgm:t>
    </dgm:pt>
    <dgm:pt modelId="{F4665EF4-7C3E-43FF-A0D0-E24AD9C54C80}">
      <dgm:prSet custT="1"/>
      <dgm:spPr/>
      <dgm:t>
        <a:bodyPr/>
        <a:lstStyle/>
        <a:p>
          <a:r>
            <a:rPr lang="cs-CZ" sz="2800" dirty="0"/>
            <a:t>Nominalisté (14. st.) – matematické vyjádření pohybu a tíhy</a:t>
          </a:r>
          <a:endParaRPr lang="en-US" sz="2800" dirty="0"/>
        </a:p>
      </dgm:t>
    </dgm:pt>
    <dgm:pt modelId="{2F4424E2-0ECC-458A-8FD0-02272A2C9FFF}" type="parTrans" cxnId="{EB10763A-4F3A-428F-B49B-64B01F32F448}">
      <dgm:prSet/>
      <dgm:spPr/>
      <dgm:t>
        <a:bodyPr/>
        <a:lstStyle/>
        <a:p>
          <a:endParaRPr lang="cs-CZ"/>
        </a:p>
      </dgm:t>
    </dgm:pt>
    <dgm:pt modelId="{9657C9CE-6B72-4AB4-9347-59B91F903FC7}" type="sibTrans" cxnId="{EB10763A-4F3A-428F-B49B-64B01F32F448}">
      <dgm:prSet/>
      <dgm:spPr/>
      <dgm:t>
        <a:bodyPr/>
        <a:lstStyle/>
        <a:p>
          <a:endParaRPr lang="cs-CZ"/>
        </a:p>
      </dgm:t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5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5"/>
      <dgm:spPr/>
    </dgm:pt>
    <dgm:pt modelId="{8C536F27-38D3-4291-9385-2491E226D007}" type="pres">
      <dgm:prSet presAssocID="{C89EC813-AE2A-40F0-A295-87C8796A6802}" presName="vert1" presStyleCnt="0"/>
      <dgm:spPr/>
    </dgm:pt>
    <dgm:pt modelId="{401F9DFF-E669-48F6-AA88-436D234221D9}" type="pres">
      <dgm:prSet presAssocID="{AC3DD666-1D5F-488E-8D1A-63167BA7F1A0}" presName="thickLine" presStyleLbl="alignNode1" presStyleIdx="1" presStyleCnt="5"/>
      <dgm:spPr/>
    </dgm:pt>
    <dgm:pt modelId="{EE5477FD-DE2E-429A-8EFD-7835D1931C8E}" type="pres">
      <dgm:prSet presAssocID="{AC3DD666-1D5F-488E-8D1A-63167BA7F1A0}" presName="horz1" presStyleCnt="0"/>
      <dgm:spPr/>
    </dgm:pt>
    <dgm:pt modelId="{7C3E75BE-1614-4A2A-B7A2-7B683F843AAB}" type="pres">
      <dgm:prSet presAssocID="{AC3DD666-1D5F-488E-8D1A-63167BA7F1A0}" presName="tx1" presStyleLbl="revTx" presStyleIdx="1" presStyleCnt="5"/>
      <dgm:spPr/>
    </dgm:pt>
    <dgm:pt modelId="{98569A0D-1984-45CE-95C7-5C11B1336FDF}" type="pres">
      <dgm:prSet presAssocID="{AC3DD666-1D5F-488E-8D1A-63167BA7F1A0}" presName="vert1" presStyleCnt="0"/>
      <dgm:spPr/>
    </dgm:pt>
    <dgm:pt modelId="{9DEB4E81-0FF0-4A09-B589-3F4B62A39AEF}" type="pres">
      <dgm:prSet presAssocID="{30C878F0-484C-48F9-9F78-32AD16A7238C}" presName="thickLine" presStyleLbl="alignNode1" presStyleIdx="2" presStyleCnt="5"/>
      <dgm:spPr/>
    </dgm:pt>
    <dgm:pt modelId="{EC328D81-ECB1-4893-87FB-E774BBC256D1}" type="pres">
      <dgm:prSet presAssocID="{30C878F0-484C-48F9-9F78-32AD16A7238C}" presName="horz1" presStyleCnt="0"/>
      <dgm:spPr/>
    </dgm:pt>
    <dgm:pt modelId="{F1ABD015-0C65-4A5E-AE30-DD2ED05E2006}" type="pres">
      <dgm:prSet presAssocID="{30C878F0-484C-48F9-9F78-32AD16A7238C}" presName="tx1" presStyleLbl="revTx" presStyleIdx="2" presStyleCnt="5"/>
      <dgm:spPr/>
    </dgm:pt>
    <dgm:pt modelId="{2695B1BE-BE3C-4938-B587-654641B5D2DB}" type="pres">
      <dgm:prSet presAssocID="{30C878F0-484C-48F9-9F78-32AD16A7238C}" presName="vert1" presStyleCnt="0"/>
      <dgm:spPr/>
    </dgm:pt>
    <dgm:pt modelId="{10395B3A-C8C3-4C3F-9A4C-93CB5221EC18}" type="pres">
      <dgm:prSet presAssocID="{3F974D2F-D49F-4805-9A6D-2B34A165D960}" presName="thickLine" presStyleLbl="alignNode1" presStyleIdx="3" presStyleCnt="5"/>
      <dgm:spPr/>
    </dgm:pt>
    <dgm:pt modelId="{61345ABB-21F6-4563-8A61-7E95FEA45717}" type="pres">
      <dgm:prSet presAssocID="{3F974D2F-D49F-4805-9A6D-2B34A165D960}" presName="horz1" presStyleCnt="0"/>
      <dgm:spPr/>
    </dgm:pt>
    <dgm:pt modelId="{EC435043-804E-41CD-9DF2-6B3B3200FAB3}" type="pres">
      <dgm:prSet presAssocID="{3F974D2F-D49F-4805-9A6D-2B34A165D960}" presName="tx1" presStyleLbl="revTx" presStyleIdx="3" presStyleCnt="5"/>
      <dgm:spPr/>
    </dgm:pt>
    <dgm:pt modelId="{A77CE991-D2FC-479A-8EC1-FBD7A6C14C69}" type="pres">
      <dgm:prSet presAssocID="{3F974D2F-D49F-4805-9A6D-2B34A165D960}" presName="vert1" presStyleCnt="0"/>
      <dgm:spPr/>
    </dgm:pt>
    <dgm:pt modelId="{A5E66F08-CAC7-41D9-B921-499022718D74}" type="pres">
      <dgm:prSet presAssocID="{F4665EF4-7C3E-43FF-A0D0-E24AD9C54C80}" presName="thickLine" presStyleLbl="alignNode1" presStyleIdx="4" presStyleCnt="5"/>
      <dgm:spPr/>
    </dgm:pt>
    <dgm:pt modelId="{F060F0CA-6DC2-4C10-B129-C251B1CC0EA4}" type="pres">
      <dgm:prSet presAssocID="{F4665EF4-7C3E-43FF-A0D0-E24AD9C54C80}" presName="horz1" presStyleCnt="0"/>
      <dgm:spPr/>
    </dgm:pt>
    <dgm:pt modelId="{FD2310FB-0AAA-49AB-BA9C-0C2DA53A7B49}" type="pres">
      <dgm:prSet presAssocID="{F4665EF4-7C3E-43FF-A0D0-E24AD9C54C80}" presName="tx1" presStyleLbl="revTx" presStyleIdx="4" presStyleCnt="5"/>
      <dgm:spPr/>
    </dgm:pt>
    <dgm:pt modelId="{745C1126-6F7E-4D06-BBC1-67123693B893}" type="pres">
      <dgm:prSet presAssocID="{F4665EF4-7C3E-43FF-A0D0-E24AD9C54C80}" presName="vert1" presStyleCnt="0"/>
      <dgm:spPr/>
    </dgm:pt>
  </dgm:ptLst>
  <dgm:cxnLst>
    <dgm:cxn modelId="{03132005-D682-43E9-80EC-3E4B10E98228}" srcId="{D11231FA-0599-46EC-91A4-7AFA23CC08E7}" destId="{3F974D2F-D49F-4805-9A6D-2B34A165D960}" srcOrd="3" destOrd="0" parTransId="{611A862F-31C2-44A5-847D-A394EA9FBFBB}" sibTransId="{5EE8D7B6-E9C8-45B6-99BE-67FABD6DF1D0}"/>
    <dgm:cxn modelId="{926BBB22-A45A-41D0-88E9-17FAAC24A8B8}" type="presOf" srcId="{30C878F0-484C-48F9-9F78-32AD16A7238C}" destId="{F1ABD015-0C65-4A5E-AE30-DD2ED05E2006}" srcOrd="0" destOrd="0" presId="urn:microsoft.com/office/officeart/2008/layout/LinedList"/>
    <dgm:cxn modelId="{EB10763A-4F3A-428F-B49B-64B01F32F448}" srcId="{D11231FA-0599-46EC-91A4-7AFA23CC08E7}" destId="{F4665EF4-7C3E-43FF-A0D0-E24AD9C54C80}" srcOrd="4" destOrd="0" parTransId="{2F4424E2-0ECC-458A-8FD0-02272A2C9FFF}" sibTransId="{9657C9CE-6B72-4AB4-9347-59B91F903FC7}"/>
    <dgm:cxn modelId="{0320BA44-3ACB-4AB6-9FD3-9C4FCB327A0F}" type="presOf" srcId="{AC3DD666-1D5F-488E-8D1A-63167BA7F1A0}" destId="{7C3E75BE-1614-4A2A-B7A2-7B683F843AAB}" srcOrd="0" destOrd="0" presId="urn:microsoft.com/office/officeart/2008/layout/LinedList"/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097B7482-E472-4C07-A5E6-DB0AAF62A11F}" type="presOf" srcId="{3F974D2F-D49F-4805-9A6D-2B34A165D960}" destId="{EC435043-804E-41CD-9DF2-6B3B3200FAB3}" srcOrd="0" destOrd="0" presId="urn:microsoft.com/office/officeart/2008/layout/LinedList"/>
    <dgm:cxn modelId="{8289BC84-1AA5-4C5C-BCD1-260CD3683B29}" srcId="{D11231FA-0599-46EC-91A4-7AFA23CC08E7}" destId="{30C878F0-484C-48F9-9F78-32AD16A7238C}" srcOrd="2" destOrd="0" parTransId="{F12C45E1-9DB5-4975-929B-CA751C4F8C77}" sibTransId="{C3CECF81-F1F1-4E1C-9494-612EC08963F5}"/>
    <dgm:cxn modelId="{5202F0A3-2CFA-4708-917F-E425E559482F}" type="presOf" srcId="{F4665EF4-7C3E-43FF-A0D0-E24AD9C54C80}" destId="{FD2310FB-0AAA-49AB-BA9C-0C2DA53A7B49}" srcOrd="0" destOrd="0" presId="urn:microsoft.com/office/officeart/2008/layout/LinedList"/>
    <dgm:cxn modelId="{2BB813C5-7380-4022-920A-DF45A67127E3}" srcId="{D11231FA-0599-46EC-91A4-7AFA23CC08E7}" destId="{AC3DD666-1D5F-488E-8D1A-63167BA7F1A0}" srcOrd="1" destOrd="0" parTransId="{64354667-9B0D-4AD3-BB4B-D29A248CC569}" sibTransId="{7895C96B-EEAD-40F5-B3A0-EEF84C781CE0}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3AF1615C-B719-40F3-8E95-562D09E1A945}" type="presParOf" srcId="{66FDAC9E-8029-4EF7-8521-4A90862F6791}" destId="{401F9DFF-E669-48F6-AA88-436D234221D9}" srcOrd="2" destOrd="0" presId="urn:microsoft.com/office/officeart/2008/layout/LinedList"/>
    <dgm:cxn modelId="{FDFED64C-CDE5-4E69-8FF9-F0604E194100}" type="presParOf" srcId="{66FDAC9E-8029-4EF7-8521-4A90862F6791}" destId="{EE5477FD-DE2E-429A-8EFD-7835D1931C8E}" srcOrd="3" destOrd="0" presId="urn:microsoft.com/office/officeart/2008/layout/LinedList"/>
    <dgm:cxn modelId="{85617736-0A43-44F2-9112-3BC63FAE6A9B}" type="presParOf" srcId="{EE5477FD-DE2E-429A-8EFD-7835D1931C8E}" destId="{7C3E75BE-1614-4A2A-B7A2-7B683F843AAB}" srcOrd="0" destOrd="0" presId="urn:microsoft.com/office/officeart/2008/layout/LinedList"/>
    <dgm:cxn modelId="{6C4107A1-41C4-45E6-87B5-D9678F7EDB15}" type="presParOf" srcId="{EE5477FD-DE2E-429A-8EFD-7835D1931C8E}" destId="{98569A0D-1984-45CE-95C7-5C11B1336FDF}" srcOrd="1" destOrd="0" presId="urn:microsoft.com/office/officeart/2008/layout/LinedList"/>
    <dgm:cxn modelId="{E2F190FA-2EA5-409E-9338-0C2F541F5B59}" type="presParOf" srcId="{66FDAC9E-8029-4EF7-8521-4A90862F6791}" destId="{9DEB4E81-0FF0-4A09-B589-3F4B62A39AEF}" srcOrd="4" destOrd="0" presId="urn:microsoft.com/office/officeart/2008/layout/LinedList"/>
    <dgm:cxn modelId="{857D2ABE-6E80-4433-A830-59FF798A122B}" type="presParOf" srcId="{66FDAC9E-8029-4EF7-8521-4A90862F6791}" destId="{EC328D81-ECB1-4893-87FB-E774BBC256D1}" srcOrd="5" destOrd="0" presId="urn:microsoft.com/office/officeart/2008/layout/LinedList"/>
    <dgm:cxn modelId="{F7415B4A-250A-4110-88B7-9721C5F76C99}" type="presParOf" srcId="{EC328D81-ECB1-4893-87FB-E774BBC256D1}" destId="{F1ABD015-0C65-4A5E-AE30-DD2ED05E2006}" srcOrd="0" destOrd="0" presId="urn:microsoft.com/office/officeart/2008/layout/LinedList"/>
    <dgm:cxn modelId="{88DBC906-C290-455C-88DA-1DB3B986523C}" type="presParOf" srcId="{EC328D81-ECB1-4893-87FB-E774BBC256D1}" destId="{2695B1BE-BE3C-4938-B587-654641B5D2DB}" srcOrd="1" destOrd="0" presId="urn:microsoft.com/office/officeart/2008/layout/LinedList"/>
    <dgm:cxn modelId="{447FEFCE-6BC7-4D78-B7DB-A7EC35EA4DF1}" type="presParOf" srcId="{66FDAC9E-8029-4EF7-8521-4A90862F6791}" destId="{10395B3A-C8C3-4C3F-9A4C-93CB5221EC18}" srcOrd="6" destOrd="0" presId="urn:microsoft.com/office/officeart/2008/layout/LinedList"/>
    <dgm:cxn modelId="{665FFE09-8243-487D-832F-DCD8594EE072}" type="presParOf" srcId="{66FDAC9E-8029-4EF7-8521-4A90862F6791}" destId="{61345ABB-21F6-4563-8A61-7E95FEA45717}" srcOrd="7" destOrd="0" presId="urn:microsoft.com/office/officeart/2008/layout/LinedList"/>
    <dgm:cxn modelId="{FF57215F-2F29-4C14-8B94-F20F74255431}" type="presParOf" srcId="{61345ABB-21F6-4563-8A61-7E95FEA45717}" destId="{EC435043-804E-41CD-9DF2-6B3B3200FAB3}" srcOrd="0" destOrd="0" presId="urn:microsoft.com/office/officeart/2008/layout/LinedList"/>
    <dgm:cxn modelId="{B4EE2A6E-E9AF-48B3-BBF0-6403F9581B2C}" type="presParOf" srcId="{61345ABB-21F6-4563-8A61-7E95FEA45717}" destId="{A77CE991-D2FC-479A-8EC1-FBD7A6C14C69}" srcOrd="1" destOrd="0" presId="urn:microsoft.com/office/officeart/2008/layout/LinedList"/>
    <dgm:cxn modelId="{EA75EFED-FA2E-4F9F-9F85-383CC5C1A3E1}" type="presParOf" srcId="{66FDAC9E-8029-4EF7-8521-4A90862F6791}" destId="{A5E66F08-CAC7-41D9-B921-499022718D74}" srcOrd="8" destOrd="0" presId="urn:microsoft.com/office/officeart/2008/layout/LinedList"/>
    <dgm:cxn modelId="{BAE3BD2C-CE25-4F82-AAAB-0DE209031635}" type="presParOf" srcId="{66FDAC9E-8029-4EF7-8521-4A90862F6791}" destId="{F060F0CA-6DC2-4C10-B129-C251B1CC0EA4}" srcOrd="9" destOrd="0" presId="urn:microsoft.com/office/officeart/2008/layout/LinedList"/>
    <dgm:cxn modelId="{FB027C87-1CA0-4F96-BC48-6F7F74011A4A}" type="presParOf" srcId="{F060F0CA-6DC2-4C10-B129-C251B1CC0EA4}" destId="{FD2310FB-0AAA-49AB-BA9C-0C2DA53A7B49}" srcOrd="0" destOrd="0" presId="urn:microsoft.com/office/officeart/2008/layout/LinedList"/>
    <dgm:cxn modelId="{31EDC0F3-2951-4C62-9155-08F90509DB2E}" type="presParOf" srcId="{F060F0CA-6DC2-4C10-B129-C251B1CC0EA4}" destId="{745C1126-6F7E-4D06-BBC1-67123693B8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dirty="0"/>
            <a:t>Racionalistická a platónská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E3135DEC-DE01-4D24-A2F9-63F9B27C05F4}">
      <dgm:prSet custT="1"/>
      <dgm:spPr/>
      <dgm:t>
        <a:bodyPr/>
        <a:lstStyle/>
        <a:p>
          <a:pPr algn="just"/>
          <a:r>
            <a:rPr lang="cs-CZ" sz="2800" dirty="0"/>
            <a:t>Skutečnost lze pochopit jen na základě matematiky</a:t>
          </a:r>
          <a:endParaRPr lang="en-US" sz="2800" dirty="0"/>
        </a:p>
      </dgm:t>
    </dgm:pt>
    <dgm:pt modelId="{506D4A7B-A45E-40B2-A77C-4F551E7FCE41}" type="parTrans" cxnId="{22AFA5E0-0C1C-45AC-A187-ACBBAD689331}">
      <dgm:prSet/>
      <dgm:spPr/>
    </dgm:pt>
    <dgm:pt modelId="{6EF92E52-B18D-4796-ABE1-A95E60459D2F}" type="sibTrans" cxnId="{22AFA5E0-0C1C-45AC-A187-ACBBAD689331}">
      <dgm:prSet/>
      <dgm:spPr/>
    </dgm:pt>
    <dgm:pt modelId="{FDE6379B-2254-4893-9D40-42286B624530}">
      <dgm:prSet custT="1"/>
      <dgm:spPr/>
      <dgm:t>
        <a:bodyPr/>
        <a:lstStyle/>
        <a:p>
          <a:pPr algn="just"/>
          <a:r>
            <a:rPr lang="cs-CZ" sz="2800" dirty="0"/>
            <a:t>Aplikovaná věda jako prostředek k ovládnutí světa</a:t>
          </a:r>
          <a:endParaRPr lang="en-US" sz="2800" dirty="0"/>
        </a:p>
      </dgm:t>
    </dgm:pt>
    <dgm:pt modelId="{A6AD9289-AE33-46FA-9A0B-FD758A8C87B0}" type="parTrans" cxnId="{EEE75BBD-F727-41C5-822B-5EEFAA5DAD81}">
      <dgm:prSet/>
      <dgm:spPr/>
    </dgm:pt>
    <dgm:pt modelId="{A4F2D24A-0160-4AE7-B3EA-D914A5CAC36E}" type="sibTrans" cxnId="{EEE75BBD-F727-41C5-822B-5EEFAA5DAD81}">
      <dgm:prSet/>
      <dgm:spPr/>
    </dgm:pt>
    <dgm:pt modelId="{190D4BC3-39DB-4428-91DC-D610B1ED4538}">
      <dgm:prSet custT="1"/>
      <dgm:spPr/>
      <dgm:t>
        <a:bodyPr/>
        <a:lstStyle/>
        <a:p>
          <a:pPr algn="just"/>
          <a:r>
            <a:rPr lang="cs-CZ" sz="2800" dirty="0"/>
            <a:t>Rozvoj vědeckého pozorovaní a experimentování</a:t>
          </a:r>
          <a:endParaRPr lang="en-US" sz="2800" dirty="0"/>
        </a:p>
      </dgm:t>
    </dgm:pt>
    <dgm:pt modelId="{7EA7DCED-9355-4A59-B226-388037961AC5}" type="parTrans" cxnId="{89D35B81-210A-4EEC-9EA4-C510973E9727}">
      <dgm:prSet/>
      <dgm:spPr/>
    </dgm:pt>
    <dgm:pt modelId="{19C2D881-E597-4D7E-9A35-DF09F3D18332}" type="sibTrans" cxnId="{89D35B81-210A-4EEC-9EA4-C510973E9727}">
      <dgm:prSet/>
      <dgm:spPr/>
    </dgm:pt>
    <dgm:pt modelId="{0871A0A0-117A-4F39-914C-F361D66E96A4}">
      <dgm:prSet custT="1"/>
      <dgm:spPr/>
      <dgm:t>
        <a:bodyPr/>
        <a:lstStyle/>
        <a:p>
          <a:pPr algn="just"/>
          <a:r>
            <a:rPr lang="cs-CZ" sz="2800" dirty="0"/>
            <a:t>Návrat k antice</a:t>
          </a:r>
          <a:endParaRPr lang="en-US" sz="2800" dirty="0"/>
        </a:p>
      </dgm:t>
    </dgm:pt>
    <dgm:pt modelId="{3B10DC82-128D-48D6-95A9-D716AC3304C7}" type="parTrans" cxnId="{AF65AC0F-E452-4245-AB86-CAF56673B4CF}">
      <dgm:prSet/>
      <dgm:spPr/>
    </dgm:pt>
    <dgm:pt modelId="{E58C6081-C06B-4F4D-90BD-C8AEDD055DAC}" type="sibTrans" cxnId="{AF65AC0F-E452-4245-AB86-CAF56673B4CF}">
      <dgm:prSet/>
      <dgm:spPr/>
    </dgm:pt>
    <dgm:pt modelId="{33FAED79-47E5-4284-9E30-D9D631F94D57}">
      <dgm:prSet custT="1"/>
      <dgm:spPr/>
      <dgm:t>
        <a:bodyPr/>
        <a:lstStyle/>
        <a:p>
          <a:pPr algn="just"/>
          <a:r>
            <a:rPr lang="cs-CZ" sz="2800" dirty="0"/>
            <a:t>Slunce středem vesmíru</a:t>
          </a:r>
          <a:endParaRPr lang="en-US" sz="2800" dirty="0"/>
        </a:p>
      </dgm:t>
    </dgm:pt>
    <dgm:pt modelId="{2BBB0123-E2A7-4B4A-AE10-0CFFA85EBFE9}" type="parTrans" cxnId="{96F0E0AE-4FE3-4381-9F7E-AD09BAC797B8}">
      <dgm:prSet/>
      <dgm:spPr/>
    </dgm:pt>
    <dgm:pt modelId="{E19E41A3-8244-4214-85C2-7AAEE91A5932}" type="sibTrans" cxnId="{96F0E0AE-4FE3-4381-9F7E-AD09BAC797B8}">
      <dgm:prSet/>
      <dgm:spPr/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6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6"/>
      <dgm:spPr/>
    </dgm:pt>
    <dgm:pt modelId="{8C536F27-38D3-4291-9385-2491E226D007}" type="pres">
      <dgm:prSet presAssocID="{C89EC813-AE2A-40F0-A295-87C8796A6802}" presName="vert1" presStyleCnt="0"/>
      <dgm:spPr/>
    </dgm:pt>
    <dgm:pt modelId="{2686216A-90C1-4735-A5EC-5AFF89EEC7A6}" type="pres">
      <dgm:prSet presAssocID="{E3135DEC-DE01-4D24-A2F9-63F9B27C05F4}" presName="thickLine" presStyleLbl="alignNode1" presStyleIdx="1" presStyleCnt="6"/>
      <dgm:spPr/>
    </dgm:pt>
    <dgm:pt modelId="{ADF34DED-1816-4A91-A888-ACD10B4EC2F4}" type="pres">
      <dgm:prSet presAssocID="{E3135DEC-DE01-4D24-A2F9-63F9B27C05F4}" presName="horz1" presStyleCnt="0"/>
      <dgm:spPr/>
    </dgm:pt>
    <dgm:pt modelId="{192BDDFB-3D28-45BE-8917-460CF77D7754}" type="pres">
      <dgm:prSet presAssocID="{E3135DEC-DE01-4D24-A2F9-63F9B27C05F4}" presName="tx1" presStyleLbl="revTx" presStyleIdx="1" presStyleCnt="6"/>
      <dgm:spPr/>
    </dgm:pt>
    <dgm:pt modelId="{E9795035-77E5-4C57-B08D-0FAF5E1A5C3D}" type="pres">
      <dgm:prSet presAssocID="{E3135DEC-DE01-4D24-A2F9-63F9B27C05F4}" presName="vert1" presStyleCnt="0"/>
      <dgm:spPr/>
    </dgm:pt>
    <dgm:pt modelId="{0C180EAB-8EEF-4135-9485-C356E7415825}" type="pres">
      <dgm:prSet presAssocID="{FDE6379B-2254-4893-9D40-42286B624530}" presName="thickLine" presStyleLbl="alignNode1" presStyleIdx="2" presStyleCnt="6"/>
      <dgm:spPr/>
    </dgm:pt>
    <dgm:pt modelId="{F803594C-62FB-4512-B9B5-5E4E37D46216}" type="pres">
      <dgm:prSet presAssocID="{FDE6379B-2254-4893-9D40-42286B624530}" presName="horz1" presStyleCnt="0"/>
      <dgm:spPr/>
    </dgm:pt>
    <dgm:pt modelId="{0028F7B8-7339-47B7-B90C-E12F323B2C75}" type="pres">
      <dgm:prSet presAssocID="{FDE6379B-2254-4893-9D40-42286B624530}" presName="tx1" presStyleLbl="revTx" presStyleIdx="2" presStyleCnt="6"/>
      <dgm:spPr/>
    </dgm:pt>
    <dgm:pt modelId="{DC0180D8-5E6E-461F-AB6A-820A155B52A6}" type="pres">
      <dgm:prSet presAssocID="{FDE6379B-2254-4893-9D40-42286B624530}" presName="vert1" presStyleCnt="0"/>
      <dgm:spPr/>
    </dgm:pt>
    <dgm:pt modelId="{4E46047F-1D2D-442C-8B3F-8FD34C976271}" type="pres">
      <dgm:prSet presAssocID="{190D4BC3-39DB-4428-91DC-D610B1ED4538}" presName="thickLine" presStyleLbl="alignNode1" presStyleIdx="3" presStyleCnt="6"/>
      <dgm:spPr/>
    </dgm:pt>
    <dgm:pt modelId="{2E462C11-497C-41DB-B35D-93491ECA14A7}" type="pres">
      <dgm:prSet presAssocID="{190D4BC3-39DB-4428-91DC-D610B1ED4538}" presName="horz1" presStyleCnt="0"/>
      <dgm:spPr/>
    </dgm:pt>
    <dgm:pt modelId="{95DB0507-A0DA-427C-9163-2928071A0672}" type="pres">
      <dgm:prSet presAssocID="{190D4BC3-39DB-4428-91DC-D610B1ED4538}" presName="tx1" presStyleLbl="revTx" presStyleIdx="3" presStyleCnt="6"/>
      <dgm:spPr/>
    </dgm:pt>
    <dgm:pt modelId="{75C066D6-DD50-4265-B40C-70847F96E6DB}" type="pres">
      <dgm:prSet presAssocID="{190D4BC3-39DB-4428-91DC-D610B1ED4538}" presName="vert1" presStyleCnt="0"/>
      <dgm:spPr/>
    </dgm:pt>
    <dgm:pt modelId="{F82FAABC-0634-4D6E-9426-38260193C5DD}" type="pres">
      <dgm:prSet presAssocID="{0871A0A0-117A-4F39-914C-F361D66E96A4}" presName="thickLine" presStyleLbl="alignNode1" presStyleIdx="4" presStyleCnt="6"/>
      <dgm:spPr/>
    </dgm:pt>
    <dgm:pt modelId="{2D934FE7-A5F1-4C0A-88F8-58A44E4C3809}" type="pres">
      <dgm:prSet presAssocID="{0871A0A0-117A-4F39-914C-F361D66E96A4}" presName="horz1" presStyleCnt="0"/>
      <dgm:spPr/>
    </dgm:pt>
    <dgm:pt modelId="{CA9C2F04-BE56-42E9-9111-6DB5B3AF1F0D}" type="pres">
      <dgm:prSet presAssocID="{0871A0A0-117A-4F39-914C-F361D66E96A4}" presName="tx1" presStyleLbl="revTx" presStyleIdx="4" presStyleCnt="6"/>
      <dgm:spPr/>
    </dgm:pt>
    <dgm:pt modelId="{FC006A4F-A217-41F5-9B38-BCDA5346A00B}" type="pres">
      <dgm:prSet presAssocID="{0871A0A0-117A-4F39-914C-F361D66E96A4}" presName="vert1" presStyleCnt="0"/>
      <dgm:spPr/>
    </dgm:pt>
    <dgm:pt modelId="{4F5C295C-902D-4BAB-BF16-A0AAEEECAEE2}" type="pres">
      <dgm:prSet presAssocID="{33FAED79-47E5-4284-9E30-D9D631F94D57}" presName="thickLine" presStyleLbl="alignNode1" presStyleIdx="5" presStyleCnt="6"/>
      <dgm:spPr/>
    </dgm:pt>
    <dgm:pt modelId="{1197007F-B440-4043-A3B9-12AA9350BAC2}" type="pres">
      <dgm:prSet presAssocID="{33FAED79-47E5-4284-9E30-D9D631F94D57}" presName="horz1" presStyleCnt="0"/>
      <dgm:spPr/>
    </dgm:pt>
    <dgm:pt modelId="{8A1DAC3C-F077-425F-8FE2-4F5F8FAE3C7B}" type="pres">
      <dgm:prSet presAssocID="{33FAED79-47E5-4284-9E30-D9D631F94D57}" presName="tx1" presStyleLbl="revTx" presStyleIdx="5" presStyleCnt="6"/>
      <dgm:spPr/>
    </dgm:pt>
    <dgm:pt modelId="{6CC6C0F8-3B99-45FC-A8DE-6E71E144ED74}" type="pres">
      <dgm:prSet presAssocID="{33FAED79-47E5-4284-9E30-D9D631F94D57}" presName="vert1" presStyleCnt="0"/>
      <dgm:spPr/>
    </dgm:pt>
  </dgm:ptLst>
  <dgm:cxnLst>
    <dgm:cxn modelId="{AF65AC0F-E452-4245-AB86-CAF56673B4CF}" srcId="{D11231FA-0599-46EC-91A4-7AFA23CC08E7}" destId="{0871A0A0-117A-4F39-914C-F361D66E96A4}" srcOrd="4" destOrd="0" parTransId="{3B10DC82-128D-48D6-95A9-D716AC3304C7}" sibTransId="{E58C6081-C06B-4F4D-90BD-C8AEDD055DAC}"/>
    <dgm:cxn modelId="{5A8ECA0F-1660-41FF-B00A-AF63B3C2DADC}" type="presOf" srcId="{33FAED79-47E5-4284-9E30-D9D631F94D57}" destId="{8A1DAC3C-F077-425F-8FE2-4F5F8FAE3C7B}" srcOrd="0" destOrd="0" presId="urn:microsoft.com/office/officeart/2008/layout/LinedList"/>
    <dgm:cxn modelId="{4329BD5C-4C4A-4FC9-83BA-79719AB24026}" type="presOf" srcId="{FDE6379B-2254-4893-9D40-42286B624530}" destId="{0028F7B8-7339-47B7-B90C-E12F323B2C75}" srcOrd="0" destOrd="0" presId="urn:microsoft.com/office/officeart/2008/layout/LinedList"/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483B6675-8D7E-4A09-8217-4DF6A555B0D0}" type="presOf" srcId="{E3135DEC-DE01-4D24-A2F9-63F9B27C05F4}" destId="{192BDDFB-3D28-45BE-8917-460CF77D7754}" srcOrd="0" destOrd="0" presId="urn:microsoft.com/office/officeart/2008/layout/LinedList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89D35B81-210A-4EEC-9EA4-C510973E9727}" srcId="{D11231FA-0599-46EC-91A4-7AFA23CC08E7}" destId="{190D4BC3-39DB-4428-91DC-D610B1ED4538}" srcOrd="3" destOrd="0" parTransId="{7EA7DCED-9355-4A59-B226-388037961AC5}" sibTransId="{19C2D881-E597-4D7E-9A35-DF09F3D18332}"/>
    <dgm:cxn modelId="{78E3D6AD-CB29-4663-A881-C6C6DD8EA974}" type="presOf" srcId="{190D4BC3-39DB-4428-91DC-D610B1ED4538}" destId="{95DB0507-A0DA-427C-9163-2928071A0672}" srcOrd="0" destOrd="0" presId="urn:microsoft.com/office/officeart/2008/layout/LinedList"/>
    <dgm:cxn modelId="{96F0E0AE-4FE3-4381-9F7E-AD09BAC797B8}" srcId="{D11231FA-0599-46EC-91A4-7AFA23CC08E7}" destId="{33FAED79-47E5-4284-9E30-D9D631F94D57}" srcOrd="5" destOrd="0" parTransId="{2BBB0123-E2A7-4B4A-AE10-0CFFA85EBFE9}" sibTransId="{E19E41A3-8244-4214-85C2-7AAEE91A5932}"/>
    <dgm:cxn modelId="{EEE75BBD-F727-41C5-822B-5EEFAA5DAD81}" srcId="{D11231FA-0599-46EC-91A4-7AFA23CC08E7}" destId="{FDE6379B-2254-4893-9D40-42286B624530}" srcOrd="2" destOrd="0" parTransId="{A6AD9289-AE33-46FA-9A0B-FD758A8C87B0}" sibTransId="{A4F2D24A-0160-4AE7-B3EA-D914A5CAC36E}"/>
    <dgm:cxn modelId="{ACF806D2-7FBF-4ED3-9ADA-9B00F21F81AF}" type="presOf" srcId="{0871A0A0-117A-4F39-914C-F361D66E96A4}" destId="{CA9C2F04-BE56-42E9-9111-6DB5B3AF1F0D}" srcOrd="0" destOrd="0" presId="urn:microsoft.com/office/officeart/2008/layout/LinedList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22AFA5E0-0C1C-45AC-A187-ACBBAD689331}" srcId="{D11231FA-0599-46EC-91A4-7AFA23CC08E7}" destId="{E3135DEC-DE01-4D24-A2F9-63F9B27C05F4}" srcOrd="1" destOrd="0" parTransId="{506D4A7B-A45E-40B2-A77C-4F551E7FCE41}" sibTransId="{6EF92E52-B18D-4796-ABE1-A95E60459D2F}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86575183-6EEE-42C8-9840-9221BCBCBC1E}" type="presParOf" srcId="{66FDAC9E-8029-4EF7-8521-4A90862F6791}" destId="{2686216A-90C1-4735-A5EC-5AFF89EEC7A6}" srcOrd="2" destOrd="0" presId="urn:microsoft.com/office/officeart/2008/layout/LinedList"/>
    <dgm:cxn modelId="{C9BAFB41-E5D5-41F9-90F7-F4E7FA6B0E3A}" type="presParOf" srcId="{66FDAC9E-8029-4EF7-8521-4A90862F6791}" destId="{ADF34DED-1816-4A91-A888-ACD10B4EC2F4}" srcOrd="3" destOrd="0" presId="urn:microsoft.com/office/officeart/2008/layout/LinedList"/>
    <dgm:cxn modelId="{8B796339-430D-4376-B08F-0B7381D26C15}" type="presParOf" srcId="{ADF34DED-1816-4A91-A888-ACD10B4EC2F4}" destId="{192BDDFB-3D28-45BE-8917-460CF77D7754}" srcOrd="0" destOrd="0" presId="urn:microsoft.com/office/officeart/2008/layout/LinedList"/>
    <dgm:cxn modelId="{DE353E01-1B4B-4675-9C6D-DF2021E0E685}" type="presParOf" srcId="{ADF34DED-1816-4A91-A888-ACD10B4EC2F4}" destId="{E9795035-77E5-4C57-B08D-0FAF5E1A5C3D}" srcOrd="1" destOrd="0" presId="urn:microsoft.com/office/officeart/2008/layout/LinedList"/>
    <dgm:cxn modelId="{6CB8D464-F3E9-455D-AED3-0C2EC2B46ED7}" type="presParOf" srcId="{66FDAC9E-8029-4EF7-8521-4A90862F6791}" destId="{0C180EAB-8EEF-4135-9485-C356E7415825}" srcOrd="4" destOrd="0" presId="urn:microsoft.com/office/officeart/2008/layout/LinedList"/>
    <dgm:cxn modelId="{C675FC6F-6A5D-4DEF-B17B-C839923B7534}" type="presParOf" srcId="{66FDAC9E-8029-4EF7-8521-4A90862F6791}" destId="{F803594C-62FB-4512-B9B5-5E4E37D46216}" srcOrd="5" destOrd="0" presId="urn:microsoft.com/office/officeart/2008/layout/LinedList"/>
    <dgm:cxn modelId="{EAA72AB7-78F7-4130-8174-55D5A9F6BA83}" type="presParOf" srcId="{F803594C-62FB-4512-B9B5-5E4E37D46216}" destId="{0028F7B8-7339-47B7-B90C-E12F323B2C75}" srcOrd="0" destOrd="0" presId="urn:microsoft.com/office/officeart/2008/layout/LinedList"/>
    <dgm:cxn modelId="{3CFD0AA9-D8DC-490B-AFCB-3EA1D9313C24}" type="presParOf" srcId="{F803594C-62FB-4512-B9B5-5E4E37D46216}" destId="{DC0180D8-5E6E-461F-AB6A-820A155B52A6}" srcOrd="1" destOrd="0" presId="urn:microsoft.com/office/officeart/2008/layout/LinedList"/>
    <dgm:cxn modelId="{5FCEB349-0F53-463E-9040-23BA3590B0C0}" type="presParOf" srcId="{66FDAC9E-8029-4EF7-8521-4A90862F6791}" destId="{4E46047F-1D2D-442C-8B3F-8FD34C976271}" srcOrd="6" destOrd="0" presId="urn:microsoft.com/office/officeart/2008/layout/LinedList"/>
    <dgm:cxn modelId="{3E918BB6-C68D-44E5-9712-C42AFA0882B4}" type="presParOf" srcId="{66FDAC9E-8029-4EF7-8521-4A90862F6791}" destId="{2E462C11-497C-41DB-B35D-93491ECA14A7}" srcOrd="7" destOrd="0" presId="urn:microsoft.com/office/officeart/2008/layout/LinedList"/>
    <dgm:cxn modelId="{D3DCC8BE-6A40-4F6A-A24B-CE195BCFF483}" type="presParOf" srcId="{2E462C11-497C-41DB-B35D-93491ECA14A7}" destId="{95DB0507-A0DA-427C-9163-2928071A0672}" srcOrd="0" destOrd="0" presId="urn:microsoft.com/office/officeart/2008/layout/LinedList"/>
    <dgm:cxn modelId="{E550C754-E2DF-4CEA-BDD8-A8841FE71FD4}" type="presParOf" srcId="{2E462C11-497C-41DB-B35D-93491ECA14A7}" destId="{75C066D6-DD50-4265-B40C-70847F96E6DB}" srcOrd="1" destOrd="0" presId="urn:microsoft.com/office/officeart/2008/layout/LinedList"/>
    <dgm:cxn modelId="{59AD1194-FB78-41AD-A9D3-E4061981C2C1}" type="presParOf" srcId="{66FDAC9E-8029-4EF7-8521-4A90862F6791}" destId="{F82FAABC-0634-4D6E-9426-38260193C5DD}" srcOrd="8" destOrd="0" presId="urn:microsoft.com/office/officeart/2008/layout/LinedList"/>
    <dgm:cxn modelId="{9EDA3E1B-75A7-46C7-8098-F34324576F93}" type="presParOf" srcId="{66FDAC9E-8029-4EF7-8521-4A90862F6791}" destId="{2D934FE7-A5F1-4C0A-88F8-58A44E4C3809}" srcOrd="9" destOrd="0" presId="urn:microsoft.com/office/officeart/2008/layout/LinedList"/>
    <dgm:cxn modelId="{DBB84885-70AC-440B-8E29-83E490245130}" type="presParOf" srcId="{2D934FE7-A5F1-4C0A-88F8-58A44E4C3809}" destId="{CA9C2F04-BE56-42E9-9111-6DB5B3AF1F0D}" srcOrd="0" destOrd="0" presId="urn:microsoft.com/office/officeart/2008/layout/LinedList"/>
    <dgm:cxn modelId="{00BE6816-C123-4C4C-AA01-DE61F43F4A2A}" type="presParOf" srcId="{2D934FE7-A5F1-4C0A-88F8-58A44E4C3809}" destId="{FC006A4F-A217-41F5-9B38-BCDA5346A00B}" srcOrd="1" destOrd="0" presId="urn:microsoft.com/office/officeart/2008/layout/LinedList"/>
    <dgm:cxn modelId="{B499A223-326B-45A4-9928-21A3B7E86061}" type="presParOf" srcId="{66FDAC9E-8029-4EF7-8521-4A90862F6791}" destId="{4F5C295C-902D-4BAB-BF16-A0AAEEECAEE2}" srcOrd="10" destOrd="0" presId="urn:microsoft.com/office/officeart/2008/layout/LinedList"/>
    <dgm:cxn modelId="{F88B283E-6D7F-4092-BCC9-3141ABC213F6}" type="presParOf" srcId="{66FDAC9E-8029-4EF7-8521-4A90862F6791}" destId="{1197007F-B440-4043-A3B9-12AA9350BAC2}" srcOrd="11" destOrd="0" presId="urn:microsoft.com/office/officeart/2008/layout/LinedList"/>
    <dgm:cxn modelId="{A6D13F6C-3DC9-4F5B-A995-987BF63E0474}" type="presParOf" srcId="{1197007F-B440-4043-A3B9-12AA9350BAC2}" destId="{8A1DAC3C-F077-425F-8FE2-4F5F8FAE3C7B}" srcOrd="0" destOrd="0" presId="urn:microsoft.com/office/officeart/2008/layout/LinedList"/>
    <dgm:cxn modelId="{81D73FDE-7C58-4514-A513-F064260E1CD5}" type="presParOf" srcId="{1197007F-B440-4043-A3B9-12AA9350BAC2}" destId="{6CC6C0F8-3B99-45FC-A8DE-6E71E144ED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1231FA-0599-46EC-91A4-7AFA23CC08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EC813-AE2A-40F0-A295-87C8796A6802}">
      <dgm:prSet custT="1"/>
      <dgm:spPr/>
      <dgm:t>
        <a:bodyPr/>
        <a:lstStyle/>
        <a:p>
          <a:pPr algn="just"/>
          <a:r>
            <a:rPr lang="cs-CZ" sz="2800" dirty="0"/>
            <a:t>1543 – Mikuláš Koperník – definice heliocentrického modelu</a:t>
          </a:r>
          <a:endParaRPr lang="en-US" sz="2800" dirty="0"/>
        </a:p>
      </dgm:t>
    </dgm:pt>
    <dgm:pt modelId="{479CFF3A-D8E7-43E7-9971-5BC9C741425A}" type="par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2870EA09-D943-43B2-9A75-11E4C9F4AD1B}" type="sibTrans" cxnId="{A65A0165-2270-4E0B-92A8-C6C2CD891B6B}">
      <dgm:prSet/>
      <dgm:spPr/>
      <dgm:t>
        <a:bodyPr/>
        <a:lstStyle/>
        <a:p>
          <a:pPr algn="just"/>
          <a:endParaRPr lang="en-US" sz="1400"/>
        </a:p>
      </dgm:t>
    </dgm:pt>
    <dgm:pt modelId="{0853DB8F-F2B4-4CEC-A5CF-81A60571741D}">
      <dgm:prSet custT="1"/>
      <dgm:spPr/>
      <dgm:t>
        <a:bodyPr/>
        <a:lstStyle/>
        <a:p>
          <a:pPr algn="just"/>
          <a:r>
            <a:rPr lang="cs-CZ" sz="2800" dirty="0"/>
            <a:t>1572 – Tycho Brahe – objevení supernovy</a:t>
          </a:r>
          <a:endParaRPr lang="en-US" sz="2800" dirty="0"/>
        </a:p>
      </dgm:t>
    </dgm:pt>
    <dgm:pt modelId="{5C6CEE6E-896F-4B8A-BC54-1C7C04CA333F}" type="parTrans" cxnId="{454D32F9-3D44-4B6F-BC00-E2685D35EEC7}">
      <dgm:prSet/>
      <dgm:spPr/>
      <dgm:t>
        <a:bodyPr/>
        <a:lstStyle/>
        <a:p>
          <a:endParaRPr lang="cs-CZ"/>
        </a:p>
      </dgm:t>
    </dgm:pt>
    <dgm:pt modelId="{9C9468FA-8C28-448E-8695-13FD1B3674D0}" type="sibTrans" cxnId="{454D32F9-3D44-4B6F-BC00-E2685D35EEC7}">
      <dgm:prSet/>
      <dgm:spPr/>
      <dgm:t>
        <a:bodyPr/>
        <a:lstStyle/>
        <a:p>
          <a:endParaRPr lang="cs-CZ"/>
        </a:p>
      </dgm:t>
    </dgm:pt>
    <dgm:pt modelId="{315AE575-590C-4CAC-B55B-DCFFC9D2E21C}">
      <dgm:prSet custT="1"/>
      <dgm:spPr/>
      <dgm:t>
        <a:bodyPr/>
        <a:lstStyle/>
        <a:p>
          <a:pPr algn="just"/>
          <a:r>
            <a:rPr lang="cs-CZ" sz="2800" dirty="0"/>
            <a:t>1609 – Johannes Kepler – definice prvních tří Keplerových zákonů</a:t>
          </a:r>
          <a:endParaRPr lang="en-US" sz="2800" dirty="0"/>
        </a:p>
      </dgm:t>
    </dgm:pt>
    <dgm:pt modelId="{2D3421F2-6E9D-4CB3-9B0D-CB4452ABB4C0}" type="parTrans" cxnId="{39CBA05D-3B42-4FAC-955D-A8586B06EBBB}">
      <dgm:prSet/>
      <dgm:spPr/>
      <dgm:t>
        <a:bodyPr/>
        <a:lstStyle/>
        <a:p>
          <a:endParaRPr lang="cs-CZ"/>
        </a:p>
      </dgm:t>
    </dgm:pt>
    <dgm:pt modelId="{C5A202AD-BF38-44F7-BC73-A42930568FFE}" type="sibTrans" cxnId="{39CBA05D-3B42-4FAC-955D-A8586B06EBBB}">
      <dgm:prSet/>
      <dgm:spPr/>
      <dgm:t>
        <a:bodyPr/>
        <a:lstStyle/>
        <a:p>
          <a:endParaRPr lang="cs-CZ"/>
        </a:p>
      </dgm:t>
    </dgm:pt>
    <dgm:pt modelId="{54079CE3-4384-4BD2-8145-82871C14CCD9}">
      <dgm:prSet custT="1"/>
      <dgm:spPr/>
      <dgm:t>
        <a:bodyPr/>
        <a:lstStyle/>
        <a:p>
          <a:pPr algn="just"/>
          <a:r>
            <a:rPr lang="cs-CZ" sz="2800" dirty="0"/>
            <a:t>1600 – William Gilbert - magnety</a:t>
          </a:r>
          <a:endParaRPr lang="en-US" sz="2800" dirty="0"/>
        </a:p>
      </dgm:t>
    </dgm:pt>
    <dgm:pt modelId="{670EDCF3-65A5-41FA-8E0D-C95A03CB6932}" type="parTrans" cxnId="{03490EA6-A5D4-47BF-8D11-184A59A6D9EE}">
      <dgm:prSet/>
      <dgm:spPr/>
      <dgm:t>
        <a:bodyPr/>
        <a:lstStyle/>
        <a:p>
          <a:endParaRPr lang="cs-CZ"/>
        </a:p>
      </dgm:t>
    </dgm:pt>
    <dgm:pt modelId="{2F96AE83-EB6F-44F4-9235-65CF8D654F98}" type="sibTrans" cxnId="{03490EA6-A5D4-47BF-8D11-184A59A6D9EE}">
      <dgm:prSet/>
      <dgm:spPr/>
      <dgm:t>
        <a:bodyPr/>
        <a:lstStyle/>
        <a:p>
          <a:endParaRPr lang="cs-CZ"/>
        </a:p>
      </dgm:t>
    </dgm:pt>
    <dgm:pt modelId="{126559EE-2B83-4988-8CAE-0A4B092DCAFB}">
      <dgm:prSet custT="1"/>
      <dgm:spPr/>
      <dgm:t>
        <a:bodyPr/>
        <a:lstStyle/>
        <a:p>
          <a:pPr algn="just"/>
          <a:r>
            <a:rPr lang="cs-CZ" sz="2800" dirty="0"/>
            <a:t>1628 – William Harvey – princip krevního oběhu lidského těla</a:t>
          </a:r>
          <a:endParaRPr lang="en-US" sz="2800" dirty="0"/>
        </a:p>
      </dgm:t>
    </dgm:pt>
    <dgm:pt modelId="{5652581A-48A7-4249-A468-842631B452B6}" type="parTrans" cxnId="{4AFFFDE9-43C9-4DC3-8C6D-8925176DE0B5}">
      <dgm:prSet/>
      <dgm:spPr/>
      <dgm:t>
        <a:bodyPr/>
        <a:lstStyle/>
        <a:p>
          <a:endParaRPr lang="cs-CZ"/>
        </a:p>
      </dgm:t>
    </dgm:pt>
    <dgm:pt modelId="{818EE34C-F478-48BA-91AE-9D37E47A1C65}" type="sibTrans" cxnId="{4AFFFDE9-43C9-4DC3-8C6D-8925176DE0B5}">
      <dgm:prSet/>
      <dgm:spPr/>
      <dgm:t>
        <a:bodyPr/>
        <a:lstStyle/>
        <a:p>
          <a:endParaRPr lang="cs-CZ"/>
        </a:p>
      </dgm:t>
    </dgm:pt>
    <dgm:pt modelId="{FEC42764-8A80-479B-9E50-D05B578483EC}">
      <dgm:prSet custT="1"/>
      <dgm:spPr/>
      <dgm:t>
        <a:bodyPr/>
        <a:lstStyle/>
        <a:p>
          <a:pPr algn="just"/>
          <a:r>
            <a:rPr lang="cs-CZ" sz="2800" dirty="0"/>
            <a:t>1665 – Isaac Newton – první předpoklady pro gravitační zákon</a:t>
          </a:r>
          <a:endParaRPr lang="en-US" sz="2800" dirty="0"/>
        </a:p>
      </dgm:t>
    </dgm:pt>
    <dgm:pt modelId="{FC089FAE-C10B-4110-A801-F1A5E85E55F1}" type="parTrans" cxnId="{6F4CD4C6-B6A6-4B40-8A3A-4876F8B5B7F9}">
      <dgm:prSet/>
      <dgm:spPr/>
      <dgm:t>
        <a:bodyPr/>
        <a:lstStyle/>
        <a:p>
          <a:endParaRPr lang="cs-CZ"/>
        </a:p>
      </dgm:t>
    </dgm:pt>
    <dgm:pt modelId="{E28E9C37-668B-41AE-BB7B-CBCC50D6111D}" type="sibTrans" cxnId="{6F4CD4C6-B6A6-4B40-8A3A-4876F8B5B7F9}">
      <dgm:prSet/>
      <dgm:spPr/>
      <dgm:t>
        <a:bodyPr/>
        <a:lstStyle/>
        <a:p>
          <a:endParaRPr lang="cs-CZ"/>
        </a:p>
      </dgm:t>
    </dgm:pt>
    <dgm:pt modelId="{710B1DB5-859D-4B74-A147-EFE8860F0876}">
      <dgm:prSet custT="1"/>
      <dgm:spPr/>
      <dgm:t>
        <a:bodyPr/>
        <a:lstStyle/>
        <a:p>
          <a:pPr algn="just"/>
          <a:r>
            <a:rPr lang="cs-CZ" sz="2800" dirty="0"/>
            <a:t>1687 – Isaac Newton – položení základu klasické mechaniky</a:t>
          </a:r>
          <a:endParaRPr lang="en-US" sz="2800" dirty="0"/>
        </a:p>
      </dgm:t>
    </dgm:pt>
    <dgm:pt modelId="{FFC7924C-CC7A-4843-8D92-C91BE182607B}" type="parTrans" cxnId="{017774DF-B766-465A-B40F-080E6E0E24AC}">
      <dgm:prSet/>
      <dgm:spPr/>
      <dgm:t>
        <a:bodyPr/>
        <a:lstStyle/>
        <a:p>
          <a:endParaRPr lang="cs-CZ"/>
        </a:p>
      </dgm:t>
    </dgm:pt>
    <dgm:pt modelId="{0F9EC059-96F5-4101-8E5C-B6D56D13096B}" type="sibTrans" cxnId="{017774DF-B766-465A-B40F-080E6E0E24AC}">
      <dgm:prSet/>
      <dgm:spPr/>
      <dgm:t>
        <a:bodyPr/>
        <a:lstStyle/>
        <a:p>
          <a:endParaRPr lang="cs-CZ"/>
        </a:p>
      </dgm:t>
    </dgm:pt>
    <dgm:pt modelId="{66FDAC9E-8029-4EF7-8521-4A90862F6791}" type="pres">
      <dgm:prSet presAssocID="{D11231FA-0599-46EC-91A4-7AFA23CC08E7}" presName="vert0" presStyleCnt="0">
        <dgm:presLayoutVars>
          <dgm:dir/>
          <dgm:animOne val="branch"/>
          <dgm:animLvl val="lvl"/>
        </dgm:presLayoutVars>
      </dgm:prSet>
      <dgm:spPr/>
    </dgm:pt>
    <dgm:pt modelId="{E202E617-D1EF-4670-8C6D-66748AD874AF}" type="pres">
      <dgm:prSet presAssocID="{C89EC813-AE2A-40F0-A295-87C8796A6802}" presName="thickLine" presStyleLbl="alignNode1" presStyleIdx="0" presStyleCnt="7"/>
      <dgm:spPr/>
    </dgm:pt>
    <dgm:pt modelId="{099BA7BE-3E21-4577-BB6B-0DC25FC6EDE8}" type="pres">
      <dgm:prSet presAssocID="{C89EC813-AE2A-40F0-A295-87C8796A6802}" presName="horz1" presStyleCnt="0"/>
      <dgm:spPr/>
    </dgm:pt>
    <dgm:pt modelId="{6EC9FF39-E44B-45DB-A421-6227F68FC021}" type="pres">
      <dgm:prSet presAssocID="{C89EC813-AE2A-40F0-A295-87C8796A6802}" presName="tx1" presStyleLbl="revTx" presStyleIdx="0" presStyleCnt="7"/>
      <dgm:spPr/>
    </dgm:pt>
    <dgm:pt modelId="{8C536F27-38D3-4291-9385-2491E226D007}" type="pres">
      <dgm:prSet presAssocID="{C89EC813-AE2A-40F0-A295-87C8796A6802}" presName="vert1" presStyleCnt="0"/>
      <dgm:spPr/>
    </dgm:pt>
    <dgm:pt modelId="{52EAB935-2614-4520-BDA0-1984BF7074DE}" type="pres">
      <dgm:prSet presAssocID="{0853DB8F-F2B4-4CEC-A5CF-81A60571741D}" presName="thickLine" presStyleLbl="alignNode1" presStyleIdx="1" presStyleCnt="7"/>
      <dgm:spPr/>
    </dgm:pt>
    <dgm:pt modelId="{64EF43A9-1AA5-42DE-A1B8-20EF47FF6F6C}" type="pres">
      <dgm:prSet presAssocID="{0853DB8F-F2B4-4CEC-A5CF-81A60571741D}" presName="horz1" presStyleCnt="0"/>
      <dgm:spPr/>
    </dgm:pt>
    <dgm:pt modelId="{03097933-A35C-4CC1-8BBE-D7A5C168588D}" type="pres">
      <dgm:prSet presAssocID="{0853DB8F-F2B4-4CEC-A5CF-81A60571741D}" presName="tx1" presStyleLbl="revTx" presStyleIdx="1" presStyleCnt="7"/>
      <dgm:spPr/>
    </dgm:pt>
    <dgm:pt modelId="{7ABB3388-4BDE-4F9E-86DC-4B9FC1324DC3}" type="pres">
      <dgm:prSet presAssocID="{0853DB8F-F2B4-4CEC-A5CF-81A60571741D}" presName="vert1" presStyleCnt="0"/>
      <dgm:spPr/>
    </dgm:pt>
    <dgm:pt modelId="{E3386834-8FB1-4D08-A2A9-8E801D92E09A}" type="pres">
      <dgm:prSet presAssocID="{54079CE3-4384-4BD2-8145-82871C14CCD9}" presName="thickLine" presStyleLbl="alignNode1" presStyleIdx="2" presStyleCnt="7"/>
      <dgm:spPr/>
    </dgm:pt>
    <dgm:pt modelId="{A9827E0A-A5C1-4A35-AF3A-99826350CB8C}" type="pres">
      <dgm:prSet presAssocID="{54079CE3-4384-4BD2-8145-82871C14CCD9}" presName="horz1" presStyleCnt="0"/>
      <dgm:spPr/>
    </dgm:pt>
    <dgm:pt modelId="{D3DBEDFC-D159-4AF5-B363-85E7A79EB3D0}" type="pres">
      <dgm:prSet presAssocID="{54079CE3-4384-4BD2-8145-82871C14CCD9}" presName="tx1" presStyleLbl="revTx" presStyleIdx="2" presStyleCnt="7"/>
      <dgm:spPr/>
    </dgm:pt>
    <dgm:pt modelId="{13E5C021-A728-4F0F-AFF0-380F69506717}" type="pres">
      <dgm:prSet presAssocID="{54079CE3-4384-4BD2-8145-82871C14CCD9}" presName="vert1" presStyleCnt="0"/>
      <dgm:spPr/>
    </dgm:pt>
    <dgm:pt modelId="{518AB593-CC26-469B-BAB5-70180DA2CD91}" type="pres">
      <dgm:prSet presAssocID="{315AE575-590C-4CAC-B55B-DCFFC9D2E21C}" presName="thickLine" presStyleLbl="alignNode1" presStyleIdx="3" presStyleCnt="7"/>
      <dgm:spPr/>
    </dgm:pt>
    <dgm:pt modelId="{30E39D25-15B6-48DC-BC00-5BB20CED7674}" type="pres">
      <dgm:prSet presAssocID="{315AE575-590C-4CAC-B55B-DCFFC9D2E21C}" presName="horz1" presStyleCnt="0"/>
      <dgm:spPr/>
    </dgm:pt>
    <dgm:pt modelId="{16011C4F-114A-442C-A0A3-9AC9A5C1079A}" type="pres">
      <dgm:prSet presAssocID="{315AE575-590C-4CAC-B55B-DCFFC9D2E21C}" presName="tx1" presStyleLbl="revTx" presStyleIdx="3" presStyleCnt="7"/>
      <dgm:spPr/>
    </dgm:pt>
    <dgm:pt modelId="{6F107A27-81EE-43F1-913B-737F980DB846}" type="pres">
      <dgm:prSet presAssocID="{315AE575-590C-4CAC-B55B-DCFFC9D2E21C}" presName="vert1" presStyleCnt="0"/>
      <dgm:spPr/>
    </dgm:pt>
    <dgm:pt modelId="{4F6E2803-E431-411E-B4E8-D65F59C4B849}" type="pres">
      <dgm:prSet presAssocID="{126559EE-2B83-4988-8CAE-0A4B092DCAFB}" presName="thickLine" presStyleLbl="alignNode1" presStyleIdx="4" presStyleCnt="7"/>
      <dgm:spPr/>
    </dgm:pt>
    <dgm:pt modelId="{544C53D6-CC9E-42EE-99A6-68BD83E99187}" type="pres">
      <dgm:prSet presAssocID="{126559EE-2B83-4988-8CAE-0A4B092DCAFB}" presName="horz1" presStyleCnt="0"/>
      <dgm:spPr/>
    </dgm:pt>
    <dgm:pt modelId="{D414D10A-E015-4070-BE35-AC88F876EF60}" type="pres">
      <dgm:prSet presAssocID="{126559EE-2B83-4988-8CAE-0A4B092DCAFB}" presName="tx1" presStyleLbl="revTx" presStyleIdx="4" presStyleCnt="7"/>
      <dgm:spPr/>
    </dgm:pt>
    <dgm:pt modelId="{ACD2907C-3D7D-4CAF-A272-8AEEBE1A65DA}" type="pres">
      <dgm:prSet presAssocID="{126559EE-2B83-4988-8CAE-0A4B092DCAFB}" presName="vert1" presStyleCnt="0"/>
      <dgm:spPr/>
    </dgm:pt>
    <dgm:pt modelId="{58EAF835-396C-49CB-AAEA-B9BDE247930B}" type="pres">
      <dgm:prSet presAssocID="{FEC42764-8A80-479B-9E50-D05B578483EC}" presName="thickLine" presStyleLbl="alignNode1" presStyleIdx="5" presStyleCnt="7"/>
      <dgm:spPr/>
    </dgm:pt>
    <dgm:pt modelId="{F0E9E700-C7CD-4C3D-93A4-5FB29CBCC7D0}" type="pres">
      <dgm:prSet presAssocID="{FEC42764-8A80-479B-9E50-D05B578483EC}" presName="horz1" presStyleCnt="0"/>
      <dgm:spPr/>
    </dgm:pt>
    <dgm:pt modelId="{4ACFC99A-8287-44CE-A09C-1300975C57C4}" type="pres">
      <dgm:prSet presAssocID="{FEC42764-8A80-479B-9E50-D05B578483EC}" presName="tx1" presStyleLbl="revTx" presStyleIdx="5" presStyleCnt="7"/>
      <dgm:spPr/>
    </dgm:pt>
    <dgm:pt modelId="{80438F87-047D-49C5-9150-D30113F35B00}" type="pres">
      <dgm:prSet presAssocID="{FEC42764-8A80-479B-9E50-D05B578483EC}" presName="vert1" presStyleCnt="0"/>
      <dgm:spPr/>
    </dgm:pt>
    <dgm:pt modelId="{2DC0F946-AEE0-4ABB-8E2A-D25071D0FCC8}" type="pres">
      <dgm:prSet presAssocID="{710B1DB5-859D-4B74-A147-EFE8860F0876}" presName="thickLine" presStyleLbl="alignNode1" presStyleIdx="6" presStyleCnt="7"/>
      <dgm:spPr/>
    </dgm:pt>
    <dgm:pt modelId="{90951B64-9D68-4B5B-A25B-2F0E2E744C64}" type="pres">
      <dgm:prSet presAssocID="{710B1DB5-859D-4B74-A147-EFE8860F0876}" presName="horz1" presStyleCnt="0"/>
      <dgm:spPr/>
    </dgm:pt>
    <dgm:pt modelId="{218F8BE5-88CC-47E6-9A1C-A385936AE2CD}" type="pres">
      <dgm:prSet presAssocID="{710B1DB5-859D-4B74-A147-EFE8860F0876}" presName="tx1" presStyleLbl="revTx" presStyleIdx="6" presStyleCnt="7"/>
      <dgm:spPr/>
    </dgm:pt>
    <dgm:pt modelId="{3ADA128A-4760-470F-A143-9E31E1B381F7}" type="pres">
      <dgm:prSet presAssocID="{710B1DB5-859D-4B74-A147-EFE8860F0876}" presName="vert1" presStyleCnt="0"/>
      <dgm:spPr/>
    </dgm:pt>
  </dgm:ptLst>
  <dgm:cxnLst>
    <dgm:cxn modelId="{D84A5826-8E6B-4A05-B840-508847970DBC}" type="presOf" srcId="{FEC42764-8A80-479B-9E50-D05B578483EC}" destId="{4ACFC99A-8287-44CE-A09C-1300975C57C4}" srcOrd="0" destOrd="0" presId="urn:microsoft.com/office/officeart/2008/layout/LinedList"/>
    <dgm:cxn modelId="{39CBA05D-3B42-4FAC-955D-A8586B06EBBB}" srcId="{D11231FA-0599-46EC-91A4-7AFA23CC08E7}" destId="{315AE575-590C-4CAC-B55B-DCFFC9D2E21C}" srcOrd="3" destOrd="0" parTransId="{2D3421F2-6E9D-4CB3-9B0D-CB4452ABB4C0}" sibTransId="{C5A202AD-BF38-44F7-BC73-A42930568FFE}"/>
    <dgm:cxn modelId="{F9E8FC5D-6EC4-44ED-AA38-C757C296A2AA}" type="presOf" srcId="{126559EE-2B83-4988-8CAE-0A4B092DCAFB}" destId="{D414D10A-E015-4070-BE35-AC88F876EF60}" srcOrd="0" destOrd="0" presId="urn:microsoft.com/office/officeart/2008/layout/LinedList"/>
    <dgm:cxn modelId="{570BBC5F-EA80-41B8-A09A-183065BB7FCD}" type="presOf" srcId="{710B1DB5-859D-4B74-A147-EFE8860F0876}" destId="{218F8BE5-88CC-47E6-9A1C-A385936AE2CD}" srcOrd="0" destOrd="0" presId="urn:microsoft.com/office/officeart/2008/layout/LinedList"/>
    <dgm:cxn modelId="{A65A0165-2270-4E0B-92A8-C6C2CD891B6B}" srcId="{D11231FA-0599-46EC-91A4-7AFA23CC08E7}" destId="{C89EC813-AE2A-40F0-A295-87C8796A6802}" srcOrd="0" destOrd="0" parTransId="{479CFF3A-D8E7-43E7-9971-5BC9C741425A}" sibTransId="{2870EA09-D943-43B2-9A75-11E4C9F4AD1B}"/>
    <dgm:cxn modelId="{D062097F-990D-4292-BAD5-A1B615E8789A}" type="presOf" srcId="{C89EC813-AE2A-40F0-A295-87C8796A6802}" destId="{6EC9FF39-E44B-45DB-A421-6227F68FC021}" srcOrd="0" destOrd="0" presId="urn:microsoft.com/office/officeart/2008/layout/LinedList"/>
    <dgm:cxn modelId="{5762EC86-8906-4189-AD8E-A771877FE18E}" type="presOf" srcId="{0853DB8F-F2B4-4CEC-A5CF-81A60571741D}" destId="{03097933-A35C-4CC1-8BBE-D7A5C168588D}" srcOrd="0" destOrd="0" presId="urn:microsoft.com/office/officeart/2008/layout/LinedList"/>
    <dgm:cxn modelId="{03490EA6-A5D4-47BF-8D11-184A59A6D9EE}" srcId="{D11231FA-0599-46EC-91A4-7AFA23CC08E7}" destId="{54079CE3-4384-4BD2-8145-82871C14CCD9}" srcOrd="2" destOrd="0" parTransId="{670EDCF3-65A5-41FA-8E0D-C95A03CB6932}" sibTransId="{2F96AE83-EB6F-44F4-9235-65CF8D654F98}"/>
    <dgm:cxn modelId="{090F33AB-26C4-4156-9B73-287000BEB93F}" type="presOf" srcId="{315AE575-590C-4CAC-B55B-DCFFC9D2E21C}" destId="{16011C4F-114A-442C-A0A3-9AC9A5C1079A}" srcOrd="0" destOrd="0" presId="urn:microsoft.com/office/officeart/2008/layout/LinedList"/>
    <dgm:cxn modelId="{6F4CD4C6-B6A6-4B40-8A3A-4876F8B5B7F9}" srcId="{D11231FA-0599-46EC-91A4-7AFA23CC08E7}" destId="{FEC42764-8A80-479B-9E50-D05B578483EC}" srcOrd="5" destOrd="0" parTransId="{FC089FAE-C10B-4110-A801-F1A5E85E55F1}" sibTransId="{E28E9C37-668B-41AE-BB7B-CBCC50D6111D}"/>
    <dgm:cxn modelId="{304BCCD5-1B91-46CF-8A0A-758C01C33339}" type="presOf" srcId="{D11231FA-0599-46EC-91A4-7AFA23CC08E7}" destId="{66FDAC9E-8029-4EF7-8521-4A90862F6791}" srcOrd="0" destOrd="0" presId="urn:microsoft.com/office/officeart/2008/layout/LinedList"/>
    <dgm:cxn modelId="{BCF682DE-275D-451A-A330-8CB85781A422}" type="presOf" srcId="{54079CE3-4384-4BD2-8145-82871C14CCD9}" destId="{D3DBEDFC-D159-4AF5-B363-85E7A79EB3D0}" srcOrd="0" destOrd="0" presId="urn:microsoft.com/office/officeart/2008/layout/LinedList"/>
    <dgm:cxn modelId="{017774DF-B766-465A-B40F-080E6E0E24AC}" srcId="{D11231FA-0599-46EC-91A4-7AFA23CC08E7}" destId="{710B1DB5-859D-4B74-A147-EFE8860F0876}" srcOrd="6" destOrd="0" parTransId="{FFC7924C-CC7A-4843-8D92-C91BE182607B}" sibTransId="{0F9EC059-96F5-4101-8E5C-B6D56D13096B}"/>
    <dgm:cxn modelId="{4AFFFDE9-43C9-4DC3-8C6D-8925176DE0B5}" srcId="{D11231FA-0599-46EC-91A4-7AFA23CC08E7}" destId="{126559EE-2B83-4988-8CAE-0A4B092DCAFB}" srcOrd="4" destOrd="0" parTransId="{5652581A-48A7-4249-A468-842631B452B6}" sibTransId="{818EE34C-F478-48BA-91AE-9D37E47A1C65}"/>
    <dgm:cxn modelId="{454D32F9-3D44-4B6F-BC00-E2685D35EEC7}" srcId="{D11231FA-0599-46EC-91A4-7AFA23CC08E7}" destId="{0853DB8F-F2B4-4CEC-A5CF-81A60571741D}" srcOrd="1" destOrd="0" parTransId="{5C6CEE6E-896F-4B8A-BC54-1C7C04CA333F}" sibTransId="{9C9468FA-8C28-448E-8695-13FD1B3674D0}"/>
    <dgm:cxn modelId="{E8E98B79-4695-40E0-84D0-265555153663}" type="presParOf" srcId="{66FDAC9E-8029-4EF7-8521-4A90862F6791}" destId="{E202E617-D1EF-4670-8C6D-66748AD874AF}" srcOrd="0" destOrd="0" presId="urn:microsoft.com/office/officeart/2008/layout/LinedList"/>
    <dgm:cxn modelId="{6E49FEC5-A6F2-44FA-B3B4-68D8C6E51AA1}" type="presParOf" srcId="{66FDAC9E-8029-4EF7-8521-4A90862F6791}" destId="{099BA7BE-3E21-4577-BB6B-0DC25FC6EDE8}" srcOrd="1" destOrd="0" presId="urn:microsoft.com/office/officeart/2008/layout/LinedList"/>
    <dgm:cxn modelId="{B8885247-F4EB-488C-B047-146700EC2026}" type="presParOf" srcId="{099BA7BE-3E21-4577-BB6B-0DC25FC6EDE8}" destId="{6EC9FF39-E44B-45DB-A421-6227F68FC021}" srcOrd="0" destOrd="0" presId="urn:microsoft.com/office/officeart/2008/layout/LinedList"/>
    <dgm:cxn modelId="{2A868D79-9179-4C45-9BCB-D9448EB278CB}" type="presParOf" srcId="{099BA7BE-3E21-4577-BB6B-0DC25FC6EDE8}" destId="{8C536F27-38D3-4291-9385-2491E226D007}" srcOrd="1" destOrd="0" presId="urn:microsoft.com/office/officeart/2008/layout/LinedList"/>
    <dgm:cxn modelId="{05C183EE-0A9E-4E82-8275-063FA4153074}" type="presParOf" srcId="{66FDAC9E-8029-4EF7-8521-4A90862F6791}" destId="{52EAB935-2614-4520-BDA0-1984BF7074DE}" srcOrd="2" destOrd="0" presId="urn:microsoft.com/office/officeart/2008/layout/LinedList"/>
    <dgm:cxn modelId="{3722E341-6FEB-4A6F-8327-5DB1FE709163}" type="presParOf" srcId="{66FDAC9E-8029-4EF7-8521-4A90862F6791}" destId="{64EF43A9-1AA5-42DE-A1B8-20EF47FF6F6C}" srcOrd="3" destOrd="0" presId="urn:microsoft.com/office/officeart/2008/layout/LinedList"/>
    <dgm:cxn modelId="{1B10C79F-7884-4808-8A5F-C78C90EF2BFC}" type="presParOf" srcId="{64EF43A9-1AA5-42DE-A1B8-20EF47FF6F6C}" destId="{03097933-A35C-4CC1-8BBE-D7A5C168588D}" srcOrd="0" destOrd="0" presId="urn:microsoft.com/office/officeart/2008/layout/LinedList"/>
    <dgm:cxn modelId="{0DB32133-B219-44C4-8CF3-E309D51548D3}" type="presParOf" srcId="{64EF43A9-1AA5-42DE-A1B8-20EF47FF6F6C}" destId="{7ABB3388-4BDE-4F9E-86DC-4B9FC1324DC3}" srcOrd="1" destOrd="0" presId="urn:microsoft.com/office/officeart/2008/layout/LinedList"/>
    <dgm:cxn modelId="{C844C8C2-6BFD-41F1-8622-88C4B53EB426}" type="presParOf" srcId="{66FDAC9E-8029-4EF7-8521-4A90862F6791}" destId="{E3386834-8FB1-4D08-A2A9-8E801D92E09A}" srcOrd="4" destOrd="0" presId="urn:microsoft.com/office/officeart/2008/layout/LinedList"/>
    <dgm:cxn modelId="{3841F288-E3D7-4B1C-9998-B5BA9929B10D}" type="presParOf" srcId="{66FDAC9E-8029-4EF7-8521-4A90862F6791}" destId="{A9827E0A-A5C1-4A35-AF3A-99826350CB8C}" srcOrd="5" destOrd="0" presId="urn:microsoft.com/office/officeart/2008/layout/LinedList"/>
    <dgm:cxn modelId="{FD247F84-2F2F-4FEC-90A0-0B35063EE31D}" type="presParOf" srcId="{A9827E0A-A5C1-4A35-AF3A-99826350CB8C}" destId="{D3DBEDFC-D159-4AF5-B363-85E7A79EB3D0}" srcOrd="0" destOrd="0" presId="urn:microsoft.com/office/officeart/2008/layout/LinedList"/>
    <dgm:cxn modelId="{C5559B42-66C6-438A-B764-A42E514E844B}" type="presParOf" srcId="{A9827E0A-A5C1-4A35-AF3A-99826350CB8C}" destId="{13E5C021-A728-4F0F-AFF0-380F69506717}" srcOrd="1" destOrd="0" presId="urn:microsoft.com/office/officeart/2008/layout/LinedList"/>
    <dgm:cxn modelId="{9E381E36-303E-424B-93EC-44579EB7A744}" type="presParOf" srcId="{66FDAC9E-8029-4EF7-8521-4A90862F6791}" destId="{518AB593-CC26-469B-BAB5-70180DA2CD91}" srcOrd="6" destOrd="0" presId="urn:microsoft.com/office/officeart/2008/layout/LinedList"/>
    <dgm:cxn modelId="{90270D09-4D31-4769-9FF1-2E0D58D17012}" type="presParOf" srcId="{66FDAC9E-8029-4EF7-8521-4A90862F6791}" destId="{30E39D25-15B6-48DC-BC00-5BB20CED7674}" srcOrd="7" destOrd="0" presId="urn:microsoft.com/office/officeart/2008/layout/LinedList"/>
    <dgm:cxn modelId="{E92E0E97-BF06-476C-9346-7FCFFCB4784C}" type="presParOf" srcId="{30E39D25-15B6-48DC-BC00-5BB20CED7674}" destId="{16011C4F-114A-442C-A0A3-9AC9A5C1079A}" srcOrd="0" destOrd="0" presId="urn:microsoft.com/office/officeart/2008/layout/LinedList"/>
    <dgm:cxn modelId="{81AAEEA2-20A0-42AE-A56E-15172A676790}" type="presParOf" srcId="{30E39D25-15B6-48DC-BC00-5BB20CED7674}" destId="{6F107A27-81EE-43F1-913B-737F980DB846}" srcOrd="1" destOrd="0" presId="urn:microsoft.com/office/officeart/2008/layout/LinedList"/>
    <dgm:cxn modelId="{BC82A5D3-304B-41AF-BA6F-1BADD2C6B959}" type="presParOf" srcId="{66FDAC9E-8029-4EF7-8521-4A90862F6791}" destId="{4F6E2803-E431-411E-B4E8-D65F59C4B849}" srcOrd="8" destOrd="0" presId="urn:microsoft.com/office/officeart/2008/layout/LinedList"/>
    <dgm:cxn modelId="{2C2D52DF-14DB-4238-8FB7-1457D50C1EDC}" type="presParOf" srcId="{66FDAC9E-8029-4EF7-8521-4A90862F6791}" destId="{544C53D6-CC9E-42EE-99A6-68BD83E99187}" srcOrd="9" destOrd="0" presId="urn:microsoft.com/office/officeart/2008/layout/LinedList"/>
    <dgm:cxn modelId="{4A8EA87B-AA6C-419C-992D-6E2C27D2B5E8}" type="presParOf" srcId="{544C53D6-CC9E-42EE-99A6-68BD83E99187}" destId="{D414D10A-E015-4070-BE35-AC88F876EF60}" srcOrd="0" destOrd="0" presId="urn:microsoft.com/office/officeart/2008/layout/LinedList"/>
    <dgm:cxn modelId="{CB62E543-5BF3-4C5A-862A-13F90E96AF8A}" type="presParOf" srcId="{544C53D6-CC9E-42EE-99A6-68BD83E99187}" destId="{ACD2907C-3D7D-4CAF-A272-8AEEBE1A65DA}" srcOrd="1" destOrd="0" presId="urn:microsoft.com/office/officeart/2008/layout/LinedList"/>
    <dgm:cxn modelId="{903C22F1-99FF-40D4-9C52-1DA3BBBCFAFC}" type="presParOf" srcId="{66FDAC9E-8029-4EF7-8521-4A90862F6791}" destId="{58EAF835-396C-49CB-AAEA-B9BDE247930B}" srcOrd="10" destOrd="0" presId="urn:microsoft.com/office/officeart/2008/layout/LinedList"/>
    <dgm:cxn modelId="{41AAC885-FF62-4776-8B9E-6F740528E09C}" type="presParOf" srcId="{66FDAC9E-8029-4EF7-8521-4A90862F6791}" destId="{F0E9E700-C7CD-4C3D-93A4-5FB29CBCC7D0}" srcOrd="11" destOrd="0" presId="urn:microsoft.com/office/officeart/2008/layout/LinedList"/>
    <dgm:cxn modelId="{72F1AE17-61B5-4231-A024-B2EF5E1B968F}" type="presParOf" srcId="{F0E9E700-C7CD-4C3D-93A4-5FB29CBCC7D0}" destId="{4ACFC99A-8287-44CE-A09C-1300975C57C4}" srcOrd="0" destOrd="0" presId="urn:microsoft.com/office/officeart/2008/layout/LinedList"/>
    <dgm:cxn modelId="{65477C47-3210-4DF7-9D79-4F7C916F7E1B}" type="presParOf" srcId="{F0E9E700-C7CD-4C3D-93A4-5FB29CBCC7D0}" destId="{80438F87-047D-49C5-9150-D30113F35B00}" srcOrd="1" destOrd="0" presId="urn:microsoft.com/office/officeart/2008/layout/LinedList"/>
    <dgm:cxn modelId="{C28A661A-389D-4397-9D70-F7021EBC927C}" type="presParOf" srcId="{66FDAC9E-8029-4EF7-8521-4A90862F6791}" destId="{2DC0F946-AEE0-4ABB-8E2A-D25071D0FCC8}" srcOrd="12" destOrd="0" presId="urn:microsoft.com/office/officeart/2008/layout/LinedList"/>
    <dgm:cxn modelId="{3BE39D80-DAEF-44AE-B4D0-A447C0F16327}" type="presParOf" srcId="{66FDAC9E-8029-4EF7-8521-4A90862F6791}" destId="{90951B64-9D68-4B5B-A25B-2F0E2E744C64}" srcOrd="13" destOrd="0" presId="urn:microsoft.com/office/officeart/2008/layout/LinedList"/>
    <dgm:cxn modelId="{528940A3-471F-4902-AAFD-E380D24F1698}" type="presParOf" srcId="{90951B64-9D68-4B5B-A25B-2F0E2E744C64}" destId="{218F8BE5-88CC-47E6-9A1C-A385936AE2CD}" srcOrd="0" destOrd="0" presId="urn:microsoft.com/office/officeart/2008/layout/LinedList"/>
    <dgm:cxn modelId="{50070C0A-FD36-464C-8C6D-C40C460B288D}" type="presParOf" srcId="{90951B64-9D68-4B5B-A25B-2F0E2E744C64}" destId="{3ADA128A-4760-470F-A143-9E31E1B381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2162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2162"/>
          <a:ext cx="9810604" cy="147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Prvotní vědecké pokusy</a:t>
          </a:r>
          <a:endParaRPr lang="en-US" sz="2800" kern="1200" dirty="0"/>
        </a:p>
      </dsp:txBody>
      <dsp:txXfrm>
        <a:off x="0" y="2162"/>
        <a:ext cx="9810604" cy="1474809"/>
      </dsp:txXfrm>
    </dsp:sp>
    <dsp:sp modelId="{D273CDA1-D6C5-4FB4-B49C-E012061A53C7}">
      <dsp:nvSpPr>
        <dsp:cNvPr id="0" name=""/>
        <dsp:cNvSpPr/>
      </dsp:nvSpPr>
      <dsp:spPr>
        <a:xfrm>
          <a:off x="0" y="1476971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646EB-9C07-4F80-9D07-B0136C382C3D}">
      <dsp:nvSpPr>
        <dsp:cNvPr id="0" name=""/>
        <dsp:cNvSpPr/>
      </dsp:nvSpPr>
      <dsp:spPr>
        <a:xfrm>
          <a:off x="0" y="1476971"/>
          <a:ext cx="9810604" cy="147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Mezopotámie a Egypt – Vývoj matematiky a astronomie</a:t>
          </a:r>
          <a:endParaRPr lang="en-US" sz="2800" kern="1200" dirty="0"/>
        </a:p>
      </dsp:txBody>
      <dsp:txXfrm>
        <a:off x="0" y="1476971"/>
        <a:ext cx="9810604" cy="1474809"/>
      </dsp:txXfrm>
    </dsp:sp>
    <dsp:sp modelId="{24CD7189-7A4D-48E0-AD19-2B61FAF4A9F8}">
      <dsp:nvSpPr>
        <dsp:cNvPr id="0" name=""/>
        <dsp:cNvSpPr/>
      </dsp:nvSpPr>
      <dsp:spPr>
        <a:xfrm>
          <a:off x="0" y="2951781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926EA-6A13-42BD-95E6-121DBD86A9A6}">
      <dsp:nvSpPr>
        <dsp:cNvPr id="0" name=""/>
        <dsp:cNvSpPr/>
      </dsp:nvSpPr>
      <dsp:spPr>
        <a:xfrm>
          <a:off x="0" y="2951781"/>
          <a:ext cx="9810604" cy="1474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Řecko – Filozofie jako základ vědy.</a:t>
          </a:r>
          <a:endParaRPr lang="en-US" sz="2800" kern="1200" dirty="0"/>
        </a:p>
      </dsp:txBody>
      <dsp:txXfrm>
        <a:off x="0" y="2951781"/>
        <a:ext cx="9810604" cy="1474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540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540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Arabský svět – zachování a rozvoj starověkých věd</a:t>
          </a:r>
          <a:endParaRPr lang="en-US" sz="2800" kern="1200" dirty="0"/>
        </a:p>
      </dsp:txBody>
      <dsp:txXfrm>
        <a:off x="0" y="540"/>
        <a:ext cx="9810604" cy="885534"/>
      </dsp:txXfrm>
    </dsp:sp>
    <dsp:sp modelId="{401F9DFF-E669-48F6-AA88-436D234221D9}">
      <dsp:nvSpPr>
        <dsp:cNvPr id="0" name=""/>
        <dsp:cNvSpPr/>
      </dsp:nvSpPr>
      <dsp:spPr>
        <a:xfrm>
          <a:off x="0" y="886074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E75BE-1614-4A2A-B7A2-7B683F843AAB}">
      <dsp:nvSpPr>
        <dsp:cNvPr id="0" name=""/>
        <dsp:cNvSpPr/>
      </dsp:nvSpPr>
      <dsp:spPr>
        <a:xfrm>
          <a:off x="0" y="886074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baseline="0" dirty="0"/>
            <a:t>Evropa – učení kombinuje víru a rozum</a:t>
          </a:r>
          <a:endParaRPr lang="en-US" sz="2800" kern="1200" dirty="0"/>
        </a:p>
      </dsp:txBody>
      <dsp:txXfrm>
        <a:off x="0" y="886074"/>
        <a:ext cx="9810604" cy="885534"/>
      </dsp:txXfrm>
    </dsp:sp>
    <dsp:sp modelId="{9DEB4E81-0FF0-4A09-B589-3F4B62A39AEF}">
      <dsp:nvSpPr>
        <dsp:cNvPr id="0" name=""/>
        <dsp:cNvSpPr/>
      </dsp:nvSpPr>
      <dsp:spPr>
        <a:xfrm>
          <a:off x="0" y="1771609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BD015-0C65-4A5E-AE30-DD2ED05E2006}">
      <dsp:nvSpPr>
        <dsp:cNvPr id="0" name=""/>
        <dsp:cNvSpPr/>
      </dsp:nvSpPr>
      <dsp:spPr>
        <a:xfrm>
          <a:off x="0" y="1771609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Tomáš Akvinský (13. st.) – spojení metafyziky a křesťanství</a:t>
          </a:r>
          <a:endParaRPr lang="en-US" sz="2800" kern="1200" dirty="0"/>
        </a:p>
      </dsp:txBody>
      <dsp:txXfrm>
        <a:off x="0" y="1771609"/>
        <a:ext cx="9810604" cy="885534"/>
      </dsp:txXfrm>
    </dsp:sp>
    <dsp:sp modelId="{10395B3A-C8C3-4C3F-9A4C-93CB5221EC18}">
      <dsp:nvSpPr>
        <dsp:cNvPr id="0" name=""/>
        <dsp:cNvSpPr/>
      </dsp:nvSpPr>
      <dsp:spPr>
        <a:xfrm>
          <a:off x="0" y="2657143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35043-804E-41CD-9DF2-6B3B3200FAB3}">
      <dsp:nvSpPr>
        <dsp:cNvPr id="0" name=""/>
        <dsp:cNvSpPr/>
      </dsp:nvSpPr>
      <dsp:spPr>
        <a:xfrm>
          <a:off x="0" y="2657143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Začátek racionálního zkoumání přírodních jevů</a:t>
          </a:r>
          <a:endParaRPr lang="en-US" sz="2800" kern="1200" dirty="0"/>
        </a:p>
      </dsp:txBody>
      <dsp:txXfrm>
        <a:off x="0" y="2657143"/>
        <a:ext cx="9810604" cy="885534"/>
      </dsp:txXfrm>
    </dsp:sp>
    <dsp:sp modelId="{A5E66F08-CAC7-41D9-B921-499022718D74}">
      <dsp:nvSpPr>
        <dsp:cNvPr id="0" name=""/>
        <dsp:cNvSpPr/>
      </dsp:nvSpPr>
      <dsp:spPr>
        <a:xfrm>
          <a:off x="0" y="3542678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310FB-0AAA-49AB-BA9C-0C2DA53A7B49}">
      <dsp:nvSpPr>
        <dsp:cNvPr id="0" name=""/>
        <dsp:cNvSpPr/>
      </dsp:nvSpPr>
      <dsp:spPr>
        <a:xfrm>
          <a:off x="0" y="3542678"/>
          <a:ext cx="9810604" cy="885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Nominalisté (14. st.) – matematické vyjádření pohybu a tíhy</a:t>
          </a:r>
          <a:endParaRPr lang="en-US" sz="2800" kern="1200" dirty="0"/>
        </a:p>
      </dsp:txBody>
      <dsp:txXfrm>
        <a:off x="0" y="3542678"/>
        <a:ext cx="9810604" cy="8855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2162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2162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Racionalistická a platónská</a:t>
          </a:r>
          <a:endParaRPr lang="en-US" sz="2800" kern="1200" dirty="0"/>
        </a:p>
      </dsp:txBody>
      <dsp:txXfrm>
        <a:off x="0" y="2162"/>
        <a:ext cx="9810604" cy="737404"/>
      </dsp:txXfrm>
    </dsp:sp>
    <dsp:sp modelId="{2686216A-90C1-4735-A5EC-5AFF89EEC7A6}">
      <dsp:nvSpPr>
        <dsp:cNvPr id="0" name=""/>
        <dsp:cNvSpPr/>
      </dsp:nvSpPr>
      <dsp:spPr>
        <a:xfrm>
          <a:off x="0" y="739567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BDDFB-3D28-45BE-8917-460CF77D7754}">
      <dsp:nvSpPr>
        <dsp:cNvPr id="0" name=""/>
        <dsp:cNvSpPr/>
      </dsp:nvSpPr>
      <dsp:spPr>
        <a:xfrm>
          <a:off x="0" y="739567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Skutečnost lze pochopit jen na základě matematiky</a:t>
          </a:r>
          <a:endParaRPr lang="en-US" sz="2800" kern="1200" dirty="0"/>
        </a:p>
      </dsp:txBody>
      <dsp:txXfrm>
        <a:off x="0" y="739567"/>
        <a:ext cx="9810604" cy="737404"/>
      </dsp:txXfrm>
    </dsp:sp>
    <dsp:sp modelId="{0C180EAB-8EEF-4135-9485-C356E7415825}">
      <dsp:nvSpPr>
        <dsp:cNvPr id="0" name=""/>
        <dsp:cNvSpPr/>
      </dsp:nvSpPr>
      <dsp:spPr>
        <a:xfrm>
          <a:off x="0" y="1476971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28F7B8-7339-47B7-B90C-E12F323B2C75}">
      <dsp:nvSpPr>
        <dsp:cNvPr id="0" name=""/>
        <dsp:cNvSpPr/>
      </dsp:nvSpPr>
      <dsp:spPr>
        <a:xfrm>
          <a:off x="0" y="1476971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Aplikovaná věda jako prostředek k ovládnutí světa</a:t>
          </a:r>
          <a:endParaRPr lang="en-US" sz="2800" kern="1200" dirty="0"/>
        </a:p>
      </dsp:txBody>
      <dsp:txXfrm>
        <a:off x="0" y="1476971"/>
        <a:ext cx="9810604" cy="737404"/>
      </dsp:txXfrm>
    </dsp:sp>
    <dsp:sp modelId="{4E46047F-1D2D-442C-8B3F-8FD34C976271}">
      <dsp:nvSpPr>
        <dsp:cNvPr id="0" name=""/>
        <dsp:cNvSpPr/>
      </dsp:nvSpPr>
      <dsp:spPr>
        <a:xfrm>
          <a:off x="0" y="2214376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B0507-A0DA-427C-9163-2928071A0672}">
      <dsp:nvSpPr>
        <dsp:cNvPr id="0" name=""/>
        <dsp:cNvSpPr/>
      </dsp:nvSpPr>
      <dsp:spPr>
        <a:xfrm>
          <a:off x="0" y="2214376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Rozvoj vědeckého pozorovaní a experimentování</a:t>
          </a:r>
          <a:endParaRPr lang="en-US" sz="2800" kern="1200" dirty="0"/>
        </a:p>
      </dsp:txBody>
      <dsp:txXfrm>
        <a:off x="0" y="2214376"/>
        <a:ext cx="9810604" cy="737404"/>
      </dsp:txXfrm>
    </dsp:sp>
    <dsp:sp modelId="{F82FAABC-0634-4D6E-9426-38260193C5DD}">
      <dsp:nvSpPr>
        <dsp:cNvPr id="0" name=""/>
        <dsp:cNvSpPr/>
      </dsp:nvSpPr>
      <dsp:spPr>
        <a:xfrm>
          <a:off x="0" y="2951781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C2F04-BE56-42E9-9111-6DB5B3AF1F0D}">
      <dsp:nvSpPr>
        <dsp:cNvPr id="0" name=""/>
        <dsp:cNvSpPr/>
      </dsp:nvSpPr>
      <dsp:spPr>
        <a:xfrm>
          <a:off x="0" y="2951781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Návrat k antice</a:t>
          </a:r>
          <a:endParaRPr lang="en-US" sz="2800" kern="1200" dirty="0"/>
        </a:p>
      </dsp:txBody>
      <dsp:txXfrm>
        <a:off x="0" y="2951781"/>
        <a:ext cx="9810604" cy="737404"/>
      </dsp:txXfrm>
    </dsp:sp>
    <dsp:sp modelId="{4F5C295C-902D-4BAB-BF16-A0AAEEECAEE2}">
      <dsp:nvSpPr>
        <dsp:cNvPr id="0" name=""/>
        <dsp:cNvSpPr/>
      </dsp:nvSpPr>
      <dsp:spPr>
        <a:xfrm>
          <a:off x="0" y="3689185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DAC3C-F077-425F-8FE2-4F5F8FAE3C7B}">
      <dsp:nvSpPr>
        <dsp:cNvPr id="0" name=""/>
        <dsp:cNvSpPr/>
      </dsp:nvSpPr>
      <dsp:spPr>
        <a:xfrm>
          <a:off x="0" y="3689185"/>
          <a:ext cx="9810604" cy="73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Slunce středem vesmíru</a:t>
          </a:r>
          <a:endParaRPr lang="en-US" sz="2800" kern="1200" dirty="0"/>
        </a:p>
      </dsp:txBody>
      <dsp:txXfrm>
        <a:off x="0" y="3689185"/>
        <a:ext cx="9810604" cy="7374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E617-D1EF-4670-8C6D-66748AD874AF}">
      <dsp:nvSpPr>
        <dsp:cNvPr id="0" name=""/>
        <dsp:cNvSpPr/>
      </dsp:nvSpPr>
      <dsp:spPr>
        <a:xfrm>
          <a:off x="0" y="540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FF39-E44B-45DB-A421-6227F68FC021}">
      <dsp:nvSpPr>
        <dsp:cNvPr id="0" name=""/>
        <dsp:cNvSpPr/>
      </dsp:nvSpPr>
      <dsp:spPr>
        <a:xfrm>
          <a:off x="0" y="540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1543 – Mikuláš Koperník – definice heliocentrického modelu</a:t>
          </a:r>
          <a:endParaRPr lang="en-US" sz="2800" kern="1200" dirty="0"/>
        </a:p>
      </dsp:txBody>
      <dsp:txXfrm>
        <a:off x="0" y="540"/>
        <a:ext cx="9810604" cy="632524"/>
      </dsp:txXfrm>
    </dsp:sp>
    <dsp:sp modelId="{52EAB935-2614-4520-BDA0-1984BF7074DE}">
      <dsp:nvSpPr>
        <dsp:cNvPr id="0" name=""/>
        <dsp:cNvSpPr/>
      </dsp:nvSpPr>
      <dsp:spPr>
        <a:xfrm>
          <a:off x="0" y="633065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97933-A35C-4CC1-8BBE-D7A5C168588D}">
      <dsp:nvSpPr>
        <dsp:cNvPr id="0" name=""/>
        <dsp:cNvSpPr/>
      </dsp:nvSpPr>
      <dsp:spPr>
        <a:xfrm>
          <a:off x="0" y="633065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1572 – Tycho Brahe – objevení supernovy</a:t>
          </a:r>
          <a:endParaRPr lang="en-US" sz="2800" kern="1200" dirty="0"/>
        </a:p>
      </dsp:txBody>
      <dsp:txXfrm>
        <a:off x="0" y="633065"/>
        <a:ext cx="9810604" cy="632524"/>
      </dsp:txXfrm>
    </dsp:sp>
    <dsp:sp modelId="{E3386834-8FB1-4D08-A2A9-8E801D92E09A}">
      <dsp:nvSpPr>
        <dsp:cNvPr id="0" name=""/>
        <dsp:cNvSpPr/>
      </dsp:nvSpPr>
      <dsp:spPr>
        <a:xfrm>
          <a:off x="0" y="1265589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BEDFC-D159-4AF5-B363-85E7A79EB3D0}">
      <dsp:nvSpPr>
        <dsp:cNvPr id="0" name=""/>
        <dsp:cNvSpPr/>
      </dsp:nvSpPr>
      <dsp:spPr>
        <a:xfrm>
          <a:off x="0" y="1265589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1600 – William Gilbert - magnety</a:t>
          </a:r>
          <a:endParaRPr lang="en-US" sz="2800" kern="1200" dirty="0"/>
        </a:p>
      </dsp:txBody>
      <dsp:txXfrm>
        <a:off x="0" y="1265589"/>
        <a:ext cx="9810604" cy="632524"/>
      </dsp:txXfrm>
    </dsp:sp>
    <dsp:sp modelId="{518AB593-CC26-469B-BAB5-70180DA2CD91}">
      <dsp:nvSpPr>
        <dsp:cNvPr id="0" name=""/>
        <dsp:cNvSpPr/>
      </dsp:nvSpPr>
      <dsp:spPr>
        <a:xfrm>
          <a:off x="0" y="1898114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11C4F-114A-442C-A0A3-9AC9A5C1079A}">
      <dsp:nvSpPr>
        <dsp:cNvPr id="0" name=""/>
        <dsp:cNvSpPr/>
      </dsp:nvSpPr>
      <dsp:spPr>
        <a:xfrm>
          <a:off x="0" y="1898114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1609 – Johannes Kepler – definice prvních tří Keplerových zákonů</a:t>
          </a:r>
          <a:endParaRPr lang="en-US" sz="2800" kern="1200" dirty="0"/>
        </a:p>
      </dsp:txBody>
      <dsp:txXfrm>
        <a:off x="0" y="1898114"/>
        <a:ext cx="9810604" cy="632524"/>
      </dsp:txXfrm>
    </dsp:sp>
    <dsp:sp modelId="{4F6E2803-E431-411E-B4E8-D65F59C4B849}">
      <dsp:nvSpPr>
        <dsp:cNvPr id="0" name=""/>
        <dsp:cNvSpPr/>
      </dsp:nvSpPr>
      <dsp:spPr>
        <a:xfrm>
          <a:off x="0" y="2530638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4D10A-E015-4070-BE35-AC88F876EF60}">
      <dsp:nvSpPr>
        <dsp:cNvPr id="0" name=""/>
        <dsp:cNvSpPr/>
      </dsp:nvSpPr>
      <dsp:spPr>
        <a:xfrm>
          <a:off x="0" y="2530638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1628 – William Harvey – princip krevního oběhu lidského těla</a:t>
          </a:r>
          <a:endParaRPr lang="en-US" sz="2800" kern="1200" dirty="0"/>
        </a:p>
      </dsp:txBody>
      <dsp:txXfrm>
        <a:off x="0" y="2530638"/>
        <a:ext cx="9810604" cy="632524"/>
      </dsp:txXfrm>
    </dsp:sp>
    <dsp:sp modelId="{58EAF835-396C-49CB-AAEA-B9BDE247930B}">
      <dsp:nvSpPr>
        <dsp:cNvPr id="0" name=""/>
        <dsp:cNvSpPr/>
      </dsp:nvSpPr>
      <dsp:spPr>
        <a:xfrm>
          <a:off x="0" y="3163163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FC99A-8287-44CE-A09C-1300975C57C4}">
      <dsp:nvSpPr>
        <dsp:cNvPr id="0" name=""/>
        <dsp:cNvSpPr/>
      </dsp:nvSpPr>
      <dsp:spPr>
        <a:xfrm>
          <a:off x="0" y="3163163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1665 – Isaac Newton – první předpoklady pro gravitační zákon</a:t>
          </a:r>
          <a:endParaRPr lang="en-US" sz="2800" kern="1200" dirty="0"/>
        </a:p>
      </dsp:txBody>
      <dsp:txXfrm>
        <a:off x="0" y="3163163"/>
        <a:ext cx="9810604" cy="632524"/>
      </dsp:txXfrm>
    </dsp:sp>
    <dsp:sp modelId="{2DC0F946-AEE0-4ABB-8E2A-D25071D0FCC8}">
      <dsp:nvSpPr>
        <dsp:cNvPr id="0" name=""/>
        <dsp:cNvSpPr/>
      </dsp:nvSpPr>
      <dsp:spPr>
        <a:xfrm>
          <a:off x="0" y="3795687"/>
          <a:ext cx="98106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F8BE5-88CC-47E6-9A1C-A385936AE2CD}">
      <dsp:nvSpPr>
        <dsp:cNvPr id="0" name=""/>
        <dsp:cNvSpPr/>
      </dsp:nvSpPr>
      <dsp:spPr>
        <a:xfrm>
          <a:off x="0" y="3795687"/>
          <a:ext cx="9810604" cy="632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1687 – Isaac Newton – položení základu klasické mechaniky</a:t>
          </a:r>
          <a:endParaRPr lang="en-US" sz="2800" kern="1200" dirty="0"/>
        </a:p>
      </dsp:txBody>
      <dsp:txXfrm>
        <a:off x="0" y="3795687"/>
        <a:ext cx="9810604" cy="632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8T19:36:2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14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337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7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7557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6444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099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328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63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6954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November 28,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524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November 28, 2024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5675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1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Picture 3">
            <a:extLst>
              <a:ext uri="{FF2B5EF4-FFF2-40B4-BE49-F238E27FC236}">
                <a16:creationId xmlns:a16="http://schemas.microsoft.com/office/drawing/2014/main" id="{2EE97B95-632A-769A-C95A-BB15E5FA7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792EE87-4150-454F-8312-283882EF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9932"/>
            <a:ext cx="12191999" cy="4934490"/>
          </a:xfrm>
          <a:prstGeom prst="rect">
            <a:avLst/>
          </a:prstGeom>
          <a:gradFill flip="none" rotWithShape="1">
            <a:gsLst>
              <a:gs pos="50000">
                <a:srgbClr val="000000">
                  <a:alpha val="40784"/>
                </a:srgbClr>
              </a:gs>
              <a:gs pos="80000">
                <a:srgbClr val="000000">
                  <a:alpha val="28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1995C14-B310-116B-7711-3E89C90CC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040" y="1122362"/>
            <a:ext cx="8376514" cy="2494295"/>
          </a:xfrm>
        </p:spPr>
        <p:txBody>
          <a:bodyPr>
            <a:normAutofit/>
          </a:bodyPr>
          <a:lstStyle/>
          <a:p>
            <a:r>
              <a:rPr lang="cs-CZ" sz="3600" b="1" dirty="0">
                <a:solidFill>
                  <a:srgbClr val="FFFFFF"/>
                </a:solidFill>
                <a:latin typeface="Convection Medium" panose="020B0604040501040203" pitchFamily="34" charset="0"/>
              </a:rPr>
              <a:t>Věda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8568AD7-5C49-9636-4322-86071B49C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9803" y="3772789"/>
            <a:ext cx="6141493" cy="1215470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  <a:latin typeface="Convection" panose="020B0604040501040203" pitchFamily="34" charset="0"/>
              </a:rPr>
              <a:t>Definice pojmu, stručné dějiny, dělení vědy</a:t>
            </a: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EA21D066-7EC1-44B4-8CF9-85511FDFC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-1"/>
            <a:ext cx="7890120" cy="735601"/>
          </a:xfrm>
          <a:custGeom>
            <a:avLst/>
            <a:gdLst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37768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36582 w 10678681"/>
              <a:gd name="connsiteY105" fmla="*/ 1287687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87090 w 10678681"/>
              <a:gd name="connsiteY65" fmla="*/ 1063250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98314 w 10678681"/>
              <a:gd name="connsiteY44" fmla="*/ 989899 h 1357700"/>
              <a:gd name="connsiteX45" fmla="*/ 7277477 w 10678681"/>
              <a:gd name="connsiteY45" fmla="*/ 990571 h 1357700"/>
              <a:gd name="connsiteX46" fmla="*/ 7269396 w 10678681"/>
              <a:gd name="connsiteY46" fmla="*/ 989282 h 1357700"/>
              <a:gd name="connsiteX47" fmla="*/ 7258094 w 10678681"/>
              <a:gd name="connsiteY47" fmla="*/ 990679 h 1357700"/>
              <a:gd name="connsiteX48" fmla="*/ 7257893 w 10678681"/>
              <a:gd name="connsiteY48" fmla="*/ 991204 h 1357700"/>
              <a:gd name="connsiteX49" fmla="*/ 7247153 w 10678681"/>
              <a:gd name="connsiteY49" fmla="*/ 991550 h 1357700"/>
              <a:gd name="connsiteX50" fmla="*/ 7193612 w 10678681"/>
              <a:gd name="connsiteY50" fmla="*/ 987042 h 1357700"/>
              <a:gd name="connsiteX51" fmla="*/ 7132632 w 10678681"/>
              <a:gd name="connsiteY51" fmla="*/ 1042036 h 1357700"/>
              <a:gd name="connsiteX52" fmla="*/ 7105610 w 10678681"/>
              <a:gd name="connsiteY52" fmla="*/ 1053537 h 1357700"/>
              <a:gd name="connsiteX53" fmla="*/ 7091599 w 10678681"/>
              <a:gd name="connsiteY53" fmla="*/ 1062302 h 1357700"/>
              <a:gd name="connsiteX54" fmla="*/ 7090998 w 10678681"/>
              <a:gd name="connsiteY54" fmla="*/ 1064540 h 1357700"/>
              <a:gd name="connsiteX55" fmla="*/ 7039634 w 10678681"/>
              <a:gd name="connsiteY55" fmla="*/ 1059971 h 1357700"/>
              <a:gd name="connsiteX56" fmla="*/ 7033445 w 10678681"/>
              <a:gd name="connsiteY56" fmla="*/ 1063314 h 1357700"/>
              <a:gd name="connsiteX57" fmla="*/ 6999157 w 10678681"/>
              <a:gd name="connsiteY57" fmla="*/ 1055282 h 1357700"/>
              <a:gd name="connsiteX58" fmla="*/ 6981874 w 10678681"/>
              <a:gd name="connsiteY58" fmla="*/ 1053827 h 1357700"/>
              <a:gd name="connsiteX59" fmla="*/ 6976102 w 10678681"/>
              <a:gd name="connsiteY59" fmla="*/ 1047854 h 1357700"/>
              <a:gd name="connsiteX60" fmla="*/ 6951040 w 10678681"/>
              <a:gd name="connsiteY60" fmla="*/ 1048531 h 1357700"/>
              <a:gd name="connsiteX61" fmla="*/ 6948497 w 10678681"/>
              <a:gd name="connsiteY61" fmla="*/ 1050706 h 1357700"/>
              <a:gd name="connsiteX62" fmla="*/ 6926582 w 10678681"/>
              <a:gd name="connsiteY62" fmla="*/ 1043462 h 1357700"/>
              <a:gd name="connsiteX63" fmla="*/ 6833743 w 10678681"/>
              <a:gd name="connsiteY63" fmla="*/ 1027960 h 1357700"/>
              <a:gd name="connsiteX64" fmla="*/ 6687090 w 10678681"/>
              <a:gd name="connsiteY64" fmla="*/ 1063250 h 1357700"/>
              <a:gd name="connsiteX65" fmla="*/ 6437450 w 10678681"/>
              <a:gd name="connsiteY65" fmla="*/ 1101075 h 1357700"/>
              <a:gd name="connsiteX66" fmla="*/ 6327795 w 10678681"/>
              <a:gd name="connsiteY66" fmla="*/ 1088142 h 1357700"/>
              <a:gd name="connsiteX67" fmla="*/ 6136549 w 10678681"/>
              <a:gd name="connsiteY67" fmla="*/ 1100268 h 1357700"/>
              <a:gd name="connsiteX68" fmla="*/ 6004655 w 10678681"/>
              <a:gd name="connsiteY68" fmla="*/ 1114946 h 1357700"/>
              <a:gd name="connsiteX69" fmla="*/ 5936643 w 10678681"/>
              <a:gd name="connsiteY69" fmla="*/ 1095428 h 1357700"/>
              <a:gd name="connsiteX70" fmla="*/ 5912484 w 10678681"/>
              <a:gd name="connsiteY70" fmla="*/ 1112624 h 1357700"/>
              <a:gd name="connsiteX71" fmla="*/ 5908387 w 10678681"/>
              <a:gd name="connsiteY71" fmla="*/ 1116018 h 1357700"/>
              <a:gd name="connsiteX72" fmla="*/ 5890495 w 10678681"/>
              <a:gd name="connsiteY72" fmla="*/ 1120268 h 1357700"/>
              <a:gd name="connsiteX73" fmla="*/ 5887318 w 10678681"/>
              <a:gd name="connsiteY73" fmla="*/ 1133134 h 1357700"/>
              <a:gd name="connsiteX74" fmla="*/ 5861726 w 10678681"/>
              <a:gd name="connsiteY74" fmla="*/ 1147891 h 1357700"/>
              <a:gd name="connsiteX75" fmla="*/ 5805823 w 10678681"/>
              <a:gd name="connsiteY75" fmla="*/ 1152457 h 1357700"/>
              <a:gd name="connsiteX76" fmla="*/ 5689841 w 10678681"/>
              <a:gd name="connsiteY76" fmla="*/ 1176232 h 1357700"/>
              <a:gd name="connsiteX77" fmla="*/ 5605119 w 10678681"/>
              <a:gd name="connsiteY77" fmla="*/ 1190202 h 1357700"/>
              <a:gd name="connsiteX78" fmla="*/ 5488513 w 10678681"/>
              <a:gd name="connsiteY78" fmla="*/ 1205367 h 1357700"/>
              <a:gd name="connsiteX79" fmla="*/ 5402905 w 10678681"/>
              <a:gd name="connsiteY79" fmla="*/ 1241191 h 1357700"/>
              <a:gd name="connsiteX80" fmla="*/ 5285593 w 10678681"/>
              <a:gd name="connsiteY80" fmla="*/ 1273569 h 1357700"/>
              <a:gd name="connsiteX81" fmla="*/ 5192893 w 10678681"/>
              <a:gd name="connsiteY81" fmla="*/ 1247188 h 1357700"/>
              <a:gd name="connsiteX82" fmla="*/ 5186475 w 10678681"/>
              <a:gd name="connsiteY82" fmla="*/ 1257028 h 1357700"/>
              <a:gd name="connsiteX83" fmla="*/ 5126038 w 10678681"/>
              <a:gd name="connsiteY83" fmla="*/ 1263189 h 1357700"/>
              <a:gd name="connsiteX84" fmla="*/ 4894688 w 10678681"/>
              <a:gd name="connsiteY84" fmla="*/ 1247184 h 1357700"/>
              <a:gd name="connsiteX85" fmla="*/ 4788036 w 10678681"/>
              <a:gd name="connsiteY85" fmla="*/ 1238182 h 1357700"/>
              <a:gd name="connsiteX86" fmla="*/ 4747555 w 10678681"/>
              <a:gd name="connsiteY86" fmla="*/ 1252768 h 1357700"/>
              <a:gd name="connsiteX87" fmla="*/ 4679644 w 10678681"/>
              <a:gd name="connsiteY87" fmla="*/ 1276603 h 1357700"/>
              <a:gd name="connsiteX88" fmla="*/ 4632222 w 10678681"/>
              <a:gd name="connsiteY88" fmla="*/ 1318360 h 1357700"/>
              <a:gd name="connsiteX89" fmla="*/ 4617358 w 10678681"/>
              <a:gd name="connsiteY89" fmla="*/ 1327690 h 1357700"/>
              <a:gd name="connsiteX90" fmla="*/ 4589102 w 10678681"/>
              <a:gd name="connsiteY90" fmla="*/ 1321223 h 1357700"/>
              <a:gd name="connsiteX91" fmla="*/ 4578184 w 10678681"/>
              <a:gd name="connsiteY91" fmla="*/ 1326745 h 1357700"/>
              <a:gd name="connsiteX92" fmla="*/ 4574270 w 10678681"/>
              <a:gd name="connsiteY92" fmla="*/ 1325878 h 1357700"/>
              <a:gd name="connsiteX93" fmla="*/ 4564919 w 10678681"/>
              <a:gd name="connsiteY93" fmla="*/ 1325507 h 1357700"/>
              <a:gd name="connsiteX94" fmla="*/ 4566586 w 10678681"/>
              <a:gd name="connsiteY94" fmla="*/ 1316963 h 1357700"/>
              <a:gd name="connsiteX95" fmla="*/ 4556303 w 10678681"/>
              <a:gd name="connsiteY95" fmla="*/ 1300262 h 1357700"/>
              <a:gd name="connsiteX96" fmla="*/ 4502358 w 10678681"/>
              <a:gd name="connsiteY96" fmla="*/ 1302558 h 1357700"/>
              <a:gd name="connsiteX97" fmla="*/ 4498919 w 10678681"/>
              <a:gd name="connsiteY97" fmla="*/ 1312115 h 1357700"/>
              <a:gd name="connsiteX98" fmla="*/ 4492075 w 10678681"/>
              <a:gd name="connsiteY98" fmla="*/ 1313357 h 1357700"/>
              <a:gd name="connsiteX99" fmla="*/ 4487466 w 10678681"/>
              <a:gd name="connsiteY99" fmla="*/ 1304102 h 1357700"/>
              <a:gd name="connsiteX100" fmla="*/ 4398292 w 10678681"/>
              <a:gd name="connsiteY100" fmla="*/ 1278410 h 1357700"/>
              <a:gd name="connsiteX101" fmla="*/ 4306088 w 10678681"/>
              <a:gd name="connsiteY101" fmla="*/ 1282512 h 1357700"/>
              <a:gd name="connsiteX102" fmla="*/ 4188995 w 10678681"/>
              <a:gd name="connsiteY102" fmla="*/ 1296718 h 1357700"/>
              <a:gd name="connsiteX103" fmla="*/ 4136582 w 10678681"/>
              <a:gd name="connsiteY103" fmla="*/ 1287687 h 1357700"/>
              <a:gd name="connsiteX104" fmla="*/ 4064614 w 10678681"/>
              <a:gd name="connsiteY104" fmla="*/ 1296118 h 1357700"/>
              <a:gd name="connsiteX105" fmla="*/ 3906561 w 10678681"/>
              <a:gd name="connsiteY105" fmla="*/ 1352435 h 1357700"/>
              <a:gd name="connsiteX106" fmla="*/ 3787890 w 10678681"/>
              <a:gd name="connsiteY106" fmla="*/ 1352442 h 1357700"/>
              <a:gd name="connsiteX107" fmla="*/ 3745993 w 10678681"/>
              <a:gd name="connsiteY107" fmla="*/ 1342630 h 1357700"/>
              <a:gd name="connsiteX108" fmla="*/ 3675785 w 10678681"/>
              <a:gd name="connsiteY108" fmla="*/ 1326802 h 1357700"/>
              <a:gd name="connsiteX109" fmla="*/ 3623856 w 10678681"/>
              <a:gd name="connsiteY109" fmla="*/ 1290804 h 1357700"/>
              <a:gd name="connsiteX110" fmla="*/ 3564933 w 10678681"/>
              <a:gd name="connsiteY110" fmla="*/ 1287147 h 1357700"/>
              <a:gd name="connsiteX111" fmla="*/ 3550537 w 10678681"/>
              <a:gd name="connsiteY111" fmla="*/ 1317552 h 1357700"/>
              <a:gd name="connsiteX112" fmla="*/ 3487736 w 10678681"/>
              <a:gd name="connsiteY112" fmla="*/ 1303493 h 1357700"/>
              <a:gd name="connsiteX113" fmla="*/ 3392548 w 10678681"/>
              <a:gd name="connsiteY113" fmla="*/ 1278741 h 1357700"/>
              <a:gd name="connsiteX114" fmla="*/ 3337466 w 10678681"/>
              <a:gd name="connsiteY114" fmla="*/ 1272537 h 1357700"/>
              <a:gd name="connsiteX115" fmla="*/ 3187206 w 10678681"/>
              <a:gd name="connsiteY115" fmla="*/ 1246821 h 1357700"/>
              <a:gd name="connsiteX116" fmla="*/ 3036856 w 10678681"/>
              <a:gd name="connsiteY116" fmla="*/ 1214383 h 1357700"/>
              <a:gd name="connsiteX117" fmla="*/ 2948654 w 10678681"/>
              <a:gd name="connsiteY117" fmla="*/ 1157455 h 1357700"/>
              <a:gd name="connsiteX118" fmla="*/ 2824973 w 10678681"/>
              <a:gd name="connsiteY118" fmla="*/ 1134864 h 1357700"/>
              <a:gd name="connsiteX119" fmla="*/ 2804398 w 10678681"/>
              <a:gd name="connsiteY119" fmla="*/ 1125556 h 1357700"/>
              <a:gd name="connsiteX120" fmla="*/ 2775396 w 10678681"/>
              <a:gd name="connsiteY120" fmla="*/ 1130148 h 1357700"/>
              <a:gd name="connsiteX121" fmla="*/ 2659096 w 10678681"/>
              <a:gd name="connsiteY121" fmla="*/ 1150294 h 1357700"/>
              <a:gd name="connsiteX122" fmla="*/ 2567088 w 10678681"/>
              <a:gd name="connsiteY122" fmla="*/ 1181781 h 1357700"/>
              <a:gd name="connsiteX123" fmla="*/ 2454501 w 10678681"/>
              <a:gd name="connsiteY123" fmla="*/ 1155455 h 1357700"/>
              <a:gd name="connsiteX124" fmla="*/ 2385161 w 10678681"/>
              <a:gd name="connsiteY124" fmla="*/ 1161312 h 1357700"/>
              <a:gd name="connsiteX125" fmla="*/ 2270528 w 10678681"/>
              <a:gd name="connsiteY125" fmla="*/ 1204338 h 1357700"/>
              <a:gd name="connsiteX126" fmla="*/ 2121820 w 10678681"/>
              <a:gd name="connsiteY126" fmla="*/ 1187078 h 1357700"/>
              <a:gd name="connsiteX127" fmla="*/ 2092716 w 10678681"/>
              <a:gd name="connsiteY127" fmla="*/ 1139224 h 1357700"/>
              <a:gd name="connsiteX128" fmla="*/ 2052449 w 10678681"/>
              <a:gd name="connsiteY128" fmla="*/ 1109687 h 1357700"/>
              <a:gd name="connsiteX129" fmla="*/ 2032607 w 10678681"/>
              <a:gd name="connsiteY129" fmla="*/ 1175477 h 1357700"/>
              <a:gd name="connsiteX130" fmla="*/ 1901837 w 10678681"/>
              <a:gd name="connsiteY130" fmla="*/ 1221762 h 1357700"/>
              <a:gd name="connsiteX131" fmla="*/ 1836762 w 10678681"/>
              <a:gd name="connsiteY131" fmla="*/ 1237387 h 1357700"/>
              <a:gd name="connsiteX132" fmla="*/ 1735877 w 10678681"/>
              <a:gd name="connsiteY132" fmla="*/ 1246527 h 1357700"/>
              <a:gd name="connsiteX133" fmla="*/ 1705069 w 10678681"/>
              <a:gd name="connsiteY133" fmla="*/ 1251989 h 1357700"/>
              <a:gd name="connsiteX134" fmla="*/ 1397689 w 10678681"/>
              <a:gd name="connsiteY134" fmla="*/ 1336144 h 1357700"/>
              <a:gd name="connsiteX135" fmla="*/ 1220734 w 10678681"/>
              <a:gd name="connsiteY135" fmla="*/ 1257811 h 1357700"/>
              <a:gd name="connsiteX136" fmla="*/ 1021737 w 10678681"/>
              <a:gd name="connsiteY136" fmla="*/ 1238739 h 1357700"/>
              <a:gd name="connsiteX137" fmla="*/ 959820 w 10678681"/>
              <a:gd name="connsiteY137" fmla="*/ 1275863 h 1357700"/>
              <a:gd name="connsiteX138" fmla="*/ 929137 w 10678681"/>
              <a:gd name="connsiteY138" fmla="*/ 1273957 h 1357700"/>
              <a:gd name="connsiteX139" fmla="*/ 878849 w 10678681"/>
              <a:gd name="connsiteY139" fmla="*/ 1266740 h 1357700"/>
              <a:gd name="connsiteX140" fmla="*/ 800667 w 10678681"/>
              <a:gd name="connsiteY140" fmla="*/ 1282041 h 1357700"/>
              <a:gd name="connsiteX141" fmla="*/ 644906 w 10678681"/>
              <a:gd name="connsiteY141" fmla="*/ 1273685 h 1357700"/>
              <a:gd name="connsiteX142" fmla="*/ 379869 w 10678681"/>
              <a:gd name="connsiteY142" fmla="*/ 1339165 h 1357700"/>
              <a:gd name="connsiteX143" fmla="*/ 137696 w 10678681"/>
              <a:gd name="connsiteY143" fmla="*/ 1319217 h 1357700"/>
              <a:gd name="connsiteX144" fmla="*/ 54250 w 10678681"/>
              <a:gd name="connsiteY144" fmla="*/ 1315838 h 1357700"/>
              <a:gd name="connsiteX145" fmla="*/ 28042 w 10678681"/>
              <a:gd name="connsiteY145" fmla="*/ 1297822 h 1357700"/>
              <a:gd name="connsiteX146" fmla="*/ 0 w 10678681"/>
              <a:gd name="connsiteY146" fmla="*/ 1294612 h 1357700"/>
              <a:gd name="connsiteX147" fmla="*/ 0 w 10678681"/>
              <a:gd name="connsiteY147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90998 w 10678681"/>
              <a:gd name="connsiteY53" fmla="*/ 1064540 h 1357700"/>
              <a:gd name="connsiteX54" fmla="*/ 7039634 w 10678681"/>
              <a:gd name="connsiteY54" fmla="*/ 1059971 h 1357700"/>
              <a:gd name="connsiteX55" fmla="*/ 7033445 w 10678681"/>
              <a:gd name="connsiteY55" fmla="*/ 1063314 h 1357700"/>
              <a:gd name="connsiteX56" fmla="*/ 6999157 w 10678681"/>
              <a:gd name="connsiteY56" fmla="*/ 1055282 h 1357700"/>
              <a:gd name="connsiteX57" fmla="*/ 6981874 w 10678681"/>
              <a:gd name="connsiteY57" fmla="*/ 1053827 h 1357700"/>
              <a:gd name="connsiteX58" fmla="*/ 6976102 w 10678681"/>
              <a:gd name="connsiteY58" fmla="*/ 1047854 h 1357700"/>
              <a:gd name="connsiteX59" fmla="*/ 6951040 w 10678681"/>
              <a:gd name="connsiteY59" fmla="*/ 1048531 h 1357700"/>
              <a:gd name="connsiteX60" fmla="*/ 6948497 w 10678681"/>
              <a:gd name="connsiteY60" fmla="*/ 1050706 h 1357700"/>
              <a:gd name="connsiteX61" fmla="*/ 6926582 w 10678681"/>
              <a:gd name="connsiteY61" fmla="*/ 1043462 h 1357700"/>
              <a:gd name="connsiteX62" fmla="*/ 6833743 w 10678681"/>
              <a:gd name="connsiteY62" fmla="*/ 1027960 h 1357700"/>
              <a:gd name="connsiteX63" fmla="*/ 6687090 w 10678681"/>
              <a:gd name="connsiteY63" fmla="*/ 1063250 h 1357700"/>
              <a:gd name="connsiteX64" fmla="*/ 6437450 w 10678681"/>
              <a:gd name="connsiteY64" fmla="*/ 1101075 h 1357700"/>
              <a:gd name="connsiteX65" fmla="*/ 6327795 w 10678681"/>
              <a:gd name="connsiteY65" fmla="*/ 1088142 h 1357700"/>
              <a:gd name="connsiteX66" fmla="*/ 6136549 w 10678681"/>
              <a:gd name="connsiteY66" fmla="*/ 1100268 h 1357700"/>
              <a:gd name="connsiteX67" fmla="*/ 6004655 w 10678681"/>
              <a:gd name="connsiteY67" fmla="*/ 1114946 h 1357700"/>
              <a:gd name="connsiteX68" fmla="*/ 5936643 w 10678681"/>
              <a:gd name="connsiteY68" fmla="*/ 1095428 h 1357700"/>
              <a:gd name="connsiteX69" fmla="*/ 5912484 w 10678681"/>
              <a:gd name="connsiteY69" fmla="*/ 1112624 h 1357700"/>
              <a:gd name="connsiteX70" fmla="*/ 5908387 w 10678681"/>
              <a:gd name="connsiteY70" fmla="*/ 1116018 h 1357700"/>
              <a:gd name="connsiteX71" fmla="*/ 5890495 w 10678681"/>
              <a:gd name="connsiteY71" fmla="*/ 1120268 h 1357700"/>
              <a:gd name="connsiteX72" fmla="*/ 5887318 w 10678681"/>
              <a:gd name="connsiteY72" fmla="*/ 1133134 h 1357700"/>
              <a:gd name="connsiteX73" fmla="*/ 5861726 w 10678681"/>
              <a:gd name="connsiteY73" fmla="*/ 1147891 h 1357700"/>
              <a:gd name="connsiteX74" fmla="*/ 5805823 w 10678681"/>
              <a:gd name="connsiteY74" fmla="*/ 1152457 h 1357700"/>
              <a:gd name="connsiteX75" fmla="*/ 5689841 w 10678681"/>
              <a:gd name="connsiteY75" fmla="*/ 1176232 h 1357700"/>
              <a:gd name="connsiteX76" fmla="*/ 5605119 w 10678681"/>
              <a:gd name="connsiteY76" fmla="*/ 1190202 h 1357700"/>
              <a:gd name="connsiteX77" fmla="*/ 5488513 w 10678681"/>
              <a:gd name="connsiteY77" fmla="*/ 1205367 h 1357700"/>
              <a:gd name="connsiteX78" fmla="*/ 5402905 w 10678681"/>
              <a:gd name="connsiteY78" fmla="*/ 1241191 h 1357700"/>
              <a:gd name="connsiteX79" fmla="*/ 5285593 w 10678681"/>
              <a:gd name="connsiteY79" fmla="*/ 1273569 h 1357700"/>
              <a:gd name="connsiteX80" fmla="*/ 5192893 w 10678681"/>
              <a:gd name="connsiteY80" fmla="*/ 1247188 h 1357700"/>
              <a:gd name="connsiteX81" fmla="*/ 5186475 w 10678681"/>
              <a:gd name="connsiteY81" fmla="*/ 1257028 h 1357700"/>
              <a:gd name="connsiteX82" fmla="*/ 5126038 w 10678681"/>
              <a:gd name="connsiteY82" fmla="*/ 1263189 h 1357700"/>
              <a:gd name="connsiteX83" fmla="*/ 4894688 w 10678681"/>
              <a:gd name="connsiteY83" fmla="*/ 1247184 h 1357700"/>
              <a:gd name="connsiteX84" fmla="*/ 4788036 w 10678681"/>
              <a:gd name="connsiteY84" fmla="*/ 1238182 h 1357700"/>
              <a:gd name="connsiteX85" fmla="*/ 4747555 w 10678681"/>
              <a:gd name="connsiteY85" fmla="*/ 1252768 h 1357700"/>
              <a:gd name="connsiteX86" fmla="*/ 4679644 w 10678681"/>
              <a:gd name="connsiteY86" fmla="*/ 1276603 h 1357700"/>
              <a:gd name="connsiteX87" fmla="*/ 4632222 w 10678681"/>
              <a:gd name="connsiteY87" fmla="*/ 1318360 h 1357700"/>
              <a:gd name="connsiteX88" fmla="*/ 4617358 w 10678681"/>
              <a:gd name="connsiteY88" fmla="*/ 1327690 h 1357700"/>
              <a:gd name="connsiteX89" fmla="*/ 4589102 w 10678681"/>
              <a:gd name="connsiteY89" fmla="*/ 1321223 h 1357700"/>
              <a:gd name="connsiteX90" fmla="*/ 4578184 w 10678681"/>
              <a:gd name="connsiteY90" fmla="*/ 1326745 h 1357700"/>
              <a:gd name="connsiteX91" fmla="*/ 4574270 w 10678681"/>
              <a:gd name="connsiteY91" fmla="*/ 1325878 h 1357700"/>
              <a:gd name="connsiteX92" fmla="*/ 4564919 w 10678681"/>
              <a:gd name="connsiteY92" fmla="*/ 1325507 h 1357700"/>
              <a:gd name="connsiteX93" fmla="*/ 4566586 w 10678681"/>
              <a:gd name="connsiteY93" fmla="*/ 1316963 h 1357700"/>
              <a:gd name="connsiteX94" fmla="*/ 4556303 w 10678681"/>
              <a:gd name="connsiteY94" fmla="*/ 1300262 h 1357700"/>
              <a:gd name="connsiteX95" fmla="*/ 4502358 w 10678681"/>
              <a:gd name="connsiteY95" fmla="*/ 1302558 h 1357700"/>
              <a:gd name="connsiteX96" fmla="*/ 4498919 w 10678681"/>
              <a:gd name="connsiteY96" fmla="*/ 1312115 h 1357700"/>
              <a:gd name="connsiteX97" fmla="*/ 4492075 w 10678681"/>
              <a:gd name="connsiteY97" fmla="*/ 1313357 h 1357700"/>
              <a:gd name="connsiteX98" fmla="*/ 4487466 w 10678681"/>
              <a:gd name="connsiteY98" fmla="*/ 1304102 h 1357700"/>
              <a:gd name="connsiteX99" fmla="*/ 4398292 w 10678681"/>
              <a:gd name="connsiteY99" fmla="*/ 1278410 h 1357700"/>
              <a:gd name="connsiteX100" fmla="*/ 4306088 w 10678681"/>
              <a:gd name="connsiteY100" fmla="*/ 1282512 h 1357700"/>
              <a:gd name="connsiteX101" fmla="*/ 4188995 w 10678681"/>
              <a:gd name="connsiteY101" fmla="*/ 1296718 h 1357700"/>
              <a:gd name="connsiteX102" fmla="*/ 4136582 w 10678681"/>
              <a:gd name="connsiteY102" fmla="*/ 1287687 h 1357700"/>
              <a:gd name="connsiteX103" fmla="*/ 4064614 w 10678681"/>
              <a:gd name="connsiteY103" fmla="*/ 1296118 h 1357700"/>
              <a:gd name="connsiteX104" fmla="*/ 3906561 w 10678681"/>
              <a:gd name="connsiteY104" fmla="*/ 1352435 h 1357700"/>
              <a:gd name="connsiteX105" fmla="*/ 3787890 w 10678681"/>
              <a:gd name="connsiteY105" fmla="*/ 1352442 h 1357700"/>
              <a:gd name="connsiteX106" fmla="*/ 3745993 w 10678681"/>
              <a:gd name="connsiteY106" fmla="*/ 1342630 h 1357700"/>
              <a:gd name="connsiteX107" fmla="*/ 3675785 w 10678681"/>
              <a:gd name="connsiteY107" fmla="*/ 1326802 h 1357700"/>
              <a:gd name="connsiteX108" fmla="*/ 3623856 w 10678681"/>
              <a:gd name="connsiteY108" fmla="*/ 1290804 h 1357700"/>
              <a:gd name="connsiteX109" fmla="*/ 3564933 w 10678681"/>
              <a:gd name="connsiteY109" fmla="*/ 1287147 h 1357700"/>
              <a:gd name="connsiteX110" fmla="*/ 3550537 w 10678681"/>
              <a:gd name="connsiteY110" fmla="*/ 1317552 h 1357700"/>
              <a:gd name="connsiteX111" fmla="*/ 3487736 w 10678681"/>
              <a:gd name="connsiteY111" fmla="*/ 1303493 h 1357700"/>
              <a:gd name="connsiteX112" fmla="*/ 3392548 w 10678681"/>
              <a:gd name="connsiteY112" fmla="*/ 1278741 h 1357700"/>
              <a:gd name="connsiteX113" fmla="*/ 3337466 w 10678681"/>
              <a:gd name="connsiteY113" fmla="*/ 1272537 h 1357700"/>
              <a:gd name="connsiteX114" fmla="*/ 3187206 w 10678681"/>
              <a:gd name="connsiteY114" fmla="*/ 1246821 h 1357700"/>
              <a:gd name="connsiteX115" fmla="*/ 3036856 w 10678681"/>
              <a:gd name="connsiteY115" fmla="*/ 1214383 h 1357700"/>
              <a:gd name="connsiteX116" fmla="*/ 2948654 w 10678681"/>
              <a:gd name="connsiteY116" fmla="*/ 1157455 h 1357700"/>
              <a:gd name="connsiteX117" fmla="*/ 2824973 w 10678681"/>
              <a:gd name="connsiteY117" fmla="*/ 1134864 h 1357700"/>
              <a:gd name="connsiteX118" fmla="*/ 2804398 w 10678681"/>
              <a:gd name="connsiteY118" fmla="*/ 1125556 h 1357700"/>
              <a:gd name="connsiteX119" fmla="*/ 2775396 w 10678681"/>
              <a:gd name="connsiteY119" fmla="*/ 1130148 h 1357700"/>
              <a:gd name="connsiteX120" fmla="*/ 2659096 w 10678681"/>
              <a:gd name="connsiteY120" fmla="*/ 1150294 h 1357700"/>
              <a:gd name="connsiteX121" fmla="*/ 2567088 w 10678681"/>
              <a:gd name="connsiteY121" fmla="*/ 1181781 h 1357700"/>
              <a:gd name="connsiteX122" fmla="*/ 2454501 w 10678681"/>
              <a:gd name="connsiteY122" fmla="*/ 1155455 h 1357700"/>
              <a:gd name="connsiteX123" fmla="*/ 2385161 w 10678681"/>
              <a:gd name="connsiteY123" fmla="*/ 1161312 h 1357700"/>
              <a:gd name="connsiteX124" fmla="*/ 2270528 w 10678681"/>
              <a:gd name="connsiteY124" fmla="*/ 1204338 h 1357700"/>
              <a:gd name="connsiteX125" fmla="*/ 2121820 w 10678681"/>
              <a:gd name="connsiteY125" fmla="*/ 1187078 h 1357700"/>
              <a:gd name="connsiteX126" fmla="*/ 2092716 w 10678681"/>
              <a:gd name="connsiteY126" fmla="*/ 1139224 h 1357700"/>
              <a:gd name="connsiteX127" fmla="*/ 2052449 w 10678681"/>
              <a:gd name="connsiteY127" fmla="*/ 1109687 h 1357700"/>
              <a:gd name="connsiteX128" fmla="*/ 2032607 w 10678681"/>
              <a:gd name="connsiteY128" fmla="*/ 1175477 h 1357700"/>
              <a:gd name="connsiteX129" fmla="*/ 1901837 w 10678681"/>
              <a:gd name="connsiteY129" fmla="*/ 1221762 h 1357700"/>
              <a:gd name="connsiteX130" fmla="*/ 1836762 w 10678681"/>
              <a:gd name="connsiteY130" fmla="*/ 1237387 h 1357700"/>
              <a:gd name="connsiteX131" fmla="*/ 1735877 w 10678681"/>
              <a:gd name="connsiteY131" fmla="*/ 1246527 h 1357700"/>
              <a:gd name="connsiteX132" fmla="*/ 1705069 w 10678681"/>
              <a:gd name="connsiteY132" fmla="*/ 1251989 h 1357700"/>
              <a:gd name="connsiteX133" fmla="*/ 1397689 w 10678681"/>
              <a:gd name="connsiteY133" fmla="*/ 1336144 h 1357700"/>
              <a:gd name="connsiteX134" fmla="*/ 1220734 w 10678681"/>
              <a:gd name="connsiteY134" fmla="*/ 1257811 h 1357700"/>
              <a:gd name="connsiteX135" fmla="*/ 1021737 w 10678681"/>
              <a:gd name="connsiteY135" fmla="*/ 1238739 h 1357700"/>
              <a:gd name="connsiteX136" fmla="*/ 959820 w 10678681"/>
              <a:gd name="connsiteY136" fmla="*/ 1275863 h 1357700"/>
              <a:gd name="connsiteX137" fmla="*/ 929137 w 10678681"/>
              <a:gd name="connsiteY137" fmla="*/ 1273957 h 1357700"/>
              <a:gd name="connsiteX138" fmla="*/ 878849 w 10678681"/>
              <a:gd name="connsiteY138" fmla="*/ 1266740 h 1357700"/>
              <a:gd name="connsiteX139" fmla="*/ 800667 w 10678681"/>
              <a:gd name="connsiteY139" fmla="*/ 1282041 h 1357700"/>
              <a:gd name="connsiteX140" fmla="*/ 644906 w 10678681"/>
              <a:gd name="connsiteY140" fmla="*/ 1273685 h 1357700"/>
              <a:gd name="connsiteX141" fmla="*/ 379869 w 10678681"/>
              <a:gd name="connsiteY141" fmla="*/ 1339165 h 1357700"/>
              <a:gd name="connsiteX142" fmla="*/ 137696 w 10678681"/>
              <a:gd name="connsiteY142" fmla="*/ 1319217 h 1357700"/>
              <a:gd name="connsiteX143" fmla="*/ 54250 w 10678681"/>
              <a:gd name="connsiteY143" fmla="*/ 1315838 h 1357700"/>
              <a:gd name="connsiteX144" fmla="*/ 28042 w 10678681"/>
              <a:gd name="connsiteY144" fmla="*/ 1297822 h 1357700"/>
              <a:gd name="connsiteX145" fmla="*/ 0 w 10678681"/>
              <a:gd name="connsiteY145" fmla="*/ 1294612 h 1357700"/>
              <a:gd name="connsiteX146" fmla="*/ 0 w 10678681"/>
              <a:gd name="connsiteY146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0528 w 10678681"/>
              <a:gd name="connsiteY122" fmla="*/ 1204338 h 1357700"/>
              <a:gd name="connsiteX123" fmla="*/ 2121820 w 10678681"/>
              <a:gd name="connsiteY123" fmla="*/ 1187078 h 1357700"/>
              <a:gd name="connsiteX124" fmla="*/ 2092716 w 10678681"/>
              <a:gd name="connsiteY124" fmla="*/ 1139224 h 1357700"/>
              <a:gd name="connsiteX125" fmla="*/ 2052449 w 10678681"/>
              <a:gd name="connsiteY125" fmla="*/ 1109687 h 1357700"/>
              <a:gd name="connsiteX126" fmla="*/ 2032607 w 10678681"/>
              <a:gd name="connsiteY126" fmla="*/ 1175477 h 1357700"/>
              <a:gd name="connsiteX127" fmla="*/ 1901837 w 10678681"/>
              <a:gd name="connsiteY127" fmla="*/ 1221762 h 1357700"/>
              <a:gd name="connsiteX128" fmla="*/ 1836762 w 10678681"/>
              <a:gd name="connsiteY128" fmla="*/ 1237387 h 1357700"/>
              <a:gd name="connsiteX129" fmla="*/ 1735877 w 10678681"/>
              <a:gd name="connsiteY129" fmla="*/ 1246527 h 1357700"/>
              <a:gd name="connsiteX130" fmla="*/ 1705069 w 10678681"/>
              <a:gd name="connsiteY130" fmla="*/ 1251989 h 1357700"/>
              <a:gd name="connsiteX131" fmla="*/ 1397689 w 10678681"/>
              <a:gd name="connsiteY131" fmla="*/ 1336144 h 1357700"/>
              <a:gd name="connsiteX132" fmla="*/ 1220734 w 10678681"/>
              <a:gd name="connsiteY132" fmla="*/ 1257811 h 1357700"/>
              <a:gd name="connsiteX133" fmla="*/ 1021737 w 10678681"/>
              <a:gd name="connsiteY133" fmla="*/ 1238739 h 1357700"/>
              <a:gd name="connsiteX134" fmla="*/ 959820 w 10678681"/>
              <a:gd name="connsiteY134" fmla="*/ 1275863 h 1357700"/>
              <a:gd name="connsiteX135" fmla="*/ 929137 w 10678681"/>
              <a:gd name="connsiteY135" fmla="*/ 1273957 h 1357700"/>
              <a:gd name="connsiteX136" fmla="*/ 878849 w 10678681"/>
              <a:gd name="connsiteY136" fmla="*/ 1266740 h 1357700"/>
              <a:gd name="connsiteX137" fmla="*/ 800667 w 10678681"/>
              <a:gd name="connsiteY137" fmla="*/ 1282041 h 1357700"/>
              <a:gd name="connsiteX138" fmla="*/ 644906 w 10678681"/>
              <a:gd name="connsiteY138" fmla="*/ 1273685 h 1357700"/>
              <a:gd name="connsiteX139" fmla="*/ 379869 w 10678681"/>
              <a:gd name="connsiteY139" fmla="*/ 1339165 h 1357700"/>
              <a:gd name="connsiteX140" fmla="*/ 137696 w 10678681"/>
              <a:gd name="connsiteY140" fmla="*/ 1319217 h 1357700"/>
              <a:gd name="connsiteX141" fmla="*/ 54250 w 10678681"/>
              <a:gd name="connsiteY141" fmla="*/ 1315838 h 1357700"/>
              <a:gd name="connsiteX142" fmla="*/ 28042 w 10678681"/>
              <a:gd name="connsiteY142" fmla="*/ 1297822 h 1357700"/>
              <a:gd name="connsiteX143" fmla="*/ 0 w 10678681"/>
              <a:gd name="connsiteY143" fmla="*/ 1294612 h 1357700"/>
              <a:gd name="connsiteX144" fmla="*/ 0 w 10678681"/>
              <a:gd name="connsiteY144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121820 w 10678681"/>
              <a:gd name="connsiteY122" fmla="*/ 1187078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10157 w 10678681"/>
              <a:gd name="connsiteY125" fmla="*/ 115276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36762 w 10678681"/>
              <a:gd name="connsiteY126" fmla="*/ 1237387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75981 w 10678681"/>
              <a:gd name="connsiteY113" fmla="*/ 1208973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2443"/>
              <a:gd name="connsiteX1" fmla="*/ 10678681 w 10678681"/>
              <a:gd name="connsiteY1" fmla="*/ 0 h 1352443"/>
              <a:gd name="connsiteX2" fmla="*/ 10666019 w 10678681"/>
              <a:gd name="connsiteY2" fmla="*/ 7876 h 1352443"/>
              <a:gd name="connsiteX3" fmla="*/ 10632825 w 10678681"/>
              <a:gd name="connsiteY3" fmla="*/ 32153 h 1352443"/>
              <a:gd name="connsiteX4" fmla="*/ 10510605 w 10678681"/>
              <a:gd name="connsiteY4" fmla="*/ 30449 h 1352443"/>
              <a:gd name="connsiteX5" fmla="*/ 10456989 w 10678681"/>
              <a:gd name="connsiteY5" fmla="*/ 979 h 1352443"/>
              <a:gd name="connsiteX6" fmla="*/ 10438642 w 10678681"/>
              <a:gd name="connsiteY6" fmla="*/ 1524 h 1352443"/>
              <a:gd name="connsiteX7" fmla="*/ 10407146 w 10678681"/>
              <a:gd name="connsiteY7" fmla="*/ 43659 h 1352443"/>
              <a:gd name="connsiteX8" fmla="*/ 10357996 w 10678681"/>
              <a:gd name="connsiteY8" fmla="*/ 50836 h 1352443"/>
              <a:gd name="connsiteX9" fmla="*/ 10306667 w 10678681"/>
              <a:gd name="connsiteY9" fmla="*/ 109739 h 1352443"/>
              <a:gd name="connsiteX10" fmla="*/ 10115334 w 10678681"/>
              <a:gd name="connsiteY10" fmla="*/ 155658 h 1352443"/>
              <a:gd name="connsiteX11" fmla="*/ 10068157 w 10678681"/>
              <a:gd name="connsiteY11" fmla="*/ 215673 h 1352443"/>
              <a:gd name="connsiteX12" fmla="*/ 10045431 w 10678681"/>
              <a:gd name="connsiteY12" fmla="*/ 229568 h 1352443"/>
              <a:gd name="connsiteX13" fmla="*/ 10013265 w 10678681"/>
              <a:gd name="connsiteY13" fmla="*/ 284757 h 1352443"/>
              <a:gd name="connsiteX14" fmla="*/ 9862496 w 10678681"/>
              <a:gd name="connsiteY14" fmla="*/ 223033 h 1352443"/>
              <a:gd name="connsiteX15" fmla="*/ 9679638 w 10678681"/>
              <a:gd name="connsiteY15" fmla="*/ 277462 h 1352443"/>
              <a:gd name="connsiteX16" fmla="*/ 9498347 w 10678681"/>
              <a:gd name="connsiteY16" fmla="*/ 244723 h 1352443"/>
              <a:gd name="connsiteX17" fmla="*/ 9399702 w 10678681"/>
              <a:gd name="connsiteY17" fmla="*/ 276316 h 1352443"/>
              <a:gd name="connsiteX18" fmla="*/ 9378439 w 10678681"/>
              <a:gd name="connsiteY18" fmla="*/ 326244 h 1352443"/>
              <a:gd name="connsiteX19" fmla="*/ 9121744 w 10678681"/>
              <a:gd name="connsiteY19" fmla="*/ 365177 h 1352443"/>
              <a:gd name="connsiteX20" fmla="*/ 9061654 w 10678681"/>
              <a:gd name="connsiteY20" fmla="*/ 393730 h 1352443"/>
              <a:gd name="connsiteX21" fmla="*/ 8997577 w 10678681"/>
              <a:gd name="connsiteY21" fmla="*/ 380865 h 1352443"/>
              <a:gd name="connsiteX22" fmla="*/ 8907968 w 10678681"/>
              <a:gd name="connsiteY22" fmla="*/ 447345 h 1352443"/>
              <a:gd name="connsiteX23" fmla="*/ 8764163 w 10678681"/>
              <a:gd name="connsiteY23" fmla="*/ 471000 h 1352443"/>
              <a:gd name="connsiteX24" fmla="*/ 8680155 w 10678681"/>
              <a:gd name="connsiteY24" fmla="*/ 492404 h 1352443"/>
              <a:gd name="connsiteX25" fmla="*/ 8651436 w 10678681"/>
              <a:gd name="connsiteY25" fmla="*/ 511923 h 1352443"/>
              <a:gd name="connsiteX26" fmla="*/ 8609185 w 10678681"/>
              <a:gd name="connsiteY26" fmla="*/ 531525 h 1352443"/>
              <a:gd name="connsiteX27" fmla="*/ 8537091 w 10678681"/>
              <a:gd name="connsiteY27" fmla="*/ 574933 h 1352443"/>
              <a:gd name="connsiteX28" fmla="*/ 8435931 w 10678681"/>
              <a:gd name="connsiteY28" fmla="*/ 617926 h 1352443"/>
              <a:gd name="connsiteX29" fmla="*/ 8348623 w 10678681"/>
              <a:gd name="connsiteY29" fmla="*/ 600607 h 1352443"/>
              <a:gd name="connsiteX30" fmla="*/ 8344233 w 10678681"/>
              <a:gd name="connsiteY30" fmla="*/ 610922 h 1352443"/>
              <a:gd name="connsiteX31" fmla="*/ 8290622 w 10678681"/>
              <a:gd name="connsiteY31" fmla="*/ 622687 h 1352443"/>
              <a:gd name="connsiteX32" fmla="*/ 8086698 w 10678681"/>
              <a:gd name="connsiteY32" fmla="*/ 605185 h 1352443"/>
              <a:gd name="connsiteX33" fmla="*/ 7982378 w 10678681"/>
              <a:gd name="connsiteY33" fmla="*/ 629799 h 1352443"/>
              <a:gd name="connsiteX34" fmla="*/ 7947952 w 10678681"/>
              <a:gd name="connsiteY34" fmla="*/ 648003 h 1352443"/>
              <a:gd name="connsiteX35" fmla="*/ 7890112 w 10678681"/>
              <a:gd name="connsiteY35" fmla="*/ 677915 h 1352443"/>
              <a:gd name="connsiteX36" fmla="*/ 7853284 w 10678681"/>
              <a:gd name="connsiteY36" fmla="*/ 723588 h 1352443"/>
              <a:gd name="connsiteX37" fmla="*/ 7802383 w 10678681"/>
              <a:gd name="connsiteY37" fmla="*/ 739359 h 1352443"/>
              <a:gd name="connsiteX38" fmla="*/ 7730518 w 10678681"/>
              <a:gd name="connsiteY38" fmla="*/ 739526 h 1352443"/>
              <a:gd name="connsiteX39" fmla="*/ 7652907 w 10678681"/>
              <a:gd name="connsiteY39" fmla="*/ 783273 h 1352443"/>
              <a:gd name="connsiteX40" fmla="*/ 7606008 w 10678681"/>
              <a:gd name="connsiteY40" fmla="*/ 800717 h 1352443"/>
              <a:gd name="connsiteX41" fmla="*/ 7480223 w 10678681"/>
              <a:gd name="connsiteY41" fmla="*/ 856821 h 1352443"/>
              <a:gd name="connsiteX42" fmla="*/ 7356005 w 10678681"/>
              <a:gd name="connsiteY42" fmla="*/ 919462 h 1352443"/>
              <a:gd name="connsiteX43" fmla="*/ 7305396 w 10678681"/>
              <a:gd name="connsiteY43" fmla="*/ 986228 h 1352443"/>
              <a:gd name="connsiteX44" fmla="*/ 7266251 w 10678681"/>
              <a:gd name="connsiteY44" fmla="*/ 967864 h 1352443"/>
              <a:gd name="connsiteX45" fmla="*/ 7269396 w 10678681"/>
              <a:gd name="connsiteY45" fmla="*/ 989282 h 1352443"/>
              <a:gd name="connsiteX46" fmla="*/ 7258094 w 10678681"/>
              <a:gd name="connsiteY46" fmla="*/ 990679 h 1352443"/>
              <a:gd name="connsiteX47" fmla="*/ 7257893 w 10678681"/>
              <a:gd name="connsiteY47" fmla="*/ 991204 h 1352443"/>
              <a:gd name="connsiteX48" fmla="*/ 7247153 w 10678681"/>
              <a:gd name="connsiteY48" fmla="*/ 991550 h 1352443"/>
              <a:gd name="connsiteX49" fmla="*/ 7193612 w 10678681"/>
              <a:gd name="connsiteY49" fmla="*/ 987042 h 1352443"/>
              <a:gd name="connsiteX50" fmla="*/ 7132632 w 10678681"/>
              <a:gd name="connsiteY50" fmla="*/ 1042036 h 1352443"/>
              <a:gd name="connsiteX51" fmla="*/ 7105610 w 10678681"/>
              <a:gd name="connsiteY51" fmla="*/ 1053537 h 1352443"/>
              <a:gd name="connsiteX52" fmla="*/ 7069148 w 10678681"/>
              <a:gd name="connsiteY52" fmla="*/ 1047163 h 1352443"/>
              <a:gd name="connsiteX53" fmla="*/ 7039634 w 10678681"/>
              <a:gd name="connsiteY53" fmla="*/ 1059971 h 1352443"/>
              <a:gd name="connsiteX54" fmla="*/ 7033445 w 10678681"/>
              <a:gd name="connsiteY54" fmla="*/ 1063314 h 1352443"/>
              <a:gd name="connsiteX55" fmla="*/ 6999157 w 10678681"/>
              <a:gd name="connsiteY55" fmla="*/ 1055282 h 1352443"/>
              <a:gd name="connsiteX56" fmla="*/ 6981874 w 10678681"/>
              <a:gd name="connsiteY56" fmla="*/ 1053827 h 1352443"/>
              <a:gd name="connsiteX57" fmla="*/ 6976102 w 10678681"/>
              <a:gd name="connsiteY57" fmla="*/ 1047854 h 1352443"/>
              <a:gd name="connsiteX58" fmla="*/ 6951040 w 10678681"/>
              <a:gd name="connsiteY58" fmla="*/ 1048531 h 1352443"/>
              <a:gd name="connsiteX59" fmla="*/ 6948497 w 10678681"/>
              <a:gd name="connsiteY59" fmla="*/ 1050706 h 1352443"/>
              <a:gd name="connsiteX60" fmla="*/ 6926582 w 10678681"/>
              <a:gd name="connsiteY60" fmla="*/ 1043462 h 1352443"/>
              <a:gd name="connsiteX61" fmla="*/ 6833743 w 10678681"/>
              <a:gd name="connsiteY61" fmla="*/ 1027960 h 1352443"/>
              <a:gd name="connsiteX62" fmla="*/ 6687090 w 10678681"/>
              <a:gd name="connsiteY62" fmla="*/ 1063250 h 1352443"/>
              <a:gd name="connsiteX63" fmla="*/ 6437450 w 10678681"/>
              <a:gd name="connsiteY63" fmla="*/ 1101075 h 1352443"/>
              <a:gd name="connsiteX64" fmla="*/ 6327795 w 10678681"/>
              <a:gd name="connsiteY64" fmla="*/ 1088142 h 1352443"/>
              <a:gd name="connsiteX65" fmla="*/ 6136549 w 10678681"/>
              <a:gd name="connsiteY65" fmla="*/ 1100268 h 1352443"/>
              <a:gd name="connsiteX66" fmla="*/ 6004655 w 10678681"/>
              <a:gd name="connsiteY66" fmla="*/ 1114946 h 1352443"/>
              <a:gd name="connsiteX67" fmla="*/ 5936643 w 10678681"/>
              <a:gd name="connsiteY67" fmla="*/ 1095428 h 1352443"/>
              <a:gd name="connsiteX68" fmla="*/ 5912484 w 10678681"/>
              <a:gd name="connsiteY68" fmla="*/ 1112624 h 1352443"/>
              <a:gd name="connsiteX69" fmla="*/ 5908387 w 10678681"/>
              <a:gd name="connsiteY69" fmla="*/ 1116018 h 1352443"/>
              <a:gd name="connsiteX70" fmla="*/ 5890495 w 10678681"/>
              <a:gd name="connsiteY70" fmla="*/ 1120268 h 1352443"/>
              <a:gd name="connsiteX71" fmla="*/ 5887318 w 10678681"/>
              <a:gd name="connsiteY71" fmla="*/ 1133134 h 1352443"/>
              <a:gd name="connsiteX72" fmla="*/ 5861726 w 10678681"/>
              <a:gd name="connsiteY72" fmla="*/ 1147891 h 1352443"/>
              <a:gd name="connsiteX73" fmla="*/ 5805823 w 10678681"/>
              <a:gd name="connsiteY73" fmla="*/ 1152457 h 1352443"/>
              <a:gd name="connsiteX74" fmla="*/ 5689841 w 10678681"/>
              <a:gd name="connsiteY74" fmla="*/ 1176232 h 1352443"/>
              <a:gd name="connsiteX75" fmla="*/ 5605119 w 10678681"/>
              <a:gd name="connsiteY75" fmla="*/ 1190202 h 1352443"/>
              <a:gd name="connsiteX76" fmla="*/ 5488513 w 10678681"/>
              <a:gd name="connsiteY76" fmla="*/ 1205367 h 1352443"/>
              <a:gd name="connsiteX77" fmla="*/ 5402905 w 10678681"/>
              <a:gd name="connsiteY77" fmla="*/ 1241191 h 1352443"/>
              <a:gd name="connsiteX78" fmla="*/ 5285593 w 10678681"/>
              <a:gd name="connsiteY78" fmla="*/ 1273569 h 1352443"/>
              <a:gd name="connsiteX79" fmla="*/ 5192893 w 10678681"/>
              <a:gd name="connsiteY79" fmla="*/ 1247188 h 1352443"/>
              <a:gd name="connsiteX80" fmla="*/ 5186475 w 10678681"/>
              <a:gd name="connsiteY80" fmla="*/ 1257028 h 1352443"/>
              <a:gd name="connsiteX81" fmla="*/ 5126038 w 10678681"/>
              <a:gd name="connsiteY81" fmla="*/ 1263189 h 1352443"/>
              <a:gd name="connsiteX82" fmla="*/ 4894688 w 10678681"/>
              <a:gd name="connsiteY82" fmla="*/ 1247184 h 1352443"/>
              <a:gd name="connsiteX83" fmla="*/ 4788036 w 10678681"/>
              <a:gd name="connsiteY83" fmla="*/ 1238182 h 1352443"/>
              <a:gd name="connsiteX84" fmla="*/ 4747555 w 10678681"/>
              <a:gd name="connsiteY84" fmla="*/ 1252768 h 1352443"/>
              <a:gd name="connsiteX85" fmla="*/ 4679644 w 10678681"/>
              <a:gd name="connsiteY85" fmla="*/ 1276603 h 1352443"/>
              <a:gd name="connsiteX86" fmla="*/ 4632222 w 10678681"/>
              <a:gd name="connsiteY86" fmla="*/ 1318360 h 1352443"/>
              <a:gd name="connsiteX87" fmla="*/ 4617358 w 10678681"/>
              <a:gd name="connsiteY87" fmla="*/ 1327690 h 1352443"/>
              <a:gd name="connsiteX88" fmla="*/ 4589102 w 10678681"/>
              <a:gd name="connsiteY88" fmla="*/ 1321223 h 1352443"/>
              <a:gd name="connsiteX89" fmla="*/ 4578184 w 10678681"/>
              <a:gd name="connsiteY89" fmla="*/ 1326745 h 1352443"/>
              <a:gd name="connsiteX90" fmla="*/ 4574270 w 10678681"/>
              <a:gd name="connsiteY90" fmla="*/ 1325878 h 1352443"/>
              <a:gd name="connsiteX91" fmla="*/ 4564919 w 10678681"/>
              <a:gd name="connsiteY91" fmla="*/ 1325507 h 1352443"/>
              <a:gd name="connsiteX92" fmla="*/ 4566586 w 10678681"/>
              <a:gd name="connsiteY92" fmla="*/ 1316963 h 1352443"/>
              <a:gd name="connsiteX93" fmla="*/ 4556303 w 10678681"/>
              <a:gd name="connsiteY93" fmla="*/ 1300262 h 1352443"/>
              <a:gd name="connsiteX94" fmla="*/ 4502358 w 10678681"/>
              <a:gd name="connsiteY94" fmla="*/ 1302558 h 1352443"/>
              <a:gd name="connsiteX95" fmla="*/ 4498919 w 10678681"/>
              <a:gd name="connsiteY95" fmla="*/ 1312115 h 1352443"/>
              <a:gd name="connsiteX96" fmla="*/ 4492075 w 10678681"/>
              <a:gd name="connsiteY96" fmla="*/ 1313357 h 1352443"/>
              <a:gd name="connsiteX97" fmla="*/ 4487466 w 10678681"/>
              <a:gd name="connsiteY97" fmla="*/ 1304102 h 1352443"/>
              <a:gd name="connsiteX98" fmla="*/ 4398292 w 10678681"/>
              <a:gd name="connsiteY98" fmla="*/ 1278410 h 1352443"/>
              <a:gd name="connsiteX99" fmla="*/ 4306088 w 10678681"/>
              <a:gd name="connsiteY99" fmla="*/ 1282512 h 1352443"/>
              <a:gd name="connsiteX100" fmla="*/ 4188995 w 10678681"/>
              <a:gd name="connsiteY100" fmla="*/ 1296718 h 1352443"/>
              <a:gd name="connsiteX101" fmla="*/ 4136582 w 10678681"/>
              <a:gd name="connsiteY101" fmla="*/ 1287687 h 1352443"/>
              <a:gd name="connsiteX102" fmla="*/ 4064614 w 10678681"/>
              <a:gd name="connsiteY102" fmla="*/ 1296118 h 1352443"/>
              <a:gd name="connsiteX103" fmla="*/ 3900948 w 10678681"/>
              <a:gd name="connsiteY103" fmla="*/ 1322156 h 1352443"/>
              <a:gd name="connsiteX104" fmla="*/ 3787890 w 10678681"/>
              <a:gd name="connsiteY104" fmla="*/ 1352442 h 1352443"/>
              <a:gd name="connsiteX105" fmla="*/ 3745993 w 10678681"/>
              <a:gd name="connsiteY105" fmla="*/ 1342630 h 1352443"/>
              <a:gd name="connsiteX106" fmla="*/ 3675785 w 10678681"/>
              <a:gd name="connsiteY106" fmla="*/ 1326802 h 1352443"/>
              <a:gd name="connsiteX107" fmla="*/ 3623856 w 10678681"/>
              <a:gd name="connsiteY107" fmla="*/ 1290804 h 1352443"/>
              <a:gd name="connsiteX108" fmla="*/ 3564933 w 10678681"/>
              <a:gd name="connsiteY108" fmla="*/ 1287147 h 1352443"/>
              <a:gd name="connsiteX109" fmla="*/ 3550537 w 10678681"/>
              <a:gd name="connsiteY109" fmla="*/ 1317552 h 1352443"/>
              <a:gd name="connsiteX110" fmla="*/ 3487736 w 10678681"/>
              <a:gd name="connsiteY110" fmla="*/ 1303493 h 1352443"/>
              <a:gd name="connsiteX111" fmla="*/ 3392548 w 10678681"/>
              <a:gd name="connsiteY111" fmla="*/ 1278741 h 1352443"/>
              <a:gd name="connsiteX112" fmla="*/ 3337466 w 10678681"/>
              <a:gd name="connsiteY112" fmla="*/ 1272537 h 1352443"/>
              <a:gd name="connsiteX113" fmla="*/ 3175981 w 10678681"/>
              <a:gd name="connsiteY113" fmla="*/ 1208973 h 1352443"/>
              <a:gd name="connsiteX114" fmla="*/ 3036856 w 10678681"/>
              <a:gd name="connsiteY114" fmla="*/ 1214383 h 1352443"/>
              <a:gd name="connsiteX115" fmla="*/ 2824973 w 10678681"/>
              <a:gd name="connsiteY115" fmla="*/ 1134864 h 1352443"/>
              <a:gd name="connsiteX116" fmla="*/ 2804398 w 10678681"/>
              <a:gd name="connsiteY116" fmla="*/ 1125556 h 1352443"/>
              <a:gd name="connsiteX117" fmla="*/ 2736109 w 10678681"/>
              <a:gd name="connsiteY117" fmla="*/ 1137717 h 1352443"/>
              <a:gd name="connsiteX118" fmla="*/ 2659096 w 10678681"/>
              <a:gd name="connsiteY118" fmla="*/ 1150294 h 1352443"/>
              <a:gd name="connsiteX119" fmla="*/ 2567088 w 10678681"/>
              <a:gd name="connsiteY119" fmla="*/ 1181781 h 1352443"/>
              <a:gd name="connsiteX120" fmla="*/ 2454501 w 10678681"/>
              <a:gd name="connsiteY120" fmla="*/ 1155455 h 1352443"/>
              <a:gd name="connsiteX121" fmla="*/ 2385161 w 10678681"/>
              <a:gd name="connsiteY121" fmla="*/ 1161312 h 1352443"/>
              <a:gd name="connsiteX122" fmla="*/ 2273361 w 10678681"/>
              <a:gd name="connsiteY122" fmla="*/ 1134090 h 1352443"/>
              <a:gd name="connsiteX123" fmla="*/ 2132003 w 10678681"/>
              <a:gd name="connsiteY123" fmla="*/ 1139225 h 1352443"/>
              <a:gd name="connsiteX124" fmla="*/ 2041224 w 10678681"/>
              <a:gd name="connsiteY124" fmla="*/ 1147536 h 1352443"/>
              <a:gd name="connsiteX125" fmla="*/ 2010157 w 10678681"/>
              <a:gd name="connsiteY125" fmla="*/ 1152767 h 1352443"/>
              <a:gd name="connsiteX126" fmla="*/ 1859213 w 10678681"/>
              <a:gd name="connsiteY126" fmla="*/ 1199540 h 1352443"/>
              <a:gd name="connsiteX127" fmla="*/ 1735877 w 10678681"/>
              <a:gd name="connsiteY127" fmla="*/ 1246527 h 1352443"/>
              <a:gd name="connsiteX128" fmla="*/ 1705069 w 10678681"/>
              <a:gd name="connsiteY128" fmla="*/ 1251989 h 1352443"/>
              <a:gd name="connsiteX129" fmla="*/ 1307888 w 10678681"/>
              <a:gd name="connsiteY129" fmla="*/ 1283156 h 1352443"/>
              <a:gd name="connsiteX130" fmla="*/ 1220734 w 10678681"/>
              <a:gd name="connsiteY130" fmla="*/ 1257811 h 1352443"/>
              <a:gd name="connsiteX131" fmla="*/ 1021737 w 10678681"/>
              <a:gd name="connsiteY131" fmla="*/ 1238739 h 1352443"/>
              <a:gd name="connsiteX132" fmla="*/ 959820 w 10678681"/>
              <a:gd name="connsiteY132" fmla="*/ 1275863 h 1352443"/>
              <a:gd name="connsiteX133" fmla="*/ 929137 w 10678681"/>
              <a:gd name="connsiteY133" fmla="*/ 1273957 h 1352443"/>
              <a:gd name="connsiteX134" fmla="*/ 878849 w 10678681"/>
              <a:gd name="connsiteY134" fmla="*/ 1266740 h 1352443"/>
              <a:gd name="connsiteX135" fmla="*/ 800667 w 10678681"/>
              <a:gd name="connsiteY135" fmla="*/ 1282041 h 1352443"/>
              <a:gd name="connsiteX136" fmla="*/ 644906 w 10678681"/>
              <a:gd name="connsiteY136" fmla="*/ 1273685 h 1352443"/>
              <a:gd name="connsiteX137" fmla="*/ 379869 w 10678681"/>
              <a:gd name="connsiteY137" fmla="*/ 1339165 h 1352443"/>
              <a:gd name="connsiteX138" fmla="*/ 137696 w 10678681"/>
              <a:gd name="connsiteY138" fmla="*/ 1319217 h 1352443"/>
              <a:gd name="connsiteX139" fmla="*/ 54250 w 10678681"/>
              <a:gd name="connsiteY139" fmla="*/ 1315838 h 1352443"/>
              <a:gd name="connsiteX140" fmla="*/ 28042 w 10678681"/>
              <a:gd name="connsiteY140" fmla="*/ 1297822 h 1352443"/>
              <a:gd name="connsiteX141" fmla="*/ 0 w 10678681"/>
              <a:gd name="connsiteY141" fmla="*/ 1294612 h 1352443"/>
              <a:gd name="connsiteX142" fmla="*/ 0 w 10678681"/>
              <a:gd name="connsiteY142" fmla="*/ 0 h 1352443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22314 w 10678681"/>
              <a:gd name="connsiteY18" fmla="*/ 33381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720084 w 10678681"/>
              <a:gd name="connsiteY39" fmla="*/ 760750 h 1342734"/>
              <a:gd name="connsiteX40" fmla="*/ 7652907 w 10678681"/>
              <a:gd name="connsiteY40" fmla="*/ 783273 h 1342734"/>
              <a:gd name="connsiteX41" fmla="*/ 7606008 w 10678681"/>
              <a:gd name="connsiteY41" fmla="*/ 800717 h 1342734"/>
              <a:gd name="connsiteX42" fmla="*/ 7480223 w 10678681"/>
              <a:gd name="connsiteY42" fmla="*/ 856821 h 1342734"/>
              <a:gd name="connsiteX43" fmla="*/ 7356005 w 10678681"/>
              <a:gd name="connsiteY43" fmla="*/ 919462 h 1342734"/>
              <a:gd name="connsiteX44" fmla="*/ 7305396 w 10678681"/>
              <a:gd name="connsiteY44" fmla="*/ 986228 h 1342734"/>
              <a:gd name="connsiteX45" fmla="*/ 7266251 w 10678681"/>
              <a:gd name="connsiteY45" fmla="*/ 967864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64919 w 10678681"/>
              <a:gd name="connsiteY89" fmla="*/ 1325507 h 1342734"/>
              <a:gd name="connsiteX90" fmla="*/ 4566586 w 10678681"/>
              <a:gd name="connsiteY90" fmla="*/ 1316963 h 1342734"/>
              <a:gd name="connsiteX91" fmla="*/ 4556303 w 10678681"/>
              <a:gd name="connsiteY91" fmla="*/ 1300262 h 1342734"/>
              <a:gd name="connsiteX92" fmla="*/ 4502358 w 10678681"/>
              <a:gd name="connsiteY92" fmla="*/ 1302558 h 1342734"/>
              <a:gd name="connsiteX93" fmla="*/ 4498919 w 10678681"/>
              <a:gd name="connsiteY93" fmla="*/ 1312115 h 1342734"/>
              <a:gd name="connsiteX94" fmla="*/ 4492075 w 10678681"/>
              <a:gd name="connsiteY94" fmla="*/ 1313357 h 1342734"/>
              <a:gd name="connsiteX95" fmla="*/ 4487466 w 10678681"/>
              <a:gd name="connsiteY95" fmla="*/ 1304102 h 1342734"/>
              <a:gd name="connsiteX96" fmla="*/ 4398292 w 10678681"/>
              <a:gd name="connsiteY96" fmla="*/ 1278410 h 1342734"/>
              <a:gd name="connsiteX97" fmla="*/ 4306088 w 10678681"/>
              <a:gd name="connsiteY97" fmla="*/ 1282512 h 1342734"/>
              <a:gd name="connsiteX98" fmla="*/ 4188995 w 10678681"/>
              <a:gd name="connsiteY98" fmla="*/ 1296718 h 1342734"/>
              <a:gd name="connsiteX99" fmla="*/ 4136582 w 10678681"/>
              <a:gd name="connsiteY99" fmla="*/ 1287687 h 1342734"/>
              <a:gd name="connsiteX100" fmla="*/ 4064614 w 10678681"/>
              <a:gd name="connsiteY100" fmla="*/ 1296118 h 1342734"/>
              <a:gd name="connsiteX101" fmla="*/ 3900948 w 10678681"/>
              <a:gd name="connsiteY101" fmla="*/ 1322156 h 1342734"/>
              <a:gd name="connsiteX102" fmla="*/ 3787890 w 10678681"/>
              <a:gd name="connsiteY102" fmla="*/ 1322164 h 1342734"/>
              <a:gd name="connsiteX103" fmla="*/ 3745993 w 10678681"/>
              <a:gd name="connsiteY103" fmla="*/ 1342630 h 1342734"/>
              <a:gd name="connsiteX104" fmla="*/ 3675785 w 10678681"/>
              <a:gd name="connsiteY104" fmla="*/ 1326802 h 1342734"/>
              <a:gd name="connsiteX105" fmla="*/ 3623856 w 10678681"/>
              <a:gd name="connsiteY105" fmla="*/ 1290804 h 1342734"/>
              <a:gd name="connsiteX106" fmla="*/ 3564933 w 10678681"/>
              <a:gd name="connsiteY106" fmla="*/ 1287147 h 1342734"/>
              <a:gd name="connsiteX107" fmla="*/ 3550537 w 10678681"/>
              <a:gd name="connsiteY107" fmla="*/ 1317552 h 1342734"/>
              <a:gd name="connsiteX108" fmla="*/ 3487736 w 10678681"/>
              <a:gd name="connsiteY108" fmla="*/ 1303493 h 1342734"/>
              <a:gd name="connsiteX109" fmla="*/ 3392548 w 10678681"/>
              <a:gd name="connsiteY109" fmla="*/ 1278741 h 1342734"/>
              <a:gd name="connsiteX110" fmla="*/ 3337466 w 10678681"/>
              <a:gd name="connsiteY110" fmla="*/ 1272537 h 1342734"/>
              <a:gd name="connsiteX111" fmla="*/ 3175981 w 10678681"/>
              <a:gd name="connsiteY111" fmla="*/ 1208973 h 1342734"/>
              <a:gd name="connsiteX112" fmla="*/ 3036856 w 10678681"/>
              <a:gd name="connsiteY112" fmla="*/ 1214383 h 1342734"/>
              <a:gd name="connsiteX113" fmla="*/ 2824973 w 10678681"/>
              <a:gd name="connsiteY113" fmla="*/ 1134864 h 1342734"/>
              <a:gd name="connsiteX114" fmla="*/ 2804398 w 10678681"/>
              <a:gd name="connsiteY114" fmla="*/ 1125556 h 1342734"/>
              <a:gd name="connsiteX115" fmla="*/ 2736109 w 10678681"/>
              <a:gd name="connsiteY115" fmla="*/ 1137717 h 1342734"/>
              <a:gd name="connsiteX116" fmla="*/ 2659096 w 10678681"/>
              <a:gd name="connsiteY116" fmla="*/ 1150294 h 1342734"/>
              <a:gd name="connsiteX117" fmla="*/ 2567088 w 10678681"/>
              <a:gd name="connsiteY117" fmla="*/ 1181781 h 1342734"/>
              <a:gd name="connsiteX118" fmla="*/ 2454501 w 10678681"/>
              <a:gd name="connsiteY118" fmla="*/ 1155455 h 1342734"/>
              <a:gd name="connsiteX119" fmla="*/ 2385161 w 10678681"/>
              <a:gd name="connsiteY119" fmla="*/ 1161312 h 1342734"/>
              <a:gd name="connsiteX120" fmla="*/ 2273361 w 10678681"/>
              <a:gd name="connsiteY120" fmla="*/ 1134090 h 1342734"/>
              <a:gd name="connsiteX121" fmla="*/ 2132003 w 10678681"/>
              <a:gd name="connsiteY121" fmla="*/ 1139225 h 1342734"/>
              <a:gd name="connsiteX122" fmla="*/ 2041224 w 10678681"/>
              <a:gd name="connsiteY122" fmla="*/ 1147536 h 1342734"/>
              <a:gd name="connsiteX123" fmla="*/ 2010157 w 10678681"/>
              <a:gd name="connsiteY123" fmla="*/ 1152767 h 1342734"/>
              <a:gd name="connsiteX124" fmla="*/ 1859213 w 10678681"/>
              <a:gd name="connsiteY124" fmla="*/ 1199540 h 1342734"/>
              <a:gd name="connsiteX125" fmla="*/ 1735877 w 10678681"/>
              <a:gd name="connsiteY125" fmla="*/ 1246527 h 1342734"/>
              <a:gd name="connsiteX126" fmla="*/ 1705069 w 10678681"/>
              <a:gd name="connsiteY126" fmla="*/ 1251989 h 1342734"/>
              <a:gd name="connsiteX127" fmla="*/ 1307888 w 10678681"/>
              <a:gd name="connsiteY127" fmla="*/ 1283156 h 1342734"/>
              <a:gd name="connsiteX128" fmla="*/ 1220734 w 10678681"/>
              <a:gd name="connsiteY128" fmla="*/ 1257811 h 1342734"/>
              <a:gd name="connsiteX129" fmla="*/ 1021737 w 10678681"/>
              <a:gd name="connsiteY129" fmla="*/ 1238739 h 1342734"/>
              <a:gd name="connsiteX130" fmla="*/ 959820 w 10678681"/>
              <a:gd name="connsiteY130" fmla="*/ 1275863 h 1342734"/>
              <a:gd name="connsiteX131" fmla="*/ 929137 w 10678681"/>
              <a:gd name="connsiteY131" fmla="*/ 1273957 h 1342734"/>
              <a:gd name="connsiteX132" fmla="*/ 878849 w 10678681"/>
              <a:gd name="connsiteY132" fmla="*/ 1266740 h 1342734"/>
              <a:gd name="connsiteX133" fmla="*/ 800667 w 10678681"/>
              <a:gd name="connsiteY133" fmla="*/ 1282041 h 1342734"/>
              <a:gd name="connsiteX134" fmla="*/ 644906 w 10678681"/>
              <a:gd name="connsiteY134" fmla="*/ 1273685 h 1342734"/>
              <a:gd name="connsiteX135" fmla="*/ 379869 w 10678681"/>
              <a:gd name="connsiteY135" fmla="*/ 1339165 h 1342734"/>
              <a:gd name="connsiteX136" fmla="*/ 137696 w 10678681"/>
              <a:gd name="connsiteY136" fmla="*/ 1319217 h 1342734"/>
              <a:gd name="connsiteX137" fmla="*/ 54250 w 10678681"/>
              <a:gd name="connsiteY137" fmla="*/ 1315838 h 1342734"/>
              <a:gd name="connsiteX138" fmla="*/ 28042 w 10678681"/>
              <a:gd name="connsiteY138" fmla="*/ 1297822 h 1342734"/>
              <a:gd name="connsiteX139" fmla="*/ 0 w 10678681"/>
              <a:gd name="connsiteY139" fmla="*/ 1294612 h 1342734"/>
              <a:gd name="connsiteX140" fmla="*/ 0 w 10678681"/>
              <a:gd name="connsiteY140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78184 w 10678681"/>
              <a:gd name="connsiteY87" fmla="*/ 1326745 h 1342734"/>
              <a:gd name="connsiteX88" fmla="*/ 4564919 w 10678681"/>
              <a:gd name="connsiteY88" fmla="*/ 1325507 h 1342734"/>
              <a:gd name="connsiteX89" fmla="*/ 4566586 w 10678681"/>
              <a:gd name="connsiteY89" fmla="*/ 1316963 h 1342734"/>
              <a:gd name="connsiteX90" fmla="*/ 4556303 w 10678681"/>
              <a:gd name="connsiteY90" fmla="*/ 1300262 h 1342734"/>
              <a:gd name="connsiteX91" fmla="*/ 4502358 w 10678681"/>
              <a:gd name="connsiteY91" fmla="*/ 1302558 h 1342734"/>
              <a:gd name="connsiteX92" fmla="*/ 4498919 w 10678681"/>
              <a:gd name="connsiteY92" fmla="*/ 1312115 h 1342734"/>
              <a:gd name="connsiteX93" fmla="*/ 4492075 w 10678681"/>
              <a:gd name="connsiteY93" fmla="*/ 1313357 h 1342734"/>
              <a:gd name="connsiteX94" fmla="*/ 4487466 w 10678681"/>
              <a:gd name="connsiteY94" fmla="*/ 1304102 h 1342734"/>
              <a:gd name="connsiteX95" fmla="*/ 4398292 w 10678681"/>
              <a:gd name="connsiteY95" fmla="*/ 1278410 h 1342734"/>
              <a:gd name="connsiteX96" fmla="*/ 4306088 w 10678681"/>
              <a:gd name="connsiteY96" fmla="*/ 1282512 h 1342734"/>
              <a:gd name="connsiteX97" fmla="*/ 4188995 w 10678681"/>
              <a:gd name="connsiteY97" fmla="*/ 1296718 h 1342734"/>
              <a:gd name="connsiteX98" fmla="*/ 4136582 w 10678681"/>
              <a:gd name="connsiteY98" fmla="*/ 1287687 h 1342734"/>
              <a:gd name="connsiteX99" fmla="*/ 4064614 w 10678681"/>
              <a:gd name="connsiteY99" fmla="*/ 1296118 h 1342734"/>
              <a:gd name="connsiteX100" fmla="*/ 3900948 w 10678681"/>
              <a:gd name="connsiteY100" fmla="*/ 1322156 h 1342734"/>
              <a:gd name="connsiteX101" fmla="*/ 3787890 w 10678681"/>
              <a:gd name="connsiteY101" fmla="*/ 1322164 h 1342734"/>
              <a:gd name="connsiteX102" fmla="*/ 3745993 w 10678681"/>
              <a:gd name="connsiteY102" fmla="*/ 1342630 h 1342734"/>
              <a:gd name="connsiteX103" fmla="*/ 3675785 w 10678681"/>
              <a:gd name="connsiteY103" fmla="*/ 1326802 h 1342734"/>
              <a:gd name="connsiteX104" fmla="*/ 3623856 w 10678681"/>
              <a:gd name="connsiteY104" fmla="*/ 1290804 h 1342734"/>
              <a:gd name="connsiteX105" fmla="*/ 3564933 w 10678681"/>
              <a:gd name="connsiteY105" fmla="*/ 1287147 h 1342734"/>
              <a:gd name="connsiteX106" fmla="*/ 3550537 w 10678681"/>
              <a:gd name="connsiteY106" fmla="*/ 1317552 h 1342734"/>
              <a:gd name="connsiteX107" fmla="*/ 3487736 w 10678681"/>
              <a:gd name="connsiteY107" fmla="*/ 1303493 h 1342734"/>
              <a:gd name="connsiteX108" fmla="*/ 3392548 w 10678681"/>
              <a:gd name="connsiteY108" fmla="*/ 1278741 h 1342734"/>
              <a:gd name="connsiteX109" fmla="*/ 3337466 w 10678681"/>
              <a:gd name="connsiteY109" fmla="*/ 1272537 h 1342734"/>
              <a:gd name="connsiteX110" fmla="*/ 3175981 w 10678681"/>
              <a:gd name="connsiteY110" fmla="*/ 1208973 h 1342734"/>
              <a:gd name="connsiteX111" fmla="*/ 3036856 w 10678681"/>
              <a:gd name="connsiteY111" fmla="*/ 1214383 h 1342734"/>
              <a:gd name="connsiteX112" fmla="*/ 2824973 w 10678681"/>
              <a:gd name="connsiteY112" fmla="*/ 1134864 h 1342734"/>
              <a:gd name="connsiteX113" fmla="*/ 2804398 w 10678681"/>
              <a:gd name="connsiteY113" fmla="*/ 1125556 h 1342734"/>
              <a:gd name="connsiteX114" fmla="*/ 2736109 w 10678681"/>
              <a:gd name="connsiteY114" fmla="*/ 1137717 h 1342734"/>
              <a:gd name="connsiteX115" fmla="*/ 2659096 w 10678681"/>
              <a:gd name="connsiteY115" fmla="*/ 1150294 h 1342734"/>
              <a:gd name="connsiteX116" fmla="*/ 2567088 w 10678681"/>
              <a:gd name="connsiteY116" fmla="*/ 1181781 h 1342734"/>
              <a:gd name="connsiteX117" fmla="*/ 2454501 w 10678681"/>
              <a:gd name="connsiteY117" fmla="*/ 1155455 h 1342734"/>
              <a:gd name="connsiteX118" fmla="*/ 2385161 w 10678681"/>
              <a:gd name="connsiteY118" fmla="*/ 1161312 h 1342734"/>
              <a:gd name="connsiteX119" fmla="*/ 2273361 w 10678681"/>
              <a:gd name="connsiteY119" fmla="*/ 1134090 h 1342734"/>
              <a:gd name="connsiteX120" fmla="*/ 2132003 w 10678681"/>
              <a:gd name="connsiteY120" fmla="*/ 1139225 h 1342734"/>
              <a:gd name="connsiteX121" fmla="*/ 2041224 w 10678681"/>
              <a:gd name="connsiteY121" fmla="*/ 1147536 h 1342734"/>
              <a:gd name="connsiteX122" fmla="*/ 2010157 w 10678681"/>
              <a:gd name="connsiteY122" fmla="*/ 1152767 h 1342734"/>
              <a:gd name="connsiteX123" fmla="*/ 1859213 w 10678681"/>
              <a:gd name="connsiteY123" fmla="*/ 1199540 h 1342734"/>
              <a:gd name="connsiteX124" fmla="*/ 1735877 w 10678681"/>
              <a:gd name="connsiteY124" fmla="*/ 1246527 h 1342734"/>
              <a:gd name="connsiteX125" fmla="*/ 1705069 w 10678681"/>
              <a:gd name="connsiteY125" fmla="*/ 1251989 h 1342734"/>
              <a:gd name="connsiteX126" fmla="*/ 1307888 w 10678681"/>
              <a:gd name="connsiteY126" fmla="*/ 1283156 h 1342734"/>
              <a:gd name="connsiteX127" fmla="*/ 1220734 w 10678681"/>
              <a:gd name="connsiteY127" fmla="*/ 1257811 h 1342734"/>
              <a:gd name="connsiteX128" fmla="*/ 1021737 w 10678681"/>
              <a:gd name="connsiteY128" fmla="*/ 1238739 h 1342734"/>
              <a:gd name="connsiteX129" fmla="*/ 959820 w 10678681"/>
              <a:gd name="connsiteY129" fmla="*/ 1275863 h 1342734"/>
              <a:gd name="connsiteX130" fmla="*/ 929137 w 10678681"/>
              <a:gd name="connsiteY130" fmla="*/ 1273957 h 1342734"/>
              <a:gd name="connsiteX131" fmla="*/ 878849 w 10678681"/>
              <a:gd name="connsiteY131" fmla="*/ 1266740 h 1342734"/>
              <a:gd name="connsiteX132" fmla="*/ 800667 w 10678681"/>
              <a:gd name="connsiteY132" fmla="*/ 1282041 h 1342734"/>
              <a:gd name="connsiteX133" fmla="*/ 644906 w 10678681"/>
              <a:gd name="connsiteY133" fmla="*/ 1273685 h 1342734"/>
              <a:gd name="connsiteX134" fmla="*/ 379869 w 10678681"/>
              <a:gd name="connsiteY134" fmla="*/ 1339165 h 1342734"/>
              <a:gd name="connsiteX135" fmla="*/ 137696 w 10678681"/>
              <a:gd name="connsiteY135" fmla="*/ 1319217 h 1342734"/>
              <a:gd name="connsiteX136" fmla="*/ 54250 w 10678681"/>
              <a:gd name="connsiteY136" fmla="*/ 1315838 h 1342734"/>
              <a:gd name="connsiteX137" fmla="*/ 28042 w 10678681"/>
              <a:gd name="connsiteY137" fmla="*/ 1297822 h 1342734"/>
              <a:gd name="connsiteX138" fmla="*/ 0 w 10678681"/>
              <a:gd name="connsiteY138" fmla="*/ 1294612 h 1342734"/>
              <a:gd name="connsiteX139" fmla="*/ 0 w 10678681"/>
              <a:gd name="connsiteY139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578184 w 10678681"/>
              <a:gd name="connsiteY86" fmla="*/ 1326745 h 1342734"/>
              <a:gd name="connsiteX87" fmla="*/ 4564919 w 10678681"/>
              <a:gd name="connsiteY87" fmla="*/ 1325507 h 1342734"/>
              <a:gd name="connsiteX88" fmla="*/ 4566586 w 10678681"/>
              <a:gd name="connsiteY88" fmla="*/ 1316963 h 1342734"/>
              <a:gd name="connsiteX89" fmla="*/ 4556303 w 10678681"/>
              <a:gd name="connsiteY89" fmla="*/ 1300262 h 1342734"/>
              <a:gd name="connsiteX90" fmla="*/ 4502358 w 10678681"/>
              <a:gd name="connsiteY90" fmla="*/ 1302558 h 1342734"/>
              <a:gd name="connsiteX91" fmla="*/ 4498919 w 10678681"/>
              <a:gd name="connsiteY91" fmla="*/ 1312115 h 1342734"/>
              <a:gd name="connsiteX92" fmla="*/ 4492075 w 10678681"/>
              <a:gd name="connsiteY92" fmla="*/ 1313357 h 1342734"/>
              <a:gd name="connsiteX93" fmla="*/ 4487466 w 10678681"/>
              <a:gd name="connsiteY93" fmla="*/ 1304102 h 1342734"/>
              <a:gd name="connsiteX94" fmla="*/ 4398292 w 10678681"/>
              <a:gd name="connsiteY94" fmla="*/ 1278410 h 1342734"/>
              <a:gd name="connsiteX95" fmla="*/ 4306088 w 10678681"/>
              <a:gd name="connsiteY95" fmla="*/ 1282512 h 1342734"/>
              <a:gd name="connsiteX96" fmla="*/ 4188995 w 10678681"/>
              <a:gd name="connsiteY96" fmla="*/ 1296718 h 1342734"/>
              <a:gd name="connsiteX97" fmla="*/ 4136582 w 10678681"/>
              <a:gd name="connsiteY97" fmla="*/ 1287687 h 1342734"/>
              <a:gd name="connsiteX98" fmla="*/ 4064614 w 10678681"/>
              <a:gd name="connsiteY98" fmla="*/ 1296118 h 1342734"/>
              <a:gd name="connsiteX99" fmla="*/ 3900948 w 10678681"/>
              <a:gd name="connsiteY99" fmla="*/ 1322156 h 1342734"/>
              <a:gd name="connsiteX100" fmla="*/ 3787890 w 10678681"/>
              <a:gd name="connsiteY100" fmla="*/ 1322164 h 1342734"/>
              <a:gd name="connsiteX101" fmla="*/ 3745993 w 10678681"/>
              <a:gd name="connsiteY101" fmla="*/ 1342630 h 1342734"/>
              <a:gd name="connsiteX102" fmla="*/ 3675785 w 10678681"/>
              <a:gd name="connsiteY102" fmla="*/ 1326802 h 1342734"/>
              <a:gd name="connsiteX103" fmla="*/ 3623856 w 10678681"/>
              <a:gd name="connsiteY103" fmla="*/ 1290804 h 1342734"/>
              <a:gd name="connsiteX104" fmla="*/ 3564933 w 10678681"/>
              <a:gd name="connsiteY104" fmla="*/ 1287147 h 1342734"/>
              <a:gd name="connsiteX105" fmla="*/ 3550537 w 10678681"/>
              <a:gd name="connsiteY105" fmla="*/ 1317552 h 1342734"/>
              <a:gd name="connsiteX106" fmla="*/ 3487736 w 10678681"/>
              <a:gd name="connsiteY106" fmla="*/ 1303493 h 1342734"/>
              <a:gd name="connsiteX107" fmla="*/ 3392548 w 10678681"/>
              <a:gd name="connsiteY107" fmla="*/ 1278741 h 1342734"/>
              <a:gd name="connsiteX108" fmla="*/ 3337466 w 10678681"/>
              <a:gd name="connsiteY108" fmla="*/ 1272537 h 1342734"/>
              <a:gd name="connsiteX109" fmla="*/ 3175981 w 10678681"/>
              <a:gd name="connsiteY109" fmla="*/ 1208973 h 1342734"/>
              <a:gd name="connsiteX110" fmla="*/ 3036856 w 10678681"/>
              <a:gd name="connsiteY110" fmla="*/ 1214383 h 1342734"/>
              <a:gd name="connsiteX111" fmla="*/ 2824973 w 10678681"/>
              <a:gd name="connsiteY111" fmla="*/ 1134864 h 1342734"/>
              <a:gd name="connsiteX112" fmla="*/ 2804398 w 10678681"/>
              <a:gd name="connsiteY112" fmla="*/ 1125556 h 1342734"/>
              <a:gd name="connsiteX113" fmla="*/ 2736109 w 10678681"/>
              <a:gd name="connsiteY113" fmla="*/ 1137717 h 1342734"/>
              <a:gd name="connsiteX114" fmla="*/ 2659096 w 10678681"/>
              <a:gd name="connsiteY114" fmla="*/ 1150294 h 1342734"/>
              <a:gd name="connsiteX115" fmla="*/ 2567088 w 10678681"/>
              <a:gd name="connsiteY115" fmla="*/ 1181781 h 1342734"/>
              <a:gd name="connsiteX116" fmla="*/ 2454501 w 10678681"/>
              <a:gd name="connsiteY116" fmla="*/ 1155455 h 1342734"/>
              <a:gd name="connsiteX117" fmla="*/ 2385161 w 10678681"/>
              <a:gd name="connsiteY117" fmla="*/ 1161312 h 1342734"/>
              <a:gd name="connsiteX118" fmla="*/ 2273361 w 10678681"/>
              <a:gd name="connsiteY118" fmla="*/ 1134090 h 1342734"/>
              <a:gd name="connsiteX119" fmla="*/ 2132003 w 10678681"/>
              <a:gd name="connsiteY119" fmla="*/ 1139225 h 1342734"/>
              <a:gd name="connsiteX120" fmla="*/ 2041224 w 10678681"/>
              <a:gd name="connsiteY120" fmla="*/ 1147536 h 1342734"/>
              <a:gd name="connsiteX121" fmla="*/ 2010157 w 10678681"/>
              <a:gd name="connsiteY121" fmla="*/ 1152767 h 1342734"/>
              <a:gd name="connsiteX122" fmla="*/ 1859213 w 10678681"/>
              <a:gd name="connsiteY122" fmla="*/ 1199540 h 1342734"/>
              <a:gd name="connsiteX123" fmla="*/ 1735877 w 10678681"/>
              <a:gd name="connsiteY123" fmla="*/ 1246527 h 1342734"/>
              <a:gd name="connsiteX124" fmla="*/ 1705069 w 10678681"/>
              <a:gd name="connsiteY124" fmla="*/ 1251989 h 1342734"/>
              <a:gd name="connsiteX125" fmla="*/ 1307888 w 10678681"/>
              <a:gd name="connsiteY125" fmla="*/ 1283156 h 1342734"/>
              <a:gd name="connsiteX126" fmla="*/ 1220734 w 10678681"/>
              <a:gd name="connsiteY126" fmla="*/ 1257811 h 1342734"/>
              <a:gd name="connsiteX127" fmla="*/ 1021737 w 10678681"/>
              <a:gd name="connsiteY127" fmla="*/ 1238739 h 1342734"/>
              <a:gd name="connsiteX128" fmla="*/ 959820 w 10678681"/>
              <a:gd name="connsiteY128" fmla="*/ 1275863 h 1342734"/>
              <a:gd name="connsiteX129" fmla="*/ 929137 w 10678681"/>
              <a:gd name="connsiteY129" fmla="*/ 1273957 h 1342734"/>
              <a:gd name="connsiteX130" fmla="*/ 878849 w 10678681"/>
              <a:gd name="connsiteY130" fmla="*/ 1266740 h 1342734"/>
              <a:gd name="connsiteX131" fmla="*/ 800667 w 10678681"/>
              <a:gd name="connsiteY131" fmla="*/ 1282041 h 1342734"/>
              <a:gd name="connsiteX132" fmla="*/ 644906 w 10678681"/>
              <a:gd name="connsiteY132" fmla="*/ 1273685 h 1342734"/>
              <a:gd name="connsiteX133" fmla="*/ 379869 w 10678681"/>
              <a:gd name="connsiteY133" fmla="*/ 1339165 h 1342734"/>
              <a:gd name="connsiteX134" fmla="*/ 137696 w 10678681"/>
              <a:gd name="connsiteY134" fmla="*/ 1319217 h 1342734"/>
              <a:gd name="connsiteX135" fmla="*/ 54250 w 10678681"/>
              <a:gd name="connsiteY135" fmla="*/ 1315838 h 1342734"/>
              <a:gd name="connsiteX136" fmla="*/ 28042 w 10678681"/>
              <a:gd name="connsiteY136" fmla="*/ 1297822 h 1342734"/>
              <a:gd name="connsiteX137" fmla="*/ 0 w 10678681"/>
              <a:gd name="connsiteY137" fmla="*/ 1294612 h 1342734"/>
              <a:gd name="connsiteX138" fmla="*/ 0 w 10678681"/>
              <a:gd name="connsiteY138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578184 w 10678681"/>
              <a:gd name="connsiteY85" fmla="*/ 1326745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17473 w 10678681"/>
              <a:gd name="connsiteY85" fmla="*/ 1296467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26038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660167 w 10678681"/>
              <a:gd name="connsiteY122" fmla="*/ 123684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10678681" h="1342734">
                <a:moveTo>
                  <a:pt x="0" y="0"/>
                </a:moveTo>
                <a:lnTo>
                  <a:pt x="10678681" y="0"/>
                </a:lnTo>
                <a:lnTo>
                  <a:pt x="10666019" y="7876"/>
                </a:lnTo>
                <a:cubicBezTo>
                  <a:pt x="10653407" y="16166"/>
                  <a:pt x="10642107" y="24244"/>
                  <a:pt x="10632825" y="32153"/>
                </a:cubicBezTo>
                <a:cubicBezTo>
                  <a:pt x="10592272" y="36323"/>
                  <a:pt x="10556884" y="50892"/>
                  <a:pt x="10516219" y="45588"/>
                </a:cubicBezTo>
                <a:cubicBezTo>
                  <a:pt x="10497465" y="38035"/>
                  <a:pt x="10481313" y="25649"/>
                  <a:pt x="10456989" y="979"/>
                </a:cubicBezTo>
                <a:cubicBezTo>
                  <a:pt x="10458435" y="21260"/>
                  <a:pt x="10448472" y="9612"/>
                  <a:pt x="10438642" y="1524"/>
                </a:cubicBezTo>
                <a:cubicBezTo>
                  <a:pt x="10430119" y="11702"/>
                  <a:pt x="10417632" y="41266"/>
                  <a:pt x="10407146" y="43659"/>
                </a:cubicBezTo>
                <a:cubicBezTo>
                  <a:pt x="10379701" y="2826"/>
                  <a:pt x="10370665" y="125005"/>
                  <a:pt x="10341159" y="103824"/>
                </a:cubicBezTo>
                <a:cubicBezTo>
                  <a:pt x="10332001" y="120367"/>
                  <a:pt x="10274736" y="115685"/>
                  <a:pt x="10244930" y="94599"/>
                </a:cubicBezTo>
                <a:cubicBezTo>
                  <a:pt x="10189350" y="132718"/>
                  <a:pt x="10178914" y="158571"/>
                  <a:pt x="10115334" y="155658"/>
                </a:cubicBezTo>
                <a:cubicBezTo>
                  <a:pt x="10110816" y="185325"/>
                  <a:pt x="10047419" y="166765"/>
                  <a:pt x="10068157" y="215673"/>
                </a:cubicBezTo>
                <a:cubicBezTo>
                  <a:pt x="10047157" y="216184"/>
                  <a:pt x="10029060" y="198149"/>
                  <a:pt x="10045431" y="229568"/>
                </a:cubicBezTo>
                <a:cubicBezTo>
                  <a:pt x="10018897" y="234017"/>
                  <a:pt x="9963426" y="205273"/>
                  <a:pt x="9929077" y="209062"/>
                </a:cubicBezTo>
                <a:cubicBezTo>
                  <a:pt x="9910475" y="224494"/>
                  <a:pt x="9890198" y="272419"/>
                  <a:pt x="9840045" y="223033"/>
                </a:cubicBezTo>
                <a:cubicBezTo>
                  <a:pt x="9789999" y="276055"/>
                  <a:pt x="9744257" y="186744"/>
                  <a:pt x="9679639" y="247182"/>
                </a:cubicBezTo>
                <a:cubicBezTo>
                  <a:pt x="9634736" y="215294"/>
                  <a:pt x="9537501" y="238016"/>
                  <a:pt x="9498347" y="244723"/>
                </a:cubicBezTo>
                <a:cubicBezTo>
                  <a:pt x="9450379" y="244255"/>
                  <a:pt x="9394227" y="293607"/>
                  <a:pt x="9366026" y="299024"/>
                </a:cubicBezTo>
                <a:cubicBezTo>
                  <a:pt x="9341424" y="298595"/>
                  <a:pt x="9297504" y="338146"/>
                  <a:pt x="9316702" y="356523"/>
                </a:cubicBezTo>
                <a:cubicBezTo>
                  <a:pt x="9228105" y="319675"/>
                  <a:pt x="9206375" y="367221"/>
                  <a:pt x="9121744" y="365177"/>
                </a:cubicBezTo>
                <a:cubicBezTo>
                  <a:pt x="9093808" y="425910"/>
                  <a:pt x="9103257" y="373647"/>
                  <a:pt x="9061654" y="393730"/>
                </a:cubicBezTo>
                <a:cubicBezTo>
                  <a:pt x="9060114" y="344357"/>
                  <a:pt x="9015442" y="432718"/>
                  <a:pt x="8997577" y="380865"/>
                </a:cubicBezTo>
                <a:cubicBezTo>
                  <a:pt x="8969550" y="402056"/>
                  <a:pt x="8954076" y="446763"/>
                  <a:pt x="8907968" y="447345"/>
                </a:cubicBezTo>
                <a:cubicBezTo>
                  <a:pt x="8864369" y="428134"/>
                  <a:pt x="8818646" y="497461"/>
                  <a:pt x="8764163" y="471000"/>
                </a:cubicBezTo>
                <a:cubicBezTo>
                  <a:pt x="8744747" y="465539"/>
                  <a:pt x="8688469" y="474754"/>
                  <a:pt x="8680155" y="492404"/>
                </a:cubicBezTo>
                <a:cubicBezTo>
                  <a:pt x="8668902" y="497604"/>
                  <a:pt x="8654338" y="493892"/>
                  <a:pt x="8651436" y="511923"/>
                </a:cubicBezTo>
                <a:cubicBezTo>
                  <a:pt x="8645505" y="533975"/>
                  <a:pt x="8599739" y="507897"/>
                  <a:pt x="8609185" y="531525"/>
                </a:cubicBezTo>
                <a:cubicBezTo>
                  <a:pt x="8576806" y="513805"/>
                  <a:pt x="8560019" y="560634"/>
                  <a:pt x="8537091" y="574933"/>
                </a:cubicBezTo>
                <a:cubicBezTo>
                  <a:pt x="8510928" y="556486"/>
                  <a:pt x="8488623" y="604682"/>
                  <a:pt x="8435931" y="617926"/>
                </a:cubicBezTo>
                <a:cubicBezTo>
                  <a:pt x="8406978" y="596402"/>
                  <a:pt x="8400500" y="627188"/>
                  <a:pt x="8348623" y="600607"/>
                </a:cubicBezTo>
                <a:cubicBezTo>
                  <a:pt x="8347650" y="604255"/>
                  <a:pt x="8320537" y="587451"/>
                  <a:pt x="8276883" y="588214"/>
                </a:cubicBezTo>
                <a:cubicBezTo>
                  <a:pt x="8233229" y="588977"/>
                  <a:pt x="8147007" y="602039"/>
                  <a:pt x="8086698" y="605185"/>
                </a:cubicBezTo>
                <a:cubicBezTo>
                  <a:pt x="8018754" y="612533"/>
                  <a:pt x="8076794" y="658105"/>
                  <a:pt x="7982378" y="629799"/>
                </a:cubicBezTo>
                <a:cubicBezTo>
                  <a:pt x="7978309" y="650417"/>
                  <a:pt x="7968020" y="653434"/>
                  <a:pt x="7947952" y="648003"/>
                </a:cubicBezTo>
                <a:cubicBezTo>
                  <a:pt x="7915301" y="652980"/>
                  <a:pt x="7930086" y="699793"/>
                  <a:pt x="7890112" y="677915"/>
                </a:cubicBezTo>
                <a:cubicBezTo>
                  <a:pt x="7902561" y="702153"/>
                  <a:pt x="7831508" y="700184"/>
                  <a:pt x="7853284" y="723588"/>
                </a:cubicBezTo>
                <a:cubicBezTo>
                  <a:pt x="7838304" y="751013"/>
                  <a:pt x="7817999" y="714992"/>
                  <a:pt x="7802383" y="739359"/>
                </a:cubicBezTo>
                <a:cubicBezTo>
                  <a:pt x="7781922" y="742015"/>
                  <a:pt x="7755431" y="732207"/>
                  <a:pt x="7730518" y="739526"/>
                </a:cubicBezTo>
                <a:cubicBezTo>
                  <a:pt x="7716802" y="743091"/>
                  <a:pt x="7733019" y="753459"/>
                  <a:pt x="7720084" y="760750"/>
                </a:cubicBezTo>
                <a:cubicBezTo>
                  <a:pt x="7707149" y="768041"/>
                  <a:pt x="7671920" y="776612"/>
                  <a:pt x="7652907" y="783273"/>
                </a:cubicBezTo>
                <a:cubicBezTo>
                  <a:pt x="7630163" y="772504"/>
                  <a:pt x="7616976" y="783101"/>
                  <a:pt x="7606008" y="800717"/>
                </a:cubicBezTo>
                <a:cubicBezTo>
                  <a:pt x="7561224" y="806541"/>
                  <a:pt x="7527083" y="837162"/>
                  <a:pt x="7480223" y="856821"/>
                </a:cubicBezTo>
                <a:cubicBezTo>
                  <a:pt x="7422566" y="851729"/>
                  <a:pt x="7406130" y="898621"/>
                  <a:pt x="7356005" y="919462"/>
                </a:cubicBezTo>
                <a:cubicBezTo>
                  <a:pt x="7301710" y="896412"/>
                  <a:pt x="7327853" y="963334"/>
                  <a:pt x="7305396" y="986228"/>
                </a:cubicBezTo>
                <a:lnTo>
                  <a:pt x="7266251" y="967864"/>
                </a:lnTo>
                <a:lnTo>
                  <a:pt x="7258094" y="990679"/>
                </a:lnTo>
                <a:lnTo>
                  <a:pt x="7257893" y="991204"/>
                </a:lnTo>
                <a:lnTo>
                  <a:pt x="7247153" y="991550"/>
                </a:lnTo>
                <a:cubicBezTo>
                  <a:pt x="7228850" y="991013"/>
                  <a:pt x="7210872" y="989423"/>
                  <a:pt x="7193612" y="987042"/>
                </a:cubicBezTo>
                <a:cubicBezTo>
                  <a:pt x="7184018" y="1016185"/>
                  <a:pt x="7117645" y="991054"/>
                  <a:pt x="7132632" y="1042036"/>
                </a:cubicBezTo>
                <a:cubicBezTo>
                  <a:pt x="7109597" y="1040358"/>
                  <a:pt x="7092653" y="1020472"/>
                  <a:pt x="7105610" y="1053537"/>
                </a:cubicBezTo>
                <a:cubicBezTo>
                  <a:pt x="7098186" y="1053959"/>
                  <a:pt x="7071669" y="1042250"/>
                  <a:pt x="7069148" y="1047163"/>
                </a:cubicBezTo>
                <a:lnTo>
                  <a:pt x="7039634" y="1059971"/>
                </a:lnTo>
                <a:lnTo>
                  <a:pt x="7033445" y="1063314"/>
                </a:lnTo>
                <a:lnTo>
                  <a:pt x="6999157" y="1055282"/>
                </a:lnTo>
                <a:lnTo>
                  <a:pt x="6981874" y="1053827"/>
                </a:lnTo>
                <a:lnTo>
                  <a:pt x="6976102" y="1047854"/>
                </a:lnTo>
                <a:cubicBezTo>
                  <a:pt x="6970359" y="1044495"/>
                  <a:pt x="6962768" y="1043656"/>
                  <a:pt x="6951040" y="1048531"/>
                </a:cubicBezTo>
                <a:lnTo>
                  <a:pt x="6948497" y="1050706"/>
                </a:lnTo>
                <a:lnTo>
                  <a:pt x="6926582" y="1043462"/>
                </a:lnTo>
                <a:cubicBezTo>
                  <a:pt x="6919310" y="1039773"/>
                  <a:pt x="6839625" y="1034777"/>
                  <a:pt x="6833743" y="1027960"/>
                </a:cubicBezTo>
                <a:cubicBezTo>
                  <a:pt x="6776335" y="1015119"/>
                  <a:pt x="6761260" y="1047430"/>
                  <a:pt x="6687090" y="1063250"/>
                </a:cubicBezTo>
                <a:cubicBezTo>
                  <a:pt x="6621041" y="1075436"/>
                  <a:pt x="6482366" y="1074217"/>
                  <a:pt x="6431838" y="1063226"/>
                </a:cubicBezTo>
                <a:cubicBezTo>
                  <a:pt x="6405016" y="1060235"/>
                  <a:pt x="6309698" y="1067799"/>
                  <a:pt x="6327795" y="1088142"/>
                </a:cubicBezTo>
                <a:cubicBezTo>
                  <a:pt x="6241699" y="1050273"/>
                  <a:pt x="6228725" y="1111123"/>
                  <a:pt x="6136549" y="1100268"/>
                </a:cubicBezTo>
                <a:cubicBezTo>
                  <a:pt x="6096483" y="1157984"/>
                  <a:pt x="6053277" y="1099229"/>
                  <a:pt x="6004655" y="1114946"/>
                </a:cubicBezTo>
                <a:cubicBezTo>
                  <a:pt x="6010724" y="1065500"/>
                  <a:pt x="5948029" y="1149051"/>
                  <a:pt x="5936643" y="1095428"/>
                </a:cubicBezTo>
                <a:cubicBezTo>
                  <a:pt x="5928154" y="1099986"/>
                  <a:pt x="5920290" y="1106094"/>
                  <a:pt x="5912484" y="1112624"/>
                </a:cubicBezTo>
                <a:lnTo>
                  <a:pt x="5908387" y="1116018"/>
                </a:lnTo>
                <a:lnTo>
                  <a:pt x="5890495" y="1120268"/>
                </a:lnTo>
                <a:lnTo>
                  <a:pt x="5887318" y="1133134"/>
                </a:lnTo>
                <a:lnTo>
                  <a:pt x="5861726" y="1147891"/>
                </a:lnTo>
                <a:cubicBezTo>
                  <a:pt x="5851855" y="1151615"/>
                  <a:pt x="5818443" y="1153513"/>
                  <a:pt x="5805823" y="1152457"/>
                </a:cubicBezTo>
                <a:cubicBezTo>
                  <a:pt x="5761190" y="1128740"/>
                  <a:pt x="5745234" y="1208320"/>
                  <a:pt x="5689841" y="1176232"/>
                </a:cubicBezTo>
                <a:cubicBezTo>
                  <a:pt x="5645165" y="1182523"/>
                  <a:pt x="5638674" y="1185346"/>
                  <a:pt x="5605119" y="1190202"/>
                </a:cubicBezTo>
                <a:cubicBezTo>
                  <a:pt x="5595173" y="1211597"/>
                  <a:pt x="5481899" y="1180798"/>
                  <a:pt x="5488513" y="1205367"/>
                </a:cubicBezTo>
                <a:cubicBezTo>
                  <a:pt x="5455905" y="1184307"/>
                  <a:pt x="5430208" y="1229302"/>
                  <a:pt x="5402905" y="1241191"/>
                </a:cubicBezTo>
                <a:cubicBezTo>
                  <a:pt x="5353635" y="1248161"/>
                  <a:pt x="5228965" y="1244549"/>
                  <a:pt x="5192893" y="1247188"/>
                </a:cubicBezTo>
                <a:cubicBezTo>
                  <a:pt x="5191257" y="1250727"/>
                  <a:pt x="5178909" y="1254361"/>
                  <a:pt x="5164025" y="1257028"/>
                </a:cubicBezTo>
                <a:cubicBezTo>
                  <a:pt x="5149141" y="1259695"/>
                  <a:pt x="5121746" y="1277136"/>
                  <a:pt x="5103589" y="1263189"/>
                </a:cubicBezTo>
                <a:cubicBezTo>
                  <a:pt x="5020856" y="1221392"/>
                  <a:pt x="4961920" y="1251721"/>
                  <a:pt x="4894688" y="1247184"/>
                </a:cubicBezTo>
                <a:cubicBezTo>
                  <a:pt x="4819279" y="1247443"/>
                  <a:pt x="4886780" y="1276272"/>
                  <a:pt x="4788036" y="1238182"/>
                </a:cubicBezTo>
                <a:cubicBezTo>
                  <a:pt x="4780353" y="1258340"/>
                  <a:pt x="4768632" y="1260281"/>
                  <a:pt x="4747555" y="1252768"/>
                </a:cubicBezTo>
                <a:cubicBezTo>
                  <a:pt x="4711089" y="1254336"/>
                  <a:pt x="4719897" y="1302605"/>
                  <a:pt x="4679644" y="1276603"/>
                </a:cubicBezTo>
                <a:cubicBezTo>
                  <a:pt x="4651415" y="1288933"/>
                  <a:pt x="4636594" y="1288316"/>
                  <a:pt x="4617473" y="1296467"/>
                </a:cubicBezTo>
                <a:lnTo>
                  <a:pt x="4564919" y="1325507"/>
                </a:lnTo>
                <a:lnTo>
                  <a:pt x="4566586" y="1316963"/>
                </a:lnTo>
                <a:cubicBezTo>
                  <a:pt x="4569057" y="1308855"/>
                  <a:pt x="4571069" y="1299935"/>
                  <a:pt x="4556303" y="1300262"/>
                </a:cubicBezTo>
                <a:cubicBezTo>
                  <a:pt x="4525488" y="1305073"/>
                  <a:pt x="4517133" y="1269079"/>
                  <a:pt x="4502358" y="1302558"/>
                </a:cubicBezTo>
                <a:lnTo>
                  <a:pt x="4498919" y="1312115"/>
                </a:lnTo>
                <a:lnTo>
                  <a:pt x="4492075" y="1313357"/>
                </a:lnTo>
                <a:cubicBezTo>
                  <a:pt x="4488463" y="1312870"/>
                  <a:pt x="4486534" y="1310394"/>
                  <a:pt x="4487466" y="1304102"/>
                </a:cubicBezTo>
                <a:cubicBezTo>
                  <a:pt x="4457512" y="1328789"/>
                  <a:pt x="4426787" y="1287064"/>
                  <a:pt x="4398292" y="1278410"/>
                </a:cubicBezTo>
                <a:cubicBezTo>
                  <a:pt x="4375210" y="1302378"/>
                  <a:pt x="4366248" y="1283298"/>
                  <a:pt x="4306088" y="1282512"/>
                </a:cubicBezTo>
                <a:cubicBezTo>
                  <a:pt x="4280844" y="1310113"/>
                  <a:pt x="4237476" y="1258925"/>
                  <a:pt x="4188995" y="1296718"/>
                </a:cubicBezTo>
                <a:cubicBezTo>
                  <a:pt x="4186961" y="1293392"/>
                  <a:pt x="4157312" y="1287787"/>
                  <a:pt x="4136582" y="1287687"/>
                </a:cubicBezTo>
                <a:cubicBezTo>
                  <a:pt x="4115852" y="1287587"/>
                  <a:pt x="4081037" y="1280166"/>
                  <a:pt x="4064614" y="1296118"/>
                </a:cubicBezTo>
                <a:cubicBezTo>
                  <a:pt x="3987264" y="1347194"/>
                  <a:pt x="3967205" y="1309881"/>
                  <a:pt x="3900948" y="1322156"/>
                </a:cubicBezTo>
                <a:cubicBezTo>
                  <a:pt x="3826014" y="1330612"/>
                  <a:pt x="3831060" y="1333478"/>
                  <a:pt x="3787890" y="1322164"/>
                </a:cubicBezTo>
                <a:cubicBezTo>
                  <a:pt x="3777929" y="1303028"/>
                  <a:pt x="3766063" y="1332733"/>
                  <a:pt x="3745993" y="1342630"/>
                </a:cubicBezTo>
                <a:cubicBezTo>
                  <a:pt x="3709591" y="1345286"/>
                  <a:pt x="3712765" y="1296323"/>
                  <a:pt x="3675785" y="1326802"/>
                </a:cubicBezTo>
                <a:cubicBezTo>
                  <a:pt x="3682573" y="1300349"/>
                  <a:pt x="3606829" y="1318588"/>
                  <a:pt x="3623856" y="1290804"/>
                </a:cubicBezTo>
                <a:cubicBezTo>
                  <a:pt x="3600335" y="1267550"/>
                  <a:pt x="3588308" y="1307279"/>
                  <a:pt x="3564933" y="1287147"/>
                </a:cubicBezTo>
                <a:cubicBezTo>
                  <a:pt x="3538420" y="1283043"/>
                  <a:pt x="3579946" y="1314789"/>
                  <a:pt x="3550537" y="1317552"/>
                </a:cubicBezTo>
                <a:cubicBezTo>
                  <a:pt x="3514920" y="1316159"/>
                  <a:pt x="3514600" y="1364317"/>
                  <a:pt x="3487736" y="1303493"/>
                </a:cubicBezTo>
                <a:cubicBezTo>
                  <a:pt x="3450312" y="1319195"/>
                  <a:pt x="3443340" y="1291726"/>
                  <a:pt x="3392548" y="1278741"/>
                </a:cubicBezTo>
                <a:cubicBezTo>
                  <a:pt x="3371053" y="1294449"/>
                  <a:pt x="3354022" y="1287164"/>
                  <a:pt x="3337466" y="1272537"/>
                </a:cubicBezTo>
                <a:cubicBezTo>
                  <a:pt x="3287808" y="1277154"/>
                  <a:pt x="3231625" y="1217343"/>
                  <a:pt x="3175981" y="1208973"/>
                </a:cubicBezTo>
                <a:cubicBezTo>
                  <a:pt x="3115467" y="1227175"/>
                  <a:pt x="3096324" y="1223154"/>
                  <a:pt x="3036856" y="1214383"/>
                </a:cubicBezTo>
                <a:cubicBezTo>
                  <a:pt x="2976484" y="1195723"/>
                  <a:pt x="2863716" y="1149668"/>
                  <a:pt x="2824973" y="1134864"/>
                </a:cubicBezTo>
                <a:cubicBezTo>
                  <a:pt x="2817752" y="1140972"/>
                  <a:pt x="2802616" y="1134132"/>
                  <a:pt x="2804398" y="1125556"/>
                </a:cubicBezTo>
                <a:cubicBezTo>
                  <a:pt x="2796364" y="1128008"/>
                  <a:pt x="2737660" y="1151579"/>
                  <a:pt x="2736109" y="1137717"/>
                </a:cubicBezTo>
                <a:cubicBezTo>
                  <a:pt x="2696082" y="1134954"/>
                  <a:pt x="2695314" y="1134322"/>
                  <a:pt x="2659096" y="1150294"/>
                </a:cubicBezTo>
                <a:cubicBezTo>
                  <a:pt x="2582535" y="1124403"/>
                  <a:pt x="2622743" y="1189988"/>
                  <a:pt x="2567088" y="1181781"/>
                </a:cubicBezTo>
                <a:cubicBezTo>
                  <a:pt x="2523074" y="1153322"/>
                  <a:pt x="2505741" y="1175022"/>
                  <a:pt x="2454501" y="1155455"/>
                </a:cubicBezTo>
                <a:cubicBezTo>
                  <a:pt x="2435184" y="1199648"/>
                  <a:pt x="2405890" y="1149324"/>
                  <a:pt x="2385161" y="1161312"/>
                </a:cubicBezTo>
                <a:cubicBezTo>
                  <a:pt x="2329714" y="1166582"/>
                  <a:pt x="2322102" y="1137771"/>
                  <a:pt x="2273361" y="1134090"/>
                </a:cubicBezTo>
                <a:cubicBezTo>
                  <a:pt x="2270204" y="1112590"/>
                  <a:pt x="2164540" y="1136821"/>
                  <a:pt x="2132003" y="1139225"/>
                </a:cubicBezTo>
                <a:cubicBezTo>
                  <a:pt x="2119616" y="1127805"/>
                  <a:pt x="2068429" y="1132839"/>
                  <a:pt x="2041224" y="1147536"/>
                </a:cubicBezTo>
                <a:cubicBezTo>
                  <a:pt x="2072319" y="1178143"/>
                  <a:pt x="2006941" y="1118646"/>
                  <a:pt x="2010157" y="1152767"/>
                </a:cubicBezTo>
                <a:cubicBezTo>
                  <a:pt x="1976080" y="1167742"/>
                  <a:pt x="1904926" y="1183913"/>
                  <a:pt x="1859213" y="1199540"/>
                </a:cubicBezTo>
                <a:cubicBezTo>
                  <a:pt x="1837985" y="1173314"/>
                  <a:pt x="1772946" y="1249813"/>
                  <a:pt x="1735877" y="1246527"/>
                </a:cubicBezTo>
                <a:cubicBezTo>
                  <a:pt x="1727774" y="1263559"/>
                  <a:pt x="1674382" y="1247072"/>
                  <a:pt x="1660167" y="1236849"/>
                </a:cubicBezTo>
                <a:cubicBezTo>
                  <a:pt x="1541640" y="1221134"/>
                  <a:pt x="1352140" y="1267338"/>
                  <a:pt x="1279827" y="1245307"/>
                </a:cubicBezTo>
                <a:lnTo>
                  <a:pt x="1021737" y="1238739"/>
                </a:lnTo>
                <a:cubicBezTo>
                  <a:pt x="1011829" y="1264670"/>
                  <a:pt x="960483" y="1235921"/>
                  <a:pt x="959820" y="1275863"/>
                </a:cubicBezTo>
                <a:cubicBezTo>
                  <a:pt x="950745" y="1291685"/>
                  <a:pt x="934594" y="1289700"/>
                  <a:pt x="929137" y="1273957"/>
                </a:cubicBezTo>
                <a:cubicBezTo>
                  <a:pt x="909281" y="1275184"/>
                  <a:pt x="894620" y="1293444"/>
                  <a:pt x="878849" y="1266740"/>
                </a:cubicBezTo>
                <a:cubicBezTo>
                  <a:pt x="851668" y="1267510"/>
                  <a:pt x="816599" y="1322523"/>
                  <a:pt x="800667" y="1282041"/>
                </a:cubicBezTo>
                <a:cubicBezTo>
                  <a:pt x="741645" y="1285469"/>
                  <a:pt x="699773" y="1269716"/>
                  <a:pt x="644906" y="1273685"/>
                </a:cubicBezTo>
                <a:cubicBezTo>
                  <a:pt x="541527" y="1321342"/>
                  <a:pt x="446058" y="1236106"/>
                  <a:pt x="379869" y="1339165"/>
                </a:cubicBezTo>
                <a:cubicBezTo>
                  <a:pt x="292000" y="1296022"/>
                  <a:pt x="211611" y="1323804"/>
                  <a:pt x="137696" y="1319217"/>
                </a:cubicBezTo>
                <a:cubicBezTo>
                  <a:pt x="102121" y="1327987"/>
                  <a:pt x="88791" y="1285209"/>
                  <a:pt x="54250" y="1315838"/>
                </a:cubicBezTo>
                <a:cubicBezTo>
                  <a:pt x="49461" y="1305340"/>
                  <a:pt x="39595" y="1300426"/>
                  <a:pt x="28042" y="1297822"/>
                </a:cubicBezTo>
                <a:lnTo>
                  <a:pt x="0" y="1294612"/>
                </a:lnTo>
                <a:lnTo>
                  <a:pt x="0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6C2F2D6-F636-46AD-BCD9-994702A00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890120" cy="735601"/>
          </a:xfrm>
          <a:custGeom>
            <a:avLst/>
            <a:gdLst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906706 w 10678681"/>
              <a:gd name="connsiteY64" fmla="*/ 1027961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05317 w 10678681"/>
              <a:gd name="connsiteY66" fmla="*/ 1011686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61470 w 10678681"/>
              <a:gd name="connsiteY68" fmla="*/ 108057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392549 w 10678681"/>
              <a:gd name="connsiteY67" fmla="*/ 1032948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074811 w 10678681"/>
              <a:gd name="connsiteY69" fmla="*/ 1092701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28273 w 10678681"/>
              <a:gd name="connsiteY77" fmla="*/ 1152456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67391 w 10678681"/>
              <a:gd name="connsiteY78" fmla="*/ 1161093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72219 w 10678681"/>
              <a:gd name="connsiteY79" fmla="*/ 1173708 h 1357700"/>
              <a:gd name="connsiteX80" fmla="*/ 5537768 w 10678681"/>
              <a:gd name="connsiteY80" fmla="*/ 1190202 h 1357700"/>
              <a:gd name="connsiteX81" fmla="*/ 5488513 w 10678681"/>
              <a:gd name="connsiteY81" fmla="*/ 1205367 h 1357700"/>
              <a:gd name="connsiteX82" fmla="*/ 5402905 w 10678681"/>
              <a:gd name="connsiteY82" fmla="*/ 1241191 h 1357700"/>
              <a:gd name="connsiteX83" fmla="*/ 5285593 w 10678681"/>
              <a:gd name="connsiteY83" fmla="*/ 1273569 h 1357700"/>
              <a:gd name="connsiteX84" fmla="*/ 5192893 w 10678681"/>
              <a:gd name="connsiteY84" fmla="*/ 1247188 h 1357700"/>
              <a:gd name="connsiteX85" fmla="*/ 5186475 w 10678681"/>
              <a:gd name="connsiteY85" fmla="*/ 1257028 h 1357700"/>
              <a:gd name="connsiteX86" fmla="*/ 5126038 w 10678681"/>
              <a:gd name="connsiteY86" fmla="*/ 1263189 h 1357700"/>
              <a:gd name="connsiteX87" fmla="*/ 4905913 w 10678681"/>
              <a:gd name="connsiteY87" fmla="*/ 1224477 h 1357700"/>
              <a:gd name="connsiteX88" fmla="*/ 4788036 w 10678681"/>
              <a:gd name="connsiteY88" fmla="*/ 1238182 h 1357700"/>
              <a:gd name="connsiteX89" fmla="*/ 4747555 w 10678681"/>
              <a:gd name="connsiteY89" fmla="*/ 1252768 h 1357700"/>
              <a:gd name="connsiteX90" fmla="*/ 4679644 w 10678681"/>
              <a:gd name="connsiteY90" fmla="*/ 1276603 h 1357700"/>
              <a:gd name="connsiteX91" fmla="*/ 4632222 w 10678681"/>
              <a:gd name="connsiteY91" fmla="*/ 1318360 h 1357700"/>
              <a:gd name="connsiteX92" fmla="*/ 4617358 w 10678681"/>
              <a:gd name="connsiteY92" fmla="*/ 1327690 h 1357700"/>
              <a:gd name="connsiteX93" fmla="*/ 4589102 w 10678681"/>
              <a:gd name="connsiteY93" fmla="*/ 1321223 h 1357700"/>
              <a:gd name="connsiteX94" fmla="*/ 4578184 w 10678681"/>
              <a:gd name="connsiteY94" fmla="*/ 1326745 h 1357700"/>
              <a:gd name="connsiteX95" fmla="*/ 4574270 w 10678681"/>
              <a:gd name="connsiteY95" fmla="*/ 1325878 h 1357700"/>
              <a:gd name="connsiteX96" fmla="*/ 4564919 w 10678681"/>
              <a:gd name="connsiteY96" fmla="*/ 1325507 h 1357700"/>
              <a:gd name="connsiteX97" fmla="*/ 4566586 w 10678681"/>
              <a:gd name="connsiteY97" fmla="*/ 1316963 h 1357700"/>
              <a:gd name="connsiteX98" fmla="*/ 4556303 w 10678681"/>
              <a:gd name="connsiteY98" fmla="*/ 1300262 h 1357700"/>
              <a:gd name="connsiteX99" fmla="*/ 4502358 w 10678681"/>
              <a:gd name="connsiteY99" fmla="*/ 1302558 h 1357700"/>
              <a:gd name="connsiteX100" fmla="*/ 4498919 w 10678681"/>
              <a:gd name="connsiteY100" fmla="*/ 1312115 h 1357700"/>
              <a:gd name="connsiteX101" fmla="*/ 4492075 w 10678681"/>
              <a:gd name="connsiteY101" fmla="*/ 1313357 h 1357700"/>
              <a:gd name="connsiteX102" fmla="*/ 4487466 w 10678681"/>
              <a:gd name="connsiteY102" fmla="*/ 1304102 h 1357700"/>
              <a:gd name="connsiteX103" fmla="*/ 4398292 w 10678681"/>
              <a:gd name="connsiteY103" fmla="*/ 1278410 h 1357700"/>
              <a:gd name="connsiteX104" fmla="*/ 4278026 w 10678681"/>
              <a:gd name="connsiteY104" fmla="*/ 1259803 h 1357700"/>
              <a:gd name="connsiteX105" fmla="*/ 4188995 w 10678681"/>
              <a:gd name="connsiteY105" fmla="*/ 1296718 h 1357700"/>
              <a:gd name="connsiteX106" fmla="*/ 4181483 w 10678681"/>
              <a:gd name="connsiteY106" fmla="*/ 1287686 h 1357700"/>
              <a:gd name="connsiteX107" fmla="*/ 4120739 w 10678681"/>
              <a:gd name="connsiteY107" fmla="*/ 1288549 h 1357700"/>
              <a:gd name="connsiteX108" fmla="*/ 3906561 w 10678681"/>
              <a:gd name="connsiteY108" fmla="*/ 1352435 h 1357700"/>
              <a:gd name="connsiteX109" fmla="*/ 3787890 w 10678681"/>
              <a:gd name="connsiteY109" fmla="*/ 1352442 h 1357700"/>
              <a:gd name="connsiteX110" fmla="*/ 3745993 w 10678681"/>
              <a:gd name="connsiteY110" fmla="*/ 1342630 h 1357700"/>
              <a:gd name="connsiteX111" fmla="*/ 3675785 w 10678681"/>
              <a:gd name="connsiteY111" fmla="*/ 1326802 h 1357700"/>
              <a:gd name="connsiteX112" fmla="*/ 3623856 w 10678681"/>
              <a:gd name="connsiteY112" fmla="*/ 1290804 h 1357700"/>
              <a:gd name="connsiteX113" fmla="*/ 3564933 w 10678681"/>
              <a:gd name="connsiteY113" fmla="*/ 1287147 h 1357700"/>
              <a:gd name="connsiteX114" fmla="*/ 3550537 w 10678681"/>
              <a:gd name="connsiteY114" fmla="*/ 1317552 h 1357700"/>
              <a:gd name="connsiteX115" fmla="*/ 3487736 w 10678681"/>
              <a:gd name="connsiteY115" fmla="*/ 1303493 h 1357700"/>
              <a:gd name="connsiteX116" fmla="*/ 3392548 w 10678681"/>
              <a:gd name="connsiteY116" fmla="*/ 1278741 h 1357700"/>
              <a:gd name="connsiteX117" fmla="*/ 3337466 w 10678681"/>
              <a:gd name="connsiteY117" fmla="*/ 1272537 h 1357700"/>
              <a:gd name="connsiteX118" fmla="*/ 3187206 w 10678681"/>
              <a:gd name="connsiteY118" fmla="*/ 1246821 h 1357700"/>
              <a:gd name="connsiteX119" fmla="*/ 3036856 w 10678681"/>
              <a:gd name="connsiteY119" fmla="*/ 1214383 h 1357700"/>
              <a:gd name="connsiteX120" fmla="*/ 2948654 w 10678681"/>
              <a:gd name="connsiteY120" fmla="*/ 1157455 h 1357700"/>
              <a:gd name="connsiteX121" fmla="*/ 2824973 w 10678681"/>
              <a:gd name="connsiteY121" fmla="*/ 1134864 h 1357700"/>
              <a:gd name="connsiteX122" fmla="*/ 2804398 w 10678681"/>
              <a:gd name="connsiteY122" fmla="*/ 1125556 h 1357700"/>
              <a:gd name="connsiteX123" fmla="*/ 2775396 w 10678681"/>
              <a:gd name="connsiteY123" fmla="*/ 1130148 h 1357700"/>
              <a:gd name="connsiteX124" fmla="*/ 2659096 w 10678681"/>
              <a:gd name="connsiteY124" fmla="*/ 1150294 h 1357700"/>
              <a:gd name="connsiteX125" fmla="*/ 2567088 w 10678681"/>
              <a:gd name="connsiteY125" fmla="*/ 1181781 h 1357700"/>
              <a:gd name="connsiteX126" fmla="*/ 2454501 w 10678681"/>
              <a:gd name="connsiteY126" fmla="*/ 1155455 h 1357700"/>
              <a:gd name="connsiteX127" fmla="*/ 2385161 w 10678681"/>
              <a:gd name="connsiteY127" fmla="*/ 1161312 h 1357700"/>
              <a:gd name="connsiteX128" fmla="*/ 2270528 w 10678681"/>
              <a:gd name="connsiteY128" fmla="*/ 1204338 h 1357700"/>
              <a:gd name="connsiteX129" fmla="*/ 2121820 w 10678681"/>
              <a:gd name="connsiteY129" fmla="*/ 1187078 h 1357700"/>
              <a:gd name="connsiteX130" fmla="*/ 2092716 w 10678681"/>
              <a:gd name="connsiteY130" fmla="*/ 1139224 h 1357700"/>
              <a:gd name="connsiteX131" fmla="*/ 2052449 w 10678681"/>
              <a:gd name="connsiteY131" fmla="*/ 1109687 h 1357700"/>
              <a:gd name="connsiteX132" fmla="*/ 2032607 w 10678681"/>
              <a:gd name="connsiteY132" fmla="*/ 1175477 h 1357700"/>
              <a:gd name="connsiteX133" fmla="*/ 1901837 w 10678681"/>
              <a:gd name="connsiteY133" fmla="*/ 1221762 h 1357700"/>
              <a:gd name="connsiteX134" fmla="*/ 1836762 w 10678681"/>
              <a:gd name="connsiteY134" fmla="*/ 1237387 h 1357700"/>
              <a:gd name="connsiteX135" fmla="*/ 1735877 w 10678681"/>
              <a:gd name="connsiteY135" fmla="*/ 1246527 h 1357700"/>
              <a:gd name="connsiteX136" fmla="*/ 1705069 w 10678681"/>
              <a:gd name="connsiteY136" fmla="*/ 1251989 h 1357700"/>
              <a:gd name="connsiteX137" fmla="*/ 1397689 w 10678681"/>
              <a:gd name="connsiteY137" fmla="*/ 1336144 h 1357700"/>
              <a:gd name="connsiteX138" fmla="*/ 1220734 w 10678681"/>
              <a:gd name="connsiteY138" fmla="*/ 1257811 h 1357700"/>
              <a:gd name="connsiteX139" fmla="*/ 1021737 w 10678681"/>
              <a:gd name="connsiteY139" fmla="*/ 1238739 h 1357700"/>
              <a:gd name="connsiteX140" fmla="*/ 959820 w 10678681"/>
              <a:gd name="connsiteY140" fmla="*/ 1275863 h 1357700"/>
              <a:gd name="connsiteX141" fmla="*/ 929137 w 10678681"/>
              <a:gd name="connsiteY141" fmla="*/ 1273957 h 1357700"/>
              <a:gd name="connsiteX142" fmla="*/ 878849 w 10678681"/>
              <a:gd name="connsiteY142" fmla="*/ 1266740 h 1357700"/>
              <a:gd name="connsiteX143" fmla="*/ 800667 w 10678681"/>
              <a:gd name="connsiteY143" fmla="*/ 1282041 h 1357700"/>
              <a:gd name="connsiteX144" fmla="*/ 644906 w 10678681"/>
              <a:gd name="connsiteY144" fmla="*/ 1273685 h 1357700"/>
              <a:gd name="connsiteX145" fmla="*/ 379869 w 10678681"/>
              <a:gd name="connsiteY145" fmla="*/ 1339165 h 1357700"/>
              <a:gd name="connsiteX146" fmla="*/ 137696 w 10678681"/>
              <a:gd name="connsiteY146" fmla="*/ 1319217 h 1357700"/>
              <a:gd name="connsiteX147" fmla="*/ 54250 w 10678681"/>
              <a:gd name="connsiteY147" fmla="*/ 1315838 h 1357700"/>
              <a:gd name="connsiteX148" fmla="*/ 28042 w 10678681"/>
              <a:gd name="connsiteY148" fmla="*/ 1297822 h 1357700"/>
              <a:gd name="connsiteX149" fmla="*/ 0 w 10678681"/>
              <a:gd name="connsiteY149" fmla="*/ 1294612 h 1357700"/>
              <a:gd name="connsiteX150" fmla="*/ 0 w 10678681"/>
              <a:gd name="connsiteY150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537768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905913 w 10678681"/>
              <a:gd name="connsiteY86" fmla="*/ 1224477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278026 w 10678681"/>
              <a:gd name="connsiteY103" fmla="*/ 1259803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120739 w 10678681"/>
              <a:gd name="connsiteY106" fmla="*/ 1288549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81483 w 10678681"/>
              <a:gd name="connsiteY105" fmla="*/ 1287686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550218 w 10678681"/>
              <a:gd name="connsiteY66" fmla="*/ 1026825 h 1357700"/>
              <a:gd name="connsiteX67" fmla="*/ 6437450 w 10678681"/>
              <a:gd name="connsiteY67" fmla="*/ 1101075 h 1357700"/>
              <a:gd name="connsiteX68" fmla="*/ 6327795 w 10678681"/>
              <a:gd name="connsiteY68" fmla="*/ 1088142 h 1357700"/>
              <a:gd name="connsiteX69" fmla="*/ 6136549 w 10678681"/>
              <a:gd name="connsiteY69" fmla="*/ 1100268 h 1357700"/>
              <a:gd name="connsiteX70" fmla="*/ 6004655 w 10678681"/>
              <a:gd name="connsiteY70" fmla="*/ 1114946 h 1357700"/>
              <a:gd name="connsiteX71" fmla="*/ 5936643 w 10678681"/>
              <a:gd name="connsiteY71" fmla="*/ 1095428 h 1357700"/>
              <a:gd name="connsiteX72" fmla="*/ 5912484 w 10678681"/>
              <a:gd name="connsiteY72" fmla="*/ 1112624 h 1357700"/>
              <a:gd name="connsiteX73" fmla="*/ 5908387 w 10678681"/>
              <a:gd name="connsiteY73" fmla="*/ 1116018 h 1357700"/>
              <a:gd name="connsiteX74" fmla="*/ 5890495 w 10678681"/>
              <a:gd name="connsiteY74" fmla="*/ 1120268 h 1357700"/>
              <a:gd name="connsiteX75" fmla="*/ 5887318 w 10678681"/>
              <a:gd name="connsiteY75" fmla="*/ 1133134 h 1357700"/>
              <a:gd name="connsiteX76" fmla="*/ 5861726 w 10678681"/>
              <a:gd name="connsiteY76" fmla="*/ 1147891 h 1357700"/>
              <a:gd name="connsiteX77" fmla="*/ 5805823 w 10678681"/>
              <a:gd name="connsiteY77" fmla="*/ 1152457 h 1357700"/>
              <a:gd name="connsiteX78" fmla="*/ 5689841 w 10678681"/>
              <a:gd name="connsiteY78" fmla="*/ 1176232 h 1357700"/>
              <a:gd name="connsiteX79" fmla="*/ 5605119 w 10678681"/>
              <a:gd name="connsiteY79" fmla="*/ 1190202 h 1357700"/>
              <a:gd name="connsiteX80" fmla="*/ 5488513 w 10678681"/>
              <a:gd name="connsiteY80" fmla="*/ 1205367 h 1357700"/>
              <a:gd name="connsiteX81" fmla="*/ 5402905 w 10678681"/>
              <a:gd name="connsiteY81" fmla="*/ 1241191 h 1357700"/>
              <a:gd name="connsiteX82" fmla="*/ 5285593 w 10678681"/>
              <a:gd name="connsiteY82" fmla="*/ 1273569 h 1357700"/>
              <a:gd name="connsiteX83" fmla="*/ 5192893 w 10678681"/>
              <a:gd name="connsiteY83" fmla="*/ 1247188 h 1357700"/>
              <a:gd name="connsiteX84" fmla="*/ 5186475 w 10678681"/>
              <a:gd name="connsiteY84" fmla="*/ 1257028 h 1357700"/>
              <a:gd name="connsiteX85" fmla="*/ 5126038 w 10678681"/>
              <a:gd name="connsiteY85" fmla="*/ 1263189 h 1357700"/>
              <a:gd name="connsiteX86" fmla="*/ 4894688 w 10678681"/>
              <a:gd name="connsiteY86" fmla="*/ 1247184 h 1357700"/>
              <a:gd name="connsiteX87" fmla="*/ 4788036 w 10678681"/>
              <a:gd name="connsiteY87" fmla="*/ 1238182 h 1357700"/>
              <a:gd name="connsiteX88" fmla="*/ 4747555 w 10678681"/>
              <a:gd name="connsiteY88" fmla="*/ 1252768 h 1357700"/>
              <a:gd name="connsiteX89" fmla="*/ 4679644 w 10678681"/>
              <a:gd name="connsiteY89" fmla="*/ 1276603 h 1357700"/>
              <a:gd name="connsiteX90" fmla="*/ 4632222 w 10678681"/>
              <a:gd name="connsiteY90" fmla="*/ 1318360 h 1357700"/>
              <a:gd name="connsiteX91" fmla="*/ 4617358 w 10678681"/>
              <a:gd name="connsiteY91" fmla="*/ 1327690 h 1357700"/>
              <a:gd name="connsiteX92" fmla="*/ 4589102 w 10678681"/>
              <a:gd name="connsiteY92" fmla="*/ 1321223 h 1357700"/>
              <a:gd name="connsiteX93" fmla="*/ 4578184 w 10678681"/>
              <a:gd name="connsiteY93" fmla="*/ 1326745 h 1357700"/>
              <a:gd name="connsiteX94" fmla="*/ 4574270 w 10678681"/>
              <a:gd name="connsiteY94" fmla="*/ 1325878 h 1357700"/>
              <a:gd name="connsiteX95" fmla="*/ 4564919 w 10678681"/>
              <a:gd name="connsiteY95" fmla="*/ 1325507 h 1357700"/>
              <a:gd name="connsiteX96" fmla="*/ 4566586 w 10678681"/>
              <a:gd name="connsiteY96" fmla="*/ 1316963 h 1357700"/>
              <a:gd name="connsiteX97" fmla="*/ 4556303 w 10678681"/>
              <a:gd name="connsiteY97" fmla="*/ 1300262 h 1357700"/>
              <a:gd name="connsiteX98" fmla="*/ 4502358 w 10678681"/>
              <a:gd name="connsiteY98" fmla="*/ 1302558 h 1357700"/>
              <a:gd name="connsiteX99" fmla="*/ 4498919 w 10678681"/>
              <a:gd name="connsiteY99" fmla="*/ 1312115 h 1357700"/>
              <a:gd name="connsiteX100" fmla="*/ 4492075 w 10678681"/>
              <a:gd name="connsiteY100" fmla="*/ 1313357 h 1357700"/>
              <a:gd name="connsiteX101" fmla="*/ 4487466 w 10678681"/>
              <a:gd name="connsiteY101" fmla="*/ 1304102 h 1357700"/>
              <a:gd name="connsiteX102" fmla="*/ 4398292 w 10678681"/>
              <a:gd name="connsiteY102" fmla="*/ 1278410 h 1357700"/>
              <a:gd name="connsiteX103" fmla="*/ 4306088 w 10678681"/>
              <a:gd name="connsiteY103" fmla="*/ 1282512 h 1357700"/>
              <a:gd name="connsiteX104" fmla="*/ 4188995 w 10678681"/>
              <a:gd name="connsiteY104" fmla="*/ 1296718 h 1357700"/>
              <a:gd name="connsiteX105" fmla="*/ 4136582 w 10678681"/>
              <a:gd name="connsiteY105" fmla="*/ 1287687 h 1357700"/>
              <a:gd name="connsiteX106" fmla="*/ 4064614 w 10678681"/>
              <a:gd name="connsiteY106" fmla="*/ 1296118 h 1357700"/>
              <a:gd name="connsiteX107" fmla="*/ 3906561 w 10678681"/>
              <a:gd name="connsiteY107" fmla="*/ 1352435 h 1357700"/>
              <a:gd name="connsiteX108" fmla="*/ 3787890 w 10678681"/>
              <a:gd name="connsiteY108" fmla="*/ 1352442 h 1357700"/>
              <a:gd name="connsiteX109" fmla="*/ 3745993 w 10678681"/>
              <a:gd name="connsiteY109" fmla="*/ 1342630 h 1357700"/>
              <a:gd name="connsiteX110" fmla="*/ 3675785 w 10678681"/>
              <a:gd name="connsiteY110" fmla="*/ 1326802 h 1357700"/>
              <a:gd name="connsiteX111" fmla="*/ 3623856 w 10678681"/>
              <a:gd name="connsiteY111" fmla="*/ 1290804 h 1357700"/>
              <a:gd name="connsiteX112" fmla="*/ 3564933 w 10678681"/>
              <a:gd name="connsiteY112" fmla="*/ 1287147 h 1357700"/>
              <a:gd name="connsiteX113" fmla="*/ 3550537 w 10678681"/>
              <a:gd name="connsiteY113" fmla="*/ 1317552 h 1357700"/>
              <a:gd name="connsiteX114" fmla="*/ 3487736 w 10678681"/>
              <a:gd name="connsiteY114" fmla="*/ 1303493 h 1357700"/>
              <a:gd name="connsiteX115" fmla="*/ 3392548 w 10678681"/>
              <a:gd name="connsiteY115" fmla="*/ 1278741 h 1357700"/>
              <a:gd name="connsiteX116" fmla="*/ 3337466 w 10678681"/>
              <a:gd name="connsiteY116" fmla="*/ 1272537 h 1357700"/>
              <a:gd name="connsiteX117" fmla="*/ 3187206 w 10678681"/>
              <a:gd name="connsiteY117" fmla="*/ 1246821 h 1357700"/>
              <a:gd name="connsiteX118" fmla="*/ 3036856 w 10678681"/>
              <a:gd name="connsiteY118" fmla="*/ 1214383 h 1357700"/>
              <a:gd name="connsiteX119" fmla="*/ 2948654 w 10678681"/>
              <a:gd name="connsiteY119" fmla="*/ 1157455 h 1357700"/>
              <a:gd name="connsiteX120" fmla="*/ 2824973 w 10678681"/>
              <a:gd name="connsiteY120" fmla="*/ 1134864 h 1357700"/>
              <a:gd name="connsiteX121" fmla="*/ 2804398 w 10678681"/>
              <a:gd name="connsiteY121" fmla="*/ 1125556 h 1357700"/>
              <a:gd name="connsiteX122" fmla="*/ 2775396 w 10678681"/>
              <a:gd name="connsiteY122" fmla="*/ 1130148 h 1357700"/>
              <a:gd name="connsiteX123" fmla="*/ 2659096 w 10678681"/>
              <a:gd name="connsiteY123" fmla="*/ 1150294 h 1357700"/>
              <a:gd name="connsiteX124" fmla="*/ 2567088 w 10678681"/>
              <a:gd name="connsiteY124" fmla="*/ 1181781 h 1357700"/>
              <a:gd name="connsiteX125" fmla="*/ 2454501 w 10678681"/>
              <a:gd name="connsiteY125" fmla="*/ 1155455 h 1357700"/>
              <a:gd name="connsiteX126" fmla="*/ 2385161 w 10678681"/>
              <a:gd name="connsiteY126" fmla="*/ 1161312 h 1357700"/>
              <a:gd name="connsiteX127" fmla="*/ 2270528 w 10678681"/>
              <a:gd name="connsiteY127" fmla="*/ 1204338 h 1357700"/>
              <a:gd name="connsiteX128" fmla="*/ 2121820 w 10678681"/>
              <a:gd name="connsiteY128" fmla="*/ 1187078 h 1357700"/>
              <a:gd name="connsiteX129" fmla="*/ 2092716 w 10678681"/>
              <a:gd name="connsiteY129" fmla="*/ 1139224 h 1357700"/>
              <a:gd name="connsiteX130" fmla="*/ 2052449 w 10678681"/>
              <a:gd name="connsiteY130" fmla="*/ 1109687 h 1357700"/>
              <a:gd name="connsiteX131" fmla="*/ 2032607 w 10678681"/>
              <a:gd name="connsiteY131" fmla="*/ 1175477 h 1357700"/>
              <a:gd name="connsiteX132" fmla="*/ 1901837 w 10678681"/>
              <a:gd name="connsiteY132" fmla="*/ 1221762 h 1357700"/>
              <a:gd name="connsiteX133" fmla="*/ 1836762 w 10678681"/>
              <a:gd name="connsiteY133" fmla="*/ 1237387 h 1357700"/>
              <a:gd name="connsiteX134" fmla="*/ 1735877 w 10678681"/>
              <a:gd name="connsiteY134" fmla="*/ 1246527 h 1357700"/>
              <a:gd name="connsiteX135" fmla="*/ 1705069 w 10678681"/>
              <a:gd name="connsiteY135" fmla="*/ 1251989 h 1357700"/>
              <a:gd name="connsiteX136" fmla="*/ 1397689 w 10678681"/>
              <a:gd name="connsiteY136" fmla="*/ 1336144 h 1357700"/>
              <a:gd name="connsiteX137" fmla="*/ 1220734 w 10678681"/>
              <a:gd name="connsiteY137" fmla="*/ 1257811 h 1357700"/>
              <a:gd name="connsiteX138" fmla="*/ 1021737 w 10678681"/>
              <a:gd name="connsiteY138" fmla="*/ 1238739 h 1357700"/>
              <a:gd name="connsiteX139" fmla="*/ 959820 w 10678681"/>
              <a:gd name="connsiteY139" fmla="*/ 1275863 h 1357700"/>
              <a:gd name="connsiteX140" fmla="*/ 929137 w 10678681"/>
              <a:gd name="connsiteY140" fmla="*/ 1273957 h 1357700"/>
              <a:gd name="connsiteX141" fmla="*/ 878849 w 10678681"/>
              <a:gd name="connsiteY141" fmla="*/ 1266740 h 1357700"/>
              <a:gd name="connsiteX142" fmla="*/ 800667 w 10678681"/>
              <a:gd name="connsiteY142" fmla="*/ 1282041 h 1357700"/>
              <a:gd name="connsiteX143" fmla="*/ 644906 w 10678681"/>
              <a:gd name="connsiteY143" fmla="*/ 1273685 h 1357700"/>
              <a:gd name="connsiteX144" fmla="*/ 379869 w 10678681"/>
              <a:gd name="connsiteY144" fmla="*/ 1339165 h 1357700"/>
              <a:gd name="connsiteX145" fmla="*/ 137696 w 10678681"/>
              <a:gd name="connsiteY145" fmla="*/ 1319217 h 1357700"/>
              <a:gd name="connsiteX146" fmla="*/ 54250 w 10678681"/>
              <a:gd name="connsiteY146" fmla="*/ 1315838 h 1357700"/>
              <a:gd name="connsiteX147" fmla="*/ 28042 w 10678681"/>
              <a:gd name="connsiteY147" fmla="*/ 1297822 h 1357700"/>
              <a:gd name="connsiteX148" fmla="*/ 0 w 10678681"/>
              <a:gd name="connsiteY148" fmla="*/ 1294612 h 1357700"/>
              <a:gd name="connsiteX149" fmla="*/ 0 w 10678681"/>
              <a:gd name="connsiteY149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98313 w 10678681"/>
              <a:gd name="connsiteY65" fmla="*/ 1063249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64639 w 10678681"/>
              <a:gd name="connsiteY65" fmla="*/ 1017831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82280 w 10678681"/>
              <a:gd name="connsiteY38" fmla="*/ 712868 h 1357700"/>
              <a:gd name="connsiteX39" fmla="*/ 7730518 w 10678681"/>
              <a:gd name="connsiteY39" fmla="*/ 739526 h 1357700"/>
              <a:gd name="connsiteX40" fmla="*/ 7652907 w 10678681"/>
              <a:gd name="connsiteY40" fmla="*/ 783273 h 1357700"/>
              <a:gd name="connsiteX41" fmla="*/ 7606008 w 10678681"/>
              <a:gd name="connsiteY41" fmla="*/ 800717 h 1357700"/>
              <a:gd name="connsiteX42" fmla="*/ 7480223 w 10678681"/>
              <a:gd name="connsiteY42" fmla="*/ 856821 h 1357700"/>
              <a:gd name="connsiteX43" fmla="*/ 7356005 w 10678681"/>
              <a:gd name="connsiteY43" fmla="*/ 919462 h 1357700"/>
              <a:gd name="connsiteX44" fmla="*/ 7305396 w 10678681"/>
              <a:gd name="connsiteY44" fmla="*/ 986228 h 1357700"/>
              <a:gd name="connsiteX45" fmla="*/ 7298314 w 10678681"/>
              <a:gd name="connsiteY45" fmla="*/ 989899 h 1357700"/>
              <a:gd name="connsiteX46" fmla="*/ 7277477 w 10678681"/>
              <a:gd name="connsiteY46" fmla="*/ 990571 h 1357700"/>
              <a:gd name="connsiteX47" fmla="*/ 7269396 w 10678681"/>
              <a:gd name="connsiteY47" fmla="*/ 989282 h 1357700"/>
              <a:gd name="connsiteX48" fmla="*/ 7258094 w 10678681"/>
              <a:gd name="connsiteY48" fmla="*/ 990679 h 1357700"/>
              <a:gd name="connsiteX49" fmla="*/ 7257893 w 10678681"/>
              <a:gd name="connsiteY49" fmla="*/ 991204 h 1357700"/>
              <a:gd name="connsiteX50" fmla="*/ 7247153 w 10678681"/>
              <a:gd name="connsiteY50" fmla="*/ 991550 h 1357700"/>
              <a:gd name="connsiteX51" fmla="*/ 7193612 w 10678681"/>
              <a:gd name="connsiteY51" fmla="*/ 987042 h 1357700"/>
              <a:gd name="connsiteX52" fmla="*/ 7132632 w 10678681"/>
              <a:gd name="connsiteY52" fmla="*/ 1042036 h 1357700"/>
              <a:gd name="connsiteX53" fmla="*/ 7105610 w 10678681"/>
              <a:gd name="connsiteY53" fmla="*/ 1053537 h 1357700"/>
              <a:gd name="connsiteX54" fmla="*/ 7091599 w 10678681"/>
              <a:gd name="connsiteY54" fmla="*/ 1062302 h 1357700"/>
              <a:gd name="connsiteX55" fmla="*/ 7090998 w 10678681"/>
              <a:gd name="connsiteY55" fmla="*/ 1064540 h 1357700"/>
              <a:gd name="connsiteX56" fmla="*/ 7039634 w 10678681"/>
              <a:gd name="connsiteY56" fmla="*/ 1059971 h 1357700"/>
              <a:gd name="connsiteX57" fmla="*/ 7033445 w 10678681"/>
              <a:gd name="connsiteY57" fmla="*/ 1063314 h 1357700"/>
              <a:gd name="connsiteX58" fmla="*/ 6999157 w 10678681"/>
              <a:gd name="connsiteY58" fmla="*/ 1055282 h 1357700"/>
              <a:gd name="connsiteX59" fmla="*/ 6981874 w 10678681"/>
              <a:gd name="connsiteY59" fmla="*/ 1053827 h 1357700"/>
              <a:gd name="connsiteX60" fmla="*/ 6976102 w 10678681"/>
              <a:gd name="connsiteY60" fmla="*/ 1047854 h 1357700"/>
              <a:gd name="connsiteX61" fmla="*/ 6951040 w 10678681"/>
              <a:gd name="connsiteY61" fmla="*/ 1048531 h 1357700"/>
              <a:gd name="connsiteX62" fmla="*/ 6948497 w 10678681"/>
              <a:gd name="connsiteY62" fmla="*/ 1050706 h 1357700"/>
              <a:gd name="connsiteX63" fmla="*/ 6926582 w 10678681"/>
              <a:gd name="connsiteY63" fmla="*/ 1043462 h 1357700"/>
              <a:gd name="connsiteX64" fmla="*/ 6833743 w 10678681"/>
              <a:gd name="connsiteY64" fmla="*/ 1027960 h 1357700"/>
              <a:gd name="connsiteX65" fmla="*/ 6687090 w 10678681"/>
              <a:gd name="connsiteY65" fmla="*/ 1063250 h 1357700"/>
              <a:gd name="connsiteX66" fmla="*/ 6437450 w 10678681"/>
              <a:gd name="connsiteY66" fmla="*/ 1101075 h 1357700"/>
              <a:gd name="connsiteX67" fmla="*/ 6327795 w 10678681"/>
              <a:gd name="connsiteY67" fmla="*/ 1088142 h 1357700"/>
              <a:gd name="connsiteX68" fmla="*/ 6136549 w 10678681"/>
              <a:gd name="connsiteY68" fmla="*/ 1100268 h 1357700"/>
              <a:gd name="connsiteX69" fmla="*/ 6004655 w 10678681"/>
              <a:gd name="connsiteY69" fmla="*/ 1114946 h 1357700"/>
              <a:gd name="connsiteX70" fmla="*/ 5936643 w 10678681"/>
              <a:gd name="connsiteY70" fmla="*/ 1095428 h 1357700"/>
              <a:gd name="connsiteX71" fmla="*/ 5912484 w 10678681"/>
              <a:gd name="connsiteY71" fmla="*/ 1112624 h 1357700"/>
              <a:gd name="connsiteX72" fmla="*/ 5908387 w 10678681"/>
              <a:gd name="connsiteY72" fmla="*/ 1116018 h 1357700"/>
              <a:gd name="connsiteX73" fmla="*/ 5890495 w 10678681"/>
              <a:gd name="connsiteY73" fmla="*/ 1120268 h 1357700"/>
              <a:gd name="connsiteX74" fmla="*/ 5887318 w 10678681"/>
              <a:gd name="connsiteY74" fmla="*/ 1133134 h 1357700"/>
              <a:gd name="connsiteX75" fmla="*/ 5861726 w 10678681"/>
              <a:gd name="connsiteY75" fmla="*/ 1147891 h 1357700"/>
              <a:gd name="connsiteX76" fmla="*/ 5805823 w 10678681"/>
              <a:gd name="connsiteY76" fmla="*/ 1152457 h 1357700"/>
              <a:gd name="connsiteX77" fmla="*/ 5689841 w 10678681"/>
              <a:gd name="connsiteY77" fmla="*/ 1176232 h 1357700"/>
              <a:gd name="connsiteX78" fmla="*/ 5605119 w 10678681"/>
              <a:gd name="connsiteY78" fmla="*/ 1190202 h 1357700"/>
              <a:gd name="connsiteX79" fmla="*/ 5488513 w 10678681"/>
              <a:gd name="connsiteY79" fmla="*/ 1205367 h 1357700"/>
              <a:gd name="connsiteX80" fmla="*/ 5402905 w 10678681"/>
              <a:gd name="connsiteY80" fmla="*/ 1241191 h 1357700"/>
              <a:gd name="connsiteX81" fmla="*/ 5285593 w 10678681"/>
              <a:gd name="connsiteY81" fmla="*/ 1273569 h 1357700"/>
              <a:gd name="connsiteX82" fmla="*/ 5192893 w 10678681"/>
              <a:gd name="connsiteY82" fmla="*/ 1247188 h 1357700"/>
              <a:gd name="connsiteX83" fmla="*/ 5186475 w 10678681"/>
              <a:gd name="connsiteY83" fmla="*/ 1257028 h 1357700"/>
              <a:gd name="connsiteX84" fmla="*/ 5126038 w 10678681"/>
              <a:gd name="connsiteY84" fmla="*/ 1263189 h 1357700"/>
              <a:gd name="connsiteX85" fmla="*/ 4894688 w 10678681"/>
              <a:gd name="connsiteY85" fmla="*/ 1247184 h 1357700"/>
              <a:gd name="connsiteX86" fmla="*/ 4788036 w 10678681"/>
              <a:gd name="connsiteY86" fmla="*/ 1238182 h 1357700"/>
              <a:gd name="connsiteX87" fmla="*/ 4747555 w 10678681"/>
              <a:gd name="connsiteY87" fmla="*/ 1252768 h 1357700"/>
              <a:gd name="connsiteX88" fmla="*/ 4679644 w 10678681"/>
              <a:gd name="connsiteY88" fmla="*/ 1276603 h 1357700"/>
              <a:gd name="connsiteX89" fmla="*/ 4632222 w 10678681"/>
              <a:gd name="connsiteY89" fmla="*/ 1318360 h 1357700"/>
              <a:gd name="connsiteX90" fmla="*/ 4617358 w 10678681"/>
              <a:gd name="connsiteY90" fmla="*/ 1327690 h 1357700"/>
              <a:gd name="connsiteX91" fmla="*/ 4589102 w 10678681"/>
              <a:gd name="connsiteY91" fmla="*/ 1321223 h 1357700"/>
              <a:gd name="connsiteX92" fmla="*/ 4578184 w 10678681"/>
              <a:gd name="connsiteY92" fmla="*/ 1326745 h 1357700"/>
              <a:gd name="connsiteX93" fmla="*/ 4574270 w 10678681"/>
              <a:gd name="connsiteY93" fmla="*/ 1325878 h 1357700"/>
              <a:gd name="connsiteX94" fmla="*/ 4564919 w 10678681"/>
              <a:gd name="connsiteY94" fmla="*/ 1325507 h 1357700"/>
              <a:gd name="connsiteX95" fmla="*/ 4566586 w 10678681"/>
              <a:gd name="connsiteY95" fmla="*/ 1316963 h 1357700"/>
              <a:gd name="connsiteX96" fmla="*/ 4556303 w 10678681"/>
              <a:gd name="connsiteY96" fmla="*/ 1300262 h 1357700"/>
              <a:gd name="connsiteX97" fmla="*/ 4502358 w 10678681"/>
              <a:gd name="connsiteY97" fmla="*/ 1302558 h 1357700"/>
              <a:gd name="connsiteX98" fmla="*/ 4498919 w 10678681"/>
              <a:gd name="connsiteY98" fmla="*/ 1312115 h 1357700"/>
              <a:gd name="connsiteX99" fmla="*/ 4492075 w 10678681"/>
              <a:gd name="connsiteY99" fmla="*/ 1313357 h 1357700"/>
              <a:gd name="connsiteX100" fmla="*/ 4487466 w 10678681"/>
              <a:gd name="connsiteY100" fmla="*/ 1304102 h 1357700"/>
              <a:gd name="connsiteX101" fmla="*/ 4398292 w 10678681"/>
              <a:gd name="connsiteY101" fmla="*/ 1278410 h 1357700"/>
              <a:gd name="connsiteX102" fmla="*/ 4306088 w 10678681"/>
              <a:gd name="connsiteY102" fmla="*/ 1282512 h 1357700"/>
              <a:gd name="connsiteX103" fmla="*/ 4188995 w 10678681"/>
              <a:gd name="connsiteY103" fmla="*/ 1296718 h 1357700"/>
              <a:gd name="connsiteX104" fmla="*/ 4136582 w 10678681"/>
              <a:gd name="connsiteY104" fmla="*/ 1287687 h 1357700"/>
              <a:gd name="connsiteX105" fmla="*/ 4064614 w 10678681"/>
              <a:gd name="connsiteY105" fmla="*/ 1296118 h 1357700"/>
              <a:gd name="connsiteX106" fmla="*/ 3906561 w 10678681"/>
              <a:gd name="connsiteY106" fmla="*/ 1352435 h 1357700"/>
              <a:gd name="connsiteX107" fmla="*/ 3787890 w 10678681"/>
              <a:gd name="connsiteY107" fmla="*/ 1352442 h 1357700"/>
              <a:gd name="connsiteX108" fmla="*/ 3745993 w 10678681"/>
              <a:gd name="connsiteY108" fmla="*/ 1342630 h 1357700"/>
              <a:gd name="connsiteX109" fmla="*/ 3675785 w 10678681"/>
              <a:gd name="connsiteY109" fmla="*/ 1326802 h 1357700"/>
              <a:gd name="connsiteX110" fmla="*/ 3623856 w 10678681"/>
              <a:gd name="connsiteY110" fmla="*/ 1290804 h 1357700"/>
              <a:gd name="connsiteX111" fmla="*/ 3564933 w 10678681"/>
              <a:gd name="connsiteY111" fmla="*/ 1287147 h 1357700"/>
              <a:gd name="connsiteX112" fmla="*/ 3550537 w 10678681"/>
              <a:gd name="connsiteY112" fmla="*/ 1317552 h 1357700"/>
              <a:gd name="connsiteX113" fmla="*/ 3487736 w 10678681"/>
              <a:gd name="connsiteY113" fmla="*/ 1303493 h 1357700"/>
              <a:gd name="connsiteX114" fmla="*/ 3392548 w 10678681"/>
              <a:gd name="connsiteY114" fmla="*/ 1278741 h 1357700"/>
              <a:gd name="connsiteX115" fmla="*/ 3337466 w 10678681"/>
              <a:gd name="connsiteY115" fmla="*/ 1272537 h 1357700"/>
              <a:gd name="connsiteX116" fmla="*/ 3187206 w 10678681"/>
              <a:gd name="connsiteY116" fmla="*/ 1246821 h 1357700"/>
              <a:gd name="connsiteX117" fmla="*/ 3036856 w 10678681"/>
              <a:gd name="connsiteY117" fmla="*/ 1214383 h 1357700"/>
              <a:gd name="connsiteX118" fmla="*/ 2948654 w 10678681"/>
              <a:gd name="connsiteY118" fmla="*/ 1157455 h 1357700"/>
              <a:gd name="connsiteX119" fmla="*/ 2824973 w 10678681"/>
              <a:gd name="connsiteY119" fmla="*/ 1134864 h 1357700"/>
              <a:gd name="connsiteX120" fmla="*/ 2804398 w 10678681"/>
              <a:gd name="connsiteY120" fmla="*/ 1125556 h 1357700"/>
              <a:gd name="connsiteX121" fmla="*/ 2775396 w 10678681"/>
              <a:gd name="connsiteY121" fmla="*/ 1130148 h 1357700"/>
              <a:gd name="connsiteX122" fmla="*/ 2659096 w 10678681"/>
              <a:gd name="connsiteY122" fmla="*/ 1150294 h 1357700"/>
              <a:gd name="connsiteX123" fmla="*/ 2567088 w 10678681"/>
              <a:gd name="connsiteY123" fmla="*/ 1181781 h 1357700"/>
              <a:gd name="connsiteX124" fmla="*/ 2454501 w 10678681"/>
              <a:gd name="connsiteY124" fmla="*/ 1155455 h 1357700"/>
              <a:gd name="connsiteX125" fmla="*/ 2385161 w 10678681"/>
              <a:gd name="connsiteY125" fmla="*/ 1161312 h 1357700"/>
              <a:gd name="connsiteX126" fmla="*/ 2270528 w 10678681"/>
              <a:gd name="connsiteY126" fmla="*/ 1204338 h 1357700"/>
              <a:gd name="connsiteX127" fmla="*/ 2121820 w 10678681"/>
              <a:gd name="connsiteY127" fmla="*/ 1187078 h 1357700"/>
              <a:gd name="connsiteX128" fmla="*/ 2092716 w 10678681"/>
              <a:gd name="connsiteY128" fmla="*/ 1139224 h 1357700"/>
              <a:gd name="connsiteX129" fmla="*/ 2052449 w 10678681"/>
              <a:gd name="connsiteY129" fmla="*/ 1109687 h 1357700"/>
              <a:gd name="connsiteX130" fmla="*/ 2032607 w 10678681"/>
              <a:gd name="connsiteY130" fmla="*/ 1175477 h 1357700"/>
              <a:gd name="connsiteX131" fmla="*/ 1901837 w 10678681"/>
              <a:gd name="connsiteY131" fmla="*/ 1221762 h 1357700"/>
              <a:gd name="connsiteX132" fmla="*/ 1836762 w 10678681"/>
              <a:gd name="connsiteY132" fmla="*/ 1237387 h 1357700"/>
              <a:gd name="connsiteX133" fmla="*/ 1735877 w 10678681"/>
              <a:gd name="connsiteY133" fmla="*/ 1246527 h 1357700"/>
              <a:gd name="connsiteX134" fmla="*/ 1705069 w 10678681"/>
              <a:gd name="connsiteY134" fmla="*/ 1251989 h 1357700"/>
              <a:gd name="connsiteX135" fmla="*/ 1397689 w 10678681"/>
              <a:gd name="connsiteY135" fmla="*/ 1336144 h 1357700"/>
              <a:gd name="connsiteX136" fmla="*/ 1220734 w 10678681"/>
              <a:gd name="connsiteY136" fmla="*/ 1257811 h 1357700"/>
              <a:gd name="connsiteX137" fmla="*/ 1021737 w 10678681"/>
              <a:gd name="connsiteY137" fmla="*/ 1238739 h 1357700"/>
              <a:gd name="connsiteX138" fmla="*/ 959820 w 10678681"/>
              <a:gd name="connsiteY138" fmla="*/ 1275863 h 1357700"/>
              <a:gd name="connsiteX139" fmla="*/ 929137 w 10678681"/>
              <a:gd name="connsiteY139" fmla="*/ 1273957 h 1357700"/>
              <a:gd name="connsiteX140" fmla="*/ 878849 w 10678681"/>
              <a:gd name="connsiteY140" fmla="*/ 1266740 h 1357700"/>
              <a:gd name="connsiteX141" fmla="*/ 800667 w 10678681"/>
              <a:gd name="connsiteY141" fmla="*/ 1282041 h 1357700"/>
              <a:gd name="connsiteX142" fmla="*/ 644906 w 10678681"/>
              <a:gd name="connsiteY142" fmla="*/ 1273685 h 1357700"/>
              <a:gd name="connsiteX143" fmla="*/ 379869 w 10678681"/>
              <a:gd name="connsiteY143" fmla="*/ 1339165 h 1357700"/>
              <a:gd name="connsiteX144" fmla="*/ 137696 w 10678681"/>
              <a:gd name="connsiteY144" fmla="*/ 1319217 h 1357700"/>
              <a:gd name="connsiteX145" fmla="*/ 54250 w 10678681"/>
              <a:gd name="connsiteY145" fmla="*/ 1315838 h 1357700"/>
              <a:gd name="connsiteX146" fmla="*/ 28042 w 10678681"/>
              <a:gd name="connsiteY146" fmla="*/ 1297822 h 1357700"/>
              <a:gd name="connsiteX147" fmla="*/ 0 w 10678681"/>
              <a:gd name="connsiteY147" fmla="*/ 1294612 h 1357700"/>
              <a:gd name="connsiteX148" fmla="*/ 0 w 10678681"/>
              <a:gd name="connsiteY148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98314 w 10678681"/>
              <a:gd name="connsiteY44" fmla="*/ 989899 h 1357700"/>
              <a:gd name="connsiteX45" fmla="*/ 7277477 w 10678681"/>
              <a:gd name="connsiteY45" fmla="*/ 990571 h 1357700"/>
              <a:gd name="connsiteX46" fmla="*/ 7269396 w 10678681"/>
              <a:gd name="connsiteY46" fmla="*/ 989282 h 1357700"/>
              <a:gd name="connsiteX47" fmla="*/ 7258094 w 10678681"/>
              <a:gd name="connsiteY47" fmla="*/ 990679 h 1357700"/>
              <a:gd name="connsiteX48" fmla="*/ 7257893 w 10678681"/>
              <a:gd name="connsiteY48" fmla="*/ 991204 h 1357700"/>
              <a:gd name="connsiteX49" fmla="*/ 7247153 w 10678681"/>
              <a:gd name="connsiteY49" fmla="*/ 991550 h 1357700"/>
              <a:gd name="connsiteX50" fmla="*/ 7193612 w 10678681"/>
              <a:gd name="connsiteY50" fmla="*/ 987042 h 1357700"/>
              <a:gd name="connsiteX51" fmla="*/ 7132632 w 10678681"/>
              <a:gd name="connsiteY51" fmla="*/ 1042036 h 1357700"/>
              <a:gd name="connsiteX52" fmla="*/ 7105610 w 10678681"/>
              <a:gd name="connsiteY52" fmla="*/ 1053537 h 1357700"/>
              <a:gd name="connsiteX53" fmla="*/ 7091599 w 10678681"/>
              <a:gd name="connsiteY53" fmla="*/ 1062302 h 1357700"/>
              <a:gd name="connsiteX54" fmla="*/ 7090998 w 10678681"/>
              <a:gd name="connsiteY54" fmla="*/ 1064540 h 1357700"/>
              <a:gd name="connsiteX55" fmla="*/ 7039634 w 10678681"/>
              <a:gd name="connsiteY55" fmla="*/ 1059971 h 1357700"/>
              <a:gd name="connsiteX56" fmla="*/ 7033445 w 10678681"/>
              <a:gd name="connsiteY56" fmla="*/ 1063314 h 1357700"/>
              <a:gd name="connsiteX57" fmla="*/ 6999157 w 10678681"/>
              <a:gd name="connsiteY57" fmla="*/ 1055282 h 1357700"/>
              <a:gd name="connsiteX58" fmla="*/ 6981874 w 10678681"/>
              <a:gd name="connsiteY58" fmla="*/ 1053827 h 1357700"/>
              <a:gd name="connsiteX59" fmla="*/ 6976102 w 10678681"/>
              <a:gd name="connsiteY59" fmla="*/ 1047854 h 1357700"/>
              <a:gd name="connsiteX60" fmla="*/ 6951040 w 10678681"/>
              <a:gd name="connsiteY60" fmla="*/ 1048531 h 1357700"/>
              <a:gd name="connsiteX61" fmla="*/ 6948497 w 10678681"/>
              <a:gd name="connsiteY61" fmla="*/ 1050706 h 1357700"/>
              <a:gd name="connsiteX62" fmla="*/ 6926582 w 10678681"/>
              <a:gd name="connsiteY62" fmla="*/ 1043462 h 1357700"/>
              <a:gd name="connsiteX63" fmla="*/ 6833743 w 10678681"/>
              <a:gd name="connsiteY63" fmla="*/ 1027960 h 1357700"/>
              <a:gd name="connsiteX64" fmla="*/ 6687090 w 10678681"/>
              <a:gd name="connsiteY64" fmla="*/ 1063250 h 1357700"/>
              <a:gd name="connsiteX65" fmla="*/ 6437450 w 10678681"/>
              <a:gd name="connsiteY65" fmla="*/ 1101075 h 1357700"/>
              <a:gd name="connsiteX66" fmla="*/ 6327795 w 10678681"/>
              <a:gd name="connsiteY66" fmla="*/ 1088142 h 1357700"/>
              <a:gd name="connsiteX67" fmla="*/ 6136549 w 10678681"/>
              <a:gd name="connsiteY67" fmla="*/ 1100268 h 1357700"/>
              <a:gd name="connsiteX68" fmla="*/ 6004655 w 10678681"/>
              <a:gd name="connsiteY68" fmla="*/ 1114946 h 1357700"/>
              <a:gd name="connsiteX69" fmla="*/ 5936643 w 10678681"/>
              <a:gd name="connsiteY69" fmla="*/ 1095428 h 1357700"/>
              <a:gd name="connsiteX70" fmla="*/ 5912484 w 10678681"/>
              <a:gd name="connsiteY70" fmla="*/ 1112624 h 1357700"/>
              <a:gd name="connsiteX71" fmla="*/ 5908387 w 10678681"/>
              <a:gd name="connsiteY71" fmla="*/ 1116018 h 1357700"/>
              <a:gd name="connsiteX72" fmla="*/ 5890495 w 10678681"/>
              <a:gd name="connsiteY72" fmla="*/ 1120268 h 1357700"/>
              <a:gd name="connsiteX73" fmla="*/ 5887318 w 10678681"/>
              <a:gd name="connsiteY73" fmla="*/ 1133134 h 1357700"/>
              <a:gd name="connsiteX74" fmla="*/ 5861726 w 10678681"/>
              <a:gd name="connsiteY74" fmla="*/ 1147891 h 1357700"/>
              <a:gd name="connsiteX75" fmla="*/ 5805823 w 10678681"/>
              <a:gd name="connsiteY75" fmla="*/ 1152457 h 1357700"/>
              <a:gd name="connsiteX76" fmla="*/ 5689841 w 10678681"/>
              <a:gd name="connsiteY76" fmla="*/ 1176232 h 1357700"/>
              <a:gd name="connsiteX77" fmla="*/ 5605119 w 10678681"/>
              <a:gd name="connsiteY77" fmla="*/ 1190202 h 1357700"/>
              <a:gd name="connsiteX78" fmla="*/ 5488513 w 10678681"/>
              <a:gd name="connsiteY78" fmla="*/ 1205367 h 1357700"/>
              <a:gd name="connsiteX79" fmla="*/ 5402905 w 10678681"/>
              <a:gd name="connsiteY79" fmla="*/ 1241191 h 1357700"/>
              <a:gd name="connsiteX80" fmla="*/ 5285593 w 10678681"/>
              <a:gd name="connsiteY80" fmla="*/ 1273569 h 1357700"/>
              <a:gd name="connsiteX81" fmla="*/ 5192893 w 10678681"/>
              <a:gd name="connsiteY81" fmla="*/ 1247188 h 1357700"/>
              <a:gd name="connsiteX82" fmla="*/ 5186475 w 10678681"/>
              <a:gd name="connsiteY82" fmla="*/ 1257028 h 1357700"/>
              <a:gd name="connsiteX83" fmla="*/ 5126038 w 10678681"/>
              <a:gd name="connsiteY83" fmla="*/ 1263189 h 1357700"/>
              <a:gd name="connsiteX84" fmla="*/ 4894688 w 10678681"/>
              <a:gd name="connsiteY84" fmla="*/ 1247184 h 1357700"/>
              <a:gd name="connsiteX85" fmla="*/ 4788036 w 10678681"/>
              <a:gd name="connsiteY85" fmla="*/ 1238182 h 1357700"/>
              <a:gd name="connsiteX86" fmla="*/ 4747555 w 10678681"/>
              <a:gd name="connsiteY86" fmla="*/ 1252768 h 1357700"/>
              <a:gd name="connsiteX87" fmla="*/ 4679644 w 10678681"/>
              <a:gd name="connsiteY87" fmla="*/ 1276603 h 1357700"/>
              <a:gd name="connsiteX88" fmla="*/ 4632222 w 10678681"/>
              <a:gd name="connsiteY88" fmla="*/ 1318360 h 1357700"/>
              <a:gd name="connsiteX89" fmla="*/ 4617358 w 10678681"/>
              <a:gd name="connsiteY89" fmla="*/ 1327690 h 1357700"/>
              <a:gd name="connsiteX90" fmla="*/ 4589102 w 10678681"/>
              <a:gd name="connsiteY90" fmla="*/ 1321223 h 1357700"/>
              <a:gd name="connsiteX91" fmla="*/ 4578184 w 10678681"/>
              <a:gd name="connsiteY91" fmla="*/ 1326745 h 1357700"/>
              <a:gd name="connsiteX92" fmla="*/ 4574270 w 10678681"/>
              <a:gd name="connsiteY92" fmla="*/ 1325878 h 1357700"/>
              <a:gd name="connsiteX93" fmla="*/ 4564919 w 10678681"/>
              <a:gd name="connsiteY93" fmla="*/ 1325507 h 1357700"/>
              <a:gd name="connsiteX94" fmla="*/ 4566586 w 10678681"/>
              <a:gd name="connsiteY94" fmla="*/ 1316963 h 1357700"/>
              <a:gd name="connsiteX95" fmla="*/ 4556303 w 10678681"/>
              <a:gd name="connsiteY95" fmla="*/ 1300262 h 1357700"/>
              <a:gd name="connsiteX96" fmla="*/ 4502358 w 10678681"/>
              <a:gd name="connsiteY96" fmla="*/ 1302558 h 1357700"/>
              <a:gd name="connsiteX97" fmla="*/ 4498919 w 10678681"/>
              <a:gd name="connsiteY97" fmla="*/ 1312115 h 1357700"/>
              <a:gd name="connsiteX98" fmla="*/ 4492075 w 10678681"/>
              <a:gd name="connsiteY98" fmla="*/ 1313357 h 1357700"/>
              <a:gd name="connsiteX99" fmla="*/ 4487466 w 10678681"/>
              <a:gd name="connsiteY99" fmla="*/ 1304102 h 1357700"/>
              <a:gd name="connsiteX100" fmla="*/ 4398292 w 10678681"/>
              <a:gd name="connsiteY100" fmla="*/ 1278410 h 1357700"/>
              <a:gd name="connsiteX101" fmla="*/ 4306088 w 10678681"/>
              <a:gd name="connsiteY101" fmla="*/ 1282512 h 1357700"/>
              <a:gd name="connsiteX102" fmla="*/ 4188995 w 10678681"/>
              <a:gd name="connsiteY102" fmla="*/ 1296718 h 1357700"/>
              <a:gd name="connsiteX103" fmla="*/ 4136582 w 10678681"/>
              <a:gd name="connsiteY103" fmla="*/ 1287687 h 1357700"/>
              <a:gd name="connsiteX104" fmla="*/ 4064614 w 10678681"/>
              <a:gd name="connsiteY104" fmla="*/ 1296118 h 1357700"/>
              <a:gd name="connsiteX105" fmla="*/ 3906561 w 10678681"/>
              <a:gd name="connsiteY105" fmla="*/ 1352435 h 1357700"/>
              <a:gd name="connsiteX106" fmla="*/ 3787890 w 10678681"/>
              <a:gd name="connsiteY106" fmla="*/ 1352442 h 1357700"/>
              <a:gd name="connsiteX107" fmla="*/ 3745993 w 10678681"/>
              <a:gd name="connsiteY107" fmla="*/ 1342630 h 1357700"/>
              <a:gd name="connsiteX108" fmla="*/ 3675785 w 10678681"/>
              <a:gd name="connsiteY108" fmla="*/ 1326802 h 1357700"/>
              <a:gd name="connsiteX109" fmla="*/ 3623856 w 10678681"/>
              <a:gd name="connsiteY109" fmla="*/ 1290804 h 1357700"/>
              <a:gd name="connsiteX110" fmla="*/ 3564933 w 10678681"/>
              <a:gd name="connsiteY110" fmla="*/ 1287147 h 1357700"/>
              <a:gd name="connsiteX111" fmla="*/ 3550537 w 10678681"/>
              <a:gd name="connsiteY111" fmla="*/ 1317552 h 1357700"/>
              <a:gd name="connsiteX112" fmla="*/ 3487736 w 10678681"/>
              <a:gd name="connsiteY112" fmla="*/ 1303493 h 1357700"/>
              <a:gd name="connsiteX113" fmla="*/ 3392548 w 10678681"/>
              <a:gd name="connsiteY113" fmla="*/ 1278741 h 1357700"/>
              <a:gd name="connsiteX114" fmla="*/ 3337466 w 10678681"/>
              <a:gd name="connsiteY114" fmla="*/ 1272537 h 1357700"/>
              <a:gd name="connsiteX115" fmla="*/ 3187206 w 10678681"/>
              <a:gd name="connsiteY115" fmla="*/ 1246821 h 1357700"/>
              <a:gd name="connsiteX116" fmla="*/ 3036856 w 10678681"/>
              <a:gd name="connsiteY116" fmla="*/ 1214383 h 1357700"/>
              <a:gd name="connsiteX117" fmla="*/ 2948654 w 10678681"/>
              <a:gd name="connsiteY117" fmla="*/ 1157455 h 1357700"/>
              <a:gd name="connsiteX118" fmla="*/ 2824973 w 10678681"/>
              <a:gd name="connsiteY118" fmla="*/ 1134864 h 1357700"/>
              <a:gd name="connsiteX119" fmla="*/ 2804398 w 10678681"/>
              <a:gd name="connsiteY119" fmla="*/ 1125556 h 1357700"/>
              <a:gd name="connsiteX120" fmla="*/ 2775396 w 10678681"/>
              <a:gd name="connsiteY120" fmla="*/ 1130148 h 1357700"/>
              <a:gd name="connsiteX121" fmla="*/ 2659096 w 10678681"/>
              <a:gd name="connsiteY121" fmla="*/ 1150294 h 1357700"/>
              <a:gd name="connsiteX122" fmla="*/ 2567088 w 10678681"/>
              <a:gd name="connsiteY122" fmla="*/ 1181781 h 1357700"/>
              <a:gd name="connsiteX123" fmla="*/ 2454501 w 10678681"/>
              <a:gd name="connsiteY123" fmla="*/ 1155455 h 1357700"/>
              <a:gd name="connsiteX124" fmla="*/ 2385161 w 10678681"/>
              <a:gd name="connsiteY124" fmla="*/ 1161312 h 1357700"/>
              <a:gd name="connsiteX125" fmla="*/ 2270528 w 10678681"/>
              <a:gd name="connsiteY125" fmla="*/ 1204338 h 1357700"/>
              <a:gd name="connsiteX126" fmla="*/ 2121820 w 10678681"/>
              <a:gd name="connsiteY126" fmla="*/ 1187078 h 1357700"/>
              <a:gd name="connsiteX127" fmla="*/ 2092716 w 10678681"/>
              <a:gd name="connsiteY127" fmla="*/ 1139224 h 1357700"/>
              <a:gd name="connsiteX128" fmla="*/ 2052449 w 10678681"/>
              <a:gd name="connsiteY128" fmla="*/ 1109687 h 1357700"/>
              <a:gd name="connsiteX129" fmla="*/ 2032607 w 10678681"/>
              <a:gd name="connsiteY129" fmla="*/ 1175477 h 1357700"/>
              <a:gd name="connsiteX130" fmla="*/ 1901837 w 10678681"/>
              <a:gd name="connsiteY130" fmla="*/ 1221762 h 1357700"/>
              <a:gd name="connsiteX131" fmla="*/ 1836762 w 10678681"/>
              <a:gd name="connsiteY131" fmla="*/ 1237387 h 1357700"/>
              <a:gd name="connsiteX132" fmla="*/ 1735877 w 10678681"/>
              <a:gd name="connsiteY132" fmla="*/ 1246527 h 1357700"/>
              <a:gd name="connsiteX133" fmla="*/ 1705069 w 10678681"/>
              <a:gd name="connsiteY133" fmla="*/ 1251989 h 1357700"/>
              <a:gd name="connsiteX134" fmla="*/ 1397689 w 10678681"/>
              <a:gd name="connsiteY134" fmla="*/ 1336144 h 1357700"/>
              <a:gd name="connsiteX135" fmla="*/ 1220734 w 10678681"/>
              <a:gd name="connsiteY135" fmla="*/ 1257811 h 1357700"/>
              <a:gd name="connsiteX136" fmla="*/ 1021737 w 10678681"/>
              <a:gd name="connsiteY136" fmla="*/ 1238739 h 1357700"/>
              <a:gd name="connsiteX137" fmla="*/ 959820 w 10678681"/>
              <a:gd name="connsiteY137" fmla="*/ 1275863 h 1357700"/>
              <a:gd name="connsiteX138" fmla="*/ 929137 w 10678681"/>
              <a:gd name="connsiteY138" fmla="*/ 1273957 h 1357700"/>
              <a:gd name="connsiteX139" fmla="*/ 878849 w 10678681"/>
              <a:gd name="connsiteY139" fmla="*/ 1266740 h 1357700"/>
              <a:gd name="connsiteX140" fmla="*/ 800667 w 10678681"/>
              <a:gd name="connsiteY140" fmla="*/ 1282041 h 1357700"/>
              <a:gd name="connsiteX141" fmla="*/ 644906 w 10678681"/>
              <a:gd name="connsiteY141" fmla="*/ 1273685 h 1357700"/>
              <a:gd name="connsiteX142" fmla="*/ 379869 w 10678681"/>
              <a:gd name="connsiteY142" fmla="*/ 1339165 h 1357700"/>
              <a:gd name="connsiteX143" fmla="*/ 137696 w 10678681"/>
              <a:gd name="connsiteY143" fmla="*/ 1319217 h 1357700"/>
              <a:gd name="connsiteX144" fmla="*/ 54250 w 10678681"/>
              <a:gd name="connsiteY144" fmla="*/ 1315838 h 1357700"/>
              <a:gd name="connsiteX145" fmla="*/ 28042 w 10678681"/>
              <a:gd name="connsiteY145" fmla="*/ 1297822 h 1357700"/>
              <a:gd name="connsiteX146" fmla="*/ 0 w 10678681"/>
              <a:gd name="connsiteY146" fmla="*/ 1294612 h 1357700"/>
              <a:gd name="connsiteX147" fmla="*/ 0 w 10678681"/>
              <a:gd name="connsiteY147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90998 w 10678681"/>
              <a:gd name="connsiteY53" fmla="*/ 1064540 h 1357700"/>
              <a:gd name="connsiteX54" fmla="*/ 7039634 w 10678681"/>
              <a:gd name="connsiteY54" fmla="*/ 1059971 h 1357700"/>
              <a:gd name="connsiteX55" fmla="*/ 7033445 w 10678681"/>
              <a:gd name="connsiteY55" fmla="*/ 1063314 h 1357700"/>
              <a:gd name="connsiteX56" fmla="*/ 6999157 w 10678681"/>
              <a:gd name="connsiteY56" fmla="*/ 1055282 h 1357700"/>
              <a:gd name="connsiteX57" fmla="*/ 6981874 w 10678681"/>
              <a:gd name="connsiteY57" fmla="*/ 1053827 h 1357700"/>
              <a:gd name="connsiteX58" fmla="*/ 6976102 w 10678681"/>
              <a:gd name="connsiteY58" fmla="*/ 1047854 h 1357700"/>
              <a:gd name="connsiteX59" fmla="*/ 6951040 w 10678681"/>
              <a:gd name="connsiteY59" fmla="*/ 1048531 h 1357700"/>
              <a:gd name="connsiteX60" fmla="*/ 6948497 w 10678681"/>
              <a:gd name="connsiteY60" fmla="*/ 1050706 h 1357700"/>
              <a:gd name="connsiteX61" fmla="*/ 6926582 w 10678681"/>
              <a:gd name="connsiteY61" fmla="*/ 1043462 h 1357700"/>
              <a:gd name="connsiteX62" fmla="*/ 6833743 w 10678681"/>
              <a:gd name="connsiteY62" fmla="*/ 1027960 h 1357700"/>
              <a:gd name="connsiteX63" fmla="*/ 6687090 w 10678681"/>
              <a:gd name="connsiteY63" fmla="*/ 1063250 h 1357700"/>
              <a:gd name="connsiteX64" fmla="*/ 6437450 w 10678681"/>
              <a:gd name="connsiteY64" fmla="*/ 1101075 h 1357700"/>
              <a:gd name="connsiteX65" fmla="*/ 6327795 w 10678681"/>
              <a:gd name="connsiteY65" fmla="*/ 1088142 h 1357700"/>
              <a:gd name="connsiteX66" fmla="*/ 6136549 w 10678681"/>
              <a:gd name="connsiteY66" fmla="*/ 1100268 h 1357700"/>
              <a:gd name="connsiteX67" fmla="*/ 6004655 w 10678681"/>
              <a:gd name="connsiteY67" fmla="*/ 1114946 h 1357700"/>
              <a:gd name="connsiteX68" fmla="*/ 5936643 w 10678681"/>
              <a:gd name="connsiteY68" fmla="*/ 1095428 h 1357700"/>
              <a:gd name="connsiteX69" fmla="*/ 5912484 w 10678681"/>
              <a:gd name="connsiteY69" fmla="*/ 1112624 h 1357700"/>
              <a:gd name="connsiteX70" fmla="*/ 5908387 w 10678681"/>
              <a:gd name="connsiteY70" fmla="*/ 1116018 h 1357700"/>
              <a:gd name="connsiteX71" fmla="*/ 5890495 w 10678681"/>
              <a:gd name="connsiteY71" fmla="*/ 1120268 h 1357700"/>
              <a:gd name="connsiteX72" fmla="*/ 5887318 w 10678681"/>
              <a:gd name="connsiteY72" fmla="*/ 1133134 h 1357700"/>
              <a:gd name="connsiteX73" fmla="*/ 5861726 w 10678681"/>
              <a:gd name="connsiteY73" fmla="*/ 1147891 h 1357700"/>
              <a:gd name="connsiteX74" fmla="*/ 5805823 w 10678681"/>
              <a:gd name="connsiteY74" fmla="*/ 1152457 h 1357700"/>
              <a:gd name="connsiteX75" fmla="*/ 5689841 w 10678681"/>
              <a:gd name="connsiteY75" fmla="*/ 1176232 h 1357700"/>
              <a:gd name="connsiteX76" fmla="*/ 5605119 w 10678681"/>
              <a:gd name="connsiteY76" fmla="*/ 1190202 h 1357700"/>
              <a:gd name="connsiteX77" fmla="*/ 5488513 w 10678681"/>
              <a:gd name="connsiteY77" fmla="*/ 1205367 h 1357700"/>
              <a:gd name="connsiteX78" fmla="*/ 5402905 w 10678681"/>
              <a:gd name="connsiteY78" fmla="*/ 1241191 h 1357700"/>
              <a:gd name="connsiteX79" fmla="*/ 5285593 w 10678681"/>
              <a:gd name="connsiteY79" fmla="*/ 1273569 h 1357700"/>
              <a:gd name="connsiteX80" fmla="*/ 5192893 w 10678681"/>
              <a:gd name="connsiteY80" fmla="*/ 1247188 h 1357700"/>
              <a:gd name="connsiteX81" fmla="*/ 5186475 w 10678681"/>
              <a:gd name="connsiteY81" fmla="*/ 1257028 h 1357700"/>
              <a:gd name="connsiteX82" fmla="*/ 5126038 w 10678681"/>
              <a:gd name="connsiteY82" fmla="*/ 1263189 h 1357700"/>
              <a:gd name="connsiteX83" fmla="*/ 4894688 w 10678681"/>
              <a:gd name="connsiteY83" fmla="*/ 1247184 h 1357700"/>
              <a:gd name="connsiteX84" fmla="*/ 4788036 w 10678681"/>
              <a:gd name="connsiteY84" fmla="*/ 1238182 h 1357700"/>
              <a:gd name="connsiteX85" fmla="*/ 4747555 w 10678681"/>
              <a:gd name="connsiteY85" fmla="*/ 1252768 h 1357700"/>
              <a:gd name="connsiteX86" fmla="*/ 4679644 w 10678681"/>
              <a:gd name="connsiteY86" fmla="*/ 1276603 h 1357700"/>
              <a:gd name="connsiteX87" fmla="*/ 4632222 w 10678681"/>
              <a:gd name="connsiteY87" fmla="*/ 1318360 h 1357700"/>
              <a:gd name="connsiteX88" fmla="*/ 4617358 w 10678681"/>
              <a:gd name="connsiteY88" fmla="*/ 1327690 h 1357700"/>
              <a:gd name="connsiteX89" fmla="*/ 4589102 w 10678681"/>
              <a:gd name="connsiteY89" fmla="*/ 1321223 h 1357700"/>
              <a:gd name="connsiteX90" fmla="*/ 4578184 w 10678681"/>
              <a:gd name="connsiteY90" fmla="*/ 1326745 h 1357700"/>
              <a:gd name="connsiteX91" fmla="*/ 4574270 w 10678681"/>
              <a:gd name="connsiteY91" fmla="*/ 1325878 h 1357700"/>
              <a:gd name="connsiteX92" fmla="*/ 4564919 w 10678681"/>
              <a:gd name="connsiteY92" fmla="*/ 1325507 h 1357700"/>
              <a:gd name="connsiteX93" fmla="*/ 4566586 w 10678681"/>
              <a:gd name="connsiteY93" fmla="*/ 1316963 h 1357700"/>
              <a:gd name="connsiteX94" fmla="*/ 4556303 w 10678681"/>
              <a:gd name="connsiteY94" fmla="*/ 1300262 h 1357700"/>
              <a:gd name="connsiteX95" fmla="*/ 4502358 w 10678681"/>
              <a:gd name="connsiteY95" fmla="*/ 1302558 h 1357700"/>
              <a:gd name="connsiteX96" fmla="*/ 4498919 w 10678681"/>
              <a:gd name="connsiteY96" fmla="*/ 1312115 h 1357700"/>
              <a:gd name="connsiteX97" fmla="*/ 4492075 w 10678681"/>
              <a:gd name="connsiteY97" fmla="*/ 1313357 h 1357700"/>
              <a:gd name="connsiteX98" fmla="*/ 4487466 w 10678681"/>
              <a:gd name="connsiteY98" fmla="*/ 1304102 h 1357700"/>
              <a:gd name="connsiteX99" fmla="*/ 4398292 w 10678681"/>
              <a:gd name="connsiteY99" fmla="*/ 1278410 h 1357700"/>
              <a:gd name="connsiteX100" fmla="*/ 4306088 w 10678681"/>
              <a:gd name="connsiteY100" fmla="*/ 1282512 h 1357700"/>
              <a:gd name="connsiteX101" fmla="*/ 4188995 w 10678681"/>
              <a:gd name="connsiteY101" fmla="*/ 1296718 h 1357700"/>
              <a:gd name="connsiteX102" fmla="*/ 4136582 w 10678681"/>
              <a:gd name="connsiteY102" fmla="*/ 1287687 h 1357700"/>
              <a:gd name="connsiteX103" fmla="*/ 4064614 w 10678681"/>
              <a:gd name="connsiteY103" fmla="*/ 1296118 h 1357700"/>
              <a:gd name="connsiteX104" fmla="*/ 3906561 w 10678681"/>
              <a:gd name="connsiteY104" fmla="*/ 1352435 h 1357700"/>
              <a:gd name="connsiteX105" fmla="*/ 3787890 w 10678681"/>
              <a:gd name="connsiteY105" fmla="*/ 1352442 h 1357700"/>
              <a:gd name="connsiteX106" fmla="*/ 3745993 w 10678681"/>
              <a:gd name="connsiteY106" fmla="*/ 1342630 h 1357700"/>
              <a:gd name="connsiteX107" fmla="*/ 3675785 w 10678681"/>
              <a:gd name="connsiteY107" fmla="*/ 1326802 h 1357700"/>
              <a:gd name="connsiteX108" fmla="*/ 3623856 w 10678681"/>
              <a:gd name="connsiteY108" fmla="*/ 1290804 h 1357700"/>
              <a:gd name="connsiteX109" fmla="*/ 3564933 w 10678681"/>
              <a:gd name="connsiteY109" fmla="*/ 1287147 h 1357700"/>
              <a:gd name="connsiteX110" fmla="*/ 3550537 w 10678681"/>
              <a:gd name="connsiteY110" fmla="*/ 1317552 h 1357700"/>
              <a:gd name="connsiteX111" fmla="*/ 3487736 w 10678681"/>
              <a:gd name="connsiteY111" fmla="*/ 1303493 h 1357700"/>
              <a:gd name="connsiteX112" fmla="*/ 3392548 w 10678681"/>
              <a:gd name="connsiteY112" fmla="*/ 1278741 h 1357700"/>
              <a:gd name="connsiteX113" fmla="*/ 3337466 w 10678681"/>
              <a:gd name="connsiteY113" fmla="*/ 1272537 h 1357700"/>
              <a:gd name="connsiteX114" fmla="*/ 3187206 w 10678681"/>
              <a:gd name="connsiteY114" fmla="*/ 1246821 h 1357700"/>
              <a:gd name="connsiteX115" fmla="*/ 3036856 w 10678681"/>
              <a:gd name="connsiteY115" fmla="*/ 1214383 h 1357700"/>
              <a:gd name="connsiteX116" fmla="*/ 2948654 w 10678681"/>
              <a:gd name="connsiteY116" fmla="*/ 1157455 h 1357700"/>
              <a:gd name="connsiteX117" fmla="*/ 2824973 w 10678681"/>
              <a:gd name="connsiteY117" fmla="*/ 1134864 h 1357700"/>
              <a:gd name="connsiteX118" fmla="*/ 2804398 w 10678681"/>
              <a:gd name="connsiteY118" fmla="*/ 1125556 h 1357700"/>
              <a:gd name="connsiteX119" fmla="*/ 2775396 w 10678681"/>
              <a:gd name="connsiteY119" fmla="*/ 1130148 h 1357700"/>
              <a:gd name="connsiteX120" fmla="*/ 2659096 w 10678681"/>
              <a:gd name="connsiteY120" fmla="*/ 1150294 h 1357700"/>
              <a:gd name="connsiteX121" fmla="*/ 2567088 w 10678681"/>
              <a:gd name="connsiteY121" fmla="*/ 1181781 h 1357700"/>
              <a:gd name="connsiteX122" fmla="*/ 2454501 w 10678681"/>
              <a:gd name="connsiteY122" fmla="*/ 1155455 h 1357700"/>
              <a:gd name="connsiteX123" fmla="*/ 2385161 w 10678681"/>
              <a:gd name="connsiteY123" fmla="*/ 1161312 h 1357700"/>
              <a:gd name="connsiteX124" fmla="*/ 2270528 w 10678681"/>
              <a:gd name="connsiteY124" fmla="*/ 1204338 h 1357700"/>
              <a:gd name="connsiteX125" fmla="*/ 2121820 w 10678681"/>
              <a:gd name="connsiteY125" fmla="*/ 1187078 h 1357700"/>
              <a:gd name="connsiteX126" fmla="*/ 2092716 w 10678681"/>
              <a:gd name="connsiteY126" fmla="*/ 1139224 h 1357700"/>
              <a:gd name="connsiteX127" fmla="*/ 2052449 w 10678681"/>
              <a:gd name="connsiteY127" fmla="*/ 1109687 h 1357700"/>
              <a:gd name="connsiteX128" fmla="*/ 2032607 w 10678681"/>
              <a:gd name="connsiteY128" fmla="*/ 1175477 h 1357700"/>
              <a:gd name="connsiteX129" fmla="*/ 1901837 w 10678681"/>
              <a:gd name="connsiteY129" fmla="*/ 1221762 h 1357700"/>
              <a:gd name="connsiteX130" fmla="*/ 1836762 w 10678681"/>
              <a:gd name="connsiteY130" fmla="*/ 1237387 h 1357700"/>
              <a:gd name="connsiteX131" fmla="*/ 1735877 w 10678681"/>
              <a:gd name="connsiteY131" fmla="*/ 1246527 h 1357700"/>
              <a:gd name="connsiteX132" fmla="*/ 1705069 w 10678681"/>
              <a:gd name="connsiteY132" fmla="*/ 1251989 h 1357700"/>
              <a:gd name="connsiteX133" fmla="*/ 1397689 w 10678681"/>
              <a:gd name="connsiteY133" fmla="*/ 1336144 h 1357700"/>
              <a:gd name="connsiteX134" fmla="*/ 1220734 w 10678681"/>
              <a:gd name="connsiteY134" fmla="*/ 1257811 h 1357700"/>
              <a:gd name="connsiteX135" fmla="*/ 1021737 w 10678681"/>
              <a:gd name="connsiteY135" fmla="*/ 1238739 h 1357700"/>
              <a:gd name="connsiteX136" fmla="*/ 959820 w 10678681"/>
              <a:gd name="connsiteY136" fmla="*/ 1275863 h 1357700"/>
              <a:gd name="connsiteX137" fmla="*/ 929137 w 10678681"/>
              <a:gd name="connsiteY137" fmla="*/ 1273957 h 1357700"/>
              <a:gd name="connsiteX138" fmla="*/ 878849 w 10678681"/>
              <a:gd name="connsiteY138" fmla="*/ 1266740 h 1357700"/>
              <a:gd name="connsiteX139" fmla="*/ 800667 w 10678681"/>
              <a:gd name="connsiteY139" fmla="*/ 1282041 h 1357700"/>
              <a:gd name="connsiteX140" fmla="*/ 644906 w 10678681"/>
              <a:gd name="connsiteY140" fmla="*/ 1273685 h 1357700"/>
              <a:gd name="connsiteX141" fmla="*/ 379869 w 10678681"/>
              <a:gd name="connsiteY141" fmla="*/ 1339165 h 1357700"/>
              <a:gd name="connsiteX142" fmla="*/ 137696 w 10678681"/>
              <a:gd name="connsiteY142" fmla="*/ 1319217 h 1357700"/>
              <a:gd name="connsiteX143" fmla="*/ 54250 w 10678681"/>
              <a:gd name="connsiteY143" fmla="*/ 1315838 h 1357700"/>
              <a:gd name="connsiteX144" fmla="*/ 28042 w 10678681"/>
              <a:gd name="connsiteY144" fmla="*/ 1297822 h 1357700"/>
              <a:gd name="connsiteX145" fmla="*/ 0 w 10678681"/>
              <a:gd name="connsiteY145" fmla="*/ 1294612 h 1357700"/>
              <a:gd name="connsiteX146" fmla="*/ 0 w 10678681"/>
              <a:gd name="connsiteY146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91599 w 10678681"/>
              <a:gd name="connsiteY52" fmla="*/ 1062302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77477 w 10678681"/>
              <a:gd name="connsiteY44" fmla="*/ 990571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948654 w 10678681"/>
              <a:gd name="connsiteY115" fmla="*/ 1157455 h 1357700"/>
              <a:gd name="connsiteX116" fmla="*/ 2824973 w 10678681"/>
              <a:gd name="connsiteY116" fmla="*/ 1134864 h 1357700"/>
              <a:gd name="connsiteX117" fmla="*/ 2804398 w 10678681"/>
              <a:gd name="connsiteY117" fmla="*/ 1125556 h 1357700"/>
              <a:gd name="connsiteX118" fmla="*/ 2775396 w 10678681"/>
              <a:gd name="connsiteY118" fmla="*/ 1130148 h 1357700"/>
              <a:gd name="connsiteX119" fmla="*/ 2659096 w 10678681"/>
              <a:gd name="connsiteY119" fmla="*/ 1150294 h 1357700"/>
              <a:gd name="connsiteX120" fmla="*/ 2567088 w 10678681"/>
              <a:gd name="connsiteY120" fmla="*/ 1181781 h 1357700"/>
              <a:gd name="connsiteX121" fmla="*/ 2454501 w 10678681"/>
              <a:gd name="connsiteY121" fmla="*/ 1155455 h 1357700"/>
              <a:gd name="connsiteX122" fmla="*/ 2385161 w 10678681"/>
              <a:gd name="connsiteY122" fmla="*/ 1161312 h 1357700"/>
              <a:gd name="connsiteX123" fmla="*/ 2270528 w 10678681"/>
              <a:gd name="connsiteY123" fmla="*/ 1204338 h 1357700"/>
              <a:gd name="connsiteX124" fmla="*/ 2121820 w 10678681"/>
              <a:gd name="connsiteY124" fmla="*/ 1187078 h 1357700"/>
              <a:gd name="connsiteX125" fmla="*/ 2092716 w 10678681"/>
              <a:gd name="connsiteY125" fmla="*/ 1139224 h 1357700"/>
              <a:gd name="connsiteX126" fmla="*/ 2052449 w 10678681"/>
              <a:gd name="connsiteY126" fmla="*/ 1109687 h 1357700"/>
              <a:gd name="connsiteX127" fmla="*/ 2032607 w 10678681"/>
              <a:gd name="connsiteY127" fmla="*/ 1175477 h 1357700"/>
              <a:gd name="connsiteX128" fmla="*/ 1901837 w 10678681"/>
              <a:gd name="connsiteY128" fmla="*/ 1221762 h 1357700"/>
              <a:gd name="connsiteX129" fmla="*/ 1836762 w 10678681"/>
              <a:gd name="connsiteY129" fmla="*/ 1237387 h 1357700"/>
              <a:gd name="connsiteX130" fmla="*/ 1735877 w 10678681"/>
              <a:gd name="connsiteY130" fmla="*/ 1246527 h 1357700"/>
              <a:gd name="connsiteX131" fmla="*/ 1705069 w 10678681"/>
              <a:gd name="connsiteY131" fmla="*/ 1251989 h 1357700"/>
              <a:gd name="connsiteX132" fmla="*/ 1397689 w 10678681"/>
              <a:gd name="connsiteY132" fmla="*/ 1336144 h 1357700"/>
              <a:gd name="connsiteX133" fmla="*/ 1220734 w 10678681"/>
              <a:gd name="connsiteY133" fmla="*/ 1257811 h 1357700"/>
              <a:gd name="connsiteX134" fmla="*/ 1021737 w 10678681"/>
              <a:gd name="connsiteY134" fmla="*/ 1238739 h 1357700"/>
              <a:gd name="connsiteX135" fmla="*/ 959820 w 10678681"/>
              <a:gd name="connsiteY135" fmla="*/ 1275863 h 1357700"/>
              <a:gd name="connsiteX136" fmla="*/ 929137 w 10678681"/>
              <a:gd name="connsiteY136" fmla="*/ 1273957 h 1357700"/>
              <a:gd name="connsiteX137" fmla="*/ 878849 w 10678681"/>
              <a:gd name="connsiteY137" fmla="*/ 1266740 h 1357700"/>
              <a:gd name="connsiteX138" fmla="*/ 800667 w 10678681"/>
              <a:gd name="connsiteY138" fmla="*/ 1282041 h 1357700"/>
              <a:gd name="connsiteX139" fmla="*/ 644906 w 10678681"/>
              <a:gd name="connsiteY139" fmla="*/ 1273685 h 1357700"/>
              <a:gd name="connsiteX140" fmla="*/ 379869 w 10678681"/>
              <a:gd name="connsiteY140" fmla="*/ 1339165 h 1357700"/>
              <a:gd name="connsiteX141" fmla="*/ 137696 w 10678681"/>
              <a:gd name="connsiteY141" fmla="*/ 1319217 h 1357700"/>
              <a:gd name="connsiteX142" fmla="*/ 54250 w 10678681"/>
              <a:gd name="connsiteY142" fmla="*/ 1315838 h 1357700"/>
              <a:gd name="connsiteX143" fmla="*/ 28042 w 10678681"/>
              <a:gd name="connsiteY143" fmla="*/ 1297822 h 1357700"/>
              <a:gd name="connsiteX144" fmla="*/ 0 w 10678681"/>
              <a:gd name="connsiteY144" fmla="*/ 1294612 h 1357700"/>
              <a:gd name="connsiteX145" fmla="*/ 0 w 10678681"/>
              <a:gd name="connsiteY145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0528 w 10678681"/>
              <a:gd name="connsiteY122" fmla="*/ 1204338 h 1357700"/>
              <a:gd name="connsiteX123" fmla="*/ 2121820 w 10678681"/>
              <a:gd name="connsiteY123" fmla="*/ 1187078 h 1357700"/>
              <a:gd name="connsiteX124" fmla="*/ 2092716 w 10678681"/>
              <a:gd name="connsiteY124" fmla="*/ 1139224 h 1357700"/>
              <a:gd name="connsiteX125" fmla="*/ 2052449 w 10678681"/>
              <a:gd name="connsiteY125" fmla="*/ 1109687 h 1357700"/>
              <a:gd name="connsiteX126" fmla="*/ 2032607 w 10678681"/>
              <a:gd name="connsiteY126" fmla="*/ 1175477 h 1357700"/>
              <a:gd name="connsiteX127" fmla="*/ 1901837 w 10678681"/>
              <a:gd name="connsiteY127" fmla="*/ 1221762 h 1357700"/>
              <a:gd name="connsiteX128" fmla="*/ 1836762 w 10678681"/>
              <a:gd name="connsiteY128" fmla="*/ 1237387 h 1357700"/>
              <a:gd name="connsiteX129" fmla="*/ 1735877 w 10678681"/>
              <a:gd name="connsiteY129" fmla="*/ 1246527 h 1357700"/>
              <a:gd name="connsiteX130" fmla="*/ 1705069 w 10678681"/>
              <a:gd name="connsiteY130" fmla="*/ 1251989 h 1357700"/>
              <a:gd name="connsiteX131" fmla="*/ 1397689 w 10678681"/>
              <a:gd name="connsiteY131" fmla="*/ 1336144 h 1357700"/>
              <a:gd name="connsiteX132" fmla="*/ 1220734 w 10678681"/>
              <a:gd name="connsiteY132" fmla="*/ 1257811 h 1357700"/>
              <a:gd name="connsiteX133" fmla="*/ 1021737 w 10678681"/>
              <a:gd name="connsiteY133" fmla="*/ 1238739 h 1357700"/>
              <a:gd name="connsiteX134" fmla="*/ 959820 w 10678681"/>
              <a:gd name="connsiteY134" fmla="*/ 1275863 h 1357700"/>
              <a:gd name="connsiteX135" fmla="*/ 929137 w 10678681"/>
              <a:gd name="connsiteY135" fmla="*/ 1273957 h 1357700"/>
              <a:gd name="connsiteX136" fmla="*/ 878849 w 10678681"/>
              <a:gd name="connsiteY136" fmla="*/ 1266740 h 1357700"/>
              <a:gd name="connsiteX137" fmla="*/ 800667 w 10678681"/>
              <a:gd name="connsiteY137" fmla="*/ 1282041 h 1357700"/>
              <a:gd name="connsiteX138" fmla="*/ 644906 w 10678681"/>
              <a:gd name="connsiteY138" fmla="*/ 1273685 h 1357700"/>
              <a:gd name="connsiteX139" fmla="*/ 379869 w 10678681"/>
              <a:gd name="connsiteY139" fmla="*/ 1339165 h 1357700"/>
              <a:gd name="connsiteX140" fmla="*/ 137696 w 10678681"/>
              <a:gd name="connsiteY140" fmla="*/ 1319217 h 1357700"/>
              <a:gd name="connsiteX141" fmla="*/ 54250 w 10678681"/>
              <a:gd name="connsiteY141" fmla="*/ 1315838 h 1357700"/>
              <a:gd name="connsiteX142" fmla="*/ 28042 w 10678681"/>
              <a:gd name="connsiteY142" fmla="*/ 1297822 h 1357700"/>
              <a:gd name="connsiteX143" fmla="*/ 0 w 10678681"/>
              <a:gd name="connsiteY143" fmla="*/ 1294612 h 1357700"/>
              <a:gd name="connsiteX144" fmla="*/ 0 w 10678681"/>
              <a:gd name="connsiteY144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121820 w 10678681"/>
              <a:gd name="connsiteY122" fmla="*/ 1187078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092716 w 10678681"/>
              <a:gd name="connsiteY123" fmla="*/ 1139224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32607 w 10678681"/>
              <a:gd name="connsiteY125" fmla="*/ 117547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7700"/>
              <a:gd name="connsiteX1" fmla="*/ 10678681 w 10678681"/>
              <a:gd name="connsiteY1" fmla="*/ 0 h 1357700"/>
              <a:gd name="connsiteX2" fmla="*/ 10666019 w 10678681"/>
              <a:gd name="connsiteY2" fmla="*/ 7876 h 1357700"/>
              <a:gd name="connsiteX3" fmla="*/ 10632825 w 10678681"/>
              <a:gd name="connsiteY3" fmla="*/ 32153 h 1357700"/>
              <a:gd name="connsiteX4" fmla="*/ 10510605 w 10678681"/>
              <a:gd name="connsiteY4" fmla="*/ 30449 h 1357700"/>
              <a:gd name="connsiteX5" fmla="*/ 10456989 w 10678681"/>
              <a:gd name="connsiteY5" fmla="*/ 979 h 1357700"/>
              <a:gd name="connsiteX6" fmla="*/ 10438642 w 10678681"/>
              <a:gd name="connsiteY6" fmla="*/ 1524 h 1357700"/>
              <a:gd name="connsiteX7" fmla="*/ 10407146 w 10678681"/>
              <a:gd name="connsiteY7" fmla="*/ 43659 h 1357700"/>
              <a:gd name="connsiteX8" fmla="*/ 10357996 w 10678681"/>
              <a:gd name="connsiteY8" fmla="*/ 50836 h 1357700"/>
              <a:gd name="connsiteX9" fmla="*/ 10306667 w 10678681"/>
              <a:gd name="connsiteY9" fmla="*/ 109739 h 1357700"/>
              <a:gd name="connsiteX10" fmla="*/ 10115334 w 10678681"/>
              <a:gd name="connsiteY10" fmla="*/ 155658 h 1357700"/>
              <a:gd name="connsiteX11" fmla="*/ 10068157 w 10678681"/>
              <a:gd name="connsiteY11" fmla="*/ 215673 h 1357700"/>
              <a:gd name="connsiteX12" fmla="*/ 10045431 w 10678681"/>
              <a:gd name="connsiteY12" fmla="*/ 229568 h 1357700"/>
              <a:gd name="connsiteX13" fmla="*/ 10013265 w 10678681"/>
              <a:gd name="connsiteY13" fmla="*/ 284757 h 1357700"/>
              <a:gd name="connsiteX14" fmla="*/ 9862496 w 10678681"/>
              <a:gd name="connsiteY14" fmla="*/ 223033 h 1357700"/>
              <a:gd name="connsiteX15" fmla="*/ 9679638 w 10678681"/>
              <a:gd name="connsiteY15" fmla="*/ 277462 h 1357700"/>
              <a:gd name="connsiteX16" fmla="*/ 9498347 w 10678681"/>
              <a:gd name="connsiteY16" fmla="*/ 244723 h 1357700"/>
              <a:gd name="connsiteX17" fmla="*/ 9399702 w 10678681"/>
              <a:gd name="connsiteY17" fmla="*/ 276316 h 1357700"/>
              <a:gd name="connsiteX18" fmla="*/ 9378439 w 10678681"/>
              <a:gd name="connsiteY18" fmla="*/ 326244 h 1357700"/>
              <a:gd name="connsiteX19" fmla="*/ 9121744 w 10678681"/>
              <a:gd name="connsiteY19" fmla="*/ 365177 h 1357700"/>
              <a:gd name="connsiteX20" fmla="*/ 9061654 w 10678681"/>
              <a:gd name="connsiteY20" fmla="*/ 393730 h 1357700"/>
              <a:gd name="connsiteX21" fmla="*/ 8997577 w 10678681"/>
              <a:gd name="connsiteY21" fmla="*/ 380865 h 1357700"/>
              <a:gd name="connsiteX22" fmla="*/ 8907968 w 10678681"/>
              <a:gd name="connsiteY22" fmla="*/ 447345 h 1357700"/>
              <a:gd name="connsiteX23" fmla="*/ 8764163 w 10678681"/>
              <a:gd name="connsiteY23" fmla="*/ 471000 h 1357700"/>
              <a:gd name="connsiteX24" fmla="*/ 8680155 w 10678681"/>
              <a:gd name="connsiteY24" fmla="*/ 492404 h 1357700"/>
              <a:gd name="connsiteX25" fmla="*/ 8651436 w 10678681"/>
              <a:gd name="connsiteY25" fmla="*/ 511923 h 1357700"/>
              <a:gd name="connsiteX26" fmla="*/ 8609185 w 10678681"/>
              <a:gd name="connsiteY26" fmla="*/ 531525 h 1357700"/>
              <a:gd name="connsiteX27" fmla="*/ 8537091 w 10678681"/>
              <a:gd name="connsiteY27" fmla="*/ 574933 h 1357700"/>
              <a:gd name="connsiteX28" fmla="*/ 8435931 w 10678681"/>
              <a:gd name="connsiteY28" fmla="*/ 617926 h 1357700"/>
              <a:gd name="connsiteX29" fmla="*/ 8348623 w 10678681"/>
              <a:gd name="connsiteY29" fmla="*/ 600607 h 1357700"/>
              <a:gd name="connsiteX30" fmla="*/ 8344233 w 10678681"/>
              <a:gd name="connsiteY30" fmla="*/ 610922 h 1357700"/>
              <a:gd name="connsiteX31" fmla="*/ 8290622 w 10678681"/>
              <a:gd name="connsiteY31" fmla="*/ 622687 h 1357700"/>
              <a:gd name="connsiteX32" fmla="*/ 8086698 w 10678681"/>
              <a:gd name="connsiteY32" fmla="*/ 605185 h 1357700"/>
              <a:gd name="connsiteX33" fmla="*/ 7982378 w 10678681"/>
              <a:gd name="connsiteY33" fmla="*/ 629799 h 1357700"/>
              <a:gd name="connsiteX34" fmla="*/ 7947952 w 10678681"/>
              <a:gd name="connsiteY34" fmla="*/ 648003 h 1357700"/>
              <a:gd name="connsiteX35" fmla="*/ 7890112 w 10678681"/>
              <a:gd name="connsiteY35" fmla="*/ 677915 h 1357700"/>
              <a:gd name="connsiteX36" fmla="*/ 7853284 w 10678681"/>
              <a:gd name="connsiteY36" fmla="*/ 723588 h 1357700"/>
              <a:gd name="connsiteX37" fmla="*/ 7802383 w 10678681"/>
              <a:gd name="connsiteY37" fmla="*/ 739359 h 1357700"/>
              <a:gd name="connsiteX38" fmla="*/ 7730518 w 10678681"/>
              <a:gd name="connsiteY38" fmla="*/ 739526 h 1357700"/>
              <a:gd name="connsiteX39" fmla="*/ 7652907 w 10678681"/>
              <a:gd name="connsiteY39" fmla="*/ 783273 h 1357700"/>
              <a:gd name="connsiteX40" fmla="*/ 7606008 w 10678681"/>
              <a:gd name="connsiteY40" fmla="*/ 800717 h 1357700"/>
              <a:gd name="connsiteX41" fmla="*/ 7480223 w 10678681"/>
              <a:gd name="connsiteY41" fmla="*/ 856821 h 1357700"/>
              <a:gd name="connsiteX42" fmla="*/ 7356005 w 10678681"/>
              <a:gd name="connsiteY42" fmla="*/ 919462 h 1357700"/>
              <a:gd name="connsiteX43" fmla="*/ 7305396 w 10678681"/>
              <a:gd name="connsiteY43" fmla="*/ 986228 h 1357700"/>
              <a:gd name="connsiteX44" fmla="*/ 7266251 w 10678681"/>
              <a:gd name="connsiteY44" fmla="*/ 967864 h 1357700"/>
              <a:gd name="connsiteX45" fmla="*/ 7269396 w 10678681"/>
              <a:gd name="connsiteY45" fmla="*/ 989282 h 1357700"/>
              <a:gd name="connsiteX46" fmla="*/ 7258094 w 10678681"/>
              <a:gd name="connsiteY46" fmla="*/ 990679 h 1357700"/>
              <a:gd name="connsiteX47" fmla="*/ 7257893 w 10678681"/>
              <a:gd name="connsiteY47" fmla="*/ 991204 h 1357700"/>
              <a:gd name="connsiteX48" fmla="*/ 7247153 w 10678681"/>
              <a:gd name="connsiteY48" fmla="*/ 991550 h 1357700"/>
              <a:gd name="connsiteX49" fmla="*/ 7193612 w 10678681"/>
              <a:gd name="connsiteY49" fmla="*/ 987042 h 1357700"/>
              <a:gd name="connsiteX50" fmla="*/ 7132632 w 10678681"/>
              <a:gd name="connsiteY50" fmla="*/ 1042036 h 1357700"/>
              <a:gd name="connsiteX51" fmla="*/ 7105610 w 10678681"/>
              <a:gd name="connsiteY51" fmla="*/ 1053537 h 1357700"/>
              <a:gd name="connsiteX52" fmla="*/ 7069148 w 10678681"/>
              <a:gd name="connsiteY52" fmla="*/ 1047163 h 1357700"/>
              <a:gd name="connsiteX53" fmla="*/ 7039634 w 10678681"/>
              <a:gd name="connsiteY53" fmla="*/ 1059971 h 1357700"/>
              <a:gd name="connsiteX54" fmla="*/ 7033445 w 10678681"/>
              <a:gd name="connsiteY54" fmla="*/ 1063314 h 1357700"/>
              <a:gd name="connsiteX55" fmla="*/ 6999157 w 10678681"/>
              <a:gd name="connsiteY55" fmla="*/ 1055282 h 1357700"/>
              <a:gd name="connsiteX56" fmla="*/ 6981874 w 10678681"/>
              <a:gd name="connsiteY56" fmla="*/ 1053827 h 1357700"/>
              <a:gd name="connsiteX57" fmla="*/ 6976102 w 10678681"/>
              <a:gd name="connsiteY57" fmla="*/ 1047854 h 1357700"/>
              <a:gd name="connsiteX58" fmla="*/ 6951040 w 10678681"/>
              <a:gd name="connsiteY58" fmla="*/ 1048531 h 1357700"/>
              <a:gd name="connsiteX59" fmla="*/ 6948497 w 10678681"/>
              <a:gd name="connsiteY59" fmla="*/ 1050706 h 1357700"/>
              <a:gd name="connsiteX60" fmla="*/ 6926582 w 10678681"/>
              <a:gd name="connsiteY60" fmla="*/ 1043462 h 1357700"/>
              <a:gd name="connsiteX61" fmla="*/ 6833743 w 10678681"/>
              <a:gd name="connsiteY61" fmla="*/ 1027960 h 1357700"/>
              <a:gd name="connsiteX62" fmla="*/ 6687090 w 10678681"/>
              <a:gd name="connsiteY62" fmla="*/ 1063250 h 1357700"/>
              <a:gd name="connsiteX63" fmla="*/ 6437450 w 10678681"/>
              <a:gd name="connsiteY63" fmla="*/ 1101075 h 1357700"/>
              <a:gd name="connsiteX64" fmla="*/ 6327795 w 10678681"/>
              <a:gd name="connsiteY64" fmla="*/ 1088142 h 1357700"/>
              <a:gd name="connsiteX65" fmla="*/ 6136549 w 10678681"/>
              <a:gd name="connsiteY65" fmla="*/ 1100268 h 1357700"/>
              <a:gd name="connsiteX66" fmla="*/ 6004655 w 10678681"/>
              <a:gd name="connsiteY66" fmla="*/ 1114946 h 1357700"/>
              <a:gd name="connsiteX67" fmla="*/ 5936643 w 10678681"/>
              <a:gd name="connsiteY67" fmla="*/ 1095428 h 1357700"/>
              <a:gd name="connsiteX68" fmla="*/ 5912484 w 10678681"/>
              <a:gd name="connsiteY68" fmla="*/ 1112624 h 1357700"/>
              <a:gd name="connsiteX69" fmla="*/ 5908387 w 10678681"/>
              <a:gd name="connsiteY69" fmla="*/ 1116018 h 1357700"/>
              <a:gd name="connsiteX70" fmla="*/ 5890495 w 10678681"/>
              <a:gd name="connsiteY70" fmla="*/ 1120268 h 1357700"/>
              <a:gd name="connsiteX71" fmla="*/ 5887318 w 10678681"/>
              <a:gd name="connsiteY71" fmla="*/ 1133134 h 1357700"/>
              <a:gd name="connsiteX72" fmla="*/ 5861726 w 10678681"/>
              <a:gd name="connsiteY72" fmla="*/ 1147891 h 1357700"/>
              <a:gd name="connsiteX73" fmla="*/ 5805823 w 10678681"/>
              <a:gd name="connsiteY73" fmla="*/ 1152457 h 1357700"/>
              <a:gd name="connsiteX74" fmla="*/ 5689841 w 10678681"/>
              <a:gd name="connsiteY74" fmla="*/ 1176232 h 1357700"/>
              <a:gd name="connsiteX75" fmla="*/ 5605119 w 10678681"/>
              <a:gd name="connsiteY75" fmla="*/ 1190202 h 1357700"/>
              <a:gd name="connsiteX76" fmla="*/ 5488513 w 10678681"/>
              <a:gd name="connsiteY76" fmla="*/ 1205367 h 1357700"/>
              <a:gd name="connsiteX77" fmla="*/ 5402905 w 10678681"/>
              <a:gd name="connsiteY77" fmla="*/ 1241191 h 1357700"/>
              <a:gd name="connsiteX78" fmla="*/ 5285593 w 10678681"/>
              <a:gd name="connsiteY78" fmla="*/ 1273569 h 1357700"/>
              <a:gd name="connsiteX79" fmla="*/ 5192893 w 10678681"/>
              <a:gd name="connsiteY79" fmla="*/ 1247188 h 1357700"/>
              <a:gd name="connsiteX80" fmla="*/ 5186475 w 10678681"/>
              <a:gd name="connsiteY80" fmla="*/ 1257028 h 1357700"/>
              <a:gd name="connsiteX81" fmla="*/ 5126038 w 10678681"/>
              <a:gd name="connsiteY81" fmla="*/ 1263189 h 1357700"/>
              <a:gd name="connsiteX82" fmla="*/ 4894688 w 10678681"/>
              <a:gd name="connsiteY82" fmla="*/ 1247184 h 1357700"/>
              <a:gd name="connsiteX83" fmla="*/ 4788036 w 10678681"/>
              <a:gd name="connsiteY83" fmla="*/ 1238182 h 1357700"/>
              <a:gd name="connsiteX84" fmla="*/ 4747555 w 10678681"/>
              <a:gd name="connsiteY84" fmla="*/ 1252768 h 1357700"/>
              <a:gd name="connsiteX85" fmla="*/ 4679644 w 10678681"/>
              <a:gd name="connsiteY85" fmla="*/ 1276603 h 1357700"/>
              <a:gd name="connsiteX86" fmla="*/ 4632222 w 10678681"/>
              <a:gd name="connsiteY86" fmla="*/ 1318360 h 1357700"/>
              <a:gd name="connsiteX87" fmla="*/ 4617358 w 10678681"/>
              <a:gd name="connsiteY87" fmla="*/ 1327690 h 1357700"/>
              <a:gd name="connsiteX88" fmla="*/ 4589102 w 10678681"/>
              <a:gd name="connsiteY88" fmla="*/ 1321223 h 1357700"/>
              <a:gd name="connsiteX89" fmla="*/ 4578184 w 10678681"/>
              <a:gd name="connsiteY89" fmla="*/ 1326745 h 1357700"/>
              <a:gd name="connsiteX90" fmla="*/ 4574270 w 10678681"/>
              <a:gd name="connsiteY90" fmla="*/ 1325878 h 1357700"/>
              <a:gd name="connsiteX91" fmla="*/ 4564919 w 10678681"/>
              <a:gd name="connsiteY91" fmla="*/ 1325507 h 1357700"/>
              <a:gd name="connsiteX92" fmla="*/ 4566586 w 10678681"/>
              <a:gd name="connsiteY92" fmla="*/ 1316963 h 1357700"/>
              <a:gd name="connsiteX93" fmla="*/ 4556303 w 10678681"/>
              <a:gd name="connsiteY93" fmla="*/ 1300262 h 1357700"/>
              <a:gd name="connsiteX94" fmla="*/ 4502358 w 10678681"/>
              <a:gd name="connsiteY94" fmla="*/ 1302558 h 1357700"/>
              <a:gd name="connsiteX95" fmla="*/ 4498919 w 10678681"/>
              <a:gd name="connsiteY95" fmla="*/ 1312115 h 1357700"/>
              <a:gd name="connsiteX96" fmla="*/ 4492075 w 10678681"/>
              <a:gd name="connsiteY96" fmla="*/ 1313357 h 1357700"/>
              <a:gd name="connsiteX97" fmla="*/ 4487466 w 10678681"/>
              <a:gd name="connsiteY97" fmla="*/ 1304102 h 1357700"/>
              <a:gd name="connsiteX98" fmla="*/ 4398292 w 10678681"/>
              <a:gd name="connsiteY98" fmla="*/ 1278410 h 1357700"/>
              <a:gd name="connsiteX99" fmla="*/ 4306088 w 10678681"/>
              <a:gd name="connsiteY99" fmla="*/ 1282512 h 1357700"/>
              <a:gd name="connsiteX100" fmla="*/ 4188995 w 10678681"/>
              <a:gd name="connsiteY100" fmla="*/ 1296718 h 1357700"/>
              <a:gd name="connsiteX101" fmla="*/ 4136582 w 10678681"/>
              <a:gd name="connsiteY101" fmla="*/ 1287687 h 1357700"/>
              <a:gd name="connsiteX102" fmla="*/ 4064614 w 10678681"/>
              <a:gd name="connsiteY102" fmla="*/ 1296118 h 1357700"/>
              <a:gd name="connsiteX103" fmla="*/ 3906561 w 10678681"/>
              <a:gd name="connsiteY103" fmla="*/ 1352435 h 1357700"/>
              <a:gd name="connsiteX104" fmla="*/ 3787890 w 10678681"/>
              <a:gd name="connsiteY104" fmla="*/ 1352442 h 1357700"/>
              <a:gd name="connsiteX105" fmla="*/ 3745993 w 10678681"/>
              <a:gd name="connsiteY105" fmla="*/ 1342630 h 1357700"/>
              <a:gd name="connsiteX106" fmla="*/ 3675785 w 10678681"/>
              <a:gd name="connsiteY106" fmla="*/ 1326802 h 1357700"/>
              <a:gd name="connsiteX107" fmla="*/ 3623856 w 10678681"/>
              <a:gd name="connsiteY107" fmla="*/ 1290804 h 1357700"/>
              <a:gd name="connsiteX108" fmla="*/ 3564933 w 10678681"/>
              <a:gd name="connsiteY108" fmla="*/ 1287147 h 1357700"/>
              <a:gd name="connsiteX109" fmla="*/ 3550537 w 10678681"/>
              <a:gd name="connsiteY109" fmla="*/ 1317552 h 1357700"/>
              <a:gd name="connsiteX110" fmla="*/ 3487736 w 10678681"/>
              <a:gd name="connsiteY110" fmla="*/ 1303493 h 1357700"/>
              <a:gd name="connsiteX111" fmla="*/ 3392548 w 10678681"/>
              <a:gd name="connsiteY111" fmla="*/ 1278741 h 1357700"/>
              <a:gd name="connsiteX112" fmla="*/ 3337466 w 10678681"/>
              <a:gd name="connsiteY112" fmla="*/ 1272537 h 1357700"/>
              <a:gd name="connsiteX113" fmla="*/ 3187206 w 10678681"/>
              <a:gd name="connsiteY113" fmla="*/ 1246821 h 1357700"/>
              <a:gd name="connsiteX114" fmla="*/ 3036856 w 10678681"/>
              <a:gd name="connsiteY114" fmla="*/ 1214383 h 1357700"/>
              <a:gd name="connsiteX115" fmla="*/ 2824973 w 10678681"/>
              <a:gd name="connsiteY115" fmla="*/ 1134864 h 1357700"/>
              <a:gd name="connsiteX116" fmla="*/ 2804398 w 10678681"/>
              <a:gd name="connsiteY116" fmla="*/ 1125556 h 1357700"/>
              <a:gd name="connsiteX117" fmla="*/ 2775396 w 10678681"/>
              <a:gd name="connsiteY117" fmla="*/ 1130148 h 1357700"/>
              <a:gd name="connsiteX118" fmla="*/ 2659096 w 10678681"/>
              <a:gd name="connsiteY118" fmla="*/ 1150294 h 1357700"/>
              <a:gd name="connsiteX119" fmla="*/ 2567088 w 10678681"/>
              <a:gd name="connsiteY119" fmla="*/ 1181781 h 1357700"/>
              <a:gd name="connsiteX120" fmla="*/ 2454501 w 10678681"/>
              <a:gd name="connsiteY120" fmla="*/ 1155455 h 1357700"/>
              <a:gd name="connsiteX121" fmla="*/ 2385161 w 10678681"/>
              <a:gd name="connsiteY121" fmla="*/ 1161312 h 1357700"/>
              <a:gd name="connsiteX122" fmla="*/ 2273361 w 10678681"/>
              <a:gd name="connsiteY122" fmla="*/ 1134090 h 1357700"/>
              <a:gd name="connsiteX123" fmla="*/ 2132003 w 10678681"/>
              <a:gd name="connsiteY123" fmla="*/ 1139225 h 1357700"/>
              <a:gd name="connsiteX124" fmla="*/ 2052449 w 10678681"/>
              <a:gd name="connsiteY124" fmla="*/ 1109687 h 1357700"/>
              <a:gd name="connsiteX125" fmla="*/ 2010157 w 10678681"/>
              <a:gd name="connsiteY125" fmla="*/ 1152767 h 1357700"/>
              <a:gd name="connsiteX126" fmla="*/ 1901837 w 10678681"/>
              <a:gd name="connsiteY126" fmla="*/ 1221762 h 1357700"/>
              <a:gd name="connsiteX127" fmla="*/ 1836762 w 10678681"/>
              <a:gd name="connsiteY127" fmla="*/ 1237387 h 1357700"/>
              <a:gd name="connsiteX128" fmla="*/ 1735877 w 10678681"/>
              <a:gd name="connsiteY128" fmla="*/ 1246527 h 1357700"/>
              <a:gd name="connsiteX129" fmla="*/ 1705069 w 10678681"/>
              <a:gd name="connsiteY129" fmla="*/ 1251989 h 1357700"/>
              <a:gd name="connsiteX130" fmla="*/ 1397689 w 10678681"/>
              <a:gd name="connsiteY130" fmla="*/ 1336144 h 1357700"/>
              <a:gd name="connsiteX131" fmla="*/ 1220734 w 10678681"/>
              <a:gd name="connsiteY131" fmla="*/ 1257811 h 1357700"/>
              <a:gd name="connsiteX132" fmla="*/ 1021737 w 10678681"/>
              <a:gd name="connsiteY132" fmla="*/ 1238739 h 1357700"/>
              <a:gd name="connsiteX133" fmla="*/ 959820 w 10678681"/>
              <a:gd name="connsiteY133" fmla="*/ 1275863 h 1357700"/>
              <a:gd name="connsiteX134" fmla="*/ 929137 w 10678681"/>
              <a:gd name="connsiteY134" fmla="*/ 1273957 h 1357700"/>
              <a:gd name="connsiteX135" fmla="*/ 878849 w 10678681"/>
              <a:gd name="connsiteY135" fmla="*/ 1266740 h 1357700"/>
              <a:gd name="connsiteX136" fmla="*/ 800667 w 10678681"/>
              <a:gd name="connsiteY136" fmla="*/ 1282041 h 1357700"/>
              <a:gd name="connsiteX137" fmla="*/ 644906 w 10678681"/>
              <a:gd name="connsiteY137" fmla="*/ 1273685 h 1357700"/>
              <a:gd name="connsiteX138" fmla="*/ 379869 w 10678681"/>
              <a:gd name="connsiteY138" fmla="*/ 1339165 h 1357700"/>
              <a:gd name="connsiteX139" fmla="*/ 137696 w 10678681"/>
              <a:gd name="connsiteY139" fmla="*/ 1319217 h 1357700"/>
              <a:gd name="connsiteX140" fmla="*/ 54250 w 10678681"/>
              <a:gd name="connsiteY140" fmla="*/ 1315838 h 1357700"/>
              <a:gd name="connsiteX141" fmla="*/ 28042 w 10678681"/>
              <a:gd name="connsiteY141" fmla="*/ 1297822 h 1357700"/>
              <a:gd name="connsiteX142" fmla="*/ 0 w 10678681"/>
              <a:gd name="connsiteY142" fmla="*/ 1294612 h 1357700"/>
              <a:gd name="connsiteX143" fmla="*/ 0 w 10678681"/>
              <a:gd name="connsiteY143" fmla="*/ 0 h 1357700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408915 w 10678681"/>
              <a:gd name="connsiteY130" fmla="*/ 1268017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52449 w 10678681"/>
              <a:gd name="connsiteY124" fmla="*/ 1109687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901837 w 10678681"/>
              <a:gd name="connsiteY126" fmla="*/ 1221762 h 1353297"/>
              <a:gd name="connsiteX127" fmla="*/ 1836762 w 10678681"/>
              <a:gd name="connsiteY127" fmla="*/ 1237387 h 1353297"/>
              <a:gd name="connsiteX128" fmla="*/ 1735877 w 10678681"/>
              <a:gd name="connsiteY128" fmla="*/ 1246527 h 1353297"/>
              <a:gd name="connsiteX129" fmla="*/ 1705069 w 10678681"/>
              <a:gd name="connsiteY129" fmla="*/ 1251989 h 1353297"/>
              <a:gd name="connsiteX130" fmla="*/ 1307888 w 10678681"/>
              <a:gd name="connsiteY130" fmla="*/ 1283156 h 1353297"/>
              <a:gd name="connsiteX131" fmla="*/ 1220734 w 10678681"/>
              <a:gd name="connsiteY131" fmla="*/ 1257811 h 1353297"/>
              <a:gd name="connsiteX132" fmla="*/ 1021737 w 10678681"/>
              <a:gd name="connsiteY132" fmla="*/ 1238739 h 1353297"/>
              <a:gd name="connsiteX133" fmla="*/ 959820 w 10678681"/>
              <a:gd name="connsiteY133" fmla="*/ 1275863 h 1353297"/>
              <a:gd name="connsiteX134" fmla="*/ 929137 w 10678681"/>
              <a:gd name="connsiteY134" fmla="*/ 1273957 h 1353297"/>
              <a:gd name="connsiteX135" fmla="*/ 878849 w 10678681"/>
              <a:gd name="connsiteY135" fmla="*/ 1266740 h 1353297"/>
              <a:gd name="connsiteX136" fmla="*/ 800667 w 10678681"/>
              <a:gd name="connsiteY136" fmla="*/ 1282041 h 1353297"/>
              <a:gd name="connsiteX137" fmla="*/ 644906 w 10678681"/>
              <a:gd name="connsiteY137" fmla="*/ 1273685 h 1353297"/>
              <a:gd name="connsiteX138" fmla="*/ 379869 w 10678681"/>
              <a:gd name="connsiteY138" fmla="*/ 1339165 h 1353297"/>
              <a:gd name="connsiteX139" fmla="*/ 137696 w 10678681"/>
              <a:gd name="connsiteY139" fmla="*/ 1319217 h 1353297"/>
              <a:gd name="connsiteX140" fmla="*/ 54250 w 10678681"/>
              <a:gd name="connsiteY140" fmla="*/ 1315838 h 1353297"/>
              <a:gd name="connsiteX141" fmla="*/ 28042 w 10678681"/>
              <a:gd name="connsiteY141" fmla="*/ 1297822 h 1353297"/>
              <a:gd name="connsiteX142" fmla="*/ 0 w 10678681"/>
              <a:gd name="connsiteY142" fmla="*/ 1294612 h 1353297"/>
              <a:gd name="connsiteX143" fmla="*/ 0 w 10678681"/>
              <a:gd name="connsiteY143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36762 w 10678681"/>
              <a:gd name="connsiteY126" fmla="*/ 1237387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75396 w 10678681"/>
              <a:gd name="connsiteY117" fmla="*/ 1130148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87206 w 10678681"/>
              <a:gd name="connsiteY113" fmla="*/ 1246821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3297"/>
              <a:gd name="connsiteX1" fmla="*/ 10678681 w 10678681"/>
              <a:gd name="connsiteY1" fmla="*/ 0 h 1353297"/>
              <a:gd name="connsiteX2" fmla="*/ 10666019 w 10678681"/>
              <a:gd name="connsiteY2" fmla="*/ 7876 h 1353297"/>
              <a:gd name="connsiteX3" fmla="*/ 10632825 w 10678681"/>
              <a:gd name="connsiteY3" fmla="*/ 32153 h 1353297"/>
              <a:gd name="connsiteX4" fmla="*/ 10510605 w 10678681"/>
              <a:gd name="connsiteY4" fmla="*/ 30449 h 1353297"/>
              <a:gd name="connsiteX5" fmla="*/ 10456989 w 10678681"/>
              <a:gd name="connsiteY5" fmla="*/ 979 h 1353297"/>
              <a:gd name="connsiteX6" fmla="*/ 10438642 w 10678681"/>
              <a:gd name="connsiteY6" fmla="*/ 1524 h 1353297"/>
              <a:gd name="connsiteX7" fmla="*/ 10407146 w 10678681"/>
              <a:gd name="connsiteY7" fmla="*/ 43659 h 1353297"/>
              <a:gd name="connsiteX8" fmla="*/ 10357996 w 10678681"/>
              <a:gd name="connsiteY8" fmla="*/ 50836 h 1353297"/>
              <a:gd name="connsiteX9" fmla="*/ 10306667 w 10678681"/>
              <a:gd name="connsiteY9" fmla="*/ 109739 h 1353297"/>
              <a:gd name="connsiteX10" fmla="*/ 10115334 w 10678681"/>
              <a:gd name="connsiteY10" fmla="*/ 155658 h 1353297"/>
              <a:gd name="connsiteX11" fmla="*/ 10068157 w 10678681"/>
              <a:gd name="connsiteY11" fmla="*/ 215673 h 1353297"/>
              <a:gd name="connsiteX12" fmla="*/ 10045431 w 10678681"/>
              <a:gd name="connsiteY12" fmla="*/ 229568 h 1353297"/>
              <a:gd name="connsiteX13" fmla="*/ 10013265 w 10678681"/>
              <a:gd name="connsiteY13" fmla="*/ 284757 h 1353297"/>
              <a:gd name="connsiteX14" fmla="*/ 9862496 w 10678681"/>
              <a:gd name="connsiteY14" fmla="*/ 223033 h 1353297"/>
              <a:gd name="connsiteX15" fmla="*/ 9679638 w 10678681"/>
              <a:gd name="connsiteY15" fmla="*/ 277462 h 1353297"/>
              <a:gd name="connsiteX16" fmla="*/ 9498347 w 10678681"/>
              <a:gd name="connsiteY16" fmla="*/ 244723 h 1353297"/>
              <a:gd name="connsiteX17" fmla="*/ 9399702 w 10678681"/>
              <a:gd name="connsiteY17" fmla="*/ 276316 h 1353297"/>
              <a:gd name="connsiteX18" fmla="*/ 9378439 w 10678681"/>
              <a:gd name="connsiteY18" fmla="*/ 326244 h 1353297"/>
              <a:gd name="connsiteX19" fmla="*/ 9121744 w 10678681"/>
              <a:gd name="connsiteY19" fmla="*/ 365177 h 1353297"/>
              <a:gd name="connsiteX20" fmla="*/ 9061654 w 10678681"/>
              <a:gd name="connsiteY20" fmla="*/ 393730 h 1353297"/>
              <a:gd name="connsiteX21" fmla="*/ 8997577 w 10678681"/>
              <a:gd name="connsiteY21" fmla="*/ 380865 h 1353297"/>
              <a:gd name="connsiteX22" fmla="*/ 8907968 w 10678681"/>
              <a:gd name="connsiteY22" fmla="*/ 447345 h 1353297"/>
              <a:gd name="connsiteX23" fmla="*/ 8764163 w 10678681"/>
              <a:gd name="connsiteY23" fmla="*/ 471000 h 1353297"/>
              <a:gd name="connsiteX24" fmla="*/ 8680155 w 10678681"/>
              <a:gd name="connsiteY24" fmla="*/ 492404 h 1353297"/>
              <a:gd name="connsiteX25" fmla="*/ 8651436 w 10678681"/>
              <a:gd name="connsiteY25" fmla="*/ 511923 h 1353297"/>
              <a:gd name="connsiteX26" fmla="*/ 8609185 w 10678681"/>
              <a:gd name="connsiteY26" fmla="*/ 531525 h 1353297"/>
              <a:gd name="connsiteX27" fmla="*/ 8537091 w 10678681"/>
              <a:gd name="connsiteY27" fmla="*/ 574933 h 1353297"/>
              <a:gd name="connsiteX28" fmla="*/ 8435931 w 10678681"/>
              <a:gd name="connsiteY28" fmla="*/ 617926 h 1353297"/>
              <a:gd name="connsiteX29" fmla="*/ 8348623 w 10678681"/>
              <a:gd name="connsiteY29" fmla="*/ 600607 h 1353297"/>
              <a:gd name="connsiteX30" fmla="*/ 8344233 w 10678681"/>
              <a:gd name="connsiteY30" fmla="*/ 610922 h 1353297"/>
              <a:gd name="connsiteX31" fmla="*/ 8290622 w 10678681"/>
              <a:gd name="connsiteY31" fmla="*/ 622687 h 1353297"/>
              <a:gd name="connsiteX32" fmla="*/ 8086698 w 10678681"/>
              <a:gd name="connsiteY32" fmla="*/ 605185 h 1353297"/>
              <a:gd name="connsiteX33" fmla="*/ 7982378 w 10678681"/>
              <a:gd name="connsiteY33" fmla="*/ 629799 h 1353297"/>
              <a:gd name="connsiteX34" fmla="*/ 7947952 w 10678681"/>
              <a:gd name="connsiteY34" fmla="*/ 648003 h 1353297"/>
              <a:gd name="connsiteX35" fmla="*/ 7890112 w 10678681"/>
              <a:gd name="connsiteY35" fmla="*/ 677915 h 1353297"/>
              <a:gd name="connsiteX36" fmla="*/ 7853284 w 10678681"/>
              <a:gd name="connsiteY36" fmla="*/ 723588 h 1353297"/>
              <a:gd name="connsiteX37" fmla="*/ 7802383 w 10678681"/>
              <a:gd name="connsiteY37" fmla="*/ 739359 h 1353297"/>
              <a:gd name="connsiteX38" fmla="*/ 7730518 w 10678681"/>
              <a:gd name="connsiteY38" fmla="*/ 739526 h 1353297"/>
              <a:gd name="connsiteX39" fmla="*/ 7652907 w 10678681"/>
              <a:gd name="connsiteY39" fmla="*/ 783273 h 1353297"/>
              <a:gd name="connsiteX40" fmla="*/ 7606008 w 10678681"/>
              <a:gd name="connsiteY40" fmla="*/ 800717 h 1353297"/>
              <a:gd name="connsiteX41" fmla="*/ 7480223 w 10678681"/>
              <a:gd name="connsiteY41" fmla="*/ 856821 h 1353297"/>
              <a:gd name="connsiteX42" fmla="*/ 7356005 w 10678681"/>
              <a:gd name="connsiteY42" fmla="*/ 919462 h 1353297"/>
              <a:gd name="connsiteX43" fmla="*/ 7305396 w 10678681"/>
              <a:gd name="connsiteY43" fmla="*/ 986228 h 1353297"/>
              <a:gd name="connsiteX44" fmla="*/ 7266251 w 10678681"/>
              <a:gd name="connsiteY44" fmla="*/ 967864 h 1353297"/>
              <a:gd name="connsiteX45" fmla="*/ 7269396 w 10678681"/>
              <a:gd name="connsiteY45" fmla="*/ 989282 h 1353297"/>
              <a:gd name="connsiteX46" fmla="*/ 7258094 w 10678681"/>
              <a:gd name="connsiteY46" fmla="*/ 990679 h 1353297"/>
              <a:gd name="connsiteX47" fmla="*/ 7257893 w 10678681"/>
              <a:gd name="connsiteY47" fmla="*/ 991204 h 1353297"/>
              <a:gd name="connsiteX48" fmla="*/ 7247153 w 10678681"/>
              <a:gd name="connsiteY48" fmla="*/ 991550 h 1353297"/>
              <a:gd name="connsiteX49" fmla="*/ 7193612 w 10678681"/>
              <a:gd name="connsiteY49" fmla="*/ 987042 h 1353297"/>
              <a:gd name="connsiteX50" fmla="*/ 7132632 w 10678681"/>
              <a:gd name="connsiteY50" fmla="*/ 1042036 h 1353297"/>
              <a:gd name="connsiteX51" fmla="*/ 7105610 w 10678681"/>
              <a:gd name="connsiteY51" fmla="*/ 1053537 h 1353297"/>
              <a:gd name="connsiteX52" fmla="*/ 7069148 w 10678681"/>
              <a:gd name="connsiteY52" fmla="*/ 1047163 h 1353297"/>
              <a:gd name="connsiteX53" fmla="*/ 7039634 w 10678681"/>
              <a:gd name="connsiteY53" fmla="*/ 1059971 h 1353297"/>
              <a:gd name="connsiteX54" fmla="*/ 7033445 w 10678681"/>
              <a:gd name="connsiteY54" fmla="*/ 1063314 h 1353297"/>
              <a:gd name="connsiteX55" fmla="*/ 6999157 w 10678681"/>
              <a:gd name="connsiteY55" fmla="*/ 1055282 h 1353297"/>
              <a:gd name="connsiteX56" fmla="*/ 6981874 w 10678681"/>
              <a:gd name="connsiteY56" fmla="*/ 1053827 h 1353297"/>
              <a:gd name="connsiteX57" fmla="*/ 6976102 w 10678681"/>
              <a:gd name="connsiteY57" fmla="*/ 1047854 h 1353297"/>
              <a:gd name="connsiteX58" fmla="*/ 6951040 w 10678681"/>
              <a:gd name="connsiteY58" fmla="*/ 1048531 h 1353297"/>
              <a:gd name="connsiteX59" fmla="*/ 6948497 w 10678681"/>
              <a:gd name="connsiteY59" fmla="*/ 1050706 h 1353297"/>
              <a:gd name="connsiteX60" fmla="*/ 6926582 w 10678681"/>
              <a:gd name="connsiteY60" fmla="*/ 1043462 h 1353297"/>
              <a:gd name="connsiteX61" fmla="*/ 6833743 w 10678681"/>
              <a:gd name="connsiteY61" fmla="*/ 1027960 h 1353297"/>
              <a:gd name="connsiteX62" fmla="*/ 6687090 w 10678681"/>
              <a:gd name="connsiteY62" fmla="*/ 1063250 h 1353297"/>
              <a:gd name="connsiteX63" fmla="*/ 6437450 w 10678681"/>
              <a:gd name="connsiteY63" fmla="*/ 1101075 h 1353297"/>
              <a:gd name="connsiteX64" fmla="*/ 6327795 w 10678681"/>
              <a:gd name="connsiteY64" fmla="*/ 1088142 h 1353297"/>
              <a:gd name="connsiteX65" fmla="*/ 6136549 w 10678681"/>
              <a:gd name="connsiteY65" fmla="*/ 1100268 h 1353297"/>
              <a:gd name="connsiteX66" fmla="*/ 6004655 w 10678681"/>
              <a:gd name="connsiteY66" fmla="*/ 1114946 h 1353297"/>
              <a:gd name="connsiteX67" fmla="*/ 5936643 w 10678681"/>
              <a:gd name="connsiteY67" fmla="*/ 1095428 h 1353297"/>
              <a:gd name="connsiteX68" fmla="*/ 5912484 w 10678681"/>
              <a:gd name="connsiteY68" fmla="*/ 1112624 h 1353297"/>
              <a:gd name="connsiteX69" fmla="*/ 5908387 w 10678681"/>
              <a:gd name="connsiteY69" fmla="*/ 1116018 h 1353297"/>
              <a:gd name="connsiteX70" fmla="*/ 5890495 w 10678681"/>
              <a:gd name="connsiteY70" fmla="*/ 1120268 h 1353297"/>
              <a:gd name="connsiteX71" fmla="*/ 5887318 w 10678681"/>
              <a:gd name="connsiteY71" fmla="*/ 1133134 h 1353297"/>
              <a:gd name="connsiteX72" fmla="*/ 5861726 w 10678681"/>
              <a:gd name="connsiteY72" fmla="*/ 1147891 h 1353297"/>
              <a:gd name="connsiteX73" fmla="*/ 5805823 w 10678681"/>
              <a:gd name="connsiteY73" fmla="*/ 1152457 h 1353297"/>
              <a:gd name="connsiteX74" fmla="*/ 5689841 w 10678681"/>
              <a:gd name="connsiteY74" fmla="*/ 1176232 h 1353297"/>
              <a:gd name="connsiteX75" fmla="*/ 5605119 w 10678681"/>
              <a:gd name="connsiteY75" fmla="*/ 1190202 h 1353297"/>
              <a:gd name="connsiteX76" fmla="*/ 5488513 w 10678681"/>
              <a:gd name="connsiteY76" fmla="*/ 1205367 h 1353297"/>
              <a:gd name="connsiteX77" fmla="*/ 5402905 w 10678681"/>
              <a:gd name="connsiteY77" fmla="*/ 1241191 h 1353297"/>
              <a:gd name="connsiteX78" fmla="*/ 5285593 w 10678681"/>
              <a:gd name="connsiteY78" fmla="*/ 1273569 h 1353297"/>
              <a:gd name="connsiteX79" fmla="*/ 5192893 w 10678681"/>
              <a:gd name="connsiteY79" fmla="*/ 1247188 h 1353297"/>
              <a:gd name="connsiteX80" fmla="*/ 5186475 w 10678681"/>
              <a:gd name="connsiteY80" fmla="*/ 1257028 h 1353297"/>
              <a:gd name="connsiteX81" fmla="*/ 5126038 w 10678681"/>
              <a:gd name="connsiteY81" fmla="*/ 1263189 h 1353297"/>
              <a:gd name="connsiteX82" fmla="*/ 4894688 w 10678681"/>
              <a:gd name="connsiteY82" fmla="*/ 1247184 h 1353297"/>
              <a:gd name="connsiteX83" fmla="*/ 4788036 w 10678681"/>
              <a:gd name="connsiteY83" fmla="*/ 1238182 h 1353297"/>
              <a:gd name="connsiteX84" fmla="*/ 4747555 w 10678681"/>
              <a:gd name="connsiteY84" fmla="*/ 1252768 h 1353297"/>
              <a:gd name="connsiteX85" fmla="*/ 4679644 w 10678681"/>
              <a:gd name="connsiteY85" fmla="*/ 1276603 h 1353297"/>
              <a:gd name="connsiteX86" fmla="*/ 4632222 w 10678681"/>
              <a:gd name="connsiteY86" fmla="*/ 1318360 h 1353297"/>
              <a:gd name="connsiteX87" fmla="*/ 4617358 w 10678681"/>
              <a:gd name="connsiteY87" fmla="*/ 1327690 h 1353297"/>
              <a:gd name="connsiteX88" fmla="*/ 4589102 w 10678681"/>
              <a:gd name="connsiteY88" fmla="*/ 1321223 h 1353297"/>
              <a:gd name="connsiteX89" fmla="*/ 4578184 w 10678681"/>
              <a:gd name="connsiteY89" fmla="*/ 1326745 h 1353297"/>
              <a:gd name="connsiteX90" fmla="*/ 4574270 w 10678681"/>
              <a:gd name="connsiteY90" fmla="*/ 1325878 h 1353297"/>
              <a:gd name="connsiteX91" fmla="*/ 4564919 w 10678681"/>
              <a:gd name="connsiteY91" fmla="*/ 1325507 h 1353297"/>
              <a:gd name="connsiteX92" fmla="*/ 4566586 w 10678681"/>
              <a:gd name="connsiteY92" fmla="*/ 1316963 h 1353297"/>
              <a:gd name="connsiteX93" fmla="*/ 4556303 w 10678681"/>
              <a:gd name="connsiteY93" fmla="*/ 1300262 h 1353297"/>
              <a:gd name="connsiteX94" fmla="*/ 4502358 w 10678681"/>
              <a:gd name="connsiteY94" fmla="*/ 1302558 h 1353297"/>
              <a:gd name="connsiteX95" fmla="*/ 4498919 w 10678681"/>
              <a:gd name="connsiteY95" fmla="*/ 1312115 h 1353297"/>
              <a:gd name="connsiteX96" fmla="*/ 4492075 w 10678681"/>
              <a:gd name="connsiteY96" fmla="*/ 1313357 h 1353297"/>
              <a:gd name="connsiteX97" fmla="*/ 4487466 w 10678681"/>
              <a:gd name="connsiteY97" fmla="*/ 1304102 h 1353297"/>
              <a:gd name="connsiteX98" fmla="*/ 4398292 w 10678681"/>
              <a:gd name="connsiteY98" fmla="*/ 1278410 h 1353297"/>
              <a:gd name="connsiteX99" fmla="*/ 4306088 w 10678681"/>
              <a:gd name="connsiteY99" fmla="*/ 1282512 h 1353297"/>
              <a:gd name="connsiteX100" fmla="*/ 4188995 w 10678681"/>
              <a:gd name="connsiteY100" fmla="*/ 1296718 h 1353297"/>
              <a:gd name="connsiteX101" fmla="*/ 4136582 w 10678681"/>
              <a:gd name="connsiteY101" fmla="*/ 1287687 h 1353297"/>
              <a:gd name="connsiteX102" fmla="*/ 4064614 w 10678681"/>
              <a:gd name="connsiteY102" fmla="*/ 1296118 h 1353297"/>
              <a:gd name="connsiteX103" fmla="*/ 3906561 w 10678681"/>
              <a:gd name="connsiteY103" fmla="*/ 1352435 h 1353297"/>
              <a:gd name="connsiteX104" fmla="*/ 3787890 w 10678681"/>
              <a:gd name="connsiteY104" fmla="*/ 1352442 h 1353297"/>
              <a:gd name="connsiteX105" fmla="*/ 3745993 w 10678681"/>
              <a:gd name="connsiteY105" fmla="*/ 1342630 h 1353297"/>
              <a:gd name="connsiteX106" fmla="*/ 3675785 w 10678681"/>
              <a:gd name="connsiteY106" fmla="*/ 1326802 h 1353297"/>
              <a:gd name="connsiteX107" fmla="*/ 3623856 w 10678681"/>
              <a:gd name="connsiteY107" fmla="*/ 1290804 h 1353297"/>
              <a:gd name="connsiteX108" fmla="*/ 3564933 w 10678681"/>
              <a:gd name="connsiteY108" fmla="*/ 1287147 h 1353297"/>
              <a:gd name="connsiteX109" fmla="*/ 3550537 w 10678681"/>
              <a:gd name="connsiteY109" fmla="*/ 1317552 h 1353297"/>
              <a:gd name="connsiteX110" fmla="*/ 3487736 w 10678681"/>
              <a:gd name="connsiteY110" fmla="*/ 1303493 h 1353297"/>
              <a:gd name="connsiteX111" fmla="*/ 3392548 w 10678681"/>
              <a:gd name="connsiteY111" fmla="*/ 1278741 h 1353297"/>
              <a:gd name="connsiteX112" fmla="*/ 3337466 w 10678681"/>
              <a:gd name="connsiteY112" fmla="*/ 1272537 h 1353297"/>
              <a:gd name="connsiteX113" fmla="*/ 3175981 w 10678681"/>
              <a:gd name="connsiteY113" fmla="*/ 1208973 h 1353297"/>
              <a:gd name="connsiteX114" fmla="*/ 3036856 w 10678681"/>
              <a:gd name="connsiteY114" fmla="*/ 1214383 h 1353297"/>
              <a:gd name="connsiteX115" fmla="*/ 2824973 w 10678681"/>
              <a:gd name="connsiteY115" fmla="*/ 1134864 h 1353297"/>
              <a:gd name="connsiteX116" fmla="*/ 2804398 w 10678681"/>
              <a:gd name="connsiteY116" fmla="*/ 1125556 h 1353297"/>
              <a:gd name="connsiteX117" fmla="*/ 2736109 w 10678681"/>
              <a:gd name="connsiteY117" fmla="*/ 1137717 h 1353297"/>
              <a:gd name="connsiteX118" fmla="*/ 2659096 w 10678681"/>
              <a:gd name="connsiteY118" fmla="*/ 1150294 h 1353297"/>
              <a:gd name="connsiteX119" fmla="*/ 2567088 w 10678681"/>
              <a:gd name="connsiteY119" fmla="*/ 1181781 h 1353297"/>
              <a:gd name="connsiteX120" fmla="*/ 2454501 w 10678681"/>
              <a:gd name="connsiteY120" fmla="*/ 1155455 h 1353297"/>
              <a:gd name="connsiteX121" fmla="*/ 2385161 w 10678681"/>
              <a:gd name="connsiteY121" fmla="*/ 1161312 h 1353297"/>
              <a:gd name="connsiteX122" fmla="*/ 2273361 w 10678681"/>
              <a:gd name="connsiteY122" fmla="*/ 1134090 h 1353297"/>
              <a:gd name="connsiteX123" fmla="*/ 2132003 w 10678681"/>
              <a:gd name="connsiteY123" fmla="*/ 1139225 h 1353297"/>
              <a:gd name="connsiteX124" fmla="*/ 2041224 w 10678681"/>
              <a:gd name="connsiteY124" fmla="*/ 1147536 h 1353297"/>
              <a:gd name="connsiteX125" fmla="*/ 2010157 w 10678681"/>
              <a:gd name="connsiteY125" fmla="*/ 1152767 h 1353297"/>
              <a:gd name="connsiteX126" fmla="*/ 1859213 w 10678681"/>
              <a:gd name="connsiteY126" fmla="*/ 1199540 h 1353297"/>
              <a:gd name="connsiteX127" fmla="*/ 1735877 w 10678681"/>
              <a:gd name="connsiteY127" fmla="*/ 1246527 h 1353297"/>
              <a:gd name="connsiteX128" fmla="*/ 1705069 w 10678681"/>
              <a:gd name="connsiteY128" fmla="*/ 1251989 h 1353297"/>
              <a:gd name="connsiteX129" fmla="*/ 1307888 w 10678681"/>
              <a:gd name="connsiteY129" fmla="*/ 1283156 h 1353297"/>
              <a:gd name="connsiteX130" fmla="*/ 1220734 w 10678681"/>
              <a:gd name="connsiteY130" fmla="*/ 1257811 h 1353297"/>
              <a:gd name="connsiteX131" fmla="*/ 1021737 w 10678681"/>
              <a:gd name="connsiteY131" fmla="*/ 1238739 h 1353297"/>
              <a:gd name="connsiteX132" fmla="*/ 959820 w 10678681"/>
              <a:gd name="connsiteY132" fmla="*/ 1275863 h 1353297"/>
              <a:gd name="connsiteX133" fmla="*/ 929137 w 10678681"/>
              <a:gd name="connsiteY133" fmla="*/ 1273957 h 1353297"/>
              <a:gd name="connsiteX134" fmla="*/ 878849 w 10678681"/>
              <a:gd name="connsiteY134" fmla="*/ 1266740 h 1353297"/>
              <a:gd name="connsiteX135" fmla="*/ 800667 w 10678681"/>
              <a:gd name="connsiteY135" fmla="*/ 1282041 h 1353297"/>
              <a:gd name="connsiteX136" fmla="*/ 644906 w 10678681"/>
              <a:gd name="connsiteY136" fmla="*/ 1273685 h 1353297"/>
              <a:gd name="connsiteX137" fmla="*/ 379869 w 10678681"/>
              <a:gd name="connsiteY137" fmla="*/ 1339165 h 1353297"/>
              <a:gd name="connsiteX138" fmla="*/ 137696 w 10678681"/>
              <a:gd name="connsiteY138" fmla="*/ 1319217 h 1353297"/>
              <a:gd name="connsiteX139" fmla="*/ 54250 w 10678681"/>
              <a:gd name="connsiteY139" fmla="*/ 1315838 h 1353297"/>
              <a:gd name="connsiteX140" fmla="*/ 28042 w 10678681"/>
              <a:gd name="connsiteY140" fmla="*/ 1297822 h 1353297"/>
              <a:gd name="connsiteX141" fmla="*/ 0 w 10678681"/>
              <a:gd name="connsiteY141" fmla="*/ 1294612 h 1353297"/>
              <a:gd name="connsiteX142" fmla="*/ 0 w 10678681"/>
              <a:gd name="connsiteY142" fmla="*/ 0 h 1353297"/>
              <a:gd name="connsiteX0" fmla="*/ 0 w 10678681"/>
              <a:gd name="connsiteY0" fmla="*/ 0 h 1352443"/>
              <a:gd name="connsiteX1" fmla="*/ 10678681 w 10678681"/>
              <a:gd name="connsiteY1" fmla="*/ 0 h 1352443"/>
              <a:gd name="connsiteX2" fmla="*/ 10666019 w 10678681"/>
              <a:gd name="connsiteY2" fmla="*/ 7876 h 1352443"/>
              <a:gd name="connsiteX3" fmla="*/ 10632825 w 10678681"/>
              <a:gd name="connsiteY3" fmla="*/ 32153 h 1352443"/>
              <a:gd name="connsiteX4" fmla="*/ 10510605 w 10678681"/>
              <a:gd name="connsiteY4" fmla="*/ 30449 h 1352443"/>
              <a:gd name="connsiteX5" fmla="*/ 10456989 w 10678681"/>
              <a:gd name="connsiteY5" fmla="*/ 979 h 1352443"/>
              <a:gd name="connsiteX6" fmla="*/ 10438642 w 10678681"/>
              <a:gd name="connsiteY6" fmla="*/ 1524 h 1352443"/>
              <a:gd name="connsiteX7" fmla="*/ 10407146 w 10678681"/>
              <a:gd name="connsiteY7" fmla="*/ 43659 h 1352443"/>
              <a:gd name="connsiteX8" fmla="*/ 10357996 w 10678681"/>
              <a:gd name="connsiteY8" fmla="*/ 50836 h 1352443"/>
              <a:gd name="connsiteX9" fmla="*/ 10306667 w 10678681"/>
              <a:gd name="connsiteY9" fmla="*/ 109739 h 1352443"/>
              <a:gd name="connsiteX10" fmla="*/ 10115334 w 10678681"/>
              <a:gd name="connsiteY10" fmla="*/ 155658 h 1352443"/>
              <a:gd name="connsiteX11" fmla="*/ 10068157 w 10678681"/>
              <a:gd name="connsiteY11" fmla="*/ 215673 h 1352443"/>
              <a:gd name="connsiteX12" fmla="*/ 10045431 w 10678681"/>
              <a:gd name="connsiteY12" fmla="*/ 229568 h 1352443"/>
              <a:gd name="connsiteX13" fmla="*/ 10013265 w 10678681"/>
              <a:gd name="connsiteY13" fmla="*/ 284757 h 1352443"/>
              <a:gd name="connsiteX14" fmla="*/ 9862496 w 10678681"/>
              <a:gd name="connsiteY14" fmla="*/ 223033 h 1352443"/>
              <a:gd name="connsiteX15" fmla="*/ 9679638 w 10678681"/>
              <a:gd name="connsiteY15" fmla="*/ 277462 h 1352443"/>
              <a:gd name="connsiteX16" fmla="*/ 9498347 w 10678681"/>
              <a:gd name="connsiteY16" fmla="*/ 244723 h 1352443"/>
              <a:gd name="connsiteX17" fmla="*/ 9399702 w 10678681"/>
              <a:gd name="connsiteY17" fmla="*/ 276316 h 1352443"/>
              <a:gd name="connsiteX18" fmla="*/ 9378439 w 10678681"/>
              <a:gd name="connsiteY18" fmla="*/ 326244 h 1352443"/>
              <a:gd name="connsiteX19" fmla="*/ 9121744 w 10678681"/>
              <a:gd name="connsiteY19" fmla="*/ 365177 h 1352443"/>
              <a:gd name="connsiteX20" fmla="*/ 9061654 w 10678681"/>
              <a:gd name="connsiteY20" fmla="*/ 393730 h 1352443"/>
              <a:gd name="connsiteX21" fmla="*/ 8997577 w 10678681"/>
              <a:gd name="connsiteY21" fmla="*/ 380865 h 1352443"/>
              <a:gd name="connsiteX22" fmla="*/ 8907968 w 10678681"/>
              <a:gd name="connsiteY22" fmla="*/ 447345 h 1352443"/>
              <a:gd name="connsiteX23" fmla="*/ 8764163 w 10678681"/>
              <a:gd name="connsiteY23" fmla="*/ 471000 h 1352443"/>
              <a:gd name="connsiteX24" fmla="*/ 8680155 w 10678681"/>
              <a:gd name="connsiteY24" fmla="*/ 492404 h 1352443"/>
              <a:gd name="connsiteX25" fmla="*/ 8651436 w 10678681"/>
              <a:gd name="connsiteY25" fmla="*/ 511923 h 1352443"/>
              <a:gd name="connsiteX26" fmla="*/ 8609185 w 10678681"/>
              <a:gd name="connsiteY26" fmla="*/ 531525 h 1352443"/>
              <a:gd name="connsiteX27" fmla="*/ 8537091 w 10678681"/>
              <a:gd name="connsiteY27" fmla="*/ 574933 h 1352443"/>
              <a:gd name="connsiteX28" fmla="*/ 8435931 w 10678681"/>
              <a:gd name="connsiteY28" fmla="*/ 617926 h 1352443"/>
              <a:gd name="connsiteX29" fmla="*/ 8348623 w 10678681"/>
              <a:gd name="connsiteY29" fmla="*/ 600607 h 1352443"/>
              <a:gd name="connsiteX30" fmla="*/ 8344233 w 10678681"/>
              <a:gd name="connsiteY30" fmla="*/ 610922 h 1352443"/>
              <a:gd name="connsiteX31" fmla="*/ 8290622 w 10678681"/>
              <a:gd name="connsiteY31" fmla="*/ 622687 h 1352443"/>
              <a:gd name="connsiteX32" fmla="*/ 8086698 w 10678681"/>
              <a:gd name="connsiteY32" fmla="*/ 605185 h 1352443"/>
              <a:gd name="connsiteX33" fmla="*/ 7982378 w 10678681"/>
              <a:gd name="connsiteY33" fmla="*/ 629799 h 1352443"/>
              <a:gd name="connsiteX34" fmla="*/ 7947952 w 10678681"/>
              <a:gd name="connsiteY34" fmla="*/ 648003 h 1352443"/>
              <a:gd name="connsiteX35" fmla="*/ 7890112 w 10678681"/>
              <a:gd name="connsiteY35" fmla="*/ 677915 h 1352443"/>
              <a:gd name="connsiteX36" fmla="*/ 7853284 w 10678681"/>
              <a:gd name="connsiteY36" fmla="*/ 723588 h 1352443"/>
              <a:gd name="connsiteX37" fmla="*/ 7802383 w 10678681"/>
              <a:gd name="connsiteY37" fmla="*/ 739359 h 1352443"/>
              <a:gd name="connsiteX38" fmla="*/ 7730518 w 10678681"/>
              <a:gd name="connsiteY38" fmla="*/ 739526 h 1352443"/>
              <a:gd name="connsiteX39" fmla="*/ 7652907 w 10678681"/>
              <a:gd name="connsiteY39" fmla="*/ 783273 h 1352443"/>
              <a:gd name="connsiteX40" fmla="*/ 7606008 w 10678681"/>
              <a:gd name="connsiteY40" fmla="*/ 800717 h 1352443"/>
              <a:gd name="connsiteX41" fmla="*/ 7480223 w 10678681"/>
              <a:gd name="connsiteY41" fmla="*/ 856821 h 1352443"/>
              <a:gd name="connsiteX42" fmla="*/ 7356005 w 10678681"/>
              <a:gd name="connsiteY42" fmla="*/ 919462 h 1352443"/>
              <a:gd name="connsiteX43" fmla="*/ 7305396 w 10678681"/>
              <a:gd name="connsiteY43" fmla="*/ 986228 h 1352443"/>
              <a:gd name="connsiteX44" fmla="*/ 7266251 w 10678681"/>
              <a:gd name="connsiteY44" fmla="*/ 967864 h 1352443"/>
              <a:gd name="connsiteX45" fmla="*/ 7269396 w 10678681"/>
              <a:gd name="connsiteY45" fmla="*/ 989282 h 1352443"/>
              <a:gd name="connsiteX46" fmla="*/ 7258094 w 10678681"/>
              <a:gd name="connsiteY46" fmla="*/ 990679 h 1352443"/>
              <a:gd name="connsiteX47" fmla="*/ 7257893 w 10678681"/>
              <a:gd name="connsiteY47" fmla="*/ 991204 h 1352443"/>
              <a:gd name="connsiteX48" fmla="*/ 7247153 w 10678681"/>
              <a:gd name="connsiteY48" fmla="*/ 991550 h 1352443"/>
              <a:gd name="connsiteX49" fmla="*/ 7193612 w 10678681"/>
              <a:gd name="connsiteY49" fmla="*/ 987042 h 1352443"/>
              <a:gd name="connsiteX50" fmla="*/ 7132632 w 10678681"/>
              <a:gd name="connsiteY50" fmla="*/ 1042036 h 1352443"/>
              <a:gd name="connsiteX51" fmla="*/ 7105610 w 10678681"/>
              <a:gd name="connsiteY51" fmla="*/ 1053537 h 1352443"/>
              <a:gd name="connsiteX52" fmla="*/ 7069148 w 10678681"/>
              <a:gd name="connsiteY52" fmla="*/ 1047163 h 1352443"/>
              <a:gd name="connsiteX53" fmla="*/ 7039634 w 10678681"/>
              <a:gd name="connsiteY53" fmla="*/ 1059971 h 1352443"/>
              <a:gd name="connsiteX54" fmla="*/ 7033445 w 10678681"/>
              <a:gd name="connsiteY54" fmla="*/ 1063314 h 1352443"/>
              <a:gd name="connsiteX55" fmla="*/ 6999157 w 10678681"/>
              <a:gd name="connsiteY55" fmla="*/ 1055282 h 1352443"/>
              <a:gd name="connsiteX56" fmla="*/ 6981874 w 10678681"/>
              <a:gd name="connsiteY56" fmla="*/ 1053827 h 1352443"/>
              <a:gd name="connsiteX57" fmla="*/ 6976102 w 10678681"/>
              <a:gd name="connsiteY57" fmla="*/ 1047854 h 1352443"/>
              <a:gd name="connsiteX58" fmla="*/ 6951040 w 10678681"/>
              <a:gd name="connsiteY58" fmla="*/ 1048531 h 1352443"/>
              <a:gd name="connsiteX59" fmla="*/ 6948497 w 10678681"/>
              <a:gd name="connsiteY59" fmla="*/ 1050706 h 1352443"/>
              <a:gd name="connsiteX60" fmla="*/ 6926582 w 10678681"/>
              <a:gd name="connsiteY60" fmla="*/ 1043462 h 1352443"/>
              <a:gd name="connsiteX61" fmla="*/ 6833743 w 10678681"/>
              <a:gd name="connsiteY61" fmla="*/ 1027960 h 1352443"/>
              <a:gd name="connsiteX62" fmla="*/ 6687090 w 10678681"/>
              <a:gd name="connsiteY62" fmla="*/ 1063250 h 1352443"/>
              <a:gd name="connsiteX63" fmla="*/ 6437450 w 10678681"/>
              <a:gd name="connsiteY63" fmla="*/ 1101075 h 1352443"/>
              <a:gd name="connsiteX64" fmla="*/ 6327795 w 10678681"/>
              <a:gd name="connsiteY64" fmla="*/ 1088142 h 1352443"/>
              <a:gd name="connsiteX65" fmla="*/ 6136549 w 10678681"/>
              <a:gd name="connsiteY65" fmla="*/ 1100268 h 1352443"/>
              <a:gd name="connsiteX66" fmla="*/ 6004655 w 10678681"/>
              <a:gd name="connsiteY66" fmla="*/ 1114946 h 1352443"/>
              <a:gd name="connsiteX67" fmla="*/ 5936643 w 10678681"/>
              <a:gd name="connsiteY67" fmla="*/ 1095428 h 1352443"/>
              <a:gd name="connsiteX68" fmla="*/ 5912484 w 10678681"/>
              <a:gd name="connsiteY68" fmla="*/ 1112624 h 1352443"/>
              <a:gd name="connsiteX69" fmla="*/ 5908387 w 10678681"/>
              <a:gd name="connsiteY69" fmla="*/ 1116018 h 1352443"/>
              <a:gd name="connsiteX70" fmla="*/ 5890495 w 10678681"/>
              <a:gd name="connsiteY70" fmla="*/ 1120268 h 1352443"/>
              <a:gd name="connsiteX71" fmla="*/ 5887318 w 10678681"/>
              <a:gd name="connsiteY71" fmla="*/ 1133134 h 1352443"/>
              <a:gd name="connsiteX72" fmla="*/ 5861726 w 10678681"/>
              <a:gd name="connsiteY72" fmla="*/ 1147891 h 1352443"/>
              <a:gd name="connsiteX73" fmla="*/ 5805823 w 10678681"/>
              <a:gd name="connsiteY73" fmla="*/ 1152457 h 1352443"/>
              <a:gd name="connsiteX74" fmla="*/ 5689841 w 10678681"/>
              <a:gd name="connsiteY74" fmla="*/ 1176232 h 1352443"/>
              <a:gd name="connsiteX75" fmla="*/ 5605119 w 10678681"/>
              <a:gd name="connsiteY75" fmla="*/ 1190202 h 1352443"/>
              <a:gd name="connsiteX76" fmla="*/ 5488513 w 10678681"/>
              <a:gd name="connsiteY76" fmla="*/ 1205367 h 1352443"/>
              <a:gd name="connsiteX77" fmla="*/ 5402905 w 10678681"/>
              <a:gd name="connsiteY77" fmla="*/ 1241191 h 1352443"/>
              <a:gd name="connsiteX78" fmla="*/ 5285593 w 10678681"/>
              <a:gd name="connsiteY78" fmla="*/ 1273569 h 1352443"/>
              <a:gd name="connsiteX79" fmla="*/ 5192893 w 10678681"/>
              <a:gd name="connsiteY79" fmla="*/ 1247188 h 1352443"/>
              <a:gd name="connsiteX80" fmla="*/ 5186475 w 10678681"/>
              <a:gd name="connsiteY80" fmla="*/ 1257028 h 1352443"/>
              <a:gd name="connsiteX81" fmla="*/ 5126038 w 10678681"/>
              <a:gd name="connsiteY81" fmla="*/ 1263189 h 1352443"/>
              <a:gd name="connsiteX82" fmla="*/ 4894688 w 10678681"/>
              <a:gd name="connsiteY82" fmla="*/ 1247184 h 1352443"/>
              <a:gd name="connsiteX83" fmla="*/ 4788036 w 10678681"/>
              <a:gd name="connsiteY83" fmla="*/ 1238182 h 1352443"/>
              <a:gd name="connsiteX84" fmla="*/ 4747555 w 10678681"/>
              <a:gd name="connsiteY84" fmla="*/ 1252768 h 1352443"/>
              <a:gd name="connsiteX85" fmla="*/ 4679644 w 10678681"/>
              <a:gd name="connsiteY85" fmla="*/ 1276603 h 1352443"/>
              <a:gd name="connsiteX86" fmla="*/ 4632222 w 10678681"/>
              <a:gd name="connsiteY86" fmla="*/ 1318360 h 1352443"/>
              <a:gd name="connsiteX87" fmla="*/ 4617358 w 10678681"/>
              <a:gd name="connsiteY87" fmla="*/ 1327690 h 1352443"/>
              <a:gd name="connsiteX88" fmla="*/ 4589102 w 10678681"/>
              <a:gd name="connsiteY88" fmla="*/ 1321223 h 1352443"/>
              <a:gd name="connsiteX89" fmla="*/ 4578184 w 10678681"/>
              <a:gd name="connsiteY89" fmla="*/ 1326745 h 1352443"/>
              <a:gd name="connsiteX90" fmla="*/ 4574270 w 10678681"/>
              <a:gd name="connsiteY90" fmla="*/ 1325878 h 1352443"/>
              <a:gd name="connsiteX91" fmla="*/ 4564919 w 10678681"/>
              <a:gd name="connsiteY91" fmla="*/ 1325507 h 1352443"/>
              <a:gd name="connsiteX92" fmla="*/ 4566586 w 10678681"/>
              <a:gd name="connsiteY92" fmla="*/ 1316963 h 1352443"/>
              <a:gd name="connsiteX93" fmla="*/ 4556303 w 10678681"/>
              <a:gd name="connsiteY93" fmla="*/ 1300262 h 1352443"/>
              <a:gd name="connsiteX94" fmla="*/ 4502358 w 10678681"/>
              <a:gd name="connsiteY94" fmla="*/ 1302558 h 1352443"/>
              <a:gd name="connsiteX95" fmla="*/ 4498919 w 10678681"/>
              <a:gd name="connsiteY95" fmla="*/ 1312115 h 1352443"/>
              <a:gd name="connsiteX96" fmla="*/ 4492075 w 10678681"/>
              <a:gd name="connsiteY96" fmla="*/ 1313357 h 1352443"/>
              <a:gd name="connsiteX97" fmla="*/ 4487466 w 10678681"/>
              <a:gd name="connsiteY97" fmla="*/ 1304102 h 1352443"/>
              <a:gd name="connsiteX98" fmla="*/ 4398292 w 10678681"/>
              <a:gd name="connsiteY98" fmla="*/ 1278410 h 1352443"/>
              <a:gd name="connsiteX99" fmla="*/ 4306088 w 10678681"/>
              <a:gd name="connsiteY99" fmla="*/ 1282512 h 1352443"/>
              <a:gd name="connsiteX100" fmla="*/ 4188995 w 10678681"/>
              <a:gd name="connsiteY100" fmla="*/ 1296718 h 1352443"/>
              <a:gd name="connsiteX101" fmla="*/ 4136582 w 10678681"/>
              <a:gd name="connsiteY101" fmla="*/ 1287687 h 1352443"/>
              <a:gd name="connsiteX102" fmla="*/ 4064614 w 10678681"/>
              <a:gd name="connsiteY102" fmla="*/ 1296118 h 1352443"/>
              <a:gd name="connsiteX103" fmla="*/ 3900948 w 10678681"/>
              <a:gd name="connsiteY103" fmla="*/ 1322156 h 1352443"/>
              <a:gd name="connsiteX104" fmla="*/ 3787890 w 10678681"/>
              <a:gd name="connsiteY104" fmla="*/ 1352442 h 1352443"/>
              <a:gd name="connsiteX105" fmla="*/ 3745993 w 10678681"/>
              <a:gd name="connsiteY105" fmla="*/ 1342630 h 1352443"/>
              <a:gd name="connsiteX106" fmla="*/ 3675785 w 10678681"/>
              <a:gd name="connsiteY106" fmla="*/ 1326802 h 1352443"/>
              <a:gd name="connsiteX107" fmla="*/ 3623856 w 10678681"/>
              <a:gd name="connsiteY107" fmla="*/ 1290804 h 1352443"/>
              <a:gd name="connsiteX108" fmla="*/ 3564933 w 10678681"/>
              <a:gd name="connsiteY108" fmla="*/ 1287147 h 1352443"/>
              <a:gd name="connsiteX109" fmla="*/ 3550537 w 10678681"/>
              <a:gd name="connsiteY109" fmla="*/ 1317552 h 1352443"/>
              <a:gd name="connsiteX110" fmla="*/ 3487736 w 10678681"/>
              <a:gd name="connsiteY110" fmla="*/ 1303493 h 1352443"/>
              <a:gd name="connsiteX111" fmla="*/ 3392548 w 10678681"/>
              <a:gd name="connsiteY111" fmla="*/ 1278741 h 1352443"/>
              <a:gd name="connsiteX112" fmla="*/ 3337466 w 10678681"/>
              <a:gd name="connsiteY112" fmla="*/ 1272537 h 1352443"/>
              <a:gd name="connsiteX113" fmla="*/ 3175981 w 10678681"/>
              <a:gd name="connsiteY113" fmla="*/ 1208973 h 1352443"/>
              <a:gd name="connsiteX114" fmla="*/ 3036856 w 10678681"/>
              <a:gd name="connsiteY114" fmla="*/ 1214383 h 1352443"/>
              <a:gd name="connsiteX115" fmla="*/ 2824973 w 10678681"/>
              <a:gd name="connsiteY115" fmla="*/ 1134864 h 1352443"/>
              <a:gd name="connsiteX116" fmla="*/ 2804398 w 10678681"/>
              <a:gd name="connsiteY116" fmla="*/ 1125556 h 1352443"/>
              <a:gd name="connsiteX117" fmla="*/ 2736109 w 10678681"/>
              <a:gd name="connsiteY117" fmla="*/ 1137717 h 1352443"/>
              <a:gd name="connsiteX118" fmla="*/ 2659096 w 10678681"/>
              <a:gd name="connsiteY118" fmla="*/ 1150294 h 1352443"/>
              <a:gd name="connsiteX119" fmla="*/ 2567088 w 10678681"/>
              <a:gd name="connsiteY119" fmla="*/ 1181781 h 1352443"/>
              <a:gd name="connsiteX120" fmla="*/ 2454501 w 10678681"/>
              <a:gd name="connsiteY120" fmla="*/ 1155455 h 1352443"/>
              <a:gd name="connsiteX121" fmla="*/ 2385161 w 10678681"/>
              <a:gd name="connsiteY121" fmla="*/ 1161312 h 1352443"/>
              <a:gd name="connsiteX122" fmla="*/ 2273361 w 10678681"/>
              <a:gd name="connsiteY122" fmla="*/ 1134090 h 1352443"/>
              <a:gd name="connsiteX123" fmla="*/ 2132003 w 10678681"/>
              <a:gd name="connsiteY123" fmla="*/ 1139225 h 1352443"/>
              <a:gd name="connsiteX124" fmla="*/ 2041224 w 10678681"/>
              <a:gd name="connsiteY124" fmla="*/ 1147536 h 1352443"/>
              <a:gd name="connsiteX125" fmla="*/ 2010157 w 10678681"/>
              <a:gd name="connsiteY125" fmla="*/ 1152767 h 1352443"/>
              <a:gd name="connsiteX126" fmla="*/ 1859213 w 10678681"/>
              <a:gd name="connsiteY126" fmla="*/ 1199540 h 1352443"/>
              <a:gd name="connsiteX127" fmla="*/ 1735877 w 10678681"/>
              <a:gd name="connsiteY127" fmla="*/ 1246527 h 1352443"/>
              <a:gd name="connsiteX128" fmla="*/ 1705069 w 10678681"/>
              <a:gd name="connsiteY128" fmla="*/ 1251989 h 1352443"/>
              <a:gd name="connsiteX129" fmla="*/ 1307888 w 10678681"/>
              <a:gd name="connsiteY129" fmla="*/ 1283156 h 1352443"/>
              <a:gd name="connsiteX130" fmla="*/ 1220734 w 10678681"/>
              <a:gd name="connsiteY130" fmla="*/ 1257811 h 1352443"/>
              <a:gd name="connsiteX131" fmla="*/ 1021737 w 10678681"/>
              <a:gd name="connsiteY131" fmla="*/ 1238739 h 1352443"/>
              <a:gd name="connsiteX132" fmla="*/ 959820 w 10678681"/>
              <a:gd name="connsiteY132" fmla="*/ 1275863 h 1352443"/>
              <a:gd name="connsiteX133" fmla="*/ 929137 w 10678681"/>
              <a:gd name="connsiteY133" fmla="*/ 1273957 h 1352443"/>
              <a:gd name="connsiteX134" fmla="*/ 878849 w 10678681"/>
              <a:gd name="connsiteY134" fmla="*/ 1266740 h 1352443"/>
              <a:gd name="connsiteX135" fmla="*/ 800667 w 10678681"/>
              <a:gd name="connsiteY135" fmla="*/ 1282041 h 1352443"/>
              <a:gd name="connsiteX136" fmla="*/ 644906 w 10678681"/>
              <a:gd name="connsiteY136" fmla="*/ 1273685 h 1352443"/>
              <a:gd name="connsiteX137" fmla="*/ 379869 w 10678681"/>
              <a:gd name="connsiteY137" fmla="*/ 1339165 h 1352443"/>
              <a:gd name="connsiteX138" fmla="*/ 137696 w 10678681"/>
              <a:gd name="connsiteY138" fmla="*/ 1319217 h 1352443"/>
              <a:gd name="connsiteX139" fmla="*/ 54250 w 10678681"/>
              <a:gd name="connsiteY139" fmla="*/ 1315838 h 1352443"/>
              <a:gd name="connsiteX140" fmla="*/ 28042 w 10678681"/>
              <a:gd name="connsiteY140" fmla="*/ 1297822 h 1352443"/>
              <a:gd name="connsiteX141" fmla="*/ 0 w 10678681"/>
              <a:gd name="connsiteY141" fmla="*/ 1294612 h 1352443"/>
              <a:gd name="connsiteX142" fmla="*/ 0 w 10678681"/>
              <a:gd name="connsiteY142" fmla="*/ 0 h 1352443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62496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10013265 w 10678681"/>
              <a:gd name="connsiteY13" fmla="*/ 284757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306667 w 10678681"/>
              <a:gd name="connsiteY9" fmla="*/ 10973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57996 w 10678681"/>
              <a:gd name="connsiteY8" fmla="*/ 50836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0605 w 10678681"/>
              <a:gd name="connsiteY4" fmla="*/ 30449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78439 w 10678681"/>
              <a:gd name="connsiteY18" fmla="*/ 32624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22314 w 10678681"/>
              <a:gd name="connsiteY18" fmla="*/ 333814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99702 w 10678681"/>
              <a:gd name="connsiteY17" fmla="*/ 276316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7450 w 10678681"/>
              <a:gd name="connsiteY63" fmla="*/ 1101075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69396 w 10678681"/>
              <a:gd name="connsiteY45" fmla="*/ 989282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290622 w 10678681"/>
              <a:gd name="connsiteY31" fmla="*/ 622687 h 1342734"/>
              <a:gd name="connsiteX32" fmla="*/ 8086698 w 10678681"/>
              <a:gd name="connsiteY32" fmla="*/ 605185 h 1342734"/>
              <a:gd name="connsiteX33" fmla="*/ 7982378 w 10678681"/>
              <a:gd name="connsiteY33" fmla="*/ 629799 h 1342734"/>
              <a:gd name="connsiteX34" fmla="*/ 7947952 w 10678681"/>
              <a:gd name="connsiteY34" fmla="*/ 648003 h 1342734"/>
              <a:gd name="connsiteX35" fmla="*/ 7890112 w 10678681"/>
              <a:gd name="connsiteY35" fmla="*/ 677915 h 1342734"/>
              <a:gd name="connsiteX36" fmla="*/ 7853284 w 10678681"/>
              <a:gd name="connsiteY36" fmla="*/ 723588 h 1342734"/>
              <a:gd name="connsiteX37" fmla="*/ 7802383 w 10678681"/>
              <a:gd name="connsiteY37" fmla="*/ 739359 h 1342734"/>
              <a:gd name="connsiteX38" fmla="*/ 7730518 w 10678681"/>
              <a:gd name="connsiteY38" fmla="*/ 739526 h 1342734"/>
              <a:gd name="connsiteX39" fmla="*/ 7720084 w 10678681"/>
              <a:gd name="connsiteY39" fmla="*/ 760750 h 1342734"/>
              <a:gd name="connsiteX40" fmla="*/ 7652907 w 10678681"/>
              <a:gd name="connsiteY40" fmla="*/ 783273 h 1342734"/>
              <a:gd name="connsiteX41" fmla="*/ 7606008 w 10678681"/>
              <a:gd name="connsiteY41" fmla="*/ 800717 h 1342734"/>
              <a:gd name="connsiteX42" fmla="*/ 7480223 w 10678681"/>
              <a:gd name="connsiteY42" fmla="*/ 856821 h 1342734"/>
              <a:gd name="connsiteX43" fmla="*/ 7356005 w 10678681"/>
              <a:gd name="connsiteY43" fmla="*/ 919462 h 1342734"/>
              <a:gd name="connsiteX44" fmla="*/ 7305396 w 10678681"/>
              <a:gd name="connsiteY44" fmla="*/ 986228 h 1342734"/>
              <a:gd name="connsiteX45" fmla="*/ 7266251 w 10678681"/>
              <a:gd name="connsiteY45" fmla="*/ 967864 h 1342734"/>
              <a:gd name="connsiteX46" fmla="*/ 7258094 w 10678681"/>
              <a:gd name="connsiteY46" fmla="*/ 990679 h 1342734"/>
              <a:gd name="connsiteX47" fmla="*/ 7257893 w 10678681"/>
              <a:gd name="connsiteY47" fmla="*/ 991204 h 1342734"/>
              <a:gd name="connsiteX48" fmla="*/ 7247153 w 10678681"/>
              <a:gd name="connsiteY48" fmla="*/ 991550 h 1342734"/>
              <a:gd name="connsiteX49" fmla="*/ 7193612 w 10678681"/>
              <a:gd name="connsiteY49" fmla="*/ 987042 h 1342734"/>
              <a:gd name="connsiteX50" fmla="*/ 7132632 w 10678681"/>
              <a:gd name="connsiteY50" fmla="*/ 1042036 h 1342734"/>
              <a:gd name="connsiteX51" fmla="*/ 7105610 w 10678681"/>
              <a:gd name="connsiteY51" fmla="*/ 1053537 h 1342734"/>
              <a:gd name="connsiteX52" fmla="*/ 7069148 w 10678681"/>
              <a:gd name="connsiteY52" fmla="*/ 1047163 h 1342734"/>
              <a:gd name="connsiteX53" fmla="*/ 7039634 w 10678681"/>
              <a:gd name="connsiteY53" fmla="*/ 1059971 h 1342734"/>
              <a:gd name="connsiteX54" fmla="*/ 7033445 w 10678681"/>
              <a:gd name="connsiteY54" fmla="*/ 1063314 h 1342734"/>
              <a:gd name="connsiteX55" fmla="*/ 6999157 w 10678681"/>
              <a:gd name="connsiteY55" fmla="*/ 1055282 h 1342734"/>
              <a:gd name="connsiteX56" fmla="*/ 6981874 w 10678681"/>
              <a:gd name="connsiteY56" fmla="*/ 1053827 h 1342734"/>
              <a:gd name="connsiteX57" fmla="*/ 6976102 w 10678681"/>
              <a:gd name="connsiteY57" fmla="*/ 1047854 h 1342734"/>
              <a:gd name="connsiteX58" fmla="*/ 6951040 w 10678681"/>
              <a:gd name="connsiteY58" fmla="*/ 1048531 h 1342734"/>
              <a:gd name="connsiteX59" fmla="*/ 6948497 w 10678681"/>
              <a:gd name="connsiteY59" fmla="*/ 1050706 h 1342734"/>
              <a:gd name="connsiteX60" fmla="*/ 6926582 w 10678681"/>
              <a:gd name="connsiteY60" fmla="*/ 1043462 h 1342734"/>
              <a:gd name="connsiteX61" fmla="*/ 6833743 w 10678681"/>
              <a:gd name="connsiteY61" fmla="*/ 1027960 h 1342734"/>
              <a:gd name="connsiteX62" fmla="*/ 6687090 w 10678681"/>
              <a:gd name="connsiteY62" fmla="*/ 1063250 h 1342734"/>
              <a:gd name="connsiteX63" fmla="*/ 6431838 w 10678681"/>
              <a:gd name="connsiteY63" fmla="*/ 1063226 h 1342734"/>
              <a:gd name="connsiteX64" fmla="*/ 6327795 w 10678681"/>
              <a:gd name="connsiteY64" fmla="*/ 1088142 h 1342734"/>
              <a:gd name="connsiteX65" fmla="*/ 6136549 w 10678681"/>
              <a:gd name="connsiteY65" fmla="*/ 1100268 h 1342734"/>
              <a:gd name="connsiteX66" fmla="*/ 6004655 w 10678681"/>
              <a:gd name="connsiteY66" fmla="*/ 1114946 h 1342734"/>
              <a:gd name="connsiteX67" fmla="*/ 5936643 w 10678681"/>
              <a:gd name="connsiteY67" fmla="*/ 1095428 h 1342734"/>
              <a:gd name="connsiteX68" fmla="*/ 5912484 w 10678681"/>
              <a:gd name="connsiteY68" fmla="*/ 1112624 h 1342734"/>
              <a:gd name="connsiteX69" fmla="*/ 5908387 w 10678681"/>
              <a:gd name="connsiteY69" fmla="*/ 1116018 h 1342734"/>
              <a:gd name="connsiteX70" fmla="*/ 5890495 w 10678681"/>
              <a:gd name="connsiteY70" fmla="*/ 1120268 h 1342734"/>
              <a:gd name="connsiteX71" fmla="*/ 5887318 w 10678681"/>
              <a:gd name="connsiteY71" fmla="*/ 1133134 h 1342734"/>
              <a:gd name="connsiteX72" fmla="*/ 5861726 w 10678681"/>
              <a:gd name="connsiteY72" fmla="*/ 1147891 h 1342734"/>
              <a:gd name="connsiteX73" fmla="*/ 5805823 w 10678681"/>
              <a:gd name="connsiteY73" fmla="*/ 1152457 h 1342734"/>
              <a:gd name="connsiteX74" fmla="*/ 5689841 w 10678681"/>
              <a:gd name="connsiteY74" fmla="*/ 1176232 h 1342734"/>
              <a:gd name="connsiteX75" fmla="*/ 5605119 w 10678681"/>
              <a:gd name="connsiteY75" fmla="*/ 1190202 h 1342734"/>
              <a:gd name="connsiteX76" fmla="*/ 5488513 w 10678681"/>
              <a:gd name="connsiteY76" fmla="*/ 1205367 h 1342734"/>
              <a:gd name="connsiteX77" fmla="*/ 5402905 w 10678681"/>
              <a:gd name="connsiteY77" fmla="*/ 1241191 h 1342734"/>
              <a:gd name="connsiteX78" fmla="*/ 5285593 w 10678681"/>
              <a:gd name="connsiteY78" fmla="*/ 1273569 h 1342734"/>
              <a:gd name="connsiteX79" fmla="*/ 5192893 w 10678681"/>
              <a:gd name="connsiteY79" fmla="*/ 1247188 h 1342734"/>
              <a:gd name="connsiteX80" fmla="*/ 5186475 w 10678681"/>
              <a:gd name="connsiteY80" fmla="*/ 1257028 h 1342734"/>
              <a:gd name="connsiteX81" fmla="*/ 5126038 w 10678681"/>
              <a:gd name="connsiteY81" fmla="*/ 1263189 h 1342734"/>
              <a:gd name="connsiteX82" fmla="*/ 4894688 w 10678681"/>
              <a:gd name="connsiteY82" fmla="*/ 1247184 h 1342734"/>
              <a:gd name="connsiteX83" fmla="*/ 4788036 w 10678681"/>
              <a:gd name="connsiteY83" fmla="*/ 1238182 h 1342734"/>
              <a:gd name="connsiteX84" fmla="*/ 4747555 w 10678681"/>
              <a:gd name="connsiteY84" fmla="*/ 1252768 h 1342734"/>
              <a:gd name="connsiteX85" fmla="*/ 4679644 w 10678681"/>
              <a:gd name="connsiteY85" fmla="*/ 1276603 h 1342734"/>
              <a:gd name="connsiteX86" fmla="*/ 4632222 w 10678681"/>
              <a:gd name="connsiteY86" fmla="*/ 1318360 h 1342734"/>
              <a:gd name="connsiteX87" fmla="*/ 4617358 w 10678681"/>
              <a:gd name="connsiteY87" fmla="*/ 1327690 h 1342734"/>
              <a:gd name="connsiteX88" fmla="*/ 4589102 w 10678681"/>
              <a:gd name="connsiteY88" fmla="*/ 1321223 h 1342734"/>
              <a:gd name="connsiteX89" fmla="*/ 4578184 w 10678681"/>
              <a:gd name="connsiteY89" fmla="*/ 1326745 h 1342734"/>
              <a:gd name="connsiteX90" fmla="*/ 4574270 w 10678681"/>
              <a:gd name="connsiteY90" fmla="*/ 1325878 h 1342734"/>
              <a:gd name="connsiteX91" fmla="*/ 4564919 w 10678681"/>
              <a:gd name="connsiteY91" fmla="*/ 1325507 h 1342734"/>
              <a:gd name="connsiteX92" fmla="*/ 4566586 w 10678681"/>
              <a:gd name="connsiteY92" fmla="*/ 1316963 h 1342734"/>
              <a:gd name="connsiteX93" fmla="*/ 4556303 w 10678681"/>
              <a:gd name="connsiteY93" fmla="*/ 1300262 h 1342734"/>
              <a:gd name="connsiteX94" fmla="*/ 4502358 w 10678681"/>
              <a:gd name="connsiteY94" fmla="*/ 1302558 h 1342734"/>
              <a:gd name="connsiteX95" fmla="*/ 4498919 w 10678681"/>
              <a:gd name="connsiteY95" fmla="*/ 1312115 h 1342734"/>
              <a:gd name="connsiteX96" fmla="*/ 4492075 w 10678681"/>
              <a:gd name="connsiteY96" fmla="*/ 1313357 h 1342734"/>
              <a:gd name="connsiteX97" fmla="*/ 4487466 w 10678681"/>
              <a:gd name="connsiteY97" fmla="*/ 1304102 h 1342734"/>
              <a:gd name="connsiteX98" fmla="*/ 4398292 w 10678681"/>
              <a:gd name="connsiteY98" fmla="*/ 1278410 h 1342734"/>
              <a:gd name="connsiteX99" fmla="*/ 4306088 w 10678681"/>
              <a:gd name="connsiteY99" fmla="*/ 1282512 h 1342734"/>
              <a:gd name="connsiteX100" fmla="*/ 4188995 w 10678681"/>
              <a:gd name="connsiteY100" fmla="*/ 1296718 h 1342734"/>
              <a:gd name="connsiteX101" fmla="*/ 4136582 w 10678681"/>
              <a:gd name="connsiteY101" fmla="*/ 1287687 h 1342734"/>
              <a:gd name="connsiteX102" fmla="*/ 4064614 w 10678681"/>
              <a:gd name="connsiteY102" fmla="*/ 1296118 h 1342734"/>
              <a:gd name="connsiteX103" fmla="*/ 3900948 w 10678681"/>
              <a:gd name="connsiteY103" fmla="*/ 1322156 h 1342734"/>
              <a:gd name="connsiteX104" fmla="*/ 3787890 w 10678681"/>
              <a:gd name="connsiteY104" fmla="*/ 1322164 h 1342734"/>
              <a:gd name="connsiteX105" fmla="*/ 3745993 w 10678681"/>
              <a:gd name="connsiteY105" fmla="*/ 1342630 h 1342734"/>
              <a:gd name="connsiteX106" fmla="*/ 3675785 w 10678681"/>
              <a:gd name="connsiteY106" fmla="*/ 1326802 h 1342734"/>
              <a:gd name="connsiteX107" fmla="*/ 3623856 w 10678681"/>
              <a:gd name="connsiteY107" fmla="*/ 1290804 h 1342734"/>
              <a:gd name="connsiteX108" fmla="*/ 3564933 w 10678681"/>
              <a:gd name="connsiteY108" fmla="*/ 1287147 h 1342734"/>
              <a:gd name="connsiteX109" fmla="*/ 3550537 w 10678681"/>
              <a:gd name="connsiteY109" fmla="*/ 1317552 h 1342734"/>
              <a:gd name="connsiteX110" fmla="*/ 3487736 w 10678681"/>
              <a:gd name="connsiteY110" fmla="*/ 1303493 h 1342734"/>
              <a:gd name="connsiteX111" fmla="*/ 3392548 w 10678681"/>
              <a:gd name="connsiteY111" fmla="*/ 1278741 h 1342734"/>
              <a:gd name="connsiteX112" fmla="*/ 3337466 w 10678681"/>
              <a:gd name="connsiteY112" fmla="*/ 1272537 h 1342734"/>
              <a:gd name="connsiteX113" fmla="*/ 3175981 w 10678681"/>
              <a:gd name="connsiteY113" fmla="*/ 1208973 h 1342734"/>
              <a:gd name="connsiteX114" fmla="*/ 3036856 w 10678681"/>
              <a:gd name="connsiteY114" fmla="*/ 1214383 h 1342734"/>
              <a:gd name="connsiteX115" fmla="*/ 2824973 w 10678681"/>
              <a:gd name="connsiteY115" fmla="*/ 1134864 h 1342734"/>
              <a:gd name="connsiteX116" fmla="*/ 2804398 w 10678681"/>
              <a:gd name="connsiteY116" fmla="*/ 1125556 h 1342734"/>
              <a:gd name="connsiteX117" fmla="*/ 2736109 w 10678681"/>
              <a:gd name="connsiteY117" fmla="*/ 1137717 h 1342734"/>
              <a:gd name="connsiteX118" fmla="*/ 2659096 w 10678681"/>
              <a:gd name="connsiteY118" fmla="*/ 1150294 h 1342734"/>
              <a:gd name="connsiteX119" fmla="*/ 2567088 w 10678681"/>
              <a:gd name="connsiteY119" fmla="*/ 1181781 h 1342734"/>
              <a:gd name="connsiteX120" fmla="*/ 2454501 w 10678681"/>
              <a:gd name="connsiteY120" fmla="*/ 1155455 h 1342734"/>
              <a:gd name="connsiteX121" fmla="*/ 2385161 w 10678681"/>
              <a:gd name="connsiteY121" fmla="*/ 1161312 h 1342734"/>
              <a:gd name="connsiteX122" fmla="*/ 2273361 w 10678681"/>
              <a:gd name="connsiteY122" fmla="*/ 1134090 h 1342734"/>
              <a:gd name="connsiteX123" fmla="*/ 2132003 w 10678681"/>
              <a:gd name="connsiteY123" fmla="*/ 1139225 h 1342734"/>
              <a:gd name="connsiteX124" fmla="*/ 2041224 w 10678681"/>
              <a:gd name="connsiteY124" fmla="*/ 1147536 h 1342734"/>
              <a:gd name="connsiteX125" fmla="*/ 2010157 w 10678681"/>
              <a:gd name="connsiteY125" fmla="*/ 1152767 h 1342734"/>
              <a:gd name="connsiteX126" fmla="*/ 1859213 w 10678681"/>
              <a:gd name="connsiteY126" fmla="*/ 1199540 h 1342734"/>
              <a:gd name="connsiteX127" fmla="*/ 1735877 w 10678681"/>
              <a:gd name="connsiteY127" fmla="*/ 1246527 h 1342734"/>
              <a:gd name="connsiteX128" fmla="*/ 1705069 w 10678681"/>
              <a:gd name="connsiteY128" fmla="*/ 1251989 h 1342734"/>
              <a:gd name="connsiteX129" fmla="*/ 1307888 w 10678681"/>
              <a:gd name="connsiteY129" fmla="*/ 1283156 h 1342734"/>
              <a:gd name="connsiteX130" fmla="*/ 1220734 w 10678681"/>
              <a:gd name="connsiteY130" fmla="*/ 1257811 h 1342734"/>
              <a:gd name="connsiteX131" fmla="*/ 1021737 w 10678681"/>
              <a:gd name="connsiteY131" fmla="*/ 1238739 h 1342734"/>
              <a:gd name="connsiteX132" fmla="*/ 959820 w 10678681"/>
              <a:gd name="connsiteY132" fmla="*/ 1275863 h 1342734"/>
              <a:gd name="connsiteX133" fmla="*/ 929137 w 10678681"/>
              <a:gd name="connsiteY133" fmla="*/ 1273957 h 1342734"/>
              <a:gd name="connsiteX134" fmla="*/ 878849 w 10678681"/>
              <a:gd name="connsiteY134" fmla="*/ 1266740 h 1342734"/>
              <a:gd name="connsiteX135" fmla="*/ 800667 w 10678681"/>
              <a:gd name="connsiteY135" fmla="*/ 1282041 h 1342734"/>
              <a:gd name="connsiteX136" fmla="*/ 644906 w 10678681"/>
              <a:gd name="connsiteY136" fmla="*/ 1273685 h 1342734"/>
              <a:gd name="connsiteX137" fmla="*/ 379869 w 10678681"/>
              <a:gd name="connsiteY137" fmla="*/ 1339165 h 1342734"/>
              <a:gd name="connsiteX138" fmla="*/ 137696 w 10678681"/>
              <a:gd name="connsiteY138" fmla="*/ 1319217 h 1342734"/>
              <a:gd name="connsiteX139" fmla="*/ 54250 w 10678681"/>
              <a:gd name="connsiteY139" fmla="*/ 1315838 h 1342734"/>
              <a:gd name="connsiteX140" fmla="*/ 28042 w 10678681"/>
              <a:gd name="connsiteY140" fmla="*/ 1297822 h 1342734"/>
              <a:gd name="connsiteX141" fmla="*/ 0 w 10678681"/>
              <a:gd name="connsiteY141" fmla="*/ 1294612 h 1342734"/>
              <a:gd name="connsiteX142" fmla="*/ 0 w 10678681"/>
              <a:gd name="connsiteY142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344233 w 10678681"/>
              <a:gd name="connsiteY30" fmla="*/ 610922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54478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8 w 10678681"/>
              <a:gd name="connsiteY15" fmla="*/ 27746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74270 w 10678681"/>
              <a:gd name="connsiteY89" fmla="*/ 1325878 h 1342734"/>
              <a:gd name="connsiteX90" fmla="*/ 4564919 w 10678681"/>
              <a:gd name="connsiteY90" fmla="*/ 1325507 h 1342734"/>
              <a:gd name="connsiteX91" fmla="*/ 4566586 w 10678681"/>
              <a:gd name="connsiteY91" fmla="*/ 1316963 h 1342734"/>
              <a:gd name="connsiteX92" fmla="*/ 4556303 w 10678681"/>
              <a:gd name="connsiteY92" fmla="*/ 1300262 h 1342734"/>
              <a:gd name="connsiteX93" fmla="*/ 4502358 w 10678681"/>
              <a:gd name="connsiteY93" fmla="*/ 1302558 h 1342734"/>
              <a:gd name="connsiteX94" fmla="*/ 4498919 w 10678681"/>
              <a:gd name="connsiteY94" fmla="*/ 1312115 h 1342734"/>
              <a:gd name="connsiteX95" fmla="*/ 4492075 w 10678681"/>
              <a:gd name="connsiteY95" fmla="*/ 1313357 h 1342734"/>
              <a:gd name="connsiteX96" fmla="*/ 4487466 w 10678681"/>
              <a:gd name="connsiteY96" fmla="*/ 1304102 h 1342734"/>
              <a:gd name="connsiteX97" fmla="*/ 4398292 w 10678681"/>
              <a:gd name="connsiteY97" fmla="*/ 1278410 h 1342734"/>
              <a:gd name="connsiteX98" fmla="*/ 4306088 w 10678681"/>
              <a:gd name="connsiteY98" fmla="*/ 1282512 h 1342734"/>
              <a:gd name="connsiteX99" fmla="*/ 4188995 w 10678681"/>
              <a:gd name="connsiteY99" fmla="*/ 1296718 h 1342734"/>
              <a:gd name="connsiteX100" fmla="*/ 4136582 w 10678681"/>
              <a:gd name="connsiteY100" fmla="*/ 1287687 h 1342734"/>
              <a:gd name="connsiteX101" fmla="*/ 4064614 w 10678681"/>
              <a:gd name="connsiteY101" fmla="*/ 1296118 h 1342734"/>
              <a:gd name="connsiteX102" fmla="*/ 3900948 w 10678681"/>
              <a:gd name="connsiteY102" fmla="*/ 1322156 h 1342734"/>
              <a:gd name="connsiteX103" fmla="*/ 3787890 w 10678681"/>
              <a:gd name="connsiteY103" fmla="*/ 1322164 h 1342734"/>
              <a:gd name="connsiteX104" fmla="*/ 3745993 w 10678681"/>
              <a:gd name="connsiteY104" fmla="*/ 1342630 h 1342734"/>
              <a:gd name="connsiteX105" fmla="*/ 3675785 w 10678681"/>
              <a:gd name="connsiteY105" fmla="*/ 1326802 h 1342734"/>
              <a:gd name="connsiteX106" fmla="*/ 3623856 w 10678681"/>
              <a:gd name="connsiteY106" fmla="*/ 1290804 h 1342734"/>
              <a:gd name="connsiteX107" fmla="*/ 3564933 w 10678681"/>
              <a:gd name="connsiteY107" fmla="*/ 1287147 h 1342734"/>
              <a:gd name="connsiteX108" fmla="*/ 3550537 w 10678681"/>
              <a:gd name="connsiteY108" fmla="*/ 1317552 h 1342734"/>
              <a:gd name="connsiteX109" fmla="*/ 3487736 w 10678681"/>
              <a:gd name="connsiteY109" fmla="*/ 1303493 h 1342734"/>
              <a:gd name="connsiteX110" fmla="*/ 3392548 w 10678681"/>
              <a:gd name="connsiteY110" fmla="*/ 1278741 h 1342734"/>
              <a:gd name="connsiteX111" fmla="*/ 3337466 w 10678681"/>
              <a:gd name="connsiteY111" fmla="*/ 1272537 h 1342734"/>
              <a:gd name="connsiteX112" fmla="*/ 3175981 w 10678681"/>
              <a:gd name="connsiteY112" fmla="*/ 1208973 h 1342734"/>
              <a:gd name="connsiteX113" fmla="*/ 3036856 w 10678681"/>
              <a:gd name="connsiteY113" fmla="*/ 1214383 h 1342734"/>
              <a:gd name="connsiteX114" fmla="*/ 2824973 w 10678681"/>
              <a:gd name="connsiteY114" fmla="*/ 1134864 h 1342734"/>
              <a:gd name="connsiteX115" fmla="*/ 2804398 w 10678681"/>
              <a:gd name="connsiteY115" fmla="*/ 1125556 h 1342734"/>
              <a:gd name="connsiteX116" fmla="*/ 2736109 w 10678681"/>
              <a:gd name="connsiteY116" fmla="*/ 1137717 h 1342734"/>
              <a:gd name="connsiteX117" fmla="*/ 2659096 w 10678681"/>
              <a:gd name="connsiteY117" fmla="*/ 1150294 h 1342734"/>
              <a:gd name="connsiteX118" fmla="*/ 2567088 w 10678681"/>
              <a:gd name="connsiteY118" fmla="*/ 1181781 h 1342734"/>
              <a:gd name="connsiteX119" fmla="*/ 2454501 w 10678681"/>
              <a:gd name="connsiteY119" fmla="*/ 1155455 h 1342734"/>
              <a:gd name="connsiteX120" fmla="*/ 2385161 w 10678681"/>
              <a:gd name="connsiteY120" fmla="*/ 1161312 h 1342734"/>
              <a:gd name="connsiteX121" fmla="*/ 2273361 w 10678681"/>
              <a:gd name="connsiteY121" fmla="*/ 1134090 h 1342734"/>
              <a:gd name="connsiteX122" fmla="*/ 2132003 w 10678681"/>
              <a:gd name="connsiteY122" fmla="*/ 1139225 h 1342734"/>
              <a:gd name="connsiteX123" fmla="*/ 2041224 w 10678681"/>
              <a:gd name="connsiteY123" fmla="*/ 1147536 h 1342734"/>
              <a:gd name="connsiteX124" fmla="*/ 2010157 w 10678681"/>
              <a:gd name="connsiteY124" fmla="*/ 1152767 h 1342734"/>
              <a:gd name="connsiteX125" fmla="*/ 1859213 w 10678681"/>
              <a:gd name="connsiteY125" fmla="*/ 1199540 h 1342734"/>
              <a:gd name="connsiteX126" fmla="*/ 1735877 w 10678681"/>
              <a:gd name="connsiteY126" fmla="*/ 1246527 h 1342734"/>
              <a:gd name="connsiteX127" fmla="*/ 1705069 w 10678681"/>
              <a:gd name="connsiteY127" fmla="*/ 1251989 h 1342734"/>
              <a:gd name="connsiteX128" fmla="*/ 1307888 w 10678681"/>
              <a:gd name="connsiteY128" fmla="*/ 1283156 h 1342734"/>
              <a:gd name="connsiteX129" fmla="*/ 1220734 w 10678681"/>
              <a:gd name="connsiteY129" fmla="*/ 1257811 h 1342734"/>
              <a:gd name="connsiteX130" fmla="*/ 1021737 w 10678681"/>
              <a:gd name="connsiteY130" fmla="*/ 1238739 h 1342734"/>
              <a:gd name="connsiteX131" fmla="*/ 959820 w 10678681"/>
              <a:gd name="connsiteY131" fmla="*/ 1275863 h 1342734"/>
              <a:gd name="connsiteX132" fmla="*/ 929137 w 10678681"/>
              <a:gd name="connsiteY132" fmla="*/ 1273957 h 1342734"/>
              <a:gd name="connsiteX133" fmla="*/ 878849 w 10678681"/>
              <a:gd name="connsiteY133" fmla="*/ 1266740 h 1342734"/>
              <a:gd name="connsiteX134" fmla="*/ 800667 w 10678681"/>
              <a:gd name="connsiteY134" fmla="*/ 1282041 h 1342734"/>
              <a:gd name="connsiteX135" fmla="*/ 644906 w 10678681"/>
              <a:gd name="connsiteY135" fmla="*/ 1273685 h 1342734"/>
              <a:gd name="connsiteX136" fmla="*/ 379869 w 10678681"/>
              <a:gd name="connsiteY136" fmla="*/ 1339165 h 1342734"/>
              <a:gd name="connsiteX137" fmla="*/ 137696 w 10678681"/>
              <a:gd name="connsiteY137" fmla="*/ 1319217 h 1342734"/>
              <a:gd name="connsiteX138" fmla="*/ 54250 w 10678681"/>
              <a:gd name="connsiteY138" fmla="*/ 1315838 h 1342734"/>
              <a:gd name="connsiteX139" fmla="*/ 28042 w 10678681"/>
              <a:gd name="connsiteY139" fmla="*/ 1297822 h 1342734"/>
              <a:gd name="connsiteX140" fmla="*/ 0 w 10678681"/>
              <a:gd name="connsiteY140" fmla="*/ 1294612 h 1342734"/>
              <a:gd name="connsiteX141" fmla="*/ 0 w 10678681"/>
              <a:gd name="connsiteY141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89102 w 10678681"/>
              <a:gd name="connsiteY87" fmla="*/ 1321223 h 1342734"/>
              <a:gd name="connsiteX88" fmla="*/ 4578184 w 10678681"/>
              <a:gd name="connsiteY88" fmla="*/ 1326745 h 1342734"/>
              <a:gd name="connsiteX89" fmla="*/ 4564919 w 10678681"/>
              <a:gd name="connsiteY89" fmla="*/ 1325507 h 1342734"/>
              <a:gd name="connsiteX90" fmla="*/ 4566586 w 10678681"/>
              <a:gd name="connsiteY90" fmla="*/ 1316963 h 1342734"/>
              <a:gd name="connsiteX91" fmla="*/ 4556303 w 10678681"/>
              <a:gd name="connsiteY91" fmla="*/ 1300262 h 1342734"/>
              <a:gd name="connsiteX92" fmla="*/ 4502358 w 10678681"/>
              <a:gd name="connsiteY92" fmla="*/ 1302558 h 1342734"/>
              <a:gd name="connsiteX93" fmla="*/ 4498919 w 10678681"/>
              <a:gd name="connsiteY93" fmla="*/ 1312115 h 1342734"/>
              <a:gd name="connsiteX94" fmla="*/ 4492075 w 10678681"/>
              <a:gd name="connsiteY94" fmla="*/ 1313357 h 1342734"/>
              <a:gd name="connsiteX95" fmla="*/ 4487466 w 10678681"/>
              <a:gd name="connsiteY95" fmla="*/ 1304102 h 1342734"/>
              <a:gd name="connsiteX96" fmla="*/ 4398292 w 10678681"/>
              <a:gd name="connsiteY96" fmla="*/ 1278410 h 1342734"/>
              <a:gd name="connsiteX97" fmla="*/ 4306088 w 10678681"/>
              <a:gd name="connsiteY97" fmla="*/ 1282512 h 1342734"/>
              <a:gd name="connsiteX98" fmla="*/ 4188995 w 10678681"/>
              <a:gd name="connsiteY98" fmla="*/ 1296718 h 1342734"/>
              <a:gd name="connsiteX99" fmla="*/ 4136582 w 10678681"/>
              <a:gd name="connsiteY99" fmla="*/ 1287687 h 1342734"/>
              <a:gd name="connsiteX100" fmla="*/ 4064614 w 10678681"/>
              <a:gd name="connsiteY100" fmla="*/ 1296118 h 1342734"/>
              <a:gd name="connsiteX101" fmla="*/ 3900948 w 10678681"/>
              <a:gd name="connsiteY101" fmla="*/ 1322156 h 1342734"/>
              <a:gd name="connsiteX102" fmla="*/ 3787890 w 10678681"/>
              <a:gd name="connsiteY102" fmla="*/ 1322164 h 1342734"/>
              <a:gd name="connsiteX103" fmla="*/ 3745993 w 10678681"/>
              <a:gd name="connsiteY103" fmla="*/ 1342630 h 1342734"/>
              <a:gd name="connsiteX104" fmla="*/ 3675785 w 10678681"/>
              <a:gd name="connsiteY104" fmla="*/ 1326802 h 1342734"/>
              <a:gd name="connsiteX105" fmla="*/ 3623856 w 10678681"/>
              <a:gd name="connsiteY105" fmla="*/ 1290804 h 1342734"/>
              <a:gd name="connsiteX106" fmla="*/ 3564933 w 10678681"/>
              <a:gd name="connsiteY106" fmla="*/ 1287147 h 1342734"/>
              <a:gd name="connsiteX107" fmla="*/ 3550537 w 10678681"/>
              <a:gd name="connsiteY107" fmla="*/ 1317552 h 1342734"/>
              <a:gd name="connsiteX108" fmla="*/ 3487736 w 10678681"/>
              <a:gd name="connsiteY108" fmla="*/ 1303493 h 1342734"/>
              <a:gd name="connsiteX109" fmla="*/ 3392548 w 10678681"/>
              <a:gd name="connsiteY109" fmla="*/ 1278741 h 1342734"/>
              <a:gd name="connsiteX110" fmla="*/ 3337466 w 10678681"/>
              <a:gd name="connsiteY110" fmla="*/ 1272537 h 1342734"/>
              <a:gd name="connsiteX111" fmla="*/ 3175981 w 10678681"/>
              <a:gd name="connsiteY111" fmla="*/ 1208973 h 1342734"/>
              <a:gd name="connsiteX112" fmla="*/ 3036856 w 10678681"/>
              <a:gd name="connsiteY112" fmla="*/ 1214383 h 1342734"/>
              <a:gd name="connsiteX113" fmla="*/ 2824973 w 10678681"/>
              <a:gd name="connsiteY113" fmla="*/ 1134864 h 1342734"/>
              <a:gd name="connsiteX114" fmla="*/ 2804398 w 10678681"/>
              <a:gd name="connsiteY114" fmla="*/ 1125556 h 1342734"/>
              <a:gd name="connsiteX115" fmla="*/ 2736109 w 10678681"/>
              <a:gd name="connsiteY115" fmla="*/ 1137717 h 1342734"/>
              <a:gd name="connsiteX116" fmla="*/ 2659096 w 10678681"/>
              <a:gd name="connsiteY116" fmla="*/ 1150294 h 1342734"/>
              <a:gd name="connsiteX117" fmla="*/ 2567088 w 10678681"/>
              <a:gd name="connsiteY117" fmla="*/ 1181781 h 1342734"/>
              <a:gd name="connsiteX118" fmla="*/ 2454501 w 10678681"/>
              <a:gd name="connsiteY118" fmla="*/ 1155455 h 1342734"/>
              <a:gd name="connsiteX119" fmla="*/ 2385161 w 10678681"/>
              <a:gd name="connsiteY119" fmla="*/ 1161312 h 1342734"/>
              <a:gd name="connsiteX120" fmla="*/ 2273361 w 10678681"/>
              <a:gd name="connsiteY120" fmla="*/ 1134090 h 1342734"/>
              <a:gd name="connsiteX121" fmla="*/ 2132003 w 10678681"/>
              <a:gd name="connsiteY121" fmla="*/ 1139225 h 1342734"/>
              <a:gd name="connsiteX122" fmla="*/ 2041224 w 10678681"/>
              <a:gd name="connsiteY122" fmla="*/ 1147536 h 1342734"/>
              <a:gd name="connsiteX123" fmla="*/ 2010157 w 10678681"/>
              <a:gd name="connsiteY123" fmla="*/ 1152767 h 1342734"/>
              <a:gd name="connsiteX124" fmla="*/ 1859213 w 10678681"/>
              <a:gd name="connsiteY124" fmla="*/ 1199540 h 1342734"/>
              <a:gd name="connsiteX125" fmla="*/ 1735877 w 10678681"/>
              <a:gd name="connsiteY125" fmla="*/ 1246527 h 1342734"/>
              <a:gd name="connsiteX126" fmla="*/ 1705069 w 10678681"/>
              <a:gd name="connsiteY126" fmla="*/ 1251989 h 1342734"/>
              <a:gd name="connsiteX127" fmla="*/ 1307888 w 10678681"/>
              <a:gd name="connsiteY127" fmla="*/ 1283156 h 1342734"/>
              <a:gd name="connsiteX128" fmla="*/ 1220734 w 10678681"/>
              <a:gd name="connsiteY128" fmla="*/ 1257811 h 1342734"/>
              <a:gd name="connsiteX129" fmla="*/ 1021737 w 10678681"/>
              <a:gd name="connsiteY129" fmla="*/ 1238739 h 1342734"/>
              <a:gd name="connsiteX130" fmla="*/ 959820 w 10678681"/>
              <a:gd name="connsiteY130" fmla="*/ 1275863 h 1342734"/>
              <a:gd name="connsiteX131" fmla="*/ 929137 w 10678681"/>
              <a:gd name="connsiteY131" fmla="*/ 1273957 h 1342734"/>
              <a:gd name="connsiteX132" fmla="*/ 878849 w 10678681"/>
              <a:gd name="connsiteY132" fmla="*/ 1266740 h 1342734"/>
              <a:gd name="connsiteX133" fmla="*/ 800667 w 10678681"/>
              <a:gd name="connsiteY133" fmla="*/ 1282041 h 1342734"/>
              <a:gd name="connsiteX134" fmla="*/ 644906 w 10678681"/>
              <a:gd name="connsiteY134" fmla="*/ 1273685 h 1342734"/>
              <a:gd name="connsiteX135" fmla="*/ 379869 w 10678681"/>
              <a:gd name="connsiteY135" fmla="*/ 1339165 h 1342734"/>
              <a:gd name="connsiteX136" fmla="*/ 137696 w 10678681"/>
              <a:gd name="connsiteY136" fmla="*/ 1319217 h 1342734"/>
              <a:gd name="connsiteX137" fmla="*/ 54250 w 10678681"/>
              <a:gd name="connsiteY137" fmla="*/ 1315838 h 1342734"/>
              <a:gd name="connsiteX138" fmla="*/ 28042 w 10678681"/>
              <a:gd name="connsiteY138" fmla="*/ 1297822 h 1342734"/>
              <a:gd name="connsiteX139" fmla="*/ 0 w 10678681"/>
              <a:gd name="connsiteY139" fmla="*/ 1294612 h 1342734"/>
              <a:gd name="connsiteX140" fmla="*/ 0 w 10678681"/>
              <a:gd name="connsiteY140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617358 w 10678681"/>
              <a:gd name="connsiteY86" fmla="*/ 1327690 h 1342734"/>
              <a:gd name="connsiteX87" fmla="*/ 4578184 w 10678681"/>
              <a:gd name="connsiteY87" fmla="*/ 1326745 h 1342734"/>
              <a:gd name="connsiteX88" fmla="*/ 4564919 w 10678681"/>
              <a:gd name="connsiteY88" fmla="*/ 1325507 h 1342734"/>
              <a:gd name="connsiteX89" fmla="*/ 4566586 w 10678681"/>
              <a:gd name="connsiteY89" fmla="*/ 1316963 h 1342734"/>
              <a:gd name="connsiteX90" fmla="*/ 4556303 w 10678681"/>
              <a:gd name="connsiteY90" fmla="*/ 1300262 h 1342734"/>
              <a:gd name="connsiteX91" fmla="*/ 4502358 w 10678681"/>
              <a:gd name="connsiteY91" fmla="*/ 1302558 h 1342734"/>
              <a:gd name="connsiteX92" fmla="*/ 4498919 w 10678681"/>
              <a:gd name="connsiteY92" fmla="*/ 1312115 h 1342734"/>
              <a:gd name="connsiteX93" fmla="*/ 4492075 w 10678681"/>
              <a:gd name="connsiteY93" fmla="*/ 1313357 h 1342734"/>
              <a:gd name="connsiteX94" fmla="*/ 4487466 w 10678681"/>
              <a:gd name="connsiteY94" fmla="*/ 1304102 h 1342734"/>
              <a:gd name="connsiteX95" fmla="*/ 4398292 w 10678681"/>
              <a:gd name="connsiteY95" fmla="*/ 1278410 h 1342734"/>
              <a:gd name="connsiteX96" fmla="*/ 4306088 w 10678681"/>
              <a:gd name="connsiteY96" fmla="*/ 1282512 h 1342734"/>
              <a:gd name="connsiteX97" fmla="*/ 4188995 w 10678681"/>
              <a:gd name="connsiteY97" fmla="*/ 1296718 h 1342734"/>
              <a:gd name="connsiteX98" fmla="*/ 4136582 w 10678681"/>
              <a:gd name="connsiteY98" fmla="*/ 1287687 h 1342734"/>
              <a:gd name="connsiteX99" fmla="*/ 4064614 w 10678681"/>
              <a:gd name="connsiteY99" fmla="*/ 1296118 h 1342734"/>
              <a:gd name="connsiteX100" fmla="*/ 3900948 w 10678681"/>
              <a:gd name="connsiteY100" fmla="*/ 1322156 h 1342734"/>
              <a:gd name="connsiteX101" fmla="*/ 3787890 w 10678681"/>
              <a:gd name="connsiteY101" fmla="*/ 1322164 h 1342734"/>
              <a:gd name="connsiteX102" fmla="*/ 3745993 w 10678681"/>
              <a:gd name="connsiteY102" fmla="*/ 1342630 h 1342734"/>
              <a:gd name="connsiteX103" fmla="*/ 3675785 w 10678681"/>
              <a:gd name="connsiteY103" fmla="*/ 1326802 h 1342734"/>
              <a:gd name="connsiteX104" fmla="*/ 3623856 w 10678681"/>
              <a:gd name="connsiteY104" fmla="*/ 1290804 h 1342734"/>
              <a:gd name="connsiteX105" fmla="*/ 3564933 w 10678681"/>
              <a:gd name="connsiteY105" fmla="*/ 1287147 h 1342734"/>
              <a:gd name="connsiteX106" fmla="*/ 3550537 w 10678681"/>
              <a:gd name="connsiteY106" fmla="*/ 1317552 h 1342734"/>
              <a:gd name="connsiteX107" fmla="*/ 3487736 w 10678681"/>
              <a:gd name="connsiteY107" fmla="*/ 1303493 h 1342734"/>
              <a:gd name="connsiteX108" fmla="*/ 3392548 w 10678681"/>
              <a:gd name="connsiteY108" fmla="*/ 1278741 h 1342734"/>
              <a:gd name="connsiteX109" fmla="*/ 3337466 w 10678681"/>
              <a:gd name="connsiteY109" fmla="*/ 1272537 h 1342734"/>
              <a:gd name="connsiteX110" fmla="*/ 3175981 w 10678681"/>
              <a:gd name="connsiteY110" fmla="*/ 1208973 h 1342734"/>
              <a:gd name="connsiteX111" fmla="*/ 3036856 w 10678681"/>
              <a:gd name="connsiteY111" fmla="*/ 1214383 h 1342734"/>
              <a:gd name="connsiteX112" fmla="*/ 2824973 w 10678681"/>
              <a:gd name="connsiteY112" fmla="*/ 1134864 h 1342734"/>
              <a:gd name="connsiteX113" fmla="*/ 2804398 w 10678681"/>
              <a:gd name="connsiteY113" fmla="*/ 1125556 h 1342734"/>
              <a:gd name="connsiteX114" fmla="*/ 2736109 w 10678681"/>
              <a:gd name="connsiteY114" fmla="*/ 1137717 h 1342734"/>
              <a:gd name="connsiteX115" fmla="*/ 2659096 w 10678681"/>
              <a:gd name="connsiteY115" fmla="*/ 1150294 h 1342734"/>
              <a:gd name="connsiteX116" fmla="*/ 2567088 w 10678681"/>
              <a:gd name="connsiteY116" fmla="*/ 1181781 h 1342734"/>
              <a:gd name="connsiteX117" fmla="*/ 2454501 w 10678681"/>
              <a:gd name="connsiteY117" fmla="*/ 1155455 h 1342734"/>
              <a:gd name="connsiteX118" fmla="*/ 2385161 w 10678681"/>
              <a:gd name="connsiteY118" fmla="*/ 1161312 h 1342734"/>
              <a:gd name="connsiteX119" fmla="*/ 2273361 w 10678681"/>
              <a:gd name="connsiteY119" fmla="*/ 1134090 h 1342734"/>
              <a:gd name="connsiteX120" fmla="*/ 2132003 w 10678681"/>
              <a:gd name="connsiteY120" fmla="*/ 1139225 h 1342734"/>
              <a:gd name="connsiteX121" fmla="*/ 2041224 w 10678681"/>
              <a:gd name="connsiteY121" fmla="*/ 1147536 h 1342734"/>
              <a:gd name="connsiteX122" fmla="*/ 2010157 w 10678681"/>
              <a:gd name="connsiteY122" fmla="*/ 1152767 h 1342734"/>
              <a:gd name="connsiteX123" fmla="*/ 1859213 w 10678681"/>
              <a:gd name="connsiteY123" fmla="*/ 1199540 h 1342734"/>
              <a:gd name="connsiteX124" fmla="*/ 1735877 w 10678681"/>
              <a:gd name="connsiteY124" fmla="*/ 1246527 h 1342734"/>
              <a:gd name="connsiteX125" fmla="*/ 1705069 w 10678681"/>
              <a:gd name="connsiteY125" fmla="*/ 1251989 h 1342734"/>
              <a:gd name="connsiteX126" fmla="*/ 1307888 w 10678681"/>
              <a:gd name="connsiteY126" fmla="*/ 1283156 h 1342734"/>
              <a:gd name="connsiteX127" fmla="*/ 1220734 w 10678681"/>
              <a:gd name="connsiteY127" fmla="*/ 1257811 h 1342734"/>
              <a:gd name="connsiteX128" fmla="*/ 1021737 w 10678681"/>
              <a:gd name="connsiteY128" fmla="*/ 1238739 h 1342734"/>
              <a:gd name="connsiteX129" fmla="*/ 959820 w 10678681"/>
              <a:gd name="connsiteY129" fmla="*/ 1275863 h 1342734"/>
              <a:gd name="connsiteX130" fmla="*/ 929137 w 10678681"/>
              <a:gd name="connsiteY130" fmla="*/ 1273957 h 1342734"/>
              <a:gd name="connsiteX131" fmla="*/ 878849 w 10678681"/>
              <a:gd name="connsiteY131" fmla="*/ 1266740 h 1342734"/>
              <a:gd name="connsiteX132" fmla="*/ 800667 w 10678681"/>
              <a:gd name="connsiteY132" fmla="*/ 1282041 h 1342734"/>
              <a:gd name="connsiteX133" fmla="*/ 644906 w 10678681"/>
              <a:gd name="connsiteY133" fmla="*/ 1273685 h 1342734"/>
              <a:gd name="connsiteX134" fmla="*/ 379869 w 10678681"/>
              <a:gd name="connsiteY134" fmla="*/ 1339165 h 1342734"/>
              <a:gd name="connsiteX135" fmla="*/ 137696 w 10678681"/>
              <a:gd name="connsiteY135" fmla="*/ 1319217 h 1342734"/>
              <a:gd name="connsiteX136" fmla="*/ 54250 w 10678681"/>
              <a:gd name="connsiteY136" fmla="*/ 1315838 h 1342734"/>
              <a:gd name="connsiteX137" fmla="*/ 28042 w 10678681"/>
              <a:gd name="connsiteY137" fmla="*/ 1297822 h 1342734"/>
              <a:gd name="connsiteX138" fmla="*/ 0 w 10678681"/>
              <a:gd name="connsiteY138" fmla="*/ 1294612 h 1342734"/>
              <a:gd name="connsiteX139" fmla="*/ 0 w 10678681"/>
              <a:gd name="connsiteY139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32222 w 10678681"/>
              <a:gd name="connsiteY85" fmla="*/ 1318360 h 1342734"/>
              <a:gd name="connsiteX86" fmla="*/ 4578184 w 10678681"/>
              <a:gd name="connsiteY86" fmla="*/ 1326745 h 1342734"/>
              <a:gd name="connsiteX87" fmla="*/ 4564919 w 10678681"/>
              <a:gd name="connsiteY87" fmla="*/ 1325507 h 1342734"/>
              <a:gd name="connsiteX88" fmla="*/ 4566586 w 10678681"/>
              <a:gd name="connsiteY88" fmla="*/ 1316963 h 1342734"/>
              <a:gd name="connsiteX89" fmla="*/ 4556303 w 10678681"/>
              <a:gd name="connsiteY89" fmla="*/ 1300262 h 1342734"/>
              <a:gd name="connsiteX90" fmla="*/ 4502358 w 10678681"/>
              <a:gd name="connsiteY90" fmla="*/ 1302558 h 1342734"/>
              <a:gd name="connsiteX91" fmla="*/ 4498919 w 10678681"/>
              <a:gd name="connsiteY91" fmla="*/ 1312115 h 1342734"/>
              <a:gd name="connsiteX92" fmla="*/ 4492075 w 10678681"/>
              <a:gd name="connsiteY92" fmla="*/ 1313357 h 1342734"/>
              <a:gd name="connsiteX93" fmla="*/ 4487466 w 10678681"/>
              <a:gd name="connsiteY93" fmla="*/ 1304102 h 1342734"/>
              <a:gd name="connsiteX94" fmla="*/ 4398292 w 10678681"/>
              <a:gd name="connsiteY94" fmla="*/ 1278410 h 1342734"/>
              <a:gd name="connsiteX95" fmla="*/ 4306088 w 10678681"/>
              <a:gd name="connsiteY95" fmla="*/ 1282512 h 1342734"/>
              <a:gd name="connsiteX96" fmla="*/ 4188995 w 10678681"/>
              <a:gd name="connsiteY96" fmla="*/ 1296718 h 1342734"/>
              <a:gd name="connsiteX97" fmla="*/ 4136582 w 10678681"/>
              <a:gd name="connsiteY97" fmla="*/ 1287687 h 1342734"/>
              <a:gd name="connsiteX98" fmla="*/ 4064614 w 10678681"/>
              <a:gd name="connsiteY98" fmla="*/ 1296118 h 1342734"/>
              <a:gd name="connsiteX99" fmla="*/ 3900948 w 10678681"/>
              <a:gd name="connsiteY99" fmla="*/ 1322156 h 1342734"/>
              <a:gd name="connsiteX100" fmla="*/ 3787890 w 10678681"/>
              <a:gd name="connsiteY100" fmla="*/ 1322164 h 1342734"/>
              <a:gd name="connsiteX101" fmla="*/ 3745993 w 10678681"/>
              <a:gd name="connsiteY101" fmla="*/ 1342630 h 1342734"/>
              <a:gd name="connsiteX102" fmla="*/ 3675785 w 10678681"/>
              <a:gd name="connsiteY102" fmla="*/ 1326802 h 1342734"/>
              <a:gd name="connsiteX103" fmla="*/ 3623856 w 10678681"/>
              <a:gd name="connsiteY103" fmla="*/ 1290804 h 1342734"/>
              <a:gd name="connsiteX104" fmla="*/ 3564933 w 10678681"/>
              <a:gd name="connsiteY104" fmla="*/ 1287147 h 1342734"/>
              <a:gd name="connsiteX105" fmla="*/ 3550537 w 10678681"/>
              <a:gd name="connsiteY105" fmla="*/ 1317552 h 1342734"/>
              <a:gd name="connsiteX106" fmla="*/ 3487736 w 10678681"/>
              <a:gd name="connsiteY106" fmla="*/ 1303493 h 1342734"/>
              <a:gd name="connsiteX107" fmla="*/ 3392548 w 10678681"/>
              <a:gd name="connsiteY107" fmla="*/ 1278741 h 1342734"/>
              <a:gd name="connsiteX108" fmla="*/ 3337466 w 10678681"/>
              <a:gd name="connsiteY108" fmla="*/ 1272537 h 1342734"/>
              <a:gd name="connsiteX109" fmla="*/ 3175981 w 10678681"/>
              <a:gd name="connsiteY109" fmla="*/ 1208973 h 1342734"/>
              <a:gd name="connsiteX110" fmla="*/ 3036856 w 10678681"/>
              <a:gd name="connsiteY110" fmla="*/ 1214383 h 1342734"/>
              <a:gd name="connsiteX111" fmla="*/ 2824973 w 10678681"/>
              <a:gd name="connsiteY111" fmla="*/ 1134864 h 1342734"/>
              <a:gd name="connsiteX112" fmla="*/ 2804398 w 10678681"/>
              <a:gd name="connsiteY112" fmla="*/ 1125556 h 1342734"/>
              <a:gd name="connsiteX113" fmla="*/ 2736109 w 10678681"/>
              <a:gd name="connsiteY113" fmla="*/ 1137717 h 1342734"/>
              <a:gd name="connsiteX114" fmla="*/ 2659096 w 10678681"/>
              <a:gd name="connsiteY114" fmla="*/ 1150294 h 1342734"/>
              <a:gd name="connsiteX115" fmla="*/ 2567088 w 10678681"/>
              <a:gd name="connsiteY115" fmla="*/ 1181781 h 1342734"/>
              <a:gd name="connsiteX116" fmla="*/ 2454501 w 10678681"/>
              <a:gd name="connsiteY116" fmla="*/ 1155455 h 1342734"/>
              <a:gd name="connsiteX117" fmla="*/ 2385161 w 10678681"/>
              <a:gd name="connsiteY117" fmla="*/ 1161312 h 1342734"/>
              <a:gd name="connsiteX118" fmla="*/ 2273361 w 10678681"/>
              <a:gd name="connsiteY118" fmla="*/ 1134090 h 1342734"/>
              <a:gd name="connsiteX119" fmla="*/ 2132003 w 10678681"/>
              <a:gd name="connsiteY119" fmla="*/ 1139225 h 1342734"/>
              <a:gd name="connsiteX120" fmla="*/ 2041224 w 10678681"/>
              <a:gd name="connsiteY120" fmla="*/ 1147536 h 1342734"/>
              <a:gd name="connsiteX121" fmla="*/ 2010157 w 10678681"/>
              <a:gd name="connsiteY121" fmla="*/ 1152767 h 1342734"/>
              <a:gd name="connsiteX122" fmla="*/ 1859213 w 10678681"/>
              <a:gd name="connsiteY122" fmla="*/ 1199540 h 1342734"/>
              <a:gd name="connsiteX123" fmla="*/ 1735877 w 10678681"/>
              <a:gd name="connsiteY123" fmla="*/ 1246527 h 1342734"/>
              <a:gd name="connsiteX124" fmla="*/ 1705069 w 10678681"/>
              <a:gd name="connsiteY124" fmla="*/ 1251989 h 1342734"/>
              <a:gd name="connsiteX125" fmla="*/ 1307888 w 10678681"/>
              <a:gd name="connsiteY125" fmla="*/ 1283156 h 1342734"/>
              <a:gd name="connsiteX126" fmla="*/ 1220734 w 10678681"/>
              <a:gd name="connsiteY126" fmla="*/ 1257811 h 1342734"/>
              <a:gd name="connsiteX127" fmla="*/ 1021737 w 10678681"/>
              <a:gd name="connsiteY127" fmla="*/ 1238739 h 1342734"/>
              <a:gd name="connsiteX128" fmla="*/ 959820 w 10678681"/>
              <a:gd name="connsiteY128" fmla="*/ 1275863 h 1342734"/>
              <a:gd name="connsiteX129" fmla="*/ 929137 w 10678681"/>
              <a:gd name="connsiteY129" fmla="*/ 1273957 h 1342734"/>
              <a:gd name="connsiteX130" fmla="*/ 878849 w 10678681"/>
              <a:gd name="connsiteY130" fmla="*/ 1266740 h 1342734"/>
              <a:gd name="connsiteX131" fmla="*/ 800667 w 10678681"/>
              <a:gd name="connsiteY131" fmla="*/ 1282041 h 1342734"/>
              <a:gd name="connsiteX132" fmla="*/ 644906 w 10678681"/>
              <a:gd name="connsiteY132" fmla="*/ 1273685 h 1342734"/>
              <a:gd name="connsiteX133" fmla="*/ 379869 w 10678681"/>
              <a:gd name="connsiteY133" fmla="*/ 1339165 h 1342734"/>
              <a:gd name="connsiteX134" fmla="*/ 137696 w 10678681"/>
              <a:gd name="connsiteY134" fmla="*/ 1319217 h 1342734"/>
              <a:gd name="connsiteX135" fmla="*/ 54250 w 10678681"/>
              <a:gd name="connsiteY135" fmla="*/ 1315838 h 1342734"/>
              <a:gd name="connsiteX136" fmla="*/ 28042 w 10678681"/>
              <a:gd name="connsiteY136" fmla="*/ 1297822 h 1342734"/>
              <a:gd name="connsiteX137" fmla="*/ 0 w 10678681"/>
              <a:gd name="connsiteY137" fmla="*/ 1294612 h 1342734"/>
              <a:gd name="connsiteX138" fmla="*/ 0 w 10678681"/>
              <a:gd name="connsiteY138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578184 w 10678681"/>
              <a:gd name="connsiteY85" fmla="*/ 1326745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285593 w 10678681"/>
              <a:gd name="connsiteY77" fmla="*/ 1273569 h 1342734"/>
              <a:gd name="connsiteX78" fmla="*/ 5192893 w 10678681"/>
              <a:gd name="connsiteY78" fmla="*/ 1247188 h 1342734"/>
              <a:gd name="connsiteX79" fmla="*/ 5186475 w 10678681"/>
              <a:gd name="connsiteY79" fmla="*/ 1257028 h 1342734"/>
              <a:gd name="connsiteX80" fmla="*/ 5126038 w 10678681"/>
              <a:gd name="connsiteY80" fmla="*/ 1263189 h 1342734"/>
              <a:gd name="connsiteX81" fmla="*/ 4894688 w 10678681"/>
              <a:gd name="connsiteY81" fmla="*/ 1247184 h 1342734"/>
              <a:gd name="connsiteX82" fmla="*/ 4788036 w 10678681"/>
              <a:gd name="connsiteY82" fmla="*/ 1238182 h 1342734"/>
              <a:gd name="connsiteX83" fmla="*/ 4747555 w 10678681"/>
              <a:gd name="connsiteY83" fmla="*/ 1252768 h 1342734"/>
              <a:gd name="connsiteX84" fmla="*/ 4679644 w 10678681"/>
              <a:gd name="connsiteY84" fmla="*/ 1276603 h 1342734"/>
              <a:gd name="connsiteX85" fmla="*/ 4617473 w 10678681"/>
              <a:gd name="connsiteY85" fmla="*/ 1296467 h 1342734"/>
              <a:gd name="connsiteX86" fmla="*/ 4564919 w 10678681"/>
              <a:gd name="connsiteY86" fmla="*/ 1325507 h 1342734"/>
              <a:gd name="connsiteX87" fmla="*/ 4566586 w 10678681"/>
              <a:gd name="connsiteY87" fmla="*/ 1316963 h 1342734"/>
              <a:gd name="connsiteX88" fmla="*/ 4556303 w 10678681"/>
              <a:gd name="connsiteY88" fmla="*/ 1300262 h 1342734"/>
              <a:gd name="connsiteX89" fmla="*/ 4502358 w 10678681"/>
              <a:gd name="connsiteY89" fmla="*/ 1302558 h 1342734"/>
              <a:gd name="connsiteX90" fmla="*/ 4498919 w 10678681"/>
              <a:gd name="connsiteY90" fmla="*/ 1312115 h 1342734"/>
              <a:gd name="connsiteX91" fmla="*/ 4492075 w 10678681"/>
              <a:gd name="connsiteY91" fmla="*/ 1313357 h 1342734"/>
              <a:gd name="connsiteX92" fmla="*/ 4487466 w 10678681"/>
              <a:gd name="connsiteY92" fmla="*/ 1304102 h 1342734"/>
              <a:gd name="connsiteX93" fmla="*/ 4398292 w 10678681"/>
              <a:gd name="connsiteY93" fmla="*/ 1278410 h 1342734"/>
              <a:gd name="connsiteX94" fmla="*/ 4306088 w 10678681"/>
              <a:gd name="connsiteY94" fmla="*/ 1282512 h 1342734"/>
              <a:gd name="connsiteX95" fmla="*/ 4188995 w 10678681"/>
              <a:gd name="connsiteY95" fmla="*/ 1296718 h 1342734"/>
              <a:gd name="connsiteX96" fmla="*/ 4136582 w 10678681"/>
              <a:gd name="connsiteY96" fmla="*/ 1287687 h 1342734"/>
              <a:gd name="connsiteX97" fmla="*/ 4064614 w 10678681"/>
              <a:gd name="connsiteY97" fmla="*/ 1296118 h 1342734"/>
              <a:gd name="connsiteX98" fmla="*/ 3900948 w 10678681"/>
              <a:gd name="connsiteY98" fmla="*/ 1322156 h 1342734"/>
              <a:gd name="connsiteX99" fmla="*/ 3787890 w 10678681"/>
              <a:gd name="connsiteY99" fmla="*/ 1322164 h 1342734"/>
              <a:gd name="connsiteX100" fmla="*/ 3745993 w 10678681"/>
              <a:gd name="connsiteY100" fmla="*/ 1342630 h 1342734"/>
              <a:gd name="connsiteX101" fmla="*/ 3675785 w 10678681"/>
              <a:gd name="connsiteY101" fmla="*/ 1326802 h 1342734"/>
              <a:gd name="connsiteX102" fmla="*/ 3623856 w 10678681"/>
              <a:gd name="connsiteY102" fmla="*/ 1290804 h 1342734"/>
              <a:gd name="connsiteX103" fmla="*/ 3564933 w 10678681"/>
              <a:gd name="connsiteY103" fmla="*/ 1287147 h 1342734"/>
              <a:gd name="connsiteX104" fmla="*/ 3550537 w 10678681"/>
              <a:gd name="connsiteY104" fmla="*/ 1317552 h 1342734"/>
              <a:gd name="connsiteX105" fmla="*/ 3487736 w 10678681"/>
              <a:gd name="connsiteY105" fmla="*/ 1303493 h 1342734"/>
              <a:gd name="connsiteX106" fmla="*/ 3392548 w 10678681"/>
              <a:gd name="connsiteY106" fmla="*/ 1278741 h 1342734"/>
              <a:gd name="connsiteX107" fmla="*/ 3337466 w 10678681"/>
              <a:gd name="connsiteY107" fmla="*/ 1272537 h 1342734"/>
              <a:gd name="connsiteX108" fmla="*/ 3175981 w 10678681"/>
              <a:gd name="connsiteY108" fmla="*/ 1208973 h 1342734"/>
              <a:gd name="connsiteX109" fmla="*/ 3036856 w 10678681"/>
              <a:gd name="connsiteY109" fmla="*/ 1214383 h 1342734"/>
              <a:gd name="connsiteX110" fmla="*/ 2824973 w 10678681"/>
              <a:gd name="connsiteY110" fmla="*/ 1134864 h 1342734"/>
              <a:gd name="connsiteX111" fmla="*/ 2804398 w 10678681"/>
              <a:gd name="connsiteY111" fmla="*/ 1125556 h 1342734"/>
              <a:gd name="connsiteX112" fmla="*/ 2736109 w 10678681"/>
              <a:gd name="connsiteY112" fmla="*/ 1137717 h 1342734"/>
              <a:gd name="connsiteX113" fmla="*/ 2659096 w 10678681"/>
              <a:gd name="connsiteY113" fmla="*/ 1150294 h 1342734"/>
              <a:gd name="connsiteX114" fmla="*/ 2567088 w 10678681"/>
              <a:gd name="connsiteY114" fmla="*/ 1181781 h 1342734"/>
              <a:gd name="connsiteX115" fmla="*/ 2454501 w 10678681"/>
              <a:gd name="connsiteY115" fmla="*/ 1155455 h 1342734"/>
              <a:gd name="connsiteX116" fmla="*/ 2385161 w 10678681"/>
              <a:gd name="connsiteY116" fmla="*/ 1161312 h 1342734"/>
              <a:gd name="connsiteX117" fmla="*/ 2273361 w 10678681"/>
              <a:gd name="connsiteY117" fmla="*/ 1134090 h 1342734"/>
              <a:gd name="connsiteX118" fmla="*/ 2132003 w 10678681"/>
              <a:gd name="connsiteY118" fmla="*/ 1139225 h 1342734"/>
              <a:gd name="connsiteX119" fmla="*/ 2041224 w 10678681"/>
              <a:gd name="connsiteY119" fmla="*/ 1147536 h 1342734"/>
              <a:gd name="connsiteX120" fmla="*/ 2010157 w 10678681"/>
              <a:gd name="connsiteY120" fmla="*/ 1152767 h 1342734"/>
              <a:gd name="connsiteX121" fmla="*/ 1859213 w 10678681"/>
              <a:gd name="connsiteY121" fmla="*/ 1199540 h 1342734"/>
              <a:gd name="connsiteX122" fmla="*/ 1735877 w 10678681"/>
              <a:gd name="connsiteY122" fmla="*/ 1246527 h 1342734"/>
              <a:gd name="connsiteX123" fmla="*/ 1705069 w 10678681"/>
              <a:gd name="connsiteY123" fmla="*/ 1251989 h 1342734"/>
              <a:gd name="connsiteX124" fmla="*/ 1307888 w 10678681"/>
              <a:gd name="connsiteY124" fmla="*/ 1283156 h 1342734"/>
              <a:gd name="connsiteX125" fmla="*/ 1220734 w 10678681"/>
              <a:gd name="connsiteY125" fmla="*/ 1257811 h 1342734"/>
              <a:gd name="connsiteX126" fmla="*/ 1021737 w 10678681"/>
              <a:gd name="connsiteY126" fmla="*/ 1238739 h 1342734"/>
              <a:gd name="connsiteX127" fmla="*/ 959820 w 10678681"/>
              <a:gd name="connsiteY127" fmla="*/ 1275863 h 1342734"/>
              <a:gd name="connsiteX128" fmla="*/ 929137 w 10678681"/>
              <a:gd name="connsiteY128" fmla="*/ 1273957 h 1342734"/>
              <a:gd name="connsiteX129" fmla="*/ 878849 w 10678681"/>
              <a:gd name="connsiteY129" fmla="*/ 1266740 h 1342734"/>
              <a:gd name="connsiteX130" fmla="*/ 800667 w 10678681"/>
              <a:gd name="connsiteY130" fmla="*/ 1282041 h 1342734"/>
              <a:gd name="connsiteX131" fmla="*/ 644906 w 10678681"/>
              <a:gd name="connsiteY131" fmla="*/ 1273685 h 1342734"/>
              <a:gd name="connsiteX132" fmla="*/ 379869 w 10678681"/>
              <a:gd name="connsiteY132" fmla="*/ 1339165 h 1342734"/>
              <a:gd name="connsiteX133" fmla="*/ 137696 w 10678681"/>
              <a:gd name="connsiteY133" fmla="*/ 1319217 h 1342734"/>
              <a:gd name="connsiteX134" fmla="*/ 54250 w 10678681"/>
              <a:gd name="connsiteY134" fmla="*/ 1315838 h 1342734"/>
              <a:gd name="connsiteX135" fmla="*/ 28042 w 10678681"/>
              <a:gd name="connsiteY135" fmla="*/ 1297822 h 1342734"/>
              <a:gd name="connsiteX136" fmla="*/ 0 w 10678681"/>
              <a:gd name="connsiteY136" fmla="*/ 1294612 h 1342734"/>
              <a:gd name="connsiteX137" fmla="*/ 0 w 10678681"/>
              <a:gd name="connsiteY137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26038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8647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220734 w 10678681"/>
              <a:gd name="connsiteY124" fmla="*/ 1257811 h 1342734"/>
              <a:gd name="connsiteX125" fmla="*/ 1021737 w 10678681"/>
              <a:gd name="connsiteY125" fmla="*/ 1238739 h 1342734"/>
              <a:gd name="connsiteX126" fmla="*/ 959820 w 10678681"/>
              <a:gd name="connsiteY126" fmla="*/ 1275863 h 1342734"/>
              <a:gd name="connsiteX127" fmla="*/ 929137 w 10678681"/>
              <a:gd name="connsiteY127" fmla="*/ 1273957 h 1342734"/>
              <a:gd name="connsiteX128" fmla="*/ 878849 w 10678681"/>
              <a:gd name="connsiteY128" fmla="*/ 1266740 h 1342734"/>
              <a:gd name="connsiteX129" fmla="*/ 800667 w 10678681"/>
              <a:gd name="connsiteY129" fmla="*/ 1282041 h 1342734"/>
              <a:gd name="connsiteX130" fmla="*/ 644906 w 10678681"/>
              <a:gd name="connsiteY130" fmla="*/ 1273685 h 1342734"/>
              <a:gd name="connsiteX131" fmla="*/ 379869 w 10678681"/>
              <a:gd name="connsiteY131" fmla="*/ 1339165 h 1342734"/>
              <a:gd name="connsiteX132" fmla="*/ 137696 w 10678681"/>
              <a:gd name="connsiteY132" fmla="*/ 1319217 h 1342734"/>
              <a:gd name="connsiteX133" fmla="*/ 54250 w 10678681"/>
              <a:gd name="connsiteY133" fmla="*/ 1315838 h 1342734"/>
              <a:gd name="connsiteX134" fmla="*/ 28042 w 10678681"/>
              <a:gd name="connsiteY134" fmla="*/ 1297822 h 1342734"/>
              <a:gd name="connsiteX135" fmla="*/ 0 w 10678681"/>
              <a:gd name="connsiteY135" fmla="*/ 1294612 h 1342734"/>
              <a:gd name="connsiteX136" fmla="*/ 0 w 10678681"/>
              <a:gd name="connsiteY136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307888 w 10678681"/>
              <a:gd name="connsiteY123" fmla="*/ 1283156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705069 w 10678681"/>
              <a:gd name="connsiteY122" fmla="*/ 125198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  <a:gd name="connsiteX0" fmla="*/ 0 w 10678681"/>
              <a:gd name="connsiteY0" fmla="*/ 0 h 1342734"/>
              <a:gd name="connsiteX1" fmla="*/ 10678681 w 10678681"/>
              <a:gd name="connsiteY1" fmla="*/ 0 h 1342734"/>
              <a:gd name="connsiteX2" fmla="*/ 10666019 w 10678681"/>
              <a:gd name="connsiteY2" fmla="*/ 7876 h 1342734"/>
              <a:gd name="connsiteX3" fmla="*/ 10632825 w 10678681"/>
              <a:gd name="connsiteY3" fmla="*/ 32153 h 1342734"/>
              <a:gd name="connsiteX4" fmla="*/ 10516219 w 10678681"/>
              <a:gd name="connsiteY4" fmla="*/ 45588 h 1342734"/>
              <a:gd name="connsiteX5" fmla="*/ 10456989 w 10678681"/>
              <a:gd name="connsiteY5" fmla="*/ 979 h 1342734"/>
              <a:gd name="connsiteX6" fmla="*/ 10438642 w 10678681"/>
              <a:gd name="connsiteY6" fmla="*/ 1524 h 1342734"/>
              <a:gd name="connsiteX7" fmla="*/ 10407146 w 10678681"/>
              <a:gd name="connsiteY7" fmla="*/ 43659 h 1342734"/>
              <a:gd name="connsiteX8" fmla="*/ 10341159 w 10678681"/>
              <a:gd name="connsiteY8" fmla="*/ 103824 h 1342734"/>
              <a:gd name="connsiteX9" fmla="*/ 10244930 w 10678681"/>
              <a:gd name="connsiteY9" fmla="*/ 94599 h 1342734"/>
              <a:gd name="connsiteX10" fmla="*/ 10115334 w 10678681"/>
              <a:gd name="connsiteY10" fmla="*/ 155658 h 1342734"/>
              <a:gd name="connsiteX11" fmla="*/ 10068157 w 10678681"/>
              <a:gd name="connsiteY11" fmla="*/ 215673 h 1342734"/>
              <a:gd name="connsiteX12" fmla="*/ 10045431 w 10678681"/>
              <a:gd name="connsiteY12" fmla="*/ 229568 h 1342734"/>
              <a:gd name="connsiteX13" fmla="*/ 9929077 w 10678681"/>
              <a:gd name="connsiteY13" fmla="*/ 209062 h 1342734"/>
              <a:gd name="connsiteX14" fmla="*/ 9840045 w 10678681"/>
              <a:gd name="connsiteY14" fmla="*/ 223033 h 1342734"/>
              <a:gd name="connsiteX15" fmla="*/ 9679639 w 10678681"/>
              <a:gd name="connsiteY15" fmla="*/ 247182 h 1342734"/>
              <a:gd name="connsiteX16" fmla="*/ 9498347 w 10678681"/>
              <a:gd name="connsiteY16" fmla="*/ 244723 h 1342734"/>
              <a:gd name="connsiteX17" fmla="*/ 9366026 w 10678681"/>
              <a:gd name="connsiteY17" fmla="*/ 299024 h 1342734"/>
              <a:gd name="connsiteX18" fmla="*/ 9316702 w 10678681"/>
              <a:gd name="connsiteY18" fmla="*/ 356523 h 1342734"/>
              <a:gd name="connsiteX19" fmla="*/ 9121744 w 10678681"/>
              <a:gd name="connsiteY19" fmla="*/ 365177 h 1342734"/>
              <a:gd name="connsiteX20" fmla="*/ 9061654 w 10678681"/>
              <a:gd name="connsiteY20" fmla="*/ 393730 h 1342734"/>
              <a:gd name="connsiteX21" fmla="*/ 8997577 w 10678681"/>
              <a:gd name="connsiteY21" fmla="*/ 380865 h 1342734"/>
              <a:gd name="connsiteX22" fmla="*/ 8907968 w 10678681"/>
              <a:gd name="connsiteY22" fmla="*/ 447345 h 1342734"/>
              <a:gd name="connsiteX23" fmla="*/ 8764163 w 10678681"/>
              <a:gd name="connsiteY23" fmla="*/ 471000 h 1342734"/>
              <a:gd name="connsiteX24" fmla="*/ 8680155 w 10678681"/>
              <a:gd name="connsiteY24" fmla="*/ 492404 h 1342734"/>
              <a:gd name="connsiteX25" fmla="*/ 8651436 w 10678681"/>
              <a:gd name="connsiteY25" fmla="*/ 511923 h 1342734"/>
              <a:gd name="connsiteX26" fmla="*/ 8609185 w 10678681"/>
              <a:gd name="connsiteY26" fmla="*/ 531525 h 1342734"/>
              <a:gd name="connsiteX27" fmla="*/ 8537091 w 10678681"/>
              <a:gd name="connsiteY27" fmla="*/ 574933 h 1342734"/>
              <a:gd name="connsiteX28" fmla="*/ 8435931 w 10678681"/>
              <a:gd name="connsiteY28" fmla="*/ 617926 h 1342734"/>
              <a:gd name="connsiteX29" fmla="*/ 8348623 w 10678681"/>
              <a:gd name="connsiteY29" fmla="*/ 600607 h 1342734"/>
              <a:gd name="connsiteX30" fmla="*/ 8276883 w 10678681"/>
              <a:gd name="connsiteY30" fmla="*/ 588214 h 1342734"/>
              <a:gd name="connsiteX31" fmla="*/ 8086698 w 10678681"/>
              <a:gd name="connsiteY31" fmla="*/ 605185 h 1342734"/>
              <a:gd name="connsiteX32" fmla="*/ 7982378 w 10678681"/>
              <a:gd name="connsiteY32" fmla="*/ 629799 h 1342734"/>
              <a:gd name="connsiteX33" fmla="*/ 7947952 w 10678681"/>
              <a:gd name="connsiteY33" fmla="*/ 648003 h 1342734"/>
              <a:gd name="connsiteX34" fmla="*/ 7890112 w 10678681"/>
              <a:gd name="connsiteY34" fmla="*/ 677915 h 1342734"/>
              <a:gd name="connsiteX35" fmla="*/ 7853284 w 10678681"/>
              <a:gd name="connsiteY35" fmla="*/ 723588 h 1342734"/>
              <a:gd name="connsiteX36" fmla="*/ 7802383 w 10678681"/>
              <a:gd name="connsiteY36" fmla="*/ 739359 h 1342734"/>
              <a:gd name="connsiteX37" fmla="*/ 7730518 w 10678681"/>
              <a:gd name="connsiteY37" fmla="*/ 739526 h 1342734"/>
              <a:gd name="connsiteX38" fmla="*/ 7720084 w 10678681"/>
              <a:gd name="connsiteY38" fmla="*/ 760750 h 1342734"/>
              <a:gd name="connsiteX39" fmla="*/ 7652907 w 10678681"/>
              <a:gd name="connsiteY39" fmla="*/ 783273 h 1342734"/>
              <a:gd name="connsiteX40" fmla="*/ 7606008 w 10678681"/>
              <a:gd name="connsiteY40" fmla="*/ 800717 h 1342734"/>
              <a:gd name="connsiteX41" fmla="*/ 7480223 w 10678681"/>
              <a:gd name="connsiteY41" fmla="*/ 856821 h 1342734"/>
              <a:gd name="connsiteX42" fmla="*/ 7356005 w 10678681"/>
              <a:gd name="connsiteY42" fmla="*/ 919462 h 1342734"/>
              <a:gd name="connsiteX43" fmla="*/ 7305396 w 10678681"/>
              <a:gd name="connsiteY43" fmla="*/ 986228 h 1342734"/>
              <a:gd name="connsiteX44" fmla="*/ 7266251 w 10678681"/>
              <a:gd name="connsiteY44" fmla="*/ 967864 h 1342734"/>
              <a:gd name="connsiteX45" fmla="*/ 7258094 w 10678681"/>
              <a:gd name="connsiteY45" fmla="*/ 990679 h 1342734"/>
              <a:gd name="connsiteX46" fmla="*/ 7257893 w 10678681"/>
              <a:gd name="connsiteY46" fmla="*/ 991204 h 1342734"/>
              <a:gd name="connsiteX47" fmla="*/ 7247153 w 10678681"/>
              <a:gd name="connsiteY47" fmla="*/ 991550 h 1342734"/>
              <a:gd name="connsiteX48" fmla="*/ 7193612 w 10678681"/>
              <a:gd name="connsiteY48" fmla="*/ 987042 h 1342734"/>
              <a:gd name="connsiteX49" fmla="*/ 7132632 w 10678681"/>
              <a:gd name="connsiteY49" fmla="*/ 1042036 h 1342734"/>
              <a:gd name="connsiteX50" fmla="*/ 7105610 w 10678681"/>
              <a:gd name="connsiteY50" fmla="*/ 1053537 h 1342734"/>
              <a:gd name="connsiteX51" fmla="*/ 7069148 w 10678681"/>
              <a:gd name="connsiteY51" fmla="*/ 1047163 h 1342734"/>
              <a:gd name="connsiteX52" fmla="*/ 7039634 w 10678681"/>
              <a:gd name="connsiteY52" fmla="*/ 1059971 h 1342734"/>
              <a:gd name="connsiteX53" fmla="*/ 7033445 w 10678681"/>
              <a:gd name="connsiteY53" fmla="*/ 1063314 h 1342734"/>
              <a:gd name="connsiteX54" fmla="*/ 6999157 w 10678681"/>
              <a:gd name="connsiteY54" fmla="*/ 1055282 h 1342734"/>
              <a:gd name="connsiteX55" fmla="*/ 6981874 w 10678681"/>
              <a:gd name="connsiteY55" fmla="*/ 1053827 h 1342734"/>
              <a:gd name="connsiteX56" fmla="*/ 6976102 w 10678681"/>
              <a:gd name="connsiteY56" fmla="*/ 1047854 h 1342734"/>
              <a:gd name="connsiteX57" fmla="*/ 6951040 w 10678681"/>
              <a:gd name="connsiteY57" fmla="*/ 1048531 h 1342734"/>
              <a:gd name="connsiteX58" fmla="*/ 6948497 w 10678681"/>
              <a:gd name="connsiteY58" fmla="*/ 1050706 h 1342734"/>
              <a:gd name="connsiteX59" fmla="*/ 6926582 w 10678681"/>
              <a:gd name="connsiteY59" fmla="*/ 1043462 h 1342734"/>
              <a:gd name="connsiteX60" fmla="*/ 6833743 w 10678681"/>
              <a:gd name="connsiteY60" fmla="*/ 1027960 h 1342734"/>
              <a:gd name="connsiteX61" fmla="*/ 6687090 w 10678681"/>
              <a:gd name="connsiteY61" fmla="*/ 1063250 h 1342734"/>
              <a:gd name="connsiteX62" fmla="*/ 6431838 w 10678681"/>
              <a:gd name="connsiteY62" fmla="*/ 1063226 h 1342734"/>
              <a:gd name="connsiteX63" fmla="*/ 6327795 w 10678681"/>
              <a:gd name="connsiteY63" fmla="*/ 1088142 h 1342734"/>
              <a:gd name="connsiteX64" fmla="*/ 6136549 w 10678681"/>
              <a:gd name="connsiteY64" fmla="*/ 1100268 h 1342734"/>
              <a:gd name="connsiteX65" fmla="*/ 6004655 w 10678681"/>
              <a:gd name="connsiteY65" fmla="*/ 1114946 h 1342734"/>
              <a:gd name="connsiteX66" fmla="*/ 5936643 w 10678681"/>
              <a:gd name="connsiteY66" fmla="*/ 1095428 h 1342734"/>
              <a:gd name="connsiteX67" fmla="*/ 5912484 w 10678681"/>
              <a:gd name="connsiteY67" fmla="*/ 1112624 h 1342734"/>
              <a:gd name="connsiteX68" fmla="*/ 5908387 w 10678681"/>
              <a:gd name="connsiteY68" fmla="*/ 1116018 h 1342734"/>
              <a:gd name="connsiteX69" fmla="*/ 5890495 w 10678681"/>
              <a:gd name="connsiteY69" fmla="*/ 1120268 h 1342734"/>
              <a:gd name="connsiteX70" fmla="*/ 5887318 w 10678681"/>
              <a:gd name="connsiteY70" fmla="*/ 1133134 h 1342734"/>
              <a:gd name="connsiteX71" fmla="*/ 5861726 w 10678681"/>
              <a:gd name="connsiteY71" fmla="*/ 1147891 h 1342734"/>
              <a:gd name="connsiteX72" fmla="*/ 5805823 w 10678681"/>
              <a:gd name="connsiteY72" fmla="*/ 1152457 h 1342734"/>
              <a:gd name="connsiteX73" fmla="*/ 5689841 w 10678681"/>
              <a:gd name="connsiteY73" fmla="*/ 1176232 h 1342734"/>
              <a:gd name="connsiteX74" fmla="*/ 5605119 w 10678681"/>
              <a:gd name="connsiteY74" fmla="*/ 1190202 h 1342734"/>
              <a:gd name="connsiteX75" fmla="*/ 5488513 w 10678681"/>
              <a:gd name="connsiteY75" fmla="*/ 1205367 h 1342734"/>
              <a:gd name="connsiteX76" fmla="*/ 5402905 w 10678681"/>
              <a:gd name="connsiteY76" fmla="*/ 1241191 h 1342734"/>
              <a:gd name="connsiteX77" fmla="*/ 5192893 w 10678681"/>
              <a:gd name="connsiteY77" fmla="*/ 1247188 h 1342734"/>
              <a:gd name="connsiteX78" fmla="*/ 5164025 w 10678681"/>
              <a:gd name="connsiteY78" fmla="*/ 1257028 h 1342734"/>
              <a:gd name="connsiteX79" fmla="*/ 5103589 w 10678681"/>
              <a:gd name="connsiteY79" fmla="*/ 1263189 h 1342734"/>
              <a:gd name="connsiteX80" fmla="*/ 4894688 w 10678681"/>
              <a:gd name="connsiteY80" fmla="*/ 1247184 h 1342734"/>
              <a:gd name="connsiteX81" fmla="*/ 4788036 w 10678681"/>
              <a:gd name="connsiteY81" fmla="*/ 1238182 h 1342734"/>
              <a:gd name="connsiteX82" fmla="*/ 4747555 w 10678681"/>
              <a:gd name="connsiteY82" fmla="*/ 1252768 h 1342734"/>
              <a:gd name="connsiteX83" fmla="*/ 4679644 w 10678681"/>
              <a:gd name="connsiteY83" fmla="*/ 1276603 h 1342734"/>
              <a:gd name="connsiteX84" fmla="*/ 4617473 w 10678681"/>
              <a:gd name="connsiteY84" fmla="*/ 1296467 h 1342734"/>
              <a:gd name="connsiteX85" fmla="*/ 4564919 w 10678681"/>
              <a:gd name="connsiteY85" fmla="*/ 1325507 h 1342734"/>
              <a:gd name="connsiteX86" fmla="*/ 4566586 w 10678681"/>
              <a:gd name="connsiteY86" fmla="*/ 1316963 h 1342734"/>
              <a:gd name="connsiteX87" fmla="*/ 4556303 w 10678681"/>
              <a:gd name="connsiteY87" fmla="*/ 1300262 h 1342734"/>
              <a:gd name="connsiteX88" fmla="*/ 4502358 w 10678681"/>
              <a:gd name="connsiteY88" fmla="*/ 1302558 h 1342734"/>
              <a:gd name="connsiteX89" fmla="*/ 4498919 w 10678681"/>
              <a:gd name="connsiteY89" fmla="*/ 1312115 h 1342734"/>
              <a:gd name="connsiteX90" fmla="*/ 4492075 w 10678681"/>
              <a:gd name="connsiteY90" fmla="*/ 1313357 h 1342734"/>
              <a:gd name="connsiteX91" fmla="*/ 4487466 w 10678681"/>
              <a:gd name="connsiteY91" fmla="*/ 1304102 h 1342734"/>
              <a:gd name="connsiteX92" fmla="*/ 4398292 w 10678681"/>
              <a:gd name="connsiteY92" fmla="*/ 1278410 h 1342734"/>
              <a:gd name="connsiteX93" fmla="*/ 4306088 w 10678681"/>
              <a:gd name="connsiteY93" fmla="*/ 1282512 h 1342734"/>
              <a:gd name="connsiteX94" fmla="*/ 4188995 w 10678681"/>
              <a:gd name="connsiteY94" fmla="*/ 1296718 h 1342734"/>
              <a:gd name="connsiteX95" fmla="*/ 4136582 w 10678681"/>
              <a:gd name="connsiteY95" fmla="*/ 1287687 h 1342734"/>
              <a:gd name="connsiteX96" fmla="*/ 4064614 w 10678681"/>
              <a:gd name="connsiteY96" fmla="*/ 1296118 h 1342734"/>
              <a:gd name="connsiteX97" fmla="*/ 3900948 w 10678681"/>
              <a:gd name="connsiteY97" fmla="*/ 1322156 h 1342734"/>
              <a:gd name="connsiteX98" fmla="*/ 3787890 w 10678681"/>
              <a:gd name="connsiteY98" fmla="*/ 1322164 h 1342734"/>
              <a:gd name="connsiteX99" fmla="*/ 3745993 w 10678681"/>
              <a:gd name="connsiteY99" fmla="*/ 1342630 h 1342734"/>
              <a:gd name="connsiteX100" fmla="*/ 3675785 w 10678681"/>
              <a:gd name="connsiteY100" fmla="*/ 1326802 h 1342734"/>
              <a:gd name="connsiteX101" fmla="*/ 3623856 w 10678681"/>
              <a:gd name="connsiteY101" fmla="*/ 1290804 h 1342734"/>
              <a:gd name="connsiteX102" fmla="*/ 3564933 w 10678681"/>
              <a:gd name="connsiteY102" fmla="*/ 1287147 h 1342734"/>
              <a:gd name="connsiteX103" fmla="*/ 3550537 w 10678681"/>
              <a:gd name="connsiteY103" fmla="*/ 1317552 h 1342734"/>
              <a:gd name="connsiteX104" fmla="*/ 3487736 w 10678681"/>
              <a:gd name="connsiteY104" fmla="*/ 1303493 h 1342734"/>
              <a:gd name="connsiteX105" fmla="*/ 3392548 w 10678681"/>
              <a:gd name="connsiteY105" fmla="*/ 1278741 h 1342734"/>
              <a:gd name="connsiteX106" fmla="*/ 3337466 w 10678681"/>
              <a:gd name="connsiteY106" fmla="*/ 1272537 h 1342734"/>
              <a:gd name="connsiteX107" fmla="*/ 3175981 w 10678681"/>
              <a:gd name="connsiteY107" fmla="*/ 1208973 h 1342734"/>
              <a:gd name="connsiteX108" fmla="*/ 3036856 w 10678681"/>
              <a:gd name="connsiteY108" fmla="*/ 1214383 h 1342734"/>
              <a:gd name="connsiteX109" fmla="*/ 2824973 w 10678681"/>
              <a:gd name="connsiteY109" fmla="*/ 1134864 h 1342734"/>
              <a:gd name="connsiteX110" fmla="*/ 2804398 w 10678681"/>
              <a:gd name="connsiteY110" fmla="*/ 1125556 h 1342734"/>
              <a:gd name="connsiteX111" fmla="*/ 2736109 w 10678681"/>
              <a:gd name="connsiteY111" fmla="*/ 1137717 h 1342734"/>
              <a:gd name="connsiteX112" fmla="*/ 2659096 w 10678681"/>
              <a:gd name="connsiteY112" fmla="*/ 1150294 h 1342734"/>
              <a:gd name="connsiteX113" fmla="*/ 2567088 w 10678681"/>
              <a:gd name="connsiteY113" fmla="*/ 1181781 h 1342734"/>
              <a:gd name="connsiteX114" fmla="*/ 2454501 w 10678681"/>
              <a:gd name="connsiteY114" fmla="*/ 1155455 h 1342734"/>
              <a:gd name="connsiteX115" fmla="*/ 2385161 w 10678681"/>
              <a:gd name="connsiteY115" fmla="*/ 1161312 h 1342734"/>
              <a:gd name="connsiteX116" fmla="*/ 2273361 w 10678681"/>
              <a:gd name="connsiteY116" fmla="*/ 1134090 h 1342734"/>
              <a:gd name="connsiteX117" fmla="*/ 2132003 w 10678681"/>
              <a:gd name="connsiteY117" fmla="*/ 1139225 h 1342734"/>
              <a:gd name="connsiteX118" fmla="*/ 2041224 w 10678681"/>
              <a:gd name="connsiteY118" fmla="*/ 1147536 h 1342734"/>
              <a:gd name="connsiteX119" fmla="*/ 2010157 w 10678681"/>
              <a:gd name="connsiteY119" fmla="*/ 1152767 h 1342734"/>
              <a:gd name="connsiteX120" fmla="*/ 1859213 w 10678681"/>
              <a:gd name="connsiteY120" fmla="*/ 1199540 h 1342734"/>
              <a:gd name="connsiteX121" fmla="*/ 1735877 w 10678681"/>
              <a:gd name="connsiteY121" fmla="*/ 1246527 h 1342734"/>
              <a:gd name="connsiteX122" fmla="*/ 1660167 w 10678681"/>
              <a:gd name="connsiteY122" fmla="*/ 1236849 h 1342734"/>
              <a:gd name="connsiteX123" fmla="*/ 1279827 w 10678681"/>
              <a:gd name="connsiteY123" fmla="*/ 1245307 h 1342734"/>
              <a:gd name="connsiteX124" fmla="*/ 1021737 w 10678681"/>
              <a:gd name="connsiteY124" fmla="*/ 1238739 h 1342734"/>
              <a:gd name="connsiteX125" fmla="*/ 959820 w 10678681"/>
              <a:gd name="connsiteY125" fmla="*/ 1275863 h 1342734"/>
              <a:gd name="connsiteX126" fmla="*/ 929137 w 10678681"/>
              <a:gd name="connsiteY126" fmla="*/ 1273957 h 1342734"/>
              <a:gd name="connsiteX127" fmla="*/ 878849 w 10678681"/>
              <a:gd name="connsiteY127" fmla="*/ 1266740 h 1342734"/>
              <a:gd name="connsiteX128" fmla="*/ 800667 w 10678681"/>
              <a:gd name="connsiteY128" fmla="*/ 1282041 h 1342734"/>
              <a:gd name="connsiteX129" fmla="*/ 644906 w 10678681"/>
              <a:gd name="connsiteY129" fmla="*/ 1273685 h 1342734"/>
              <a:gd name="connsiteX130" fmla="*/ 379869 w 10678681"/>
              <a:gd name="connsiteY130" fmla="*/ 1339165 h 1342734"/>
              <a:gd name="connsiteX131" fmla="*/ 137696 w 10678681"/>
              <a:gd name="connsiteY131" fmla="*/ 1319217 h 1342734"/>
              <a:gd name="connsiteX132" fmla="*/ 54250 w 10678681"/>
              <a:gd name="connsiteY132" fmla="*/ 1315838 h 1342734"/>
              <a:gd name="connsiteX133" fmla="*/ 28042 w 10678681"/>
              <a:gd name="connsiteY133" fmla="*/ 1297822 h 1342734"/>
              <a:gd name="connsiteX134" fmla="*/ 0 w 10678681"/>
              <a:gd name="connsiteY134" fmla="*/ 1294612 h 1342734"/>
              <a:gd name="connsiteX135" fmla="*/ 0 w 10678681"/>
              <a:gd name="connsiteY135" fmla="*/ 0 h 134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10678681" h="1342734">
                <a:moveTo>
                  <a:pt x="0" y="0"/>
                </a:moveTo>
                <a:lnTo>
                  <a:pt x="10678681" y="0"/>
                </a:lnTo>
                <a:lnTo>
                  <a:pt x="10666019" y="7876"/>
                </a:lnTo>
                <a:cubicBezTo>
                  <a:pt x="10653407" y="16166"/>
                  <a:pt x="10642107" y="24244"/>
                  <a:pt x="10632825" y="32153"/>
                </a:cubicBezTo>
                <a:cubicBezTo>
                  <a:pt x="10592272" y="36323"/>
                  <a:pt x="10556884" y="50892"/>
                  <a:pt x="10516219" y="45588"/>
                </a:cubicBezTo>
                <a:cubicBezTo>
                  <a:pt x="10497465" y="38035"/>
                  <a:pt x="10481313" y="25649"/>
                  <a:pt x="10456989" y="979"/>
                </a:cubicBezTo>
                <a:cubicBezTo>
                  <a:pt x="10458435" y="21260"/>
                  <a:pt x="10448472" y="9612"/>
                  <a:pt x="10438642" y="1524"/>
                </a:cubicBezTo>
                <a:cubicBezTo>
                  <a:pt x="10430119" y="11702"/>
                  <a:pt x="10417632" y="41266"/>
                  <a:pt x="10407146" y="43659"/>
                </a:cubicBezTo>
                <a:cubicBezTo>
                  <a:pt x="10379701" y="2826"/>
                  <a:pt x="10370665" y="125005"/>
                  <a:pt x="10341159" y="103824"/>
                </a:cubicBezTo>
                <a:cubicBezTo>
                  <a:pt x="10332001" y="120367"/>
                  <a:pt x="10274736" y="115685"/>
                  <a:pt x="10244930" y="94599"/>
                </a:cubicBezTo>
                <a:cubicBezTo>
                  <a:pt x="10189350" y="132718"/>
                  <a:pt x="10178914" y="158571"/>
                  <a:pt x="10115334" y="155658"/>
                </a:cubicBezTo>
                <a:cubicBezTo>
                  <a:pt x="10110816" y="185325"/>
                  <a:pt x="10047419" y="166765"/>
                  <a:pt x="10068157" y="215673"/>
                </a:cubicBezTo>
                <a:cubicBezTo>
                  <a:pt x="10047157" y="216184"/>
                  <a:pt x="10029060" y="198149"/>
                  <a:pt x="10045431" y="229568"/>
                </a:cubicBezTo>
                <a:cubicBezTo>
                  <a:pt x="10018897" y="234017"/>
                  <a:pt x="9963426" y="205273"/>
                  <a:pt x="9929077" y="209062"/>
                </a:cubicBezTo>
                <a:cubicBezTo>
                  <a:pt x="9910475" y="224494"/>
                  <a:pt x="9890198" y="272419"/>
                  <a:pt x="9840045" y="223033"/>
                </a:cubicBezTo>
                <a:cubicBezTo>
                  <a:pt x="9789999" y="276055"/>
                  <a:pt x="9744257" y="186744"/>
                  <a:pt x="9679639" y="247182"/>
                </a:cubicBezTo>
                <a:cubicBezTo>
                  <a:pt x="9634736" y="215294"/>
                  <a:pt x="9537501" y="238016"/>
                  <a:pt x="9498347" y="244723"/>
                </a:cubicBezTo>
                <a:cubicBezTo>
                  <a:pt x="9450379" y="244255"/>
                  <a:pt x="9394227" y="293607"/>
                  <a:pt x="9366026" y="299024"/>
                </a:cubicBezTo>
                <a:cubicBezTo>
                  <a:pt x="9341424" y="298595"/>
                  <a:pt x="9297504" y="338146"/>
                  <a:pt x="9316702" y="356523"/>
                </a:cubicBezTo>
                <a:cubicBezTo>
                  <a:pt x="9228105" y="319675"/>
                  <a:pt x="9206375" y="367221"/>
                  <a:pt x="9121744" y="365177"/>
                </a:cubicBezTo>
                <a:cubicBezTo>
                  <a:pt x="9093808" y="425910"/>
                  <a:pt x="9103257" y="373647"/>
                  <a:pt x="9061654" y="393730"/>
                </a:cubicBezTo>
                <a:cubicBezTo>
                  <a:pt x="9060114" y="344357"/>
                  <a:pt x="9015442" y="432718"/>
                  <a:pt x="8997577" y="380865"/>
                </a:cubicBezTo>
                <a:cubicBezTo>
                  <a:pt x="8969550" y="402056"/>
                  <a:pt x="8954076" y="446763"/>
                  <a:pt x="8907968" y="447345"/>
                </a:cubicBezTo>
                <a:cubicBezTo>
                  <a:pt x="8864369" y="428134"/>
                  <a:pt x="8818646" y="497461"/>
                  <a:pt x="8764163" y="471000"/>
                </a:cubicBezTo>
                <a:cubicBezTo>
                  <a:pt x="8744747" y="465539"/>
                  <a:pt x="8688469" y="474754"/>
                  <a:pt x="8680155" y="492404"/>
                </a:cubicBezTo>
                <a:cubicBezTo>
                  <a:pt x="8668902" y="497604"/>
                  <a:pt x="8654338" y="493892"/>
                  <a:pt x="8651436" y="511923"/>
                </a:cubicBezTo>
                <a:cubicBezTo>
                  <a:pt x="8645505" y="533975"/>
                  <a:pt x="8599739" y="507897"/>
                  <a:pt x="8609185" y="531525"/>
                </a:cubicBezTo>
                <a:cubicBezTo>
                  <a:pt x="8576806" y="513805"/>
                  <a:pt x="8560019" y="560634"/>
                  <a:pt x="8537091" y="574933"/>
                </a:cubicBezTo>
                <a:cubicBezTo>
                  <a:pt x="8510928" y="556486"/>
                  <a:pt x="8488623" y="604682"/>
                  <a:pt x="8435931" y="617926"/>
                </a:cubicBezTo>
                <a:cubicBezTo>
                  <a:pt x="8406978" y="596402"/>
                  <a:pt x="8400500" y="627188"/>
                  <a:pt x="8348623" y="600607"/>
                </a:cubicBezTo>
                <a:cubicBezTo>
                  <a:pt x="8347650" y="604255"/>
                  <a:pt x="8320537" y="587451"/>
                  <a:pt x="8276883" y="588214"/>
                </a:cubicBezTo>
                <a:cubicBezTo>
                  <a:pt x="8233229" y="588977"/>
                  <a:pt x="8147007" y="602039"/>
                  <a:pt x="8086698" y="605185"/>
                </a:cubicBezTo>
                <a:cubicBezTo>
                  <a:pt x="8018754" y="612533"/>
                  <a:pt x="8076794" y="658105"/>
                  <a:pt x="7982378" y="629799"/>
                </a:cubicBezTo>
                <a:cubicBezTo>
                  <a:pt x="7978309" y="650417"/>
                  <a:pt x="7968020" y="653434"/>
                  <a:pt x="7947952" y="648003"/>
                </a:cubicBezTo>
                <a:cubicBezTo>
                  <a:pt x="7915301" y="652980"/>
                  <a:pt x="7930086" y="699793"/>
                  <a:pt x="7890112" y="677915"/>
                </a:cubicBezTo>
                <a:cubicBezTo>
                  <a:pt x="7902561" y="702153"/>
                  <a:pt x="7831508" y="700184"/>
                  <a:pt x="7853284" y="723588"/>
                </a:cubicBezTo>
                <a:cubicBezTo>
                  <a:pt x="7838304" y="751013"/>
                  <a:pt x="7817999" y="714992"/>
                  <a:pt x="7802383" y="739359"/>
                </a:cubicBezTo>
                <a:cubicBezTo>
                  <a:pt x="7781922" y="742015"/>
                  <a:pt x="7755431" y="732207"/>
                  <a:pt x="7730518" y="739526"/>
                </a:cubicBezTo>
                <a:cubicBezTo>
                  <a:pt x="7716802" y="743091"/>
                  <a:pt x="7733019" y="753459"/>
                  <a:pt x="7720084" y="760750"/>
                </a:cubicBezTo>
                <a:cubicBezTo>
                  <a:pt x="7707149" y="768041"/>
                  <a:pt x="7671920" y="776612"/>
                  <a:pt x="7652907" y="783273"/>
                </a:cubicBezTo>
                <a:cubicBezTo>
                  <a:pt x="7630163" y="772504"/>
                  <a:pt x="7616976" y="783101"/>
                  <a:pt x="7606008" y="800717"/>
                </a:cubicBezTo>
                <a:cubicBezTo>
                  <a:pt x="7561224" y="806541"/>
                  <a:pt x="7527083" y="837162"/>
                  <a:pt x="7480223" y="856821"/>
                </a:cubicBezTo>
                <a:cubicBezTo>
                  <a:pt x="7422566" y="851729"/>
                  <a:pt x="7406130" y="898621"/>
                  <a:pt x="7356005" y="919462"/>
                </a:cubicBezTo>
                <a:cubicBezTo>
                  <a:pt x="7301710" y="896412"/>
                  <a:pt x="7327853" y="963334"/>
                  <a:pt x="7305396" y="986228"/>
                </a:cubicBezTo>
                <a:lnTo>
                  <a:pt x="7266251" y="967864"/>
                </a:lnTo>
                <a:lnTo>
                  <a:pt x="7258094" y="990679"/>
                </a:lnTo>
                <a:lnTo>
                  <a:pt x="7257893" y="991204"/>
                </a:lnTo>
                <a:lnTo>
                  <a:pt x="7247153" y="991550"/>
                </a:lnTo>
                <a:cubicBezTo>
                  <a:pt x="7228850" y="991013"/>
                  <a:pt x="7210872" y="989423"/>
                  <a:pt x="7193612" y="987042"/>
                </a:cubicBezTo>
                <a:cubicBezTo>
                  <a:pt x="7184018" y="1016185"/>
                  <a:pt x="7117645" y="991054"/>
                  <a:pt x="7132632" y="1042036"/>
                </a:cubicBezTo>
                <a:cubicBezTo>
                  <a:pt x="7109597" y="1040358"/>
                  <a:pt x="7092653" y="1020472"/>
                  <a:pt x="7105610" y="1053537"/>
                </a:cubicBezTo>
                <a:cubicBezTo>
                  <a:pt x="7098186" y="1053959"/>
                  <a:pt x="7071669" y="1042250"/>
                  <a:pt x="7069148" y="1047163"/>
                </a:cubicBezTo>
                <a:lnTo>
                  <a:pt x="7039634" y="1059971"/>
                </a:lnTo>
                <a:lnTo>
                  <a:pt x="7033445" y="1063314"/>
                </a:lnTo>
                <a:lnTo>
                  <a:pt x="6999157" y="1055282"/>
                </a:lnTo>
                <a:lnTo>
                  <a:pt x="6981874" y="1053827"/>
                </a:lnTo>
                <a:lnTo>
                  <a:pt x="6976102" y="1047854"/>
                </a:lnTo>
                <a:cubicBezTo>
                  <a:pt x="6970359" y="1044495"/>
                  <a:pt x="6962768" y="1043656"/>
                  <a:pt x="6951040" y="1048531"/>
                </a:cubicBezTo>
                <a:lnTo>
                  <a:pt x="6948497" y="1050706"/>
                </a:lnTo>
                <a:lnTo>
                  <a:pt x="6926582" y="1043462"/>
                </a:lnTo>
                <a:cubicBezTo>
                  <a:pt x="6919310" y="1039773"/>
                  <a:pt x="6839625" y="1034777"/>
                  <a:pt x="6833743" y="1027960"/>
                </a:cubicBezTo>
                <a:cubicBezTo>
                  <a:pt x="6776335" y="1015119"/>
                  <a:pt x="6761260" y="1047430"/>
                  <a:pt x="6687090" y="1063250"/>
                </a:cubicBezTo>
                <a:cubicBezTo>
                  <a:pt x="6621041" y="1075436"/>
                  <a:pt x="6482366" y="1074217"/>
                  <a:pt x="6431838" y="1063226"/>
                </a:cubicBezTo>
                <a:cubicBezTo>
                  <a:pt x="6405016" y="1060235"/>
                  <a:pt x="6309698" y="1067799"/>
                  <a:pt x="6327795" y="1088142"/>
                </a:cubicBezTo>
                <a:cubicBezTo>
                  <a:pt x="6241699" y="1050273"/>
                  <a:pt x="6228725" y="1111123"/>
                  <a:pt x="6136549" y="1100268"/>
                </a:cubicBezTo>
                <a:cubicBezTo>
                  <a:pt x="6096483" y="1157984"/>
                  <a:pt x="6053277" y="1099229"/>
                  <a:pt x="6004655" y="1114946"/>
                </a:cubicBezTo>
                <a:cubicBezTo>
                  <a:pt x="6010724" y="1065500"/>
                  <a:pt x="5948029" y="1149051"/>
                  <a:pt x="5936643" y="1095428"/>
                </a:cubicBezTo>
                <a:cubicBezTo>
                  <a:pt x="5928154" y="1099986"/>
                  <a:pt x="5920290" y="1106094"/>
                  <a:pt x="5912484" y="1112624"/>
                </a:cubicBezTo>
                <a:lnTo>
                  <a:pt x="5908387" y="1116018"/>
                </a:lnTo>
                <a:lnTo>
                  <a:pt x="5890495" y="1120268"/>
                </a:lnTo>
                <a:lnTo>
                  <a:pt x="5887318" y="1133134"/>
                </a:lnTo>
                <a:lnTo>
                  <a:pt x="5861726" y="1147891"/>
                </a:lnTo>
                <a:cubicBezTo>
                  <a:pt x="5851855" y="1151615"/>
                  <a:pt x="5818443" y="1153513"/>
                  <a:pt x="5805823" y="1152457"/>
                </a:cubicBezTo>
                <a:cubicBezTo>
                  <a:pt x="5761190" y="1128740"/>
                  <a:pt x="5745234" y="1208320"/>
                  <a:pt x="5689841" y="1176232"/>
                </a:cubicBezTo>
                <a:cubicBezTo>
                  <a:pt x="5645165" y="1182523"/>
                  <a:pt x="5638674" y="1185346"/>
                  <a:pt x="5605119" y="1190202"/>
                </a:cubicBezTo>
                <a:cubicBezTo>
                  <a:pt x="5595173" y="1211597"/>
                  <a:pt x="5481899" y="1180798"/>
                  <a:pt x="5488513" y="1205367"/>
                </a:cubicBezTo>
                <a:cubicBezTo>
                  <a:pt x="5455905" y="1184307"/>
                  <a:pt x="5430208" y="1229302"/>
                  <a:pt x="5402905" y="1241191"/>
                </a:cubicBezTo>
                <a:cubicBezTo>
                  <a:pt x="5353635" y="1248161"/>
                  <a:pt x="5228965" y="1244549"/>
                  <a:pt x="5192893" y="1247188"/>
                </a:cubicBezTo>
                <a:cubicBezTo>
                  <a:pt x="5191257" y="1250727"/>
                  <a:pt x="5178909" y="1254361"/>
                  <a:pt x="5164025" y="1257028"/>
                </a:cubicBezTo>
                <a:cubicBezTo>
                  <a:pt x="5149141" y="1259695"/>
                  <a:pt x="5121746" y="1277136"/>
                  <a:pt x="5103589" y="1263189"/>
                </a:cubicBezTo>
                <a:cubicBezTo>
                  <a:pt x="5020856" y="1221392"/>
                  <a:pt x="4961920" y="1251721"/>
                  <a:pt x="4894688" y="1247184"/>
                </a:cubicBezTo>
                <a:cubicBezTo>
                  <a:pt x="4819279" y="1247443"/>
                  <a:pt x="4886780" y="1276272"/>
                  <a:pt x="4788036" y="1238182"/>
                </a:cubicBezTo>
                <a:cubicBezTo>
                  <a:pt x="4780353" y="1258340"/>
                  <a:pt x="4768632" y="1260281"/>
                  <a:pt x="4747555" y="1252768"/>
                </a:cubicBezTo>
                <a:cubicBezTo>
                  <a:pt x="4711089" y="1254336"/>
                  <a:pt x="4719897" y="1302605"/>
                  <a:pt x="4679644" y="1276603"/>
                </a:cubicBezTo>
                <a:cubicBezTo>
                  <a:pt x="4651415" y="1288933"/>
                  <a:pt x="4636594" y="1288316"/>
                  <a:pt x="4617473" y="1296467"/>
                </a:cubicBezTo>
                <a:lnTo>
                  <a:pt x="4564919" y="1325507"/>
                </a:lnTo>
                <a:lnTo>
                  <a:pt x="4566586" y="1316963"/>
                </a:lnTo>
                <a:cubicBezTo>
                  <a:pt x="4569057" y="1308855"/>
                  <a:pt x="4571069" y="1299935"/>
                  <a:pt x="4556303" y="1300262"/>
                </a:cubicBezTo>
                <a:cubicBezTo>
                  <a:pt x="4525488" y="1305073"/>
                  <a:pt x="4517133" y="1269079"/>
                  <a:pt x="4502358" y="1302558"/>
                </a:cubicBezTo>
                <a:lnTo>
                  <a:pt x="4498919" y="1312115"/>
                </a:lnTo>
                <a:lnTo>
                  <a:pt x="4492075" y="1313357"/>
                </a:lnTo>
                <a:cubicBezTo>
                  <a:pt x="4488463" y="1312870"/>
                  <a:pt x="4486534" y="1310394"/>
                  <a:pt x="4487466" y="1304102"/>
                </a:cubicBezTo>
                <a:cubicBezTo>
                  <a:pt x="4457512" y="1328789"/>
                  <a:pt x="4426787" y="1287064"/>
                  <a:pt x="4398292" y="1278410"/>
                </a:cubicBezTo>
                <a:cubicBezTo>
                  <a:pt x="4375210" y="1302378"/>
                  <a:pt x="4366248" y="1283298"/>
                  <a:pt x="4306088" y="1282512"/>
                </a:cubicBezTo>
                <a:cubicBezTo>
                  <a:pt x="4280844" y="1310113"/>
                  <a:pt x="4237476" y="1258925"/>
                  <a:pt x="4188995" y="1296718"/>
                </a:cubicBezTo>
                <a:cubicBezTo>
                  <a:pt x="4186961" y="1293392"/>
                  <a:pt x="4157312" y="1287787"/>
                  <a:pt x="4136582" y="1287687"/>
                </a:cubicBezTo>
                <a:cubicBezTo>
                  <a:pt x="4115852" y="1287587"/>
                  <a:pt x="4081037" y="1280166"/>
                  <a:pt x="4064614" y="1296118"/>
                </a:cubicBezTo>
                <a:cubicBezTo>
                  <a:pt x="3987264" y="1347194"/>
                  <a:pt x="3967205" y="1309881"/>
                  <a:pt x="3900948" y="1322156"/>
                </a:cubicBezTo>
                <a:cubicBezTo>
                  <a:pt x="3826014" y="1330612"/>
                  <a:pt x="3831060" y="1333478"/>
                  <a:pt x="3787890" y="1322164"/>
                </a:cubicBezTo>
                <a:cubicBezTo>
                  <a:pt x="3777929" y="1303028"/>
                  <a:pt x="3766063" y="1332733"/>
                  <a:pt x="3745993" y="1342630"/>
                </a:cubicBezTo>
                <a:cubicBezTo>
                  <a:pt x="3709591" y="1345286"/>
                  <a:pt x="3712765" y="1296323"/>
                  <a:pt x="3675785" y="1326802"/>
                </a:cubicBezTo>
                <a:cubicBezTo>
                  <a:pt x="3682573" y="1300349"/>
                  <a:pt x="3606829" y="1318588"/>
                  <a:pt x="3623856" y="1290804"/>
                </a:cubicBezTo>
                <a:cubicBezTo>
                  <a:pt x="3600335" y="1267550"/>
                  <a:pt x="3588308" y="1307279"/>
                  <a:pt x="3564933" y="1287147"/>
                </a:cubicBezTo>
                <a:cubicBezTo>
                  <a:pt x="3538420" y="1283043"/>
                  <a:pt x="3579946" y="1314789"/>
                  <a:pt x="3550537" y="1317552"/>
                </a:cubicBezTo>
                <a:cubicBezTo>
                  <a:pt x="3514920" y="1316159"/>
                  <a:pt x="3514600" y="1364317"/>
                  <a:pt x="3487736" y="1303493"/>
                </a:cubicBezTo>
                <a:cubicBezTo>
                  <a:pt x="3450312" y="1319195"/>
                  <a:pt x="3443340" y="1291726"/>
                  <a:pt x="3392548" y="1278741"/>
                </a:cubicBezTo>
                <a:cubicBezTo>
                  <a:pt x="3371053" y="1294449"/>
                  <a:pt x="3354022" y="1287164"/>
                  <a:pt x="3337466" y="1272537"/>
                </a:cubicBezTo>
                <a:cubicBezTo>
                  <a:pt x="3287808" y="1277154"/>
                  <a:pt x="3231625" y="1217343"/>
                  <a:pt x="3175981" y="1208973"/>
                </a:cubicBezTo>
                <a:cubicBezTo>
                  <a:pt x="3115467" y="1227175"/>
                  <a:pt x="3096324" y="1223154"/>
                  <a:pt x="3036856" y="1214383"/>
                </a:cubicBezTo>
                <a:cubicBezTo>
                  <a:pt x="2976484" y="1195723"/>
                  <a:pt x="2863716" y="1149668"/>
                  <a:pt x="2824973" y="1134864"/>
                </a:cubicBezTo>
                <a:cubicBezTo>
                  <a:pt x="2817752" y="1140972"/>
                  <a:pt x="2802616" y="1134132"/>
                  <a:pt x="2804398" y="1125556"/>
                </a:cubicBezTo>
                <a:cubicBezTo>
                  <a:pt x="2796364" y="1128008"/>
                  <a:pt x="2737660" y="1151579"/>
                  <a:pt x="2736109" y="1137717"/>
                </a:cubicBezTo>
                <a:cubicBezTo>
                  <a:pt x="2696082" y="1134954"/>
                  <a:pt x="2695314" y="1134322"/>
                  <a:pt x="2659096" y="1150294"/>
                </a:cubicBezTo>
                <a:cubicBezTo>
                  <a:pt x="2582535" y="1124403"/>
                  <a:pt x="2622743" y="1189988"/>
                  <a:pt x="2567088" y="1181781"/>
                </a:cubicBezTo>
                <a:cubicBezTo>
                  <a:pt x="2523074" y="1153322"/>
                  <a:pt x="2505741" y="1175022"/>
                  <a:pt x="2454501" y="1155455"/>
                </a:cubicBezTo>
                <a:cubicBezTo>
                  <a:pt x="2435184" y="1199648"/>
                  <a:pt x="2405890" y="1149324"/>
                  <a:pt x="2385161" y="1161312"/>
                </a:cubicBezTo>
                <a:cubicBezTo>
                  <a:pt x="2329714" y="1166582"/>
                  <a:pt x="2322102" y="1137771"/>
                  <a:pt x="2273361" y="1134090"/>
                </a:cubicBezTo>
                <a:cubicBezTo>
                  <a:pt x="2270204" y="1112590"/>
                  <a:pt x="2164540" y="1136821"/>
                  <a:pt x="2132003" y="1139225"/>
                </a:cubicBezTo>
                <a:cubicBezTo>
                  <a:pt x="2119616" y="1127805"/>
                  <a:pt x="2068429" y="1132839"/>
                  <a:pt x="2041224" y="1147536"/>
                </a:cubicBezTo>
                <a:cubicBezTo>
                  <a:pt x="2072319" y="1178143"/>
                  <a:pt x="2006941" y="1118646"/>
                  <a:pt x="2010157" y="1152767"/>
                </a:cubicBezTo>
                <a:cubicBezTo>
                  <a:pt x="1976080" y="1167742"/>
                  <a:pt x="1904926" y="1183913"/>
                  <a:pt x="1859213" y="1199540"/>
                </a:cubicBezTo>
                <a:cubicBezTo>
                  <a:pt x="1837985" y="1173314"/>
                  <a:pt x="1772946" y="1249813"/>
                  <a:pt x="1735877" y="1246527"/>
                </a:cubicBezTo>
                <a:cubicBezTo>
                  <a:pt x="1727774" y="1263559"/>
                  <a:pt x="1674382" y="1247072"/>
                  <a:pt x="1660167" y="1236849"/>
                </a:cubicBezTo>
                <a:cubicBezTo>
                  <a:pt x="1541640" y="1221134"/>
                  <a:pt x="1352140" y="1267338"/>
                  <a:pt x="1279827" y="1245307"/>
                </a:cubicBezTo>
                <a:lnTo>
                  <a:pt x="1021737" y="1238739"/>
                </a:lnTo>
                <a:cubicBezTo>
                  <a:pt x="1011829" y="1264670"/>
                  <a:pt x="960483" y="1235921"/>
                  <a:pt x="959820" y="1275863"/>
                </a:cubicBezTo>
                <a:cubicBezTo>
                  <a:pt x="950745" y="1291685"/>
                  <a:pt x="934594" y="1289700"/>
                  <a:pt x="929137" y="1273957"/>
                </a:cubicBezTo>
                <a:cubicBezTo>
                  <a:pt x="909281" y="1275184"/>
                  <a:pt x="894620" y="1293444"/>
                  <a:pt x="878849" y="1266740"/>
                </a:cubicBezTo>
                <a:cubicBezTo>
                  <a:pt x="851668" y="1267510"/>
                  <a:pt x="816599" y="1322523"/>
                  <a:pt x="800667" y="1282041"/>
                </a:cubicBezTo>
                <a:cubicBezTo>
                  <a:pt x="741645" y="1285469"/>
                  <a:pt x="699773" y="1269716"/>
                  <a:pt x="644906" y="1273685"/>
                </a:cubicBezTo>
                <a:cubicBezTo>
                  <a:pt x="541527" y="1321342"/>
                  <a:pt x="446058" y="1236106"/>
                  <a:pt x="379869" y="1339165"/>
                </a:cubicBezTo>
                <a:cubicBezTo>
                  <a:pt x="292000" y="1296022"/>
                  <a:pt x="211611" y="1323804"/>
                  <a:pt x="137696" y="1319217"/>
                </a:cubicBezTo>
                <a:cubicBezTo>
                  <a:pt x="102121" y="1327987"/>
                  <a:pt x="88791" y="1285209"/>
                  <a:pt x="54250" y="1315838"/>
                </a:cubicBezTo>
                <a:cubicBezTo>
                  <a:pt x="49461" y="1305340"/>
                  <a:pt x="39595" y="1300426"/>
                  <a:pt x="28042" y="1297822"/>
                </a:cubicBezTo>
                <a:lnTo>
                  <a:pt x="0" y="1294612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EF693875-948C-4D9B-AE6F-8F689427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114199"/>
            <a:ext cx="6884912" cy="743802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8CF630E-BC57-4786-8B1F-C22C04E8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114200"/>
            <a:ext cx="6884912" cy="743802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01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Zástupný obsah 7" descr="Obsah obrázku Šeřík, umění, nachový, Fraktální umění&#10;&#10;Popis byl vytvořen automaticky">
            <a:extLst>
              <a:ext uri="{FF2B5EF4-FFF2-40B4-BE49-F238E27FC236}">
                <a16:creationId xmlns:a16="http://schemas.microsoft.com/office/drawing/2014/main" id="{A4299DE6-2BAF-2348-973B-CE1495E1E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2" b="11408"/>
          <a:stretch/>
        </p:blipFill>
        <p:spPr>
          <a:xfrm>
            <a:off x="20" y="1"/>
            <a:ext cx="12191979" cy="685799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3F3677B-A97D-4CAD-A971-B22755F56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4516342"/>
          </a:xfrm>
          <a:prstGeom prst="rect">
            <a:avLst/>
          </a:prstGeom>
          <a:gradFill>
            <a:gsLst>
              <a:gs pos="47000">
                <a:srgbClr val="000000">
                  <a:alpha val="22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4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2AACFAA-C608-1BB6-00D7-3F72BBE9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22" y="477079"/>
            <a:ext cx="4068000" cy="13843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3600" dirty="0">
                <a:solidFill>
                  <a:srgbClr val="FFFFFF"/>
                </a:solidFill>
              </a:rPr>
              <a:t>Definice Vědy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60BD4C64-2488-5BEE-BA6B-C4269C325233}"/>
              </a:ext>
            </a:extLst>
          </p:cNvPr>
          <p:cNvSpPr txBox="1"/>
          <p:nvPr/>
        </p:nvSpPr>
        <p:spPr>
          <a:xfrm>
            <a:off x="4645121" y="2069519"/>
            <a:ext cx="68743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2800" dirty="0"/>
              <a:t>Věda je smyslové a rozumové poznávání.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2800" dirty="0"/>
              <a:t>Věda je systém podložených, objektivních vět o určité oblasti.</a:t>
            </a:r>
          </a:p>
        </p:txBody>
      </p:sp>
    </p:spTree>
    <p:extLst>
      <p:ext uri="{BB962C8B-B14F-4D97-AF65-F5344CB8AC3E}">
        <p14:creationId xmlns:p14="http://schemas.microsoft.com/office/powerpoint/2010/main" val="3978529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6D779A5B-D176-5DD2-C2D9-0A539818F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/>
          </a:bodyPr>
          <a:lstStyle/>
          <a:p>
            <a:r>
              <a:rPr lang="cs-CZ" sz="3600" dirty="0"/>
              <a:t>Přehled dějin věd - Starověk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A6E42302-83E2-5BFE-1294-1115CEA58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645936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682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273CDA1-D6C5-4FB4-B49C-E012061A53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graphicEl>
                                              <a:dgm id="{D273CDA1-D6C5-4FB4-B49C-E012061A53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51646EB-9C07-4F80-9D07-B0136C382C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graphicEl>
                                              <a:dgm id="{D51646EB-9C07-4F80-9D07-B0136C382C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4CD7189-7A4D-48E0-AD19-2B61FAF4A9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graphicEl>
                                              <a:dgm id="{24CD7189-7A4D-48E0-AD19-2B61FAF4A9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5F926EA-6A13-42BD-95E6-121DBD86A9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graphicEl>
                                              <a:dgm id="{95F926EA-6A13-42BD-95E6-121DBD86A9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10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7BB12-6BDE-760D-4077-E9F06BC0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05921802-0622-4962-A3B3-3482F4370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5">
            <a:extLst>
              <a:ext uri="{FF2B5EF4-FFF2-40B4-BE49-F238E27FC236}">
                <a16:creationId xmlns:a16="http://schemas.microsoft.com/office/drawing/2014/main" id="{1B1F4A36-746F-4D35-8BAB-02B98F2B8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649426"/>
          </a:xfrm>
          <a:custGeom>
            <a:avLst/>
            <a:gdLst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845677 w 12192000"/>
              <a:gd name="connsiteY100" fmla="*/ 2510101 h 2676210"/>
              <a:gd name="connsiteX101" fmla="*/ 3721493 w 12192000"/>
              <a:gd name="connsiteY101" fmla="*/ 2497646 h 2676210"/>
              <a:gd name="connsiteX102" fmla="*/ 3622296 w 12192000"/>
              <a:gd name="connsiteY102" fmla="*/ 2473347 h 2676210"/>
              <a:gd name="connsiteX103" fmla="*/ 3504883 w 12192000"/>
              <a:gd name="connsiteY103" fmla="*/ 2503869 h 2676210"/>
              <a:gd name="connsiteX104" fmla="*/ 3431219 w 12192000"/>
              <a:gd name="connsiteY104" fmla="*/ 2502163 h 2676210"/>
              <a:gd name="connsiteX105" fmla="*/ 3307395 w 12192000"/>
              <a:gd name="connsiteY105" fmla="*/ 2468360 h 2676210"/>
              <a:gd name="connsiteX106" fmla="*/ 3151243 w 12192000"/>
              <a:gd name="connsiteY106" fmla="*/ 2492405 h 2676210"/>
              <a:gd name="connsiteX107" fmla="*/ 3057639 w 12192000"/>
              <a:gd name="connsiteY107" fmla="*/ 2507988 h 2676210"/>
              <a:gd name="connsiteX108" fmla="*/ 2916555 w 12192000"/>
              <a:gd name="connsiteY108" fmla="*/ 2472028 h 2676210"/>
              <a:gd name="connsiteX109" fmla="*/ 2846802 w 12192000"/>
              <a:gd name="connsiteY109" fmla="*/ 2461014 h 2676210"/>
              <a:gd name="connsiteX110" fmla="*/ 2739588 w 12192000"/>
              <a:gd name="connsiteY110" fmla="*/ 2457956 h 2676210"/>
              <a:gd name="connsiteX111" fmla="*/ 2706684 w 12192000"/>
              <a:gd name="connsiteY111" fmla="*/ 2454540 h 2676210"/>
              <a:gd name="connsiteX112" fmla="*/ 2376571 w 12192000"/>
              <a:gd name="connsiteY112" fmla="*/ 2392905 h 2676210"/>
              <a:gd name="connsiteX113" fmla="*/ 2194299 w 12192000"/>
              <a:gd name="connsiteY113" fmla="*/ 2475215 h 2676210"/>
              <a:gd name="connsiteX114" fmla="*/ 1985091 w 12192000"/>
              <a:gd name="connsiteY114" fmla="*/ 2503652 h 2676210"/>
              <a:gd name="connsiteX115" fmla="*/ 1917360 w 12192000"/>
              <a:gd name="connsiteY115" fmla="*/ 2472495 h 2676210"/>
              <a:gd name="connsiteX116" fmla="*/ 1885040 w 12192000"/>
              <a:gd name="connsiteY116" fmla="*/ 2475917 h 2676210"/>
              <a:gd name="connsiteX117" fmla="*/ 1832317 w 12192000"/>
              <a:gd name="connsiteY117" fmla="*/ 2485332 h 2676210"/>
              <a:gd name="connsiteX118" fmla="*/ 1748729 w 12192000"/>
              <a:gd name="connsiteY118" fmla="*/ 2475325 h 2676210"/>
              <a:gd name="connsiteX119" fmla="*/ 1584574 w 12192000"/>
              <a:gd name="connsiteY119" fmla="*/ 2491479 h 2676210"/>
              <a:gd name="connsiteX120" fmla="*/ 1300369 w 12192000"/>
              <a:gd name="connsiteY120" fmla="*/ 2444914 h 2676210"/>
              <a:gd name="connsiteX121" fmla="*/ 1045572 w 12192000"/>
              <a:gd name="connsiteY121" fmla="*/ 2476491 h 2676210"/>
              <a:gd name="connsiteX122" fmla="*/ 957561 w 12192000"/>
              <a:gd name="connsiteY122" fmla="*/ 2484124 h 2676210"/>
              <a:gd name="connsiteX123" fmla="*/ 872692 w 12192000"/>
              <a:gd name="connsiteY123" fmla="*/ 2551368 h 2676210"/>
              <a:gd name="connsiteX124" fmla="*/ 653171 w 12192000"/>
              <a:gd name="connsiteY124" fmla="*/ 2607266 h 2676210"/>
              <a:gd name="connsiteX125" fmla="*/ 479703 w 12192000"/>
              <a:gd name="connsiteY125" fmla="*/ 2594204 h 2676210"/>
              <a:gd name="connsiteX126" fmla="*/ 441281 w 12192000"/>
              <a:gd name="connsiteY126" fmla="*/ 2605939 h 2676210"/>
              <a:gd name="connsiteX127" fmla="*/ 315252 w 12192000"/>
              <a:gd name="connsiteY127" fmla="*/ 2675861 h 2676210"/>
              <a:gd name="connsiteX128" fmla="*/ 97385 w 12192000"/>
              <a:gd name="connsiteY128" fmla="*/ 2636063 h 2676210"/>
              <a:gd name="connsiteX129" fmla="*/ 48888 w 12192000"/>
              <a:gd name="connsiteY129" fmla="*/ 2641447 h 2676210"/>
              <a:gd name="connsiteX130" fmla="*/ 0 w 12192000"/>
              <a:gd name="connsiteY130" fmla="*/ 2649426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845677 w 12192000"/>
              <a:gd name="connsiteY100" fmla="*/ 2510101 h 2676210"/>
              <a:gd name="connsiteX101" fmla="*/ 3721493 w 12192000"/>
              <a:gd name="connsiteY101" fmla="*/ 2497646 h 2676210"/>
              <a:gd name="connsiteX102" fmla="*/ 3622296 w 12192000"/>
              <a:gd name="connsiteY102" fmla="*/ 2473347 h 2676210"/>
              <a:gd name="connsiteX103" fmla="*/ 3504883 w 12192000"/>
              <a:gd name="connsiteY103" fmla="*/ 2503869 h 2676210"/>
              <a:gd name="connsiteX104" fmla="*/ 3431219 w 12192000"/>
              <a:gd name="connsiteY104" fmla="*/ 2502163 h 2676210"/>
              <a:gd name="connsiteX105" fmla="*/ 3151243 w 12192000"/>
              <a:gd name="connsiteY105" fmla="*/ 2492405 h 2676210"/>
              <a:gd name="connsiteX106" fmla="*/ 3057639 w 12192000"/>
              <a:gd name="connsiteY106" fmla="*/ 2507988 h 2676210"/>
              <a:gd name="connsiteX107" fmla="*/ 2916555 w 12192000"/>
              <a:gd name="connsiteY107" fmla="*/ 2472028 h 2676210"/>
              <a:gd name="connsiteX108" fmla="*/ 2846802 w 12192000"/>
              <a:gd name="connsiteY108" fmla="*/ 2461014 h 2676210"/>
              <a:gd name="connsiteX109" fmla="*/ 2739588 w 12192000"/>
              <a:gd name="connsiteY109" fmla="*/ 2457956 h 2676210"/>
              <a:gd name="connsiteX110" fmla="*/ 2706684 w 12192000"/>
              <a:gd name="connsiteY110" fmla="*/ 2454540 h 2676210"/>
              <a:gd name="connsiteX111" fmla="*/ 2376571 w 12192000"/>
              <a:gd name="connsiteY111" fmla="*/ 2392905 h 2676210"/>
              <a:gd name="connsiteX112" fmla="*/ 2194299 w 12192000"/>
              <a:gd name="connsiteY112" fmla="*/ 2475215 h 2676210"/>
              <a:gd name="connsiteX113" fmla="*/ 1985091 w 12192000"/>
              <a:gd name="connsiteY113" fmla="*/ 2503652 h 2676210"/>
              <a:gd name="connsiteX114" fmla="*/ 1917360 w 12192000"/>
              <a:gd name="connsiteY114" fmla="*/ 2472495 h 2676210"/>
              <a:gd name="connsiteX115" fmla="*/ 1885040 w 12192000"/>
              <a:gd name="connsiteY115" fmla="*/ 2475917 h 2676210"/>
              <a:gd name="connsiteX116" fmla="*/ 1832317 w 12192000"/>
              <a:gd name="connsiteY116" fmla="*/ 2485332 h 2676210"/>
              <a:gd name="connsiteX117" fmla="*/ 1748729 w 12192000"/>
              <a:gd name="connsiteY117" fmla="*/ 2475325 h 2676210"/>
              <a:gd name="connsiteX118" fmla="*/ 1584574 w 12192000"/>
              <a:gd name="connsiteY118" fmla="*/ 2491479 h 2676210"/>
              <a:gd name="connsiteX119" fmla="*/ 1300369 w 12192000"/>
              <a:gd name="connsiteY119" fmla="*/ 2444914 h 2676210"/>
              <a:gd name="connsiteX120" fmla="*/ 1045572 w 12192000"/>
              <a:gd name="connsiteY120" fmla="*/ 2476491 h 2676210"/>
              <a:gd name="connsiteX121" fmla="*/ 957561 w 12192000"/>
              <a:gd name="connsiteY121" fmla="*/ 2484124 h 2676210"/>
              <a:gd name="connsiteX122" fmla="*/ 872692 w 12192000"/>
              <a:gd name="connsiteY122" fmla="*/ 2551368 h 2676210"/>
              <a:gd name="connsiteX123" fmla="*/ 653171 w 12192000"/>
              <a:gd name="connsiteY123" fmla="*/ 2607266 h 2676210"/>
              <a:gd name="connsiteX124" fmla="*/ 479703 w 12192000"/>
              <a:gd name="connsiteY124" fmla="*/ 2594204 h 2676210"/>
              <a:gd name="connsiteX125" fmla="*/ 441281 w 12192000"/>
              <a:gd name="connsiteY125" fmla="*/ 2605939 h 2676210"/>
              <a:gd name="connsiteX126" fmla="*/ 315252 w 12192000"/>
              <a:gd name="connsiteY126" fmla="*/ 2675861 h 2676210"/>
              <a:gd name="connsiteX127" fmla="*/ 97385 w 12192000"/>
              <a:gd name="connsiteY127" fmla="*/ 2636063 h 2676210"/>
              <a:gd name="connsiteX128" fmla="*/ 48888 w 12192000"/>
              <a:gd name="connsiteY128" fmla="*/ 2641447 h 2676210"/>
              <a:gd name="connsiteX129" fmla="*/ 0 w 12192000"/>
              <a:gd name="connsiteY129" fmla="*/ 2649426 h 2676210"/>
              <a:gd name="connsiteX130" fmla="*/ 0 w 12192000"/>
              <a:gd name="connsiteY130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845677 w 12192000"/>
              <a:gd name="connsiteY100" fmla="*/ 2510101 h 2676210"/>
              <a:gd name="connsiteX101" fmla="*/ 3721493 w 12192000"/>
              <a:gd name="connsiteY101" fmla="*/ 2497646 h 2676210"/>
              <a:gd name="connsiteX102" fmla="*/ 3504883 w 12192000"/>
              <a:gd name="connsiteY102" fmla="*/ 2503869 h 2676210"/>
              <a:gd name="connsiteX103" fmla="*/ 3431219 w 12192000"/>
              <a:gd name="connsiteY103" fmla="*/ 2502163 h 2676210"/>
              <a:gd name="connsiteX104" fmla="*/ 3151243 w 12192000"/>
              <a:gd name="connsiteY104" fmla="*/ 2492405 h 2676210"/>
              <a:gd name="connsiteX105" fmla="*/ 3057639 w 12192000"/>
              <a:gd name="connsiteY105" fmla="*/ 2507988 h 2676210"/>
              <a:gd name="connsiteX106" fmla="*/ 2916555 w 12192000"/>
              <a:gd name="connsiteY106" fmla="*/ 2472028 h 2676210"/>
              <a:gd name="connsiteX107" fmla="*/ 2846802 w 12192000"/>
              <a:gd name="connsiteY107" fmla="*/ 2461014 h 2676210"/>
              <a:gd name="connsiteX108" fmla="*/ 2739588 w 12192000"/>
              <a:gd name="connsiteY108" fmla="*/ 2457956 h 2676210"/>
              <a:gd name="connsiteX109" fmla="*/ 2706684 w 12192000"/>
              <a:gd name="connsiteY109" fmla="*/ 2454540 h 2676210"/>
              <a:gd name="connsiteX110" fmla="*/ 2376571 w 12192000"/>
              <a:gd name="connsiteY110" fmla="*/ 2392905 h 2676210"/>
              <a:gd name="connsiteX111" fmla="*/ 2194299 w 12192000"/>
              <a:gd name="connsiteY111" fmla="*/ 2475215 h 2676210"/>
              <a:gd name="connsiteX112" fmla="*/ 1985091 w 12192000"/>
              <a:gd name="connsiteY112" fmla="*/ 2503652 h 2676210"/>
              <a:gd name="connsiteX113" fmla="*/ 1917360 w 12192000"/>
              <a:gd name="connsiteY113" fmla="*/ 2472495 h 2676210"/>
              <a:gd name="connsiteX114" fmla="*/ 1885040 w 12192000"/>
              <a:gd name="connsiteY114" fmla="*/ 2475917 h 2676210"/>
              <a:gd name="connsiteX115" fmla="*/ 1832317 w 12192000"/>
              <a:gd name="connsiteY115" fmla="*/ 2485332 h 2676210"/>
              <a:gd name="connsiteX116" fmla="*/ 1748729 w 12192000"/>
              <a:gd name="connsiteY116" fmla="*/ 2475325 h 2676210"/>
              <a:gd name="connsiteX117" fmla="*/ 1584574 w 12192000"/>
              <a:gd name="connsiteY117" fmla="*/ 2491479 h 2676210"/>
              <a:gd name="connsiteX118" fmla="*/ 1300369 w 12192000"/>
              <a:gd name="connsiteY118" fmla="*/ 2444914 h 2676210"/>
              <a:gd name="connsiteX119" fmla="*/ 1045572 w 12192000"/>
              <a:gd name="connsiteY119" fmla="*/ 2476491 h 2676210"/>
              <a:gd name="connsiteX120" fmla="*/ 957561 w 12192000"/>
              <a:gd name="connsiteY120" fmla="*/ 2484124 h 2676210"/>
              <a:gd name="connsiteX121" fmla="*/ 872692 w 12192000"/>
              <a:gd name="connsiteY121" fmla="*/ 2551368 h 2676210"/>
              <a:gd name="connsiteX122" fmla="*/ 653171 w 12192000"/>
              <a:gd name="connsiteY122" fmla="*/ 2607266 h 2676210"/>
              <a:gd name="connsiteX123" fmla="*/ 479703 w 12192000"/>
              <a:gd name="connsiteY123" fmla="*/ 2594204 h 2676210"/>
              <a:gd name="connsiteX124" fmla="*/ 441281 w 12192000"/>
              <a:gd name="connsiteY124" fmla="*/ 2605939 h 2676210"/>
              <a:gd name="connsiteX125" fmla="*/ 315252 w 12192000"/>
              <a:gd name="connsiteY125" fmla="*/ 2675861 h 2676210"/>
              <a:gd name="connsiteX126" fmla="*/ 97385 w 12192000"/>
              <a:gd name="connsiteY126" fmla="*/ 2636063 h 2676210"/>
              <a:gd name="connsiteX127" fmla="*/ 48888 w 12192000"/>
              <a:gd name="connsiteY127" fmla="*/ 2641447 h 2676210"/>
              <a:gd name="connsiteX128" fmla="*/ 0 w 12192000"/>
              <a:gd name="connsiteY128" fmla="*/ 2649426 h 2676210"/>
              <a:gd name="connsiteX129" fmla="*/ 0 w 12192000"/>
              <a:gd name="connsiteY129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721493 w 12192000"/>
              <a:gd name="connsiteY100" fmla="*/ 2497646 h 2676210"/>
              <a:gd name="connsiteX101" fmla="*/ 3504883 w 12192000"/>
              <a:gd name="connsiteY101" fmla="*/ 2503869 h 2676210"/>
              <a:gd name="connsiteX102" fmla="*/ 3431219 w 12192000"/>
              <a:gd name="connsiteY102" fmla="*/ 2502163 h 2676210"/>
              <a:gd name="connsiteX103" fmla="*/ 3151243 w 12192000"/>
              <a:gd name="connsiteY103" fmla="*/ 2492405 h 2676210"/>
              <a:gd name="connsiteX104" fmla="*/ 3057639 w 12192000"/>
              <a:gd name="connsiteY104" fmla="*/ 2507988 h 2676210"/>
              <a:gd name="connsiteX105" fmla="*/ 2916555 w 12192000"/>
              <a:gd name="connsiteY105" fmla="*/ 2472028 h 2676210"/>
              <a:gd name="connsiteX106" fmla="*/ 2846802 w 12192000"/>
              <a:gd name="connsiteY106" fmla="*/ 2461014 h 2676210"/>
              <a:gd name="connsiteX107" fmla="*/ 2739588 w 12192000"/>
              <a:gd name="connsiteY107" fmla="*/ 2457956 h 2676210"/>
              <a:gd name="connsiteX108" fmla="*/ 2706684 w 12192000"/>
              <a:gd name="connsiteY108" fmla="*/ 2454540 h 2676210"/>
              <a:gd name="connsiteX109" fmla="*/ 2376571 w 12192000"/>
              <a:gd name="connsiteY109" fmla="*/ 2392905 h 2676210"/>
              <a:gd name="connsiteX110" fmla="*/ 2194299 w 12192000"/>
              <a:gd name="connsiteY110" fmla="*/ 2475215 h 2676210"/>
              <a:gd name="connsiteX111" fmla="*/ 1985091 w 12192000"/>
              <a:gd name="connsiteY111" fmla="*/ 2503652 h 2676210"/>
              <a:gd name="connsiteX112" fmla="*/ 1917360 w 12192000"/>
              <a:gd name="connsiteY112" fmla="*/ 2472495 h 2676210"/>
              <a:gd name="connsiteX113" fmla="*/ 1885040 w 12192000"/>
              <a:gd name="connsiteY113" fmla="*/ 2475917 h 2676210"/>
              <a:gd name="connsiteX114" fmla="*/ 1832317 w 12192000"/>
              <a:gd name="connsiteY114" fmla="*/ 2485332 h 2676210"/>
              <a:gd name="connsiteX115" fmla="*/ 1748729 w 12192000"/>
              <a:gd name="connsiteY115" fmla="*/ 2475325 h 2676210"/>
              <a:gd name="connsiteX116" fmla="*/ 1584574 w 12192000"/>
              <a:gd name="connsiteY116" fmla="*/ 2491479 h 2676210"/>
              <a:gd name="connsiteX117" fmla="*/ 1300369 w 12192000"/>
              <a:gd name="connsiteY117" fmla="*/ 2444914 h 2676210"/>
              <a:gd name="connsiteX118" fmla="*/ 1045572 w 12192000"/>
              <a:gd name="connsiteY118" fmla="*/ 2476491 h 2676210"/>
              <a:gd name="connsiteX119" fmla="*/ 957561 w 12192000"/>
              <a:gd name="connsiteY119" fmla="*/ 2484124 h 2676210"/>
              <a:gd name="connsiteX120" fmla="*/ 872692 w 12192000"/>
              <a:gd name="connsiteY120" fmla="*/ 2551368 h 2676210"/>
              <a:gd name="connsiteX121" fmla="*/ 653171 w 12192000"/>
              <a:gd name="connsiteY121" fmla="*/ 2607266 h 2676210"/>
              <a:gd name="connsiteX122" fmla="*/ 479703 w 12192000"/>
              <a:gd name="connsiteY122" fmla="*/ 2594204 h 2676210"/>
              <a:gd name="connsiteX123" fmla="*/ 441281 w 12192000"/>
              <a:gd name="connsiteY123" fmla="*/ 2605939 h 2676210"/>
              <a:gd name="connsiteX124" fmla="*/ 315252 w 12192000"/>
              <a:gd name="connsiteY124" fmla="*/ 2675861 h 2676210"/>
              <a:gd name="connsiteX125" fmla="*/ 97385 w 12192000"/>
              <a:gd name="connsiteY125" fmla="*/ 2636063 h 2676210"/>
              <a:gd name="connsiteX126" fmla="*/ 48888 w 12192000"/>
              <a:gd name="connsiteY126" fmla="*/ 2641447 h 2676210"/>
              <a:gd name="connsiteX127" fmla="*/ 0 w 12192000"/>
              <a:gd name="connsiteY127" fmla="*/ 2649426 h 2676210"/>
              <a:gd name="connsiteX128" fmla="*/ 0 w 12192000"/>
              <a:gd name="connsiteY128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721493 w 12192000"/>
              <a:gd name="connsiteY100" fmla="*/ 2497646 h 2676210"/>
              <a:gd name="connsiteX101" fmla="*/ 3504883 w 12192000"/>
              <a:gd name="connsiteY101" fmla="*/ 2503869 h 2676210"/>
              <a:gd name="connsiteX102" fmla="*/ 3431219 w 12192000"/>
              <a:gd name="connsiteY102" fmla="*/ 2502163 h 2676210"/>
              <a:gd name="connsiteX103" fmla="*/ 3151243 w 12192000"/>
              <a:gd name="connsiteY103" fmla="*/ 2492405 h 2676210"/>
              <a:gd name="connsiteX104" fmla="*/ 3057639 w 12192000"/>
              <a:gd name="connsiteY104" fmla="*/ 2507988 h 2676210"/>
              <a:gd name="connsiteX105" fmla="*/ 2916555 w 12192000"/>
              <a:gd name="connsiteY105" fmla="*/ 2472028 h 2676210"/>
              <a:gd name="connsiteX106" fmla="*/ 2846802 w 12192000"/>
              <a:gd name="connsiteY106" fmla="*/ 2461014 h 2676210"/>
              <a:gd name="connsiteX107" fmla="*/ 2739588 w 12192000"/>
              <a:gd name="connsiteY107" fmla="*/ 2457956 h 2676210"/>
              <a:gd name="connsiteX108" fmla="*/ 2706684 w 12192000"/>
              <a:gd name="connsiteY108" fmla="*/ 2454540 h 2676210"/>
              <a:gd name="connsiteX109" fmla="*/ 2348435 w 12192000"/>
              <a:gd name="connsiteY109" fmla="*/ 2449176 h 2676210"/>
              <a:gd name="connsiteX110" fmla="*/ 2194299 w 12192000"/>
              <a:gd name="connsiteY110" fmla="*/ 2475215 h 2676210"/>
              <a:gd name="connsiteX111" fmla="*/ 1985091 w 12192000"/>
              <a:gd name="connsiteY111" fmla="*/ 2503652 h 2676210"/>
              <a:gd name="connsiteX112" fmla="*/ 1917360 w 12192000"/>
              <a:gd name="connsiteY112" fmla="*/ 2472495 h 2676210"/>
              <a:gd name="connsiteX113" fmla="*/ 1885040 w 12192000"/>
              <a:gd name="connsiteY113" fmla="*/ 2475917 h 2676210"/>
              <a:gd name="connsiteX114" fmla="*/ 1832317 w 12192000"/>
              <a:gd name="connsiteY114" fmla="*/ 2485332 h 2676210"/>
              <a:gd name="connsiteX115" fmla="*/ 1748729 w 12192000"/>
              <a:gd name="connsiteY115" fmla="*/ 2475325 h 2676210"/>
              <a:gd name="connsiteX116" fmla="*/ 1584574 w 12192000"/>
              <a:gd name="connsiteY116" fmla="*/ 2491479 h 2676210"/>
              <a:gd name="connsiteX117" fmla="*/ 1300369 w 12192000"/>
              <a:gd name="connsiteY117" fmla="*/ 2444914 h 2676210"/>
              <a:gd name="connsiteX118" fmla="*/ 1045572 w 12192000"/>
              <a:gd name="connsiteY118" fmla="*/ 2476491 h 2676210"/>
              <a:gd name="connsiteX119" fmla="*/ 957561 w 12192000"/>
              <a:gd name="connsiteY119" fmla="*/ 2484124 h 2676210"/>
              <a:gd name="connsiteX120" fmla="*/ 872692 w 12192000"/>
              <a:gd name="connsiteY120" fmla="*/ 2551368 h 2676210"/>
              <a:gd name="connsiteX121" fmla="*/ 653171 w 12192000"/>
              <a:gd name="connsiteY121" fmla="*/ 2607266 h 2676210"/>
              <a:gd name="connsiteX122" fmla="*/ 479703 w 12192000"/>
              <a:gd name="connsiteY122" fmla="*/ 2594204 h 2676210"/>
              <a:gd name="connsiteX123" fmla="*/ 441281 w 12192000"/>
              <a:gd name="connsiteY123" fmla="*/ 2605939 h 2676210"/>
              <a:gd name="connsiteX124" fmla="*/ 315252 w 12192000"/>
              <a:gd name="connsiteY124" fmla="*/ 2675861 h 2676210"/>
              <a:gd name="connsiteX125" fmla="*/ 97385 w 12192000"/>
              <a:gd name="connsiteY125" fmla="*/ 2636063 h 2676210"/>
              <a:gd name="connsiteX126" fmla="*/ 48888 w 12192000"/>
              <a:gd name="connsiteY126" fmla="*/ 2641447 h 2676210"/>
              <a:gd name="connsiteX127" fmla="*/ 0 w 12192000"/>
              <a:gd name="connsiteY127" fmla="*/ 2649426 h 2676210"/>
              <a:gd name="connsiteX128" fmla="*/ 0 w 12192000"/>
              <a:gd name="connsiteY128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588125 w 12192000"/>
              <a:gd name="connsiteY92" fmla="*/ 2310680 h 2676210"/>
              <a:gd name="connsiteX93" fmla="*/ 4489013 w 12192000"/>
              <a:gd name="connsiteY93" fmla="*/ 2338805 h 2676210"/>
              <a:gd name="connsiteX94" fmla="*/ 4431159 w 12192000"/>
              <a:gd name="connsiteY94" fmla="*/ 2347536 h 2676210"/>
              <a:gd name="connsiteX95" fmla="*/ 4273885 w 12192000"/>
              <a:gd name="connsiteY95" fmla="*/ 2379520 h 2676210"/>
              <a:gd name="connsiteX96" fmla="*/ 4116925 w 12192000"/>
              <a:gd name="connsiteY96" fmla="*/ 2417756 h 2676210"/>
              <a:gd name="connsiteX97" fmla="*/ 4027169 w 12192000"/>
              <a:gd name="connsiteY97" fmla="*/ 2475399 h 2676210"/>
              <a:gd name="connsiteX98" fmla="*/ 3897799 w 12192000"/>
              <a:gd name="connsiteY98" fmla="*/ 2503049 h 2676210"/>
              <a:gd name="connsiteX99" fmla="*/ 3876619 w 12192000"/>
              <a:gd name="connsiteY99" fmla="*/ 2512804 h 2676210"/>
              <a:gd name="connsiteX100" fmla="*/ 3721493 w 12192000"/>
              <a:gd name="connsiteY100" fmla="*/ 2497646 h 2676210"/>
              <a:gd name="connsiteX101" fmla="*/ 3504883 w 12192000"/>
              <a:gd name="connsiteY101" fmla="*/ 2503869 h 2676210"/>
              <a:gd name="connsiteX102" fmla="*/ 3431219 w 12192000"/>
              <a:gd name="connsiteY102" fmla="*/ 2502163 h 2676210"/>
              <a:gd name="connsiteX103" fmla="*/ 3151243 w 12192000"/>
              <a:gd name="connsiteY103" fmla="*/ 2492405 h 2676210"/>
              <a:gd name="connsiteX104" fmla="*/ 3057639 w 12192000"/>
              <a:gd name="connsiteY104" fmla="*/ 2507988 h 2676210"/>
              <a:gd name="connsiteX105" fmla="*/ 2916555 w 12192000"/>
              <a:gd name="connsiteY105" fmla="*/ 2472028 h 2676210"/>
              <a:gd name="connsiteX106" fmla="*/ 2846802 w 12192000"/>
              <a:gd name="connsiteY106" fmla="*/ 2461014 h 2676210"/>
              <a:gd name="connsiteX107" fmla="*/ 2739588 w 12192000"/>
              <a:gd name="connsiteY107" fmla="*/ 2457956 h 2676210"/>
              <a:gd name="connsiteX108" fmla="*/ 2706684 w 12192000"/>
              <a:gd name="connsiteY108" fmla="*/ 2454540 h 2676210"/>
              <a:gd name="connsiteX109" fmla="*/ 2348435 w 12192000"/>
              <a:gd name="connsiteY109" fmla="*/ 2449176 h 2676210"/>
              <a:gd name="connsiteX110" fmla="*/ 2194299 w 12192000"/>
              <a:gd name="connsiteY110" fmla="*/ 2475215 h 2676210"/>
              <a:gd name="connsiteX111" fmla="*/ 1985091 w 12192000"/>
              <a:gd name="connsiteY111" fmla="*/ 2503652 h 2676210"/>
              <a:gd name="connsiteX112" fmla="*/ 1917360 w 12192000"/>
              <a:gd name="connsiteY112" fmla="*/ 2472495 h 2676210"/>
              <a:gd name="connsiteX113" fmla="*/ 1885040 w 12192000"/>
              <a:gd name="connsiteY113" fmla="*/ 2475917 h 2676210"/>
              <a:gd name="connsiteX114" fmla="*/ 1832317 w 12192000"/>
              <a:gd name="connsiteY114" fmla="*/ 2485332 h 2676210"/>
              <a:gd name="connsiteX115" fmla="*/ 1748729 w 12192000"/>
              <a:gd name="connsiteY115" fmla="*/ 2475325 h 2676210"/>
              <a:gd name="connsiteX116" fmla="*/ 1584574 w 12192000"/>
              <a:gd name="connsiteY116" fmla="*/ 2491479 h 2676210"/>
              <a:gd name="connsiteX117" fmla="*/ 1300369 w 12192000"/>
              <a:gd name="connsiteY117" fmla="*/ 2444914 h 2676210"/>
              <a:gd name="connsiteX118" fmla="*/ 1045572 w 12192000"/>
              <a:gd name="connsiteY118" fmla="*/ 2476491 h 2676210"/>
              <a:gd name="connsiteX119" fmla="*/ 957561 w 12192000"/>
              <a:gd name="connsiteY119" fmla="*/ 2484124 h 2676210"/>
              <a:gd name="connsiteX120" fmla="*/ 872692 w 12192000"/>
              <a:gd name="connsiteY120" fmla="*/ 2551368 h 2676210"/>
              <a:gd name="connsiteX121" fmla="*/ 653171 w 12192000"/>
              <a:gd name="connsiteY121" fmla="*/ 2607266 h 2676210"/>
              <a:gd name="connsiteX122" fmla="*/ 479703 w 12192000"/>
              <a:gd name="connsiteY122" fmla="*/ 2594204 h 2676210"/>
              <a:gd name="connsiteX123" fmla="*/ 441281 w 12192000"/>
              <a:gd name="connsiteY123" fmla="*/ 2605939 h 2676210"/>
              <a:gd name="connsiteX124" fmla="*/ 315252 w 12192000"/>
              <a:gd name="connsiteY124" fmla="*/ 2675861 h 2676210"/>
              <a:gd name="connsiteX125" fmla="*/ 97385 w 12192000"/>
              <a:gd name="connsiteY125" fmla="*/ 2636063 h 2676210"/>
              <a:gd name="connsiteX126" fmla="*/ 48888 w 12192000"/>
              <a:gd name="connsiteY126" fmla="*/ 2641447 h 2676210"/>
              <a:gd name="connsiteX127" fmla="*/ 0 w 12192000"/>
              <a:gd name="connsiteY127" fmla="*/ 2649426 h 2676210"/>
              <a:gd name="connsiteX128" fmla="*/ 0 w 12192000"/>
              <a:gd name="connsiteY128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653655 w 12192000"/>
              <a:gd name="connsiteY91" fmla="*/ 2294237 h 2676210"/>
              <a:gd name="connsiteX92" fmla="*/ 4489013 w 12192000"/>
              <a:gd name="connsiteY92" fmla="*/ 2338805 h 2676210"/>
              <a:gd name="connsiteX93" fmla="*/ 4431159 w 12192000"/>
              <a:gd name="connsiteY93" fmla="*/ 2347536 h 2676210"/>
              <a:gd name="connsiteX94" fmla="*/ 4273885 w 12192000"/>
              <a:gd name="connsiteY94" fmla="*/ 2379520 h 2676210"/>
              <a:gd name="connsiteX95" fmla="*/ 4116925 w 12192000"/>
              <a:gd name="connsiteY95" fmla="*/ 2417756 h 2676210"/>
              <a:gd name="connsiteX96" fmla="*/ 4027169 w 12192000"/>
              <a:gd name="connsiteY96" fmla="*/ 2475399 h 2676210"/>
              <a:gd name="connsiteX97" fmla="*/ 3897799 w 12192000"/>
              <a:gd name="connsiteY97" fmla="*/ 2503049 h 2676210"/>
              <a:gd name="connsiteX98" fmla="*/ 3876619 w 12192000"/>
              <a:gd name="connsiteY98" fmla="*/ 2512804 h 2676210"/>
              <a:gd name="connsiteX99" fmla="*/ 3721493 w 12192000"/>
              <a:gd name="connsiteY99" fmla="*/ 2497646 h 2676210"/>
              <a:gd name="connsiteX100" fmla="*/ 3504883 w 12192000"/>
              <a:gd name="connsiteY100" fmla="*/ 2503869 h 2676210"/>
              <a:gd name="connsiteX101" fmla="*/ 3431219 w 12192000"/>
              <a:gd name="connsiteY101" fmla="*/ 2502163 h 2676210"/>
              <a:gd name="connsiteX102" fmla="*/ 3151243 w 12192000"/>
              <a:gd name="connsiteY102" fmla="*/ 2492405 h 2676210"/>
              <a:gd name="connsiteX103" fmla="*/ 3057639 w 12192000"/>
              <a:gd name="connsiteY103" fmla="*/ 2507988 h 2676210"/>
              <a:gd name="connsiteX104" fmla="*/ 2916555 w 12192000"/>
              <a:gd name="connsiteY104" fmla="*/ 2472028 h 2676210"/>
              <a:gd name="connsiteX105" fmla="*/ 2846802 w 12192000"/>
              <a:gd name="connsiteY105" fmla="*/ 2461014 h 2676210"/>
              <a:gd name="connsiteX106" fmla="*/ 2739588 w 12192000"/>
              <a:gd name="connsiteY106" fmla="*/ 2457956 h 2676210"/>
              <a:gd name="connsiteX107" fmla="*/ 2706684 w 12192000"/>
              <a:gd name="connsiteY107" fmla="*/ 2454540 h 2676210"/>
              <a:gd name="connsiteX108" fmla="*/ 2348435 w 12192000"/>
              <a:gd name="connsiteY108" fmla="*/ 2449176 h 2676210"/>
              <a:gd name="connsiteX109" fmla="*/ 2194299 w 12192000"/>
              <a:gd name="connsiteY109" fmla="*/ 2475215 h 2676210"/>
              <a:gd name="connsiteX110" fmla="*/ 1985091 w 12192000"/>
              <a:gd name="connsiteY110" fmla="*/ 2503652 h 2676210"/>
              <a:gd name="connsiteX111" fmla="*/ 1917360 w 12192000"/>
              <a:gd name="connsiteY111" fmla="*/ 2472495 h 2676210"/>
              <a:gd name="connsiteX112" fmla="*/ 1885040 w 12192000"/>
              <a:gd name="connsiteY112" fmla="*/ 2475917 h 2676210"/>
              <a:gd name="connsiteX113" fmla="*/ 1832317 w 12192000"/>
              <a:gd name="connsiteY113" fmla="*/ 2485332 h 2676210"/>
              <a:gd name="connsiteX114" fmla="*/ 1748729 w 12192000"/>
              <a:gd name="connsiteY114" fmla="*/ 2475325 h 2676210"/>
              <a:gd name="connsiteX115" fmla="*/ 1584574 w 12192000"/>
              <a:gd name="connsiteY115" fmla="*/ 2491479 h 2676210"/>
              <a:gd name="connsiteX116" fmla="*/ 1300369 w 12192000"/>
              <a:gd name="connsiteY116" fmla="*/ 2444914 h 2676210"/>
              <a:gd name="connsiteX117" fmla="*/ 1045572 w 12192000"/>
              <a:gd name="connsiteY117" fmla="*/ 2476491 h 2676210"/>
              <a:gd name="connsiteX118" fmla="*/ 957561 w 12192000"/>
              <a:gd name="connsiteY118" fmla="*/ 2484124 h 2676210"/>
              <a:gd name="connsiteX119" fmla="*/ 872692 w 12192000"/>
              <a:gd name="connsiteY119" fmla="*/ 2551368 h 2676210"/>
              <a:gd name="connsiteX120" fmla="*/ 653171 w 12192000"/>
              <a:gd name="connsiteY120" fmla="*/ 2607266 h 2676210"/>
              <a:gd name="connsiteX121" fmla="*/ 479703 w 12192000"/>
              <a:gd name="connsiteY121" fmla="*/ 2594204 h 2676210"/>
              <a:gd name="connsiteX122" fmla="*/ 441281 w 12192000"/>
              <a:gd name="connsiteY122" fmla="*/ 2605939 h 2676210"/>
              <a:gd name="connsiteX123" fmla="*/ 315252 w 12192000"/>
              <a:gd name="connsiteY123" fmla="*/ 2675861 h 2676210"/>
              <a:gd name="connsiteX124" fmla="*/ 97385 w 12192000"/>
              <a:gd name="connsiteY124" fmla="*/ 2636063 h 2676210"/>
              <a:gd name="connsiteX125" fmla="*/ 48888 w 12192000"/>
              <a:gd name="connsiteY125" fmla="*/ 2641447 h 2676210"/>
              <a:gd name="connsiteX126" fmla="*/ 0 w 12192000"/>
              <a:gd name="connsiteY126" fmla="*/ 2649426 h 2676210"/>
              <a:gd name="connsiteX127" fmla="*/ 0 w 12192000"/>
              <a:gd name="connsiteY127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5091 w 12192000"/>
              <a:gd name="connsiteY109" fmla="*/ 2503652 h 2676210"/>
              <a:gd name="connsiteX110" fmla="*/ 1917360 w 12192000"/>
              <a:gd name="connsiteY110" fmla="*/ 2472495 h 2676210"/>
              <a:gd name="connsiteX111" fmla="*/ 1885040 w 12192000"/>
              <a:gd name="connsiteY111" fmla="*/ 2475917 h 2676210"/>
              <a:gd name="connsiteX112" fmla="*/ 1832317 w 12192000"/>
              <a:gd name="connsiteY112" fmla="*/ 2485332 h 2676210"/>
              <a:gd name="connsiteX113" fmla="*/ 1748729 w 12192000"/>
              <a:gd name="connsiteY113" fmla="*/ 2475325 h 2676210"/>
              <a:gd name="connsiteX114" fmla="*/ 1584574 w 12192000"/>
              <a:gd name="connsiteY114" fmla="*/ 2491479 h 2676210"/>
              <a:gd name="connsiteX115" fmla="*/ 1300369 w 12192000"/>
              <a:gd name="connsiteY115" fmla="*/ 2444914 h 2676210"/>
              <a:gd name="connsiteX116" fmla="*/ 1045572 w 12192000"/>
              <a:gd name="connsiteY116" fmla="*/ 2476491 h 2676210"/>
              <a:gd name="connsiteX117" fmla="*/ 957561 w 12192000"/>
              <a:gd name="connsiteY117" fmla="*/ 2484124 h 2676210"/>
              <a:gd name="connsiteX118" fmla="*/ 872692 w 12192000"/>
              <a:gd name="connsiteY118" fmla="*/ 2551368 h 2676210"/>
              <a:gd name="connsiteX119" fmla="*/ 653171 w 12192000"/>
              <a:gd name="connsiteY119" fmla="*/ 2607266 h 2676210"/>
              <a:gd name="connsiteX120" fmla="*/ 479703 w 12192000"/>
              <a:gd name="connsiteY120" fmla="*/ 2594204 h 2676210"/>
              <a:gd name="connsiteX121" fmla="*/ 441281 w 12192000"/>
              <a:gd name="connsiteY121" fmla="*/ 2605939 h 2676210"/>
              <a:gd name="connsiteX122" fmla="*/ 315252 w 12192000"/>
              <a:gd name="connsiteY122" fmla="*/ 2675861 h 2676210"/>
              <a:gd name="connsiteX123" fmla="*/ 97385 w 12192000"/>
              <a:gd name="connsiteY123" fmla="*/ 2636063 h 2676210"/>
              <a:gd name="connsiteX124" fmla="*/ 48888 w 12192000"/>
              <a:gd name="connsiteY124" fmla="*/ 2641447 h 2676210"/>
              <a:gd name="connsiteX125" fmla="*/ 0 w 12192000"/>
              <a:gd name="connsiteY125" fmla="*/ 2649426 h 2676210"/>
              <a:gd name="connsiteX126" fmla="*/ 0 w 12192000"/>
              <a:gd name="connsiteY126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2031983 w 12192000"/>
              <a:gd name="connsiteY109" fmla="*/ 2466138 h 2676210"/>
              <a:gd name="connsiteX110" fmla="*/ 1917360 w 12192000"/>
              <a:gd name="connsiteY110" fmla="*/ 2472495 h 2676210"/>
              <a:gd name="connsiteX111" fmla="*/ 1885040 w 12192000"/>
              <a:gd name="connsiteY111" fmla="*/ 2475917 h 2676210"/>
              <a:gd name="connsiteX112" fmla="*/ 1832317 w 12192000"/>
              <a:gd name="connsiteY112" fmla="*/ 2485332 h 2676210"/>
              <a:gd name="connsiteX113" fmla="*/ 1748729 w 12192000"/>
              <a:gd name="connsiteY113" fmla="*/ 2475325 h 2676210"/>
              <a:gd name="connsiteX114" fmla="*/ 1584574 w 12192000"/>
              <a:gd name="connsiteY114" fmla="*/ 2491479 h 2676210"/>
              <a:gd name="connsiteX115" fmla="*/ 1300369 w 12192000"/>
              <a:gd name="connsiteY115" fmla="*/ 2444914 h 2676210"/>
              <a:gd name="connsiteX116" fmla="*/ 1045572 w 12192000"/>
              <a:gd name="connsiteY116" fmla="*/ 2476491 h 2676210"/>
              <a:gd name="connsiteX117" fmla="*/ 957561 w 12192000"/>
              <a:gd name="connsiteY117" fmla="*/ 2484124 h 2676210"/>
              <a:gd name="connsiteX118" fmla="*/ 872692 w 12192000"/>
              <a:gd name="connsiteY118" fmla="*/ 2551368 h 2676210"/>
              <a:gd name="connsiteX119" fmla="*/ 653171 w 12192000"/>
              <a:gd name="connsiteY119" fmla="*/ 2607266 h 2676210"/>
              <a:gd name="connsiteX120" fmla="*/ 479703 w 12192000"/>
              <a:gd name="connsiteY120" fmla="*/ 2594204 h 2676210"/>
              <a:gd name="connsiteX121" fmla="*/ 441281 w 12192000"/>
              <a:gd name="connsiteY121" fmla="*/ 2605939 h 2676210"/>
              <a:gd name="connsiteX122" fmla="*/ 315252 w 12192000"/>
              <a:gd name="connsiteY122" fmla="*/ 2675861 h 2676210"/>
              <a:gd name="connsiteX123" fmla="*/ 97385 w 12192000"/>
              <a:gd name="connsiteY123" fmla="*/ 2636063 h 2676210"/>
              <a:gd name="connsiteX124" fmla="*/ 48888 w 12192000"/>
              <a:gd name="connsiteY124" fmla="*/ 2641447 h 2676210"/>
              <a:gd name="connsiteX125" fmla="*/ 0 w 12192000"/>
              <a:gd name="connsiteY125" fmla="*/ 2649426 h 2676210"/>
              <a:gd name="connsiteX126" fmla="*/ 0 w 12192000"/>
              <a:gd name="connsiteY126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17360 w 12192000"/>
              <a:gd name="connsiteY109" fmla="*/ 2472495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89385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62157 h 2676210"/>
              <a:gd name="connsiteX66" fmla="*/ 6731794 w 12192000"/>
              <a:gd name="connsiteY66" fmla="*/ 2131083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55136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00681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47724 w 12192000"/>
              <a:gd name="connsiteY55" fmla="*/ 2211733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00681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38648 w 12192000"/>
              <a:gd name="connsiteY55" fmla="*/ 2198119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00681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308712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76210"/>
              <a:gd name="connsiteX1" fmla="*/ 12192000 w 12192000"/>
              <a:gd name="connsiteY1" fmla="*/ 0 h 2676210"/>
              <a:gd name="connsiteX2" fmla="*/ 12192000 w 12192000"/>
              <a:gd name="connsiteY2" fmla="*/ 1727909 h 2676210"/>
              <a:gd name="connsiteX3" fmla="*/ 12115957 w 12192000"/>
              <a:gd name="connsiteY3" fmla="*/ 1732272 h 2676210"/>
              <a:gd name="connsiteX4" fmla="*/ 12012533 w 12192000"/>
              <a:gd name="connsiteY4" fmla="*/ 1737200 h 2676210"/>
              <a:gd name="connsiteX5" fmla="*/ 11801718 w 12192000"/>
              <a:gd name="connsiteY5" fmla="*/ 1707786 h 2676210"/>
              <a:gd name="connsiteX6" fmla="*/ 11750717 w 12192000"/>
              <a:gd name="connsiteY6" fmla="*/ 1684756 h 2676210"/>
              <a:gd name="connsiteX7" fmla="*/ 11712295 w 12192000"/>
              <a:gd name="connsiteY7" fmla="*/ 1673021 h 2676210"/>
              <a:gd name="connsiteX8" fmla="*/ 11538827 w 12192000"/>
              <a:gd name="connsiteY8" fmla="*/ 1639190 h 2676210"/>
              <a:gd name="connsiteX9" fmla="*/ 11319306 w 12192000"/>
              <a:gd name="connsiteY9" fmla="*/ 1630185 h 2676210"/>
              <a:gd name="connsiteX10" fmla="*/ 11234437 w 12192000"/>
              <a:gd name="connsiteY10" fmla="*/ 1562941 h 2676210"/>
              <a:gd name="connsiteX11" fmla="*/ 11146426 w 12192000"/>
              <a:gd name="connsiteY11" fmla="*/ 1555308 h 2676210"/>
              <a:gd name="connsiteX12" fmla="*/ 10891629 w 12192000"/>
              <a:gd name="connsiteY12" fmla="*/ 1523731 h 2676210"/>
              <a:gd name="connsiteX13" fmla="*/ 10607424 w 12192000"/>
              <a:gd name="connsiteY13" fmla="*/ 1570296 h 2676210"/>
              <a:gd name="connsiteX14" fmla="*/ 10562291 w 12192000"/>
              <a:gd name="connsiteY14" fmla="*/ 1560944 h 2676210"/>
              <a:gd name="connsiteX15" fmla="*/ 10551291 w 12192000"/>
              <a:gd name="connsiteY15" fmla="*/ 1556691 h 2676210"/>
              <a:gd name="connsiteX16" fmla="*/ 10546586 w 12192000"/>
              <a:gd name="connsiteY16" fmla="*/ 1559265 h 2676210"/>
              <a:gd name="connsiteX17" fmla="*/ 10547130 w 12192000"/>
              <a:gd name="connsiteY17" fmla="*/ 1583380 h 2676210"/>
              <a:gd name="connsiteX18" fmla="*/ 10522252 w 12192000"/>
              <a:gd name="connsiteY18" fmla="*/ 1595065 h 2676210"/>
              <a:gd name="connsiteX19" fmla="*/ 10329259 w 12192000"/>
              <a:gd name="connsiteY19" fmla="*/ 1579142 h 2676210"/>
              <a:gd name="connsiteX20" fmla="*/ 10132610 w 12192000"/>
              <a:gd name="connsiteY20" fmla="*/ 1619865 h 2676210"/>
              <a:gd name="connsiteX21" fmla="*/ 9811199 w 12192000"/>
              <a:gd name="connsiteY21" fmla="*/ 1648968 h 2676210"/>
              <a:gd name="connsiteX22" fmla="*/ 9537440 w 12192000"/>
              <a:gd name="connsiteY22" fmla="*/ 1671316 h 2676210"/>
              <a:gd name="connsiteX23" fmla="*/ 9405213 w 12192000"/>
              <a:gd name="connsiteY23" fmla="*/ 1679204 h 2676210"/>
              <a:gd name="connsiteX24" fmla="*/ 9306407 w 12192000"/>
              <a:gd name="connsiteY24" fmla="*/ 1736146 h 2676210"/>
              <a:gd name="connsiteX25" fmla="*/ 9152929 w 12192000"/>
              <a:gd name="connsiteY25" fmla="*/ 1750379 h 2676210"/>
              <a:gd name="connsiteX26" fmla="*/ 9062807 w 12192000"/>
              <a:gd name="connsiteY26" fmla="*/ 1765741 h 2676210"/>
              <a:gd name="connsiteX27" fmla="*/ 9031250 w 12192000"/>
              <a:gd name="connsiteY27" fmla="*/ 1782330 h 2676210"/>
              <a:gd name="connsiteX28" fmla="*/ 8985382 w 12192000"/>
              <a:gd name="connsiteY28" fmla="*/ 1798267 h 2676210"/>
              <a:gd name="connsiteX29" fmla="*/ 8906505 w 12192000"/>
              <a:gd name="connsiteY29" fmla="*/ 1834715 h 2676210"/>
              <a:gd name="connsiteX30" fmla="*/ 8796926 w 12192000"/>
              <a:gd name="connsiteY30" fmla="*/ 1869211 h 2676210"/>
              <a:gd name="connsiteX31" fmla="*/ 8705687 w 12192000"/>
              <a:gd name="connsiteY31" fmla="*/ 1848419 h 2676210"/>
              <a:gd name="connsiteX32" fmla="*/ 8700414 w 12192000"/>
              <a:gd name="connsiteY32" fmla="*/ 1857766 h 2676210"/>
              <a:gd name="connsiteX33" fmla="*/ 8643017 w 12192000"/>
              <a:gd name="connsiteY33" fmla="*/ 1865810 h 2676210"/>
              <a:gd name="connsiteX34" fmla="*/ 8428505 w 12192000"/>
              <a:gd name="connsiteY34" fmla="*/ 1838566 h 2676210"/>
              <a:gd name="connsiteX35" fmla="*/ 8316712 w 12192000"/>
              <a:gd name="connsiteY35" fmla="*/ 1855817 h 2676210"/>
              <a:gd name="connsiteX36" fmla="*/ 8279203 w 12192000"/>
              <a:gd name="connsiteY36" fmla="*/ 1870876 h 2676210"/>
              <a:gd name="connsiteX37" fmla="*/ 8216222 w 12192000"/>
              <a:gd name="connsiteY37" fmla="*/ 1895553 h 2676210"/>
              <a:gd name="connsiteX38" fmla="*/ 8119712 w 12192000"/>
              <a:gd name="connsiteY38" fmla="*/ 1947916 h 2676210"/>
              <a:gd name="connsiteX39" fmla="*/ 8100082 w 12192000"/>
              <a:gd name="connsiteY39" fmla="*/ 1922220 h 2676210"/>
              <a:gd name="connsiteX40" fmla="*/ 8043728 w 12192000"/>
              <a:gd name="connsiteY40" fmla="*/ 1944200 h 2676210"/>
              <a:gd name="connsiteX41" fmla="*/ 7958999 w 12192000"/>
              <a:gd name="connsiteY41" fmla="*/ 1980667 h 2676210"/>
              <a:gd name="connsiteX42" fmla="*/ 7908348 w 12192000"/>
              <a:gd name="connsiteY42" fmla="*/ 1994348 h 2676210"/>
              <a:gd name="connsiteX43" fmla="*/ 7771932 w 12192000"/>
              <a:gd name="connsiteY43" fmla="*/ 2039701 h 2676210"/>
              <a:gd name="connsiteX44" fmla="*/ 7579180 w 12192000"/>
              <a:gd name="connsiteY44" fmla="*/ 2150519 h 2676210"/>
              <a:gd name="connsiteX45" fmla="*/ 7571467 w 12192000"/>
              <a:gd name="connsiteY45" fmla="*/ 2153548 h 2676210"/>
              <a:gd name="connsiteX46" fmla="*/ 7549398 w 12192000"/>
              <a:gd name="connsiteY46" fmla="*/ 2153051 h 2676210"/>
              <a:gd name="connsiteX47" fmla="*/ 7540934 w 12192000"/>
              <a:gd name="connsiteY47" fmla="*/ 2151418 h 2676210"/>
              <a:gd name="connsiteX48" fmla="*/ 7528900 w 12192000"/>
              <a:gd name="connsiteY48" fmla="*/ 2152107 h 2676210"/>
              <a:gd name="connsiteX49" fmla="*/ 7528656 w 12192000"/>
              <a:gd name="connsiteY49" fmla="*/ 2152584 h 2676210"/>
              <a:gd name="connsiteX50" fmla="*/ 7517280 w 12192000"/>
              <a:gd name="connsiteY50" fmla="*/ 2152327 h 2676210"/>
              <a:gd name="connsiteX51" fmla="*/ 7460956 w 12192000"/>
              <a:gd name="connsiteY51" fmla="*/ 2145255 h 2676210"/>
              <a:gd name="connsiteX52" fmla="*/ 7393117 w 12192000"/>
              <a:gd name="connsiteY52" fmla="*/ 2193066 h 2676210"/>
              <a:gd name="connsiteX53" fmla="*/ 7363846 w 12192000"/>
              <a:gd name="connsiteY53" fmla="*/ 2202297 h 2676210"/>
              <a:gd name="connsiteX54" fmla="*/ 7348496 w 12192000"/>
              <a:gd name="connsiteY54" fmla="*/ 2209686 h 2676210"/>
              <a:gd name="connsiteX55" fmla="*/ 7338648 w 12192000"/>
              <a:gd name="connsiteY55" fmla="*/ 2198119 h 2676210"/>
              <a:gd name="connsiteX56" fmla="*/ 7293703 w 12192000"/>
              <a:gd name="connsiteY56" fmla="*/ 2204721 h 2676210"/>
              <a:gd name="connsiteX57" fmla="*/ 7286955 w 12192000"/>
              <a:gd name="connsiteY57" fmla="*/ 2207494 h 2676210"/>
              <a:gd name="connsiteX58" fmla="*/ 7251199 w 12192000"/>
              <a:gd name="connsiteY58" fmla="*/ 2198184 h 2676210"/>
              <a:gd name="connsiteX59" fmla="*/ 7233016 w 12192000"/>
              <a:gd name="connsiteY59" fmla="*/ 2195902 h 2676210"/>
              <a:gd name="connsiteX60" fmla="*/ 7227281 w 12192000"/>
              <a:gd name="connsiteY60" fmla="*/ 2190042 h 2676210"/>
              <a:gd name="connsiteX61" fmla="*/ 7200745 w 12192000"/>
              <a:gd name="connsiteY61" fmla="*/ 2189321 h 2676210"/>
              <a:gd name="connsiteX62" fmla="*/ 7197924 w 12192000"/>
              <a:gd name="connsiteY62" fmla="*/ 2191205 h 2676210"/>
              <a:gd name="connsiteX63" fmla="*/ 7175198 w 12192000"/>
              <a:gd name="connsiteY63" fmla="*/ 2183294 h 2676210"/>
              <a:gd name="connsiteX64" fmla="*/ 7100681 w 12192000"/>
              <a:gd name="connsiteY64" fmla="*/ 2167822 h 2676210"/>
              <a:gd name="connsiteX65" fmla="*/ 6932665 w 12192000"/>
              <a:gd name="connsiteY65" fmla="*/ 2162157 h 2676210"/>
              <a:gd name="connsiteX66" fmla="*/ 6700029 w 12192000"/>
              <a:gd name="connsiteY66" fmla="*/ 2158310 h 2676210"/>
              <a:gd name="connsiteX67" fmla="*/ 6271707 w 12192000"/>
              <a:gd name="connsiteY67" fmla="*/ 2183170 h 2676210"/>
              <a:gd name="connsiteX68" fmla="*/ 6196177 w 12192000"/>
              <a:gd name="connsiteY68" fmla="*/ 2200059 h 2676210"/>
              <a:gd name="connsiteX69" fmla="*/ 6125472 w 12192000"/>
              <a:gd name="connsiteY69" fmla="*/ 2178263 h 2676210"/>
              <a:gd name="connsiteX70" fmla="*/ 6098878 w 12192000"/>
              <a:gd name="connsiteY70" fmla="*/ 2192939 h 2676210"/>
              <a:gd name="connsiteX71" fmla="*/ 6094339 w 12192000"/>
              <a:gd name="connsiteY71" fmla="*/ 2195871 h 2676210"/>
              <a:gd name="connsiteX72" fmla="*/ 6075163 w 12192000"/>
              <a:gd name="connsiteY72" fmla="*/ 2198856 h 2676210"/>
              <a:gd name="connsiteX73" fmla="*/ 6071016 w 12192000"/>
              <a:gd name="connsiteY73" fmla="*/ 2210639 h 2676210"/>
              <a:gd name="connsiteX74" fmla="*/ 6043058 w 12192000"/>
              <a:gd name="connsiteY74" fmla="*/ 2222971 h 2676210"/>
              <a:gd name="connsiteX75" fmla="*/ 6007411 w 12192000"/>
              <a:gd name="connsiteY75" fmla="*/ 2225411 h 2676210"/>
              <a:gd name="connsiteX76" fmla="*/ 5836800 w 12192000"/>
              <a:gd name="connsiteY76" fmla="*/ 2224771 h 2676210"/>
              <a:gd name="connsiteX77" fmla="*/ 5735414 w 12192000"/>
              <a:gd name="connsiteY77" fmla="*/ 2231366 h 2676210"/>
              <a:gd name="connsiteX78" fmla="*/ 5697982 w 12192000"/>
              <a:gd name="connsiteY78" fmla="*/ 2244836 h 2676210"/>
              <a:gd name="connsiteX79" fmla="*/ 5644981 w 12192000"/>
              <a:gd name="connsiteY79" fmla="*/ 2256274 h 2676210"/>
              <a:gd name="connsiteX80" fmla="*/ 5552282 w 12192000"/>
              <a:gd name="connsiteY80" fmla="*/ 2284946 h 2676210"/>
              <a:gd name="connsiteX81" fmla="*/ 5426280 w 12192000"/>
              <a:gd name="connsiteY81" fmla="*/ 2290560 h 2676210"/>
              <a:gd name="connsiteX82" fmla="*/ 5329896 w 12192000"/>
              <a:gd name="connsiteY82" fmla="*/ 2279209 h 2676210"/>
              <a:gd name="connsiteX83" fmla="*/ 5322508 w 12192000"/>
              <a:gd name="connsiteY83" fmla="*/ 2288005 h 2676210"/>
              <a:gd name="connsiteX84" fmla="*/ 5258237 w 12192000"/>
              <a:gd name="connsiteY84" fmla="*/ 2290475 h 2676210"/>
              <a:gd name="connsiteX85" fmla="*/ 5027899 w 12192000"/>
              <a:gd name="connsiteY85" fmla="*/ 2242653 h 2676210"/>
              <a:gd name="connsiteX86" fmla="*/ 4902443 w 12192000"/>
              <a:gd name="connsiteY86" fmla="*/ 2249037 h 2676210"/>
              <a:gd name="connsiteX87" fmla="*/ 4858751 w 12192000"/>
              <a:gd name="connsiteY87" fmla="*/ 2260409 h 2676210"/>
              <a:gd name="connsiteX88" fmla="*/ 4785497 w 12192000"/>
              <a:gd name="connsiteY88" fmla="*/ 2278897 h 2676210"/>
              <a:gd name="connsiteX89" fmla="*/ 4732807 w 12192000"/>
              <a:gd name="connsiteY89" fmla="*/ 2315139 h 2676210"/>
              <a:gd name="connsiteX90" fmla="*/ 4670737 w 12192000"/>
              <a:gd name="connsiteY90" fmla="*/ 2321711 h 2676210"/>
              <a:gd name="connsiteX91" fmla="*/ 4489013 w 12192000"/>
              <a:gd name="connsiteY91" fmla="*/ 2338805 h 2676210"/>
              <a:gd name="connsiteX92" fmla="*/ 4431159 w 12192000"/>
              <a:gd name="connsiteY92" fmla="*/ 2347536 h 2676210"/>
              <a:gd name="connsiteX93" fmla="*/ 4273885 w 12192000"/>
              <a:gd name="connsiteY93" fmla="*/ 2379520 h 2676210"/>
              <a:gd name="connsiteX94" fmla="*/ 4116925 w 12192000"/>
              <a:gd name="connsiteY94" fmla="*/ 2417756 h 2676210"/>
              <a:gd name="connsiteX95" fmla="*/ 4027169 w 12192000"/>
              <a:gd name="connsiteY95" fmla="*/ 2475399 h 2676210"/>
              <a:gd name="connsiteX96" fmla="*/ 3897799 w 12192000"/>
              <a:gd name="connsiteY96" fmla="*/ 2503049 h 2676210"/>
              <a:gd name="connsiteX97" fmla="*/ 3876619 w 12192000"/>
              <a:gd name="connsiteY97" fmla="*/ 2512804 h 2676210"/>
              <a:gd name="connsiteX98" fmla="*/ 3721493 w 12192000"/>
              <a:gd name="connsiteY98" fmla="*/ 2497646 h 2676210"/>
              <a:gd name="connsiteX99" fmla="*/ 3504883 w 12192000"/>
              <a:gd name="connsiteY99" fmla="*/ 2503869 h 2676210"/>
              <a:gd name="connsiteX100" fmla="*/ 3431219 w 12192000"/>
              <a:gd name="connsiteY100" fmla="*/ 2502163 h 2676210"/>
              <a:gd name="connsiteX101" fmla="*/ 3151243 w 12192000"/>
              <a:gd name="connsiteY101" fmla="*/ 2492405 h 2676210"/>
              <a:gd name="connsiteX102" fmla="*/ 3057639 w 12192000"/>
              <a:gd name="connsiteY102" fmla="*/ 2507988 h 2676210"/>
              <a:gd name="connsiteX103" fmla="*/ 2916555 w 12192000"/>
              <a:gd name="connsiteY103" fmla="*/ 2472028 h 2676210"/>
              <a:gd name="connsiteX104" fmla="*/ 2846802 w 12192000"/>
              <a:gd name="connsiteY104" fmla="*/ 2461014 h 2676210"/>
              <a:gd name="connsiteX105" fmla="*/ 2739588 w 12192000"/>
              <a:gd name="connsiteY105" fmla="*/ 2457956 h 2676210"/>
              <a:gd name="connsiteX106" fmla="*/ 2706684 w 12192000"/>
              <a:gd name="connsiteY106" fmla="*/ 2454540 h 2676210"/>
              <a:gd name="connsiteX107" fmla="*/ 2348435 w 12192000"/>
              <a:gd name="connsiteY107" fmla="*/ 2449176 h 2676210"/>
              <a:gd name="connsiteX108" fmla="*/ 2194299 w 12192000"/>
              <a:gd name="connsiteY108" fmla="*/ 2475215 h 2676210"/>
              <a:gd name="connsiteX109" fmla="*/ 1983009 w 12192000"/>
              <a:gd name="connsiteY109" fmla="*/ 2463117 h 2676210"/>
              <a:gd name="connsiteX110" fmla="*/ 1885040 w 12192000"/>
              <a:gd name="connsiteY110" fmla="*/ 2475917 h 2676210"/>
              <a:gd name="connsiteX111" fmla="*/ 1832317 w 12192000"/>
              <a:gd name="connsiteY111" fmla="*/ 2485332 h 2676210"/>
              <a:gd name="connsiteX112" fmla="*/ 1748729 w 12192000"/>
              <a:gd name="connsiteY112" fmla="*/ 2475325 h 2676210"/>
              <a:gd name="connsiteX113" fmla="*/ 1584574 w 12192000"/>
              <a:gd name="connsiteY113" fmla="*/ 2491479 h 2676210"/>
              <a:gd name="connsiteX114" fmla="*/ 1300369 w 12192000"/>
              <a:gd name="connsiteY114" fmla="*/ 2444914 h 2676210"/>
              <a:gd name="connsiteX115" fmla="*/ 1045572 w 12192000"/>
              <a:gd name="connsiteY115" fmla="*/ 2476491 h 2676210"/>
              <a:gd name="connsiteX116" fmla="*/ 957561 w 12192000"/>
              <a:gd name="connsiteY116" fmla="*/ 2484124 h 2676210"/>
              <a:gd name="connsiteX117" fmla="*/ 872692 w 12192000"/>
              <a:gd name="connsiteY117" fmla="*/ 2551368 h 2676210"/>
              <a:gd name="connsiteX118" fmla="*/ 653171 w 12192000"/>
              <a:gd name="connsiteY118" fmla="*/ 2607266 h 2676210"/>
              <a:gd name="connsiteX119" fmla="*/ 479703 w 12192000"/>
              <a:gd name="connsiteY119" fmla="*/ 2594204 h 2676210"/>
              <a:gd name="connsiteX120" fmla="*/ 441281 w 12192000"/>
              <a:gd name="connsiteY120" fmla="*/ 2605939 h 2676210"/>
              <a:gd name="connsiteX121" fmla="*/ 315252 w 12192000"/>
              <a:gd name="connsiteY121" fmla="*/ 2675861 h 2676210"/>
              <a:gd name="connsiteX122" fmla="*/ 97385 w 12192000"/>
              <a:gd name="connsiteY122" fmla="*/ 2636063 h 2676210"/>
              <a:gd name="connsiteX123" fmla="*/ 48888 w 12192000"/>
              <a:gd name="connsiteY123" fmla="*/ 2641447 h 2676210"/>
              <a:gd name="connsiteX124" fmla="*/ 0 w 12192000"/>
              <a:gd name="connsiteY124" fmla="*/ 2649426 h 2676210"/>
              <a:gd name="connsiteX125" fmla="*/ 0 w 12192000"/>
              <a:gd name="connsiteY125" fmla="*/ 0 h 2676210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45572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45572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45572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84574 w 12192000"/>
              <a:gd name="connsiteY113" fmla="*/ 2491479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748729 w 12192000"/>
              <a:gd name="connsiteY112" fmla="*/ 2475325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832317 w 12192000"/>
              <a:gd name="connsiteY111" fmla="*/ 2485332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72692 w 12192000"/>
              <a:gd name="connsiteY117" fmla="*/ 2551368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479703 w 12192000"/>
              <a:gd name="connsiteY119" fmla="*/ 2594204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6007411 w 12192000"/>
              <a:gd name="connsiteY75" fmla="*/ 2225411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271707 w 12192000"/>
              <a:gd name="connsiteY67" fmla="*/ 2183170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25472 w 12192000"/>
              <a:gd name="connsiteY69" fmla="*/ 2178263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258237 w 12192000"/>
              <a:gd name="connsiteY84" fmla="*/ 2290475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52282 w 12192000"/>
              <a:gd name="connsiteY80" fmla="*/ 2284946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100082 w 12192000"/>
              <a:gd name="connsiteY39" fmla="*/ 1922220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28505 w 12192000"/>
              <a:gd name="connsiteY34" fmla="*/ 1838566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16712 w 12192000"/>
              <a:gd name="connsiteY35" fmla="*/ 1855817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19306 w 12192000"/>
              <a:gd name="connsiteY9" fmla="*/ 1630185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07424 w 12192000"/>
              <a:gd name="connsiteY13" fmla="*/ 1570296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522252 w 12192000"/>
              <a:gd name="connsiteY18" fmla="*/ 159506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476873 w 12192000"/>
              <a:gd name="connsiteY18" fmla="*/ 1590527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476873 w 12192000"/>
              <a:gd name="connsiteY18" fmla="*/ 1590527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47130 w 12192000"/>
              <a:gd name="connsiteY17" fmla="*/ 1583380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32610 w 12192000"/>
              <a:gd name="connsiteY20" fmla="*/ 1619865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234437 w 12192000"/>
              <a:gd name="connsiteY10" fmla="*/ 1562941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538827 w 12192000"/>
              <a:gd name="connsiteY8" fmla="*/ 1639190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12533 w 12192000"/>
              <a:gd name="connsiteY4" fmla="*/ 173720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91629 w 12192000"/>
              <a:gd name="connsiteY12" fmla="*/ 1523731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43732 w 12192000"/>
              <a:gd name="connsiteY113" fmla="*/ 247786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4027169 w 12192000"/>
              <a:gd name="connsiteY95" fmla="*/ 2475399 h 2649426"/>
              <a:gd name="connsiteX96" fmla="*/ 3897799 w 12192000"/>
              <a:gd name="connsiteY96" fmla="*/ 2503049 h 2649426"/>
              <a:gd name="connsiteX97" fmla="*/ 3876619 w 12192000"/>
              <a:gd name="connsiteY97" fmla="*/ 2512804 h 2649426"/>
              <a:gd name="connsiteX98" fmla="*/ 3721493 w 12192000"/>
              <a:gd name="connsiteY98" fmla="*/ 2497646 h 2649426"/>
              <a:gd name="connsiteX99" fmla="*/ 3504883 w 12192000"/>
              <a:gd name="connsiteY99" fmla="*/ 2503869 h 2649426"/>
              <a:gd name="connsiteX100" fmla="*/ 3431219 w 12192000"/>
              <a:gd name="connsiteY100" fmla="*/ 2502163 h 2649426"/>
              <a:gd name="connsiteX101" fmla="*/ 3151243 w 12192000"/>
              <a:gd name="connsiteY101" fmla="*/ 2492405 h 2649426"/>
              <a:gd name="connsiteX102" fmla="*/ 3057639 w 12192000"/>
              <a:gd name="connsiteY102" fmla="*/ 2507988 h 2649426"/>
              <a:gd name="connsiteX103" fmla="*/ 2916555 w 12192000"/>
              <a:gd name="connsiteY103" fmla="*/ 2472028 h 2649426"/>
              <a:gd name="connsiteX104" fmla="*/ 2846802 w 12192000"/>
              <a:gd name="connsiteY104" fmla="*/ 2461014 h 2649426"/>
              <a:gd name="connsiteX105" fmla="*/ 2739588 w 12192000"/>
              <a:gd name="connsiteY105" fmla="*/ 2457956 h 2649426"/>
              <a:gd name="connsiteX106" fmla="*/ 2706684 w 12192000"/>
              <a:gd name="connsiteY106" fmla="*/ 2454540 h 2649426"/>
              <a:gd name="connsiteX107" fmla="*/ 2348435 w 12192000"/>
              <a:gd name="connsiteY107" fmla="*/ 2449176 h 2649426"/>
              <a:gd name="connsiteX108" fmla="*/ 2194299 w 12192000"/>
              <a:gd name="connsiteY108" fmla="*/ 2475215 h 2649426"/>
              <a:gd name="connsiteX109" fmla="*/ 1983009 w 12192000"/>
              <a:gd name="connsiteY109" fmla="*/ 2463117 h 2649426"/>
              <a:gd name="connsiteX110" fmla="*/ 1885040 w 12192000"/>
              <a:gd name="connsiteY110" fmla="*/ 2475917 h 2649426"/>
              <a:gd name="connsiteX111" fmla="*/ 1773324 w 12192000"/>
              <a:gd name="connsiteY111" fmla="*/ 2471718 h 2649426"/>
              <a:gd name="connsiteX112" fmla="*/ 1685197 w 12192000"/>
              <a:gd name="connsiteY112" fmla="*/ 2466249 h 2649426"/>
              <a:gd name="connsiteX113" fmla="*/ 1566422 w 12192000"/>
              <a:gd name="connsiteY113" fmla="*/ 2455175 h 2649426"/>
              <a:gd name="connsiteX114" fmla="*/ 1300369 w 12192000"/>
              <a:gd name="connsiteY114" fmla="*/ 2444914 h 2649426"/>
              <a:gd name="connsiteX115" fmla="*/ 1081876 w 12192000"/>
              <a:gd name="connsiteY115" fmla="*/ 2476491 h 2649426"/>
              <a:gd name="connsiteX116" fmla="*/ 957561 w 12192000"/>
              <a:gd name="connsiteY116" fmla="*/ 2484124 h 2649426"/>
              <a:gd name="connsiteX117" fmla="*/ 822775 w 12192000"/>
              <a:gd name="connsiteY117" fmla="*/ 2542292 h 2649426"/>
              <a:gd name="connsiteX118" fmla="*/ 653171 w 12192000"/>
              <a:gd name="connsiteY118" fmla="*/ 2607266 h 2649426"/>
              <a:gd name="connsiteX119" fmla="*/ 511469 w 12192000"/>
              <a:gd name="connsiteY119" fmla="*/ 2598742 h 2649426"/>
              <a:gd name="connsiteX120" fmla="*/ 441281 w 12192000"/>
              <a:gd name="connsiteY120" fmla="*/ 2605939 h 2649426"/>
              <a:gd name="connsiteX121" fmla="*/ 297100 w 12192000"/>
              <a:gd name="connsiteY121" fmla="*/ 2639558 h 2649426"/>
              <a:gd name="connsiteX122" fmla="*/ 97385 w 12192000"/>
              <a:gd name="connsiteY122" fmla="*/ 2636063 h 2649426"/>
              <a:gd name="connsiteX123" fmla="*/ 48888 w 12192000"/>
              <a:gd name="connsiteY123" fmla="*/ 2641447 h 2649426"/>
              <a:gd name="connsiteX124" fmla="*/ 0 w 12192000"/>
              <a:gd name="connsiteY124" fmla="*/ 2649426 h 2649426"/>
              <a:gd name="connsiteX125" fmla="*/ 0 w 12192000"/>
              <a:gd name="connsiteY12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897799 w 12192000"/>
              <a:gd name="connsiteY95" fmla="*/ 2503049 h 2649426"/>
              <a:gd name="connsiteX96" fmla="*/ 3876619 w 12192000"/>
              <a:gd name="connsiteY96" fmla="*/ 2512804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916555 w 12192000"/>
              <a:gd name="connsiteY102" fmla="*/ 2472028 h 2649426"/>
              <a:gd name="connsiteX103" fmla="*/ 2846802 w 12192000"/>
              <a:gd name="connsiteY103" fmla="*/ 2461014 h 2649426"/>
              <a:gd name="connsiteX104" fmla="*/ 2739588 w 12192000"/>
              <a:gd name="connsiteY104" fmla="*/ 2457956 h 2649426"/>
              <a:gd name="connsiteX105" fmla="*/ 2706684 w 12192000"/>
              <a:gd name="connsiteY105" fmla="*/ 2454540 h 2649426"/>
              <a:gd name="connsiteX106" fmla="*/ 2348435 w 12192000"/>
              <a:gd name="connsiteY106" fmla="*/ 2449176 h 2649426"/>
              <a:gd name="connsiteX107" fmla="*/ 2194299 w 12192000"/>
              <a:gd name="connsiteY107" fmla="*/ 2475215 h 2649426"/>
              <a:gd name="connsiteX108" fmla="*/ 1983009 w 12192000"/>
              <a:gd name="connsiteY108" fmla="*/ 2463117 h 2649426"/>
              <a:gd name="connsiteX109" fmla="*/ 1885040 w 12192000"/>
              <a:gd name="connsiteY109" fmla="*/ 2475917 h 2649426"/>
              <a:gd name="connsiteX110" fmla="*/ 1773324 w 12192000"/>
              <a:gd name="connsiteY110" fmla="*/ 2471718 h 2649426"/>
              <a:gd name="connsiteX111" fmla="*/ 1685197 w 12192000"/>
              <a:gd name="connsiteY111" fmla="*/ 2466249 h 2649426"/>
              <a:gd name="connsiteX112" fmla="*/ 1566422 w 12192000"/>
              <a:gd name="connsiteY112" fmla="*/ 2455175 h 2649426"/>
              <a:gd name="connsiteX113" fmla="*/ 1300369 w 12192000"/>
              <a:gd name="connsiteY113" fmla="*/ 2444914 h 2649426"/>
              <a:gd name="connsiteX114" fmla="*/ 1081876 w 12192000"/>
              <a:gd name="connsiteY114" fmla="*/ 2476491 h 2649426"/>
              <a:gd name="connsiteX115" fmla="*/ 957561 w 12192000"/>
              <a:gd name="connsiteY115" fmla="*/ 2484124 h 2649426"/>
              <a:gd name="connsiteX116" fmla="*/ 822775 w 12192000"/>
              <a:gd name="connsiteY116" fmla="*/ 2542292 h 2649426"/>
              <a:gd name="connsiteX117" fmla="*/ 653171 w 12192000"/>
              <a:gd name="connsiteY117" fmla="*/ 2607266 h 2649426"/>
              <a:gd name="connsiteX118" fmla="*/ 511469 w 12192000"/>
              <a:gd name="connsiteY118" fmla="*/ 2598742 h 2649426"/>
              <a:gd name="connsiteX119" fmla="*/ 441281 w 12192000"/>
              <a:gd name="connsiteY119" fmla="*/ 2605939 h 2649426"/>
              <a:gd name="connsiteX120" fmla="*/ 297100 w 12192000"/>
              <a:gd name="connsiteY120" fmla="*/ 2639558 h 2649426"/>
              <a:gd name="connsiteX121" fmla="*/ 97385 w 12192000"/>
              <a:gd name="connsiteY121" fmla="*/ 2636063 h 2649426"/>
              <a:gd name="connsiteX122" fmla="*/ 48888 w 12192000"/>
              <a:gd name="connsiteY122" fmla="*/ 2641447 h 2649426"/>
              <a:gd name="connsiteX123" fmla="*/ 0 w 12192000"/>
              <a:gd name="connsiteY123" fmla="*/ 2649426 h 2649426"/>
              <a:gd name="connsiteX124" fmla="*/ 0 w 12192000"/>
              <a:gd name="connsiteY12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76619 w 12192000"/>
              <a:gd name="connsiteY96" fmla="*/ 2512804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916555 w 12192000"/>
              <a:gd name="connsiteY102" fmla="*/ 2472028 h 2649426"/>
              <a:gd name="connsiteX103" fmla="*/ 2846802 w 12192000"/>
              <a:gd name="connsiteY103" fmla="*/ 2461014 h 2649426"/>
              <a:gd name="connsiteX104" fmla="*/ 2739588 w 12192000"/>
              <a:gd name="connsiteY104" fmla="*/ 2457956 h 2649426"/>
              <a:gd name="connsiteX105" fmla="*/ 2706684 w 12192000"/>
              <a:gd name="connsiteY105" fmla="*/ 2454540 h 2649426"/>
              <a:gd name="connsiteX106" fmla="*/ 2348435 w 12192000"/>
              <a:gd name="connsiteY106" fmla="*/ 2449176 h 2649426"/>
              <a:gd name="connsiteX107" fmla="*/ 2194299 w 12192000"/>
              <a:gd name="connsiteY107" fmla="*/ 2475215 h 2649426"/>
              <a:gd name="connsiteX108" fmla="*/ 1983009 w 12192000"/>
              <a:gd name="connsiteY108" fmla="*/ 2463117 h 2649426"/>
              <a:gd name="connsiteX109" fmla="*/ 1885040 w 12192000"/>
              <a:gd name="connsiteY109" fmla="*/ 2475917 h 2649426"/>
              <a:gd name="connsiteX110" fmla="*/ 1773324 w 12192000"/>
              <a:gd name="connsiteY110" fmla="*/ 2471718 h 2649426"/>
              <a:gd name="connsiteX111" fmla="*/ 1685197 w 12192000"/>
              <a:gd name="connsiteY111" fmla="*/ 2466249 h 2649426"/>
              <a:gd name="connsiteX112" fmla="*/ 1566422 w 12192000"/>
              <a:gd name="connsiteY112" fmla="*/ 2455175 h 2649426"/>
              <a:gd name="connsiteX113" fmla="*/ 1300369 w 12192000"/>
              <a:gd name="connsiteY113" fmla="*/ 2444914 h 2649426"/>
              <a:gd name="connsiteX114" fmla="*/ 1081876 w 12192000"/>
              <a:gd name="connsiteY114" fmla="*/ 2476491 h 2649426"/>
              <a:gd name="connsiteX115" fmla="*/ 957561 w 12192000"/>
              <a:gd name="connsiteY115" fmla="*/ 2484124 h 2649426"/>
              <a:gd name="connsiteX116" fmla="*/ 822775 w 12192000"/>
              <a:gd name="connsiteY116" fmla="*/ 2542292 h 2649426"/>
              <a:gd name="connsiteX117" fmla="*/ 653171 w 12192000"/>
              <a:gd name="connsiteY117" fmla="*/ 2607266 h 2649426"/>
              <a:gd name="connsiteX118" fmla="*/ 511469 w 12192000"/>
              <a:gd name="connsiteY118" fmla="*/ 2598742 h 2649426"/>
              <a:gd name="connsiteX119" fmla="*/ 441281 w 12192000"/>
              <a:gd name="connsiteY119" fmla="*/ 2605939 h 2649426"/>
              <a:gd name="connsiteX120" fmla="*/ 297100 w 12192000"/>
              <a:gd name="connsiteY120" fmla="*/ 2639558 h 2649426"/>
              <a:gd name="connsiteX121" fmla="*/ 97385 w 12192000"/>
              <a:gd name="connsiteY121" fmla="*/ 2636063 h 2649426"/>
              <a:gd name="connsiteX122" fmla="*/ 48888 w 12192000"/>
              <a:gd name="connsiteY122" fmla="*/ 2641447 h 2649426"/>
              <a:gd name="connsiteX123" fmla="*/ 0 w 12192000"/>
              <a:gd name="connsiteY123" fmla="*/ 2649426 h 2649426"/>
              <a:gd name="connsiteX124" fmla="*/ 0 w 12192000"/>
              <a:gd name="connsiteY12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9309 w 12192000"/>
              <a:gd name="connsiteY96" fmla="*/ 247196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916555 w 12192000"/>
              <a:gd name="connsiteY102" fmla="*/ 2472028 h 2649426"/>
              <a:gd name="connsiteX103" fmla="*/ 2846802 w 12192000"/>
              <a:gd name="connsiteY103" fmla="*/ 2461014 h 2649426"/>
              <a:gd name="connsiteX104" fmla="*/ 2739588 w 12192000"/>
              <a:gd name="connsiteY104" fmla="*/ 2457956 h 2649426"/>
              <a:gd name="connsiteX105" fmla="*/ 2706684 w 12192000"/>
              <a:gd name="connsiteY105" fmla="*/ 2454540 h 2649426"/>
              <a:gd name="connsiteX106" fmla="*/ 2348435 w 12192000"/>
              <a:gd name="connsiteY106" fmla="*/ 2449176 h 2649426"/>
              <a:gd name="connsiteX107" fmla="*/ 2194299 w 12192000"/>
              <a:gd name="connsiteY107" fmla="*/ 2475215 h 2649426"/>
              <a:gd name="connsiteX108" fmla="*/ 1983009 w 12192000"/>
              <a:gd name="connsiteY108" fmla="*/ 2463117 h 2649426"/>
              <a:gd name="connsiteX109" fmla="*/ 1885040 w 12192000"/>
              <a:gd name="connsiteY109" fmla="*/ 2475917 h 2649426"/>
              <a:gd name="connsiteX110" fmla="*/ 1773324 w 12192000"/>
              <a:gd name="connsiteY110" fmla="*/ 2471718 h 2649426"/>
              <a:gd name="connsiteX111" fmla="*/ 1685197 w 12192000"/>
              <a:gd name="connsiteY111" fmla="*/ 2466249 h 2649426"/>
              <a:gd name="connsiteX112" fmla="*/ 1566422 w 12192000"/>
              <a:gd name="connsiteY112" fmla="*/ 2455175 h 2649426"/>
              <a:gd name="connsiteX113" fmla="*/ 1300369 w 12192000"/>
              <a:gd name="connsiteY113" fmla="*/ 2444914 h 2649426"/>
              <a:gd name="connsiteX114" fmla="*/ 1081876 w 12192000"/>
              <a:gd name="connsiteY114" fmla="*/ 2476491 h 2649426"/>
              <a:gd name="connsiteX115" fmla="*/ 957561 w 12192000"/>
              <a:gd name="connsiteY115" fmla="*/ 2484124 h 2649426"/>
              <a:gd name="connsiteX116" fmla="*/ 822775 w 12192000"/>
              <a:gd name="connsiteY116" fmla="*/ 2542292 h 2649426"/>
              <a:gd name="connsiteX117" fmla="*/ 653171 w 12192000"/>
              <a:gd name="connsiteY117" fmla="*/ 2607266 h 2649426"/>
              <a:gd name="connsiteX118" fmla="*/ 511469 w 12192000"/>
              <a:gd name="connsiteY118" fmla="*/ 2598742 h 2649426"/>
              <a:gd name="connsiteX119" fmla="*/ 441281 w 12192000"/>
              <a:gd name="connsiteY119" fmla="*/ 2605939 h 2649426"/>
              <a:gd name="connsiteX120" fmla="*/ 297100 w 12192000"/>
              <a:gd name="connsiteY120" fmla="*/ 2639558 h 2649426"/>
              <a:gd name="connsiteX121" fmla="*/ 97385 w 12192000"/>
              <a:gd name="connsiteY121" fmla="*/ 2636063 h 2649426"/>
              <a:gd name="connsiteX122" fmla="*/ 48888 w 12192000"/>
              <a:gd name="connsiteY122" fmla="*/ 2641447 h 2649426"/>
              <a:gd name="connsiteX123" fmla="*/ 0 w 12192000"/>
              <a:gd name="connsiteY123" fmla="*/ 2649426 h 2649426"/>
              <a:gd name="connsiteX124" fmla="*/ 0 w 12192000"/>
              <a:gd name="connsiteY12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4771 w 12192000"/>
              <a:gd name="connsiteY96" fmla="*/ 249465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916555 w 12192000"/>
              <a:gd name="connsiteY102" fmla="*/ 2472028 h 2649426"/>
              <a:gd name="connsiteX103" fmla="*/ 2846802 w 12192000"/>
              <a:gd name="connsiteY103" fmla="*/ 2461014 h 2649426"/>
              <a:gd name="connsiteX104" fmla="*/ 2739588 w 12192000"/>
              <a:gd name="connsiteY104" fmla="*/ 2457956 h 2649426"/>
              <a:gd name="connsiteX105" fmla="*/ 2706684 w 12192000"/>
              <a:gd name="connsiteY105" fmla="*/ 2454540 h 2649426"/>
              <a:gd name="connsiteX106" fmla="*/ 2348435 w 12192000"/>
              <a:gd name="connsiteY106" fmla="*/ 2449176 h 2649426"/>
              <a:gd name="connsiteX107" fmla="*/ 2194299 w 12192000"/>
              <a:gd name="connsiteY107" fmla="*/ 2475215 h 2649426"/>
              <a:gd name="connsiteX108" fmla="*/ 1983009 w 12192000"/>
              <a:gd name="connsiteY108" fmla="*/ 2463117 h 2649426"/>
              <a:gd name="connsiteX109" fmla="*/ 1885040 w 12192000"/>
              <a:gd name="connsiteY109" fmla="*/ 2475917 h 2649426"/>
              <a:gd name="connsiteX110" fmla="*/ 1773324 w 12192000"/>
              <a:gd name="connsiteY110" fmla="*/ 2471718 h 2649426"/>
              <a:gd name="connsiteX111" fmla="*/ 1685197 w 12192000"/>
              <a:gd name="connsiteY111" fmla="*/ 2466249 h 2649426"/>
              <a:gd name="connsiteX112" fmla="*/ 1566422 w 12192000"/>
              <a:gd name="connsiteY112" fmla="*/ 2455175 h 2649426"/>
              <a:gd name="connsiteX113" fmla="*/ 1300369 w 12192000"/>
              <a:gd name="connsiteY113" fmla="*/ 2444914 h 2649426"/>
              <a:gd name="connsiteX114" fmla="*/ 1081876 w 12192000"/>
              <a:gd name="connsiteY114" fmla="*/ 2476491 h 2649426"/>
              <a:gd name="connsiteX115" fmla="*/ 957561 w 12192000"/>
              <a:gd name="connsiteY115" fmla="*/ 2484124 h 2649426"/>
              <a:gd name="connsiteX116" fmla="*/ 822775 w 12192000"/>
              <a:gd name="connsiteY116" fmla="*/ 2542292 h 2649426"/>
              <a:gd name="connsiteX117" fmla="*/ 653171 w 12192000"/>
              <a:gd name="connsiteY117" fmla="*/ 2607266 h 2649426"/>
              <a:gd name="connsiteX118" fmla="*/ 511469 w 12192000"/>
              <a:gd name="connsiteY118" fmla="*/ 2598742 h 2649426"/>
              <a:gd name="connsiteX119" fmla="*/ 441281 w 12192000"/>
              <a:gd name="connsiteY119" fmla="*/ 2605939 h 2649426"/>
              <a:gd name="connsiteX120" fmla="*/ 297100 w 12192000"/>
              <a:gd name="connsiteY120" fmla="*/ 2639558 h 2649426"/>
              <a:gd name="connsiteX121" fmla="*/ 97385 w 12192000"/>
              <a:gd name="connsiteY121" fmla="*/ 2636063 h 2649426"/>
              <a:gd name="connsiteX122" fmla="*/ 48888 w 12192000"/>
              <a:gd name="connsiteY122" fmla="*/ 2641447 h 2649426"/>
              <a:gd name="connsiteX123" fmla="*/ 0 w 12192000"/>
              <a:gd name="connsiteY123" fmla="*/ 2649426 h 2649426"/>
              <a:gd name="connsiteX124" fmla="*/ 0 w 12192000"/>
              <a:gd name="connsiteY12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4771 w 12192000"/>
              <a:gd name="connsiteY96" fmla="*/ 249465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57639 w 12192000"/>
              <a:gd name="connsiteY101" fmla="*/ 2507988 h 2649426"/>
              <a:gd name="connsiteX102" fmla="*/ 2846802 w 12192000"/>
              <a:gd name="connsiteY102" fmla="*/ 2461014 h 2649426"/>
              <a:gd name="connsiteX103" fmla="*/ 2739588 w 12192000"/>
              <a:gd name="connsiteY103" fmla="*/ 2457956 h 2649426"/>
              <a:gd name="connsiteX104" fmla="*/ 2706684 w 12192000"/>
              <a:gd name="connsiteY104" fmla="*/ 2454540 h 2649426"/>
              <a:gd name="connsiteX105" fmla="*/ 2348435 w 12192000"/>
              <a:gd name="connsiteY105" fmla="*/ 2449176 h 2649426"/>
              <a:gd name="connsiteX106" fmla="*/ 2194299 w 12192000"/>
              <a:gd name="connsiteY106" fmla="*/ 2475215 h 2649426"/>
              <a:gd name="connsiteX107" fmla="*/ 1983009 w 12192000"/>
              <a:gd name="connsiteY107" fmla="*/ 2463117 h 2649426"/>
              <a:gd name="connsiteX108" fmla="*/ 1885040 w 12192000"/>
              <a:gd name="connsiteY108" fmla="*/ 2475917 h 2649426"/>
              <a:gd name="connsiteX109" fmla="*/ 1773324 w 12192000"/>
              <a:gd name="connsiteY109" fmla="*/ 2471718 h 2649426"/>
              <a:gd name="connsiteX110" fmla="*/ 1685197 w 12192000"/>
              <a:gd name="connsiteY110" fmla="*/ 2466249 h 2649426"/>
              <a:gd name="connsiteX111" fmla="*/ 1566422 w 12192000"/>
              <a:gd name="connsiteY111" fmla="*/ 2455175 h 2649426"/>
              <a:gd name="connsiteX112" fmla="*/ 1300369 w 12192000"/>
              <a:gd name="connsiteY112" fmla="*/ 2444914 h 2649426"/>
              <a:gd name="connsiteX113" fmla="*/ 1081876 w 12192000"/>
              <a:gd name="connsiteY113" fmla="*/ 2476491 h 2649426"/>
              <a:gd name="connsiteX114" fmla="*/ 957561 w 12192000"/>
              <a:gd name="connsiteY114" fmla="*/ 2484124 h 2649426"/>
              <a:gd name="connsiteX115" fmla="*/ 822775 w 12192000"/>
              <a:gd name="connsiteY115" fmla="*/ 2542292 h 2649426"/>
              <a:gd name="connsiteX116" fmla="*/ 653171 w 12192000"/>
              <a:gd name="connsiteY116" fmla="*/ 2607266 h 2649426"/>
              <a:gd name="connsiteX117" fmla="*/ 511469 w 12192000"/>
              <a:gd name="connsiteY117" fmla="*/ 2598742 h 2649426"/>
              <a:gd name="connsiteX118" fmla="*/ 441281 w 12192000"/>
              <a:gd name="connsiteY118" fmla="*/ 2605939 h 2649426"/>
              <a:gd name="connsiteX119" fmla="*/ 297100 w 12192000"/>
              <a:gd name="connsiteY119" fmla="*/ 2639558 h 2649426"/>
              <a:gd name="connsiteX120" fmla="*/ 97385 w 12192000"/>
              <a:gd name="connsiteY120" fmla="*/ 2636063 h 2649426"/>
              <a:gd name="connsiteX121" fmla="*/ 48888 w 12192000"/>
              <a:gd name="connsiteY121" fmla="*/ 2641447 h 2649426"/>
              <a:gd name="connsiteX122" fmla="*/ 0 w 12192000"/>
              <a:gd name="connsiteY122" fmla="*/ 2649426 h 2649426"/>
              <a:gd name="connsiteX123" fmla="*/ 0 w 12192000"/>
              <a:gd name="connsiteY12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4771 w 12192000"/>
              <a:gd name="connsiteY96" fmla="*/ 249465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44025 w 12192000"/>
              <a:gd name="connsiteY101" fmla="*/ 2485298 h 2649426"/>
              <a:gd name="connsiteX102" fmla="*/ 2846802 w 12192000"/>
              <a:gd name="connsiteY102" fmla="*/ 2461014 h 2649426"/>
              <a:gd name="connsiteX103" fmla="*/ 2739588 w 12192000"/>
              <a:gd name="connsiteY103" fmla="*/ 2457956 h 2649426"/>
              <a:gd name="connsiteX104" fmla="*/ 2706684 w 12192000"/>
              <a:gd name="connsiteY104" fmla="*/ 2454540 h 2649426"/>
              <a:gd name="connsiteX105" fmla="*/ 2348435 w 12192000"/>
              <a:gd name="connsiteY105" fmla="*/ 2449176 h 2649426"/>
              <a:gd name="connsiteX106" fmla="*/ 2194299 w 12192000"/>
              <a:gd name="connsiteY106" fmla="*/ 2475215 h 2649426"/>
              <a:gd name="connsiteX107" fmla="*/ 1983009 w 12192000"/>
              <a:gd name="connsiteY107" fmla="*/ 2463117 h 2649426"/>
              <a:gd name="connsiteX108" fmla="*/ 1885040 w 12192000"/>
              <a:gd name="connsiteY108" fmla="*/ 2475917 h 2649426"/>
              <a:gd name="connsiteX109" fmla="*/ 1773324 w 12192000"/>
              <a:gd name="connsiteY109" fmla="*/ 2471718 h 2649426"/>
              <a:gd name="connsiteX110" fmla="*/ 1685197 w 12192000"/>
              <a:gd name="connsiteY110" fmla="*/ 2466249 h 2649426"/>
              <a:gd name="connsiteX111" fmla="*/ 1566422 w 12192000"/>
              <a:gd name="connsiteY111" fmla="*/ 2455175 h 2649426"/>
              <a:gd name="connsiteX112" fmla="*/ 1300369 w 12192000"/>
              <a:gd name="connsiteY112" fmla="*/ 2444914 h 2649426"/>
              <a:gd name="connsiteX113" fmla="*/ 1081876 w 12192000"/>
              <a:gd name="connsiteY113" fmla="*/ 2476491 h 2649426"/>
              <a:gd name="connsiteX114" fmla="*/ 957561 w 12192000"/>
              <a:gd name="connsiteY114" fmla="*/ 2484124 h 2649426"/>
              <a:gd name="connsiteX115" fmla="*/ 822775 w 12192000"/>
              <a:gd name="connsiteY115" fmla="*/ 2542292 h 2649426"/>
              <a:gd name="connsiteX116" fmla="*/ 653171 w 12192000"/>
              <a:gd name="connsiteY116" fmla="*/ 2607266 h 2649426"/>
              <a:gd name="connsiteX117" fmla="*/ 511469 w 12192000"/>
              <a:gd name="connsiteY117" fmla="*/ 2598742 h 2649426"/>
              <a:gd name="connsiteX118" fmla="*/ 441281 w 12192000"/>
              <a:gd name="connsiteY118" fmla="*/ 2605939 h 2649426"/>
              <a:gd name="connsiteX119" fmla="*/ 297100 w 12192000"/>
              <a:gd name="connsiteY119" fmla="*/ 2639558 h 2649426"/>
              <a:gd name="connsiteX120" fmla="*/ 97385 w 12192000"/>
              <a:gd name="connsiteY120" fmla="*/ 2636063 h 2649426"/>
              <a:gd name="connsiteX121" fmla="*/ 48888 w 12192000"/>
              <a:gd name="connsiteY121" fmla="*/ 2641447 h 2649426"/>
              <a:gd name="connsiteX122" fmla="*/ 0 w 12192000"/>
              <a:gd name="connsiteY122" fmla="*/ 2649426 h 2649426"/>
              <a:gd name="connsiteX123" fmla="*/ 0 w 12192000"/>
              <a:gd name="connsiteY12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338648 w 12192000"/>
              <a:gd name="connsiteY55" fmla="*/ 2198119 h 2649426"/>
              <a:gd name="connsiteX56" fmla="*/ 7293703 w 12192000"/>
              <a:gd name="connsiteY56" fmla="*/ 2204721 h 2649426"/>
              <a:gd name="connsiteX57" fmla="*/ 7286955 w 12192000"/>
              <a:gd name="connsiteY57" fmla="*/ 2207494 h 2649426"/>
              <a:gd name="connsiteX58" fmla="*/ 7251199 w 12192000"/>
              <a:gd name="connsiteY58" fmla="*/ 2198184 h 2649426"/>
              <a:gd name="connsiteX59" fmla="*/ 7233016 w 12192000"/>
              <a:gd name="connsiteY59" fmla="*/ 2195902 h 2649426"/>
              <a:gd name="connsiteX60" fmla="*/ 7227281 w 12192000"/>
              <a:gd name="connsiteY60" fmla="*/ 2190042 h 2649426"/>
              <a:gd name="connsiteX61" fmla="*/ 7200745 w 12192000"/>
              <a:gd name="connsiteY61" fmla="*/ 2189321 h 2649426"/>
              <a:gd name="connsiteX62" fmla="*/ 7197924 w 12192000"/>
              <a:gd name="connsiteY62" fmla="*/ 2191205 h 2649426"/>
              <a:gd name="connsiteX63" fmla="*/ 7175198 w 12192000"/>
              <a:gd name="connsiteY63" fmla="*/ 2183294 h 2649426"/>
              <a:gd name="connsiteX64" fmla="*/ 7100681 w 12192000"/>
              <a:gd name="connsiteY64" fmla="*/ 2167822 h 2649426"/>
              <a:gd name="connsiteX65" fmla="*/ 6932665 w 12192000"/>
              <a:gd name="connsiteY65" fmla="*/ 2162157 h 2649426"/>
              <a:gd name="connsiteX66" fmla="*/ 6700029 w 12192000"/>
              <a:gd name="connsiteY66" fmla="*/ 2158310 h 2649426"/>
              <a:gd name="connsiteX67" fmla="*/ 6326162 w 12192000"/>
              <a:gd name="connsiteY67" fmla="*/ 2178632 h 2649426"/>
              <a:gd name="connsiteX68" fmla="*/ 6196177 w 12192000"/>
              <a:gd name="connsiteY68" fmla="*/ 2200059 h 2649426"/>
              <a:gd name="connsiteX69" fmla="*/ 6139086 w 12192000"/>
              <a:gd name="connsiteY69" fmla="*/ 2187339 h 2649426"/>
              <a:gd name="connsiteX70" fmla="*/ 6098878 w 12192000"/>
              <a:gd name="connsiteY70" fmla="*/ 2192939 h 2649426"/>
              <a:gd name="connsiteX71" fmla="*/ 6094339 w 12192000"/>
              <a:gd name="connsiteY71" fmla="*/ 2195871 h 2649426"/>
              <a:gd name="connsiteX72" fmla="*/ 6075163 w 12192000"/>
              <a:gd name="connsiteY72" fmla="*/ 2198856 h 2649426"/>
              <a:gd name="connsiteX73" fmla="*/ 6071016 w 12192000"/>
              <a:gd name="connsiteY73" fmla="*/ 2210639 h 2649426"/>
              <a:gd name="connsiteX74" fmla="*/ 6043058 w 12192000"/>
              <a:gd name="connsiteY74" fmla="*/ 2222971 h 2649426"/>
              <a:gd name="connsiteX75" fmla="*/ 5962031 w 12192000"/>
              <a:gd name="connsiteY75" fmla="*/ 2220873 h 2649426"/>
              <a:gd name="connsiteX76" fmla="*/ 5836800 w 12192000"/>
              <a:gd name="connsiteY76" fmla="*/ 2224771 h 2649426"/>
              <a:gd name="connsiteX77" fmla="*/ 5735414 w 12192000"/>
              <a:gd name="connsiteY77" fmla="*/ 2231366 h 2649426"/>
              <a:gd name="connsiteX78" fmla="*/ 5697982 w 12192000"/>
              <a:gd name="connsiteY78" fmla="*/ 2244836 h 2649426"/>
              <a:gd name="connsiteX79" fmla="*/ 5644981 w 12192000"/>
              <a:gd name="connsiteY79" fmla="*/ 2256274 h 2649426"/>
              <a:gd name="connsiteX80" fmla="*/ 5547744 w 12192000"/>
              <a:gd name="connsiteY80" fmla="*/ 2271333 h 2649426"/>
              <a:gd name="connsiteX81" fmla="*/ 5426280 w 12192000"/>
              <a:gd name="connsiteY81" fmla="*/ 2290560 h 2649426"/>
              <a:gd name="connsiteX82" fmla="*/ 5329896 w 12192000"/>
              <a:gd name="connsiteY82" fmla="*/ 2279209 h 2649426"/>
              <a:gd name="connsiteX83" fmla="*/ 5322508 w 12192000"/>
              <a:gd name="connsiteY83" fmla="*/ 2288005 h 2649426"/>
              <a:gd name="connsiteX84" fmla="*/ 5194705 w 12192000"/>
              <a:gd name="connsiteY84" fmla="*/ 2285938 h 2649426"/>
              <a:gd name="connsiteX85" fmla="*/ 5027899 w 12192000"/>
              <a:gd name="connsiteY85" fmla="*/ 2242653 h 2649426"/>
              <a:gd name="connsiteX86" fmla="*/ 4902443 w 12192000"/>
              <a:gd name="connsiteY86" fmla="*/ 2249037 h 2649426"/>
              <a:gd name="connsiteX87" fmla="*/ 4858751 w 12192000"/>
              <a:gd name="connsiteY87" fmla="*/ 2260409 h 2649426"/>
              <a:gd name="connsiteX88" fmla="*/ 4785497 w 12192000"/>
              <a:gd name="connsiteY88" fmla="*/ 2278897 h 2649426"/>
              <a:gd name="connsiteX89" fmla="*/ 4732807 w 12192000"/>
              <a:gd name="connsiteY89" fmla="*/ 2315139 h 2649426"/>
              <a:gd name="connsiteX90" fmla="*/ 4670737 w 12192000"/>
              <a:gd name="connsiteY90" fmla="*/ 2321711 h 2649426"/>
              <a:gd name="connsiteX91" fmla="*/ 4489013 w 12192000"/>
              <a:gd name="connsiteY91" fmla="*/ 2338805 h 2649426"/>
              <a:gd name="connsiteX92" fmla="*/ 4431159 w 12192000"/>
              <a:gd name="connsiteY92" fmla="*/ 2347536 h 2649426"/>
              <a:gd name="connsiteX93" fmla="*/ 4273885 w 12192000"/>
              <a:gd name="connsiteY93" fmla="*/ 2379520 h 2649426"/>
              <a:gd name="connsiteX94" fmla="*/ 4116925 w 12192000"/>
              <a:gd name="connsiteY94" fmla="*/ 2417756 h 2649426"/>
              <a:gd name="connsiteX95" fmla="*/ 3988558 w 12192000"/>
              <a:gd name="connsiteY95" fmla="*/ 2475821 h 2649426"/>
              <a:gd name="connsiteX96" fmla="*/ 3894771 w 12192000"/>
              <a:gd name="connsiteY96" fmla="*/ 2494652 h 2649426"/>
              <a:gd name="connsiteX97" fmla="*/ 3721493 w 12192000"/>
              <a:gd name="connsiteY97" fmla="*/ 2497646 h 2649426"/>
              <a:gd name="connsiteX98" fmla="*/ 3504883 w 12192000"/>
              <a:gd name="connsiteY98" fmla="*/ 2503869 h 2649426"/>
              <a:gd name="connsiteX99" fmla="*/ 3431219 w 12192000"/>
              <a:gd name="connsiteY99" fmla="*/ 2502163 h 2649426"/>
              <a:gd name="connsiteX100" fmla="*/ 3151243 w 12192000"/>
              <a:gd name="connsiteY100" fmla="*/ 2492405 h 2649426"/>
              <a:gd name="connsiteX101" fmla="*/ 3044025 w 12192000"/>
              <a:gd name="connsiteY101" fmla="*/ 2485298 h 2649426"/>
              <a:gd name="connsiteX102" fmla="*/ 2864954 w 12192000"/>
              <a:gd name="connsiteY102" fmla="*/ 2456476 h 2649426"/>
              <a:gd name="connsiteX103" fmla="*/ 2739588 w 12192000"/>
              <a:gd name="connsiteY103" fmla="*/ 2457956 h 2649426"/>
              <a:gd name="connsiteX104" fmla="*/ 2706684 w 12192000"/>
              <a:gd name="connsiteY104" fmla="*/ 2454540 h 2649426"/>
              <a:gd name="connsiteX105" fmla="*/ 2348435 w 12192000"/>
              <a:gd name="connsiteY105" fmla="*/ 2449176 h 2649426"/>
              <a:gd name="connsiteX106" fmla="*/ 2194299 w 12192000"/>
              <a:gd name="connsiteY106" fmla="*/ 2475215 h 2649426"/>
              <a:gd name="connsiteX107" fmla="*/ 1983009 w 12192000"/>
              <a:gd name="connsiteY107" fmla="*/ 2463117 h 2649426"/>
              <a:gd name="connsiteX108" fmla="*/ 1885040 w 12192000"/>
              <a:gd name="connsiteY108" fmla="*/ 2475917 h 2649426"/>
              <a:gd name="connsiteX109" fmla="*/ 1773324 w 12192000"/>
              <a:gd name="connsiteY109" fmla="*/ 2471718 h 2649426"/>
              <a:gd name="connsiteX110" fmla="*/ 1685197 w 12192000"/>
              <a:gd name="connsiteY110" fmla="*/ 2466249 h 2649426"/>
              <a:gd name="connsiteX111" fmla="*/ 1566422 w 12192000"/>
              <a:gd name="connsiteY111" fmla="*/ 2455175 h 2649426"/>
              <a:gd name="connsiteX112" fmla="*/ 1300369 w 12192000"/>
              <a:gd name="connsiteY112" fmla="*/ 2444914 h 2649426"/>
              <a:gd name="connsiteX113" fmla="*/ 1081876 w 12192000"/>
              <a:gd name="connsiteY113" fmla="*/ 2476491 h 2649426"/>
              <a:gd name="connsiteX114" fmla="*/ 957561 w 12192000"/>
              <a:gd name="connsiteY114" fmla="*/ 2484124 h 2649426"/>
              <a:gd name="connsiteX115" fmla="*/ 822775 w 12192000"/>
              <a:gd name="connsiteY115" fmla="*/ 2542292 h 2649426"/>
              <a:gd name="connsiteX116" fmla="*/ 653171 w 12192000"/>
              <a:gd name="connsiteY116" fmla="*/ 2607266 h 2649426"/>
              <a:gd name="connsiteX117" fmla="*/ 511469 w 12192000"/>
              <a:gd name="connsiteY117" fmla="*/ 2598742 h 2649426"/>
              <a:gd name="connsiteX118" fmla="*/ 441281 w 12192000"/>
              <a:gd name="connsiteY118" fmla="*/ 2605939 h 2649426"/>
              <a:gd name="connsiteX119" fmla="*/ 297100 w 12192000"/>
              <a:gd name="connsiteY119" fmla="*/ 2639558 h 2649426"/>
              <a:gd name="connsiteX120" fmla="*/ 97385 w 12192000"/>
              <a:gd name="connsiteY120" fmla="*/ 2636063 h 2649426"/>
              <a:gd name="connsiteX121" fmla="*/ 48888 w 12192000"/>
              <a:gd name="connsiteY121" fmla="*/ 2641447 h 2649426"/>
              <a:gd name="connsiteX122" fmla="*/ 0 w 12192000"/>
              <a:gd name="connsiteY122" fmla="*/ 2649426 h 2649426"/>
              <a:gd name="connsiteX123" fmla="*/ 0 w 12192000"/>
              <a:gd name="connsiteY12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348496 w 12192000"/>
              <a:gd name="connsiteY54" fmla="*/ 2209686 h 2649426"/>
              <a:gd name="connsiteX55" fmla="*/ 7293703 w 12192000"/>
              <a:gd name="connsiteY55" fmla="*/ 2204721 h 2649426"/>
              <a:gd name="connsiteX56" fmla="*/ 7286955 w 12192000"/>
              <a:gd name="connsiteY56" fmla="*/ 2207494 h 2649426"/>
              <a:gd name="connsiteX57" fmla="*/ 7251199 w 12192000"/>
              <a:gd name="connsiteY57" fmla="*/ 2198184 h 2649426"/>
              <a:gd name="connsiteX58" fmla="*/ 7233016 w 12192000"/>
              <a:gd name="connsiteY58" fmla="*/ 2195902 h 2649426"/>
              <a:gd name="connsiteX59" fmla="*/ 7227281 w 12192000"/>
              <a:gd name="connsiteY59" fmla="*/ 2190042 h 2649426"/>
              <a:gd name="connsiteX60" fmla="*/ 7200745 w 12192000"/>
              <a:gd name="connsiteY60" fmla="*/ 2189321 h 2649426"/>
              <a:gd name="connsiteX61" fmla="*/ 7197924 w 12192000"/>
              <a:gd name="connsiteY61" fmla="*/ 2191205 h 2649426"/>
              <a:gd name="connsiteX62" fmla="*/ 7175198 w 12192000"/>
              <a:gd name="connsiteY62" fmla="*/ 2183294 h 2649426"/>
              <a:gd name="connsiteX63" fmla="*/ 7100681 w 12192000"/>
              <a:gd name="connsiteY63" fmla="*/ 2167822 h 2649426"/>
              <a:gd name="connsiteX64" fmla="*/ 6932665 w 12192000"/>
              <a:gd name="connsiteY64" fmla="*/ 2162157 h 2649426"/>
              <a:gd name="connsiteX65" fmla="*/ 6700029 w 12192000"/>
              <a:gd name="connsiteY65" fmla="*/ 2158310 h 2649426"/>
              <a:gd name="connsiteX66" fmla="*/ 6326162 w 12192000"/>
              <a:gd name="connsiteY66" fmla="*/ 2178632 h 2649426"/>
              <a:gd name="connsiteX67" fmla="*/ 6196177 w 12192000"/>
              <a:gd name="connsiteY67" fmla="*/ 2200059 h 2649426"/>
              <a:gd name="connsiteX68" fmla="*/ 6139086 w 12192000"/>
              <a:gd name="connsiteY68" fmla="*/ 2187339 h 2649426"/>
              <a:gd name="connsiteX69" fmla="*/ 6098878 w 12192000"/>
              <a:gd name="connsiteY69" fmla="*/ 2192939 h 2649426"/>
              <a:gd name="connsiteX70" fmla="*/ 6094339 w 12192000"/>
              <a:gd name="connsiteY70" fmla="*/ 2195871 h 2649426"/>
              <a:gd name="connsiteX71" fmla="*/ 6075163 w 12192000"/>
              <a:gd name="connsiteY71" fmla="*/ 2198856 h 2649426"/>
              <a:gd name="connsiteX72" fmla="*/ 6071016 w 12192000"/>
              <a:gd name="connsiteY72" fmla="*/ 2210639 h 2649426"/>
              <a:gd name="connsiteX73" fmla="*/ 6043058 w 12192000"/>
              <a:gd name="connsiteY73" fmla="*/ 2222971 h 2649426"/>
              <a:gd name="connsiteX74" fmla="*/ 5962031 w 12192000"/>
              <a:gd name="connsiteY74" fmla="*/ 2220873 h 2649426"/>
              <a:gd name="connsiteX75" fmla="*/ 5836800 w 12192000"/>
              <a:gd name="connsiteY75" fmla="*/ 2224771 h 2649426"/>
              <a:gd name="connsiteX76" fmla="*/ 5735414 w 12192000"/>
              <a:gd name="connsiteY76" fmla="*/ 2231366 h 2649426"/>
              <a:gd name="connsiteX77" fmla="*/ 5697982 w 12192000"/>
              <a:gd name="connsiteY77" fmla="*/ 2244836 h 2649426"/>
              <a:gd name="connsiteX78" fmla="*/ 5644981 w 12192000"/>
              <a:gd name="connsiteY78" fmla="*/ 2256274 h 2649426"/>
              <a:gd name="connsiteX79" fmla="*/ 5547744 w 12192000"/>
              <a:gd name="connsiteY79" fmla="*/ 2271333 h 2649426"/>
              <a:gd name="connsiteX80" fmla="*/ 5426280 w 12192000"/>
              <a:gd name="connsiteY80" fmla="*/ 2290560 h 2649426"/>
              <a:gd name="connsiteX81" fmla="*/ 5329896 w 12192000"/>
              <a:gd name="connsiteY81" fmla="*/ 2279209 h 2649426"/>
              <a:gd name="connsiteX82" fmla="*/ 5322508 w 12192000"/>
              <a:gd name="connsiteY82" fmla="*/ 2288005 h 2649426"/>
              <a:gd name="connsiteX83" fmla="*/ 5194705 w 12192000"/>
              <a:gd name="connsiteY83" fmla="*/ 2285938 h 2649426"/>
              <a:gd name="connsiteX84" fmla="*/ 5027899 w 12192000"/>
              <a:gd name="connsiteY84" fmla="*/ 2242653 h 2649426"/>
              <a:gd name="connsiteX85" fmla="*/ 4902443 w 12192000"/>
              <a:gd name="connsiteY85" fmla="*/ 2249037 h 2649426"/>
              <a:gd name="connsiteX86" fmla="*/ 4858751 w 12192000"/>
              <a:gd name="connsiteY86" fmla="*/ 2260409 h 2649426"/>
              <a:gd name="connsiteX87" fmla="*/ 4785497 w 12192000"/>
              <a:gd name="connsiteY87" fmla="*/ 2278897 h 2649426"/>
              <a:gd name="connsiteX88" fmla="*/ 4732807 w 12192000"/>
              <a:gd name="connsiteY88" fmla="*/ 2315139 h 2649426"/>
              <a:gd name="connsiteX89" fmla="*/ 4670737 w 12192000"/>
              <a:gd name="connsiteY89" fmla="*/ 2321711 h 2649426"/>
              <a:gd name="connsiteX90" fmla="*/ 4489013 w 12192000"/>
              <a:gd name="connsiteY90" fmla="*/ 2338805 h 2649426"/>
              <a:gd name="connsiteX91" fmla="*/ 4431159 w 12192000"/>
              <a:gd name="connsiteY91" fmla="*/ 2347536 h 2649426"/>
              <a:gd name="connsiteX92" fmla="*/ 4273885 w 12192000"/>
              <a:gd name="connsiteY92" fmla="*/ 2379520 h 2649426"/>
              <a:gd name="connsiteX93" fmla="*/ 4116925 w 12192000"/>
              <a:gd name="connsiteY93" fmla="*/ 2417756 h 2649426"/>
              <a:gd name="connsiteX94" fmla="*/ 3988558 w 12192000"/>
              <a:gd name="connsiteY94" fmla="*/ 2475821 h 2649426"/>
              <a:gd name="connsiteX95" fmla="*/ 3894771 w 12192000"/>
              <a:gd name="connsiteY95" fmla="*/ 2494652 h 2649426"/>
              <a:gd name="connsiteX96" fmla="*/ 3721493 w 12192000"/>
              <a:gd name="connsiteY96" fmla="*/ 2497646 h 2649426"/>
              <a:gd name="connsiteX97" fmla="*/ 3504883 w 12192000"/>
              <a:gd name="connsiteY97" fmla="*/ 2503869 h 2649426"/>
              <a:gd name="connsiteX98" fmla="*/ 3431219 w 12192000"/>
              <a:gd name="connsiteY98" fmla="*/ 2502163 h 2649426"/>
              <a:gd name="connsiteX99" fmla="*/ 3151243 w 12192000"/>
              <a:gd name="connsiteY99" fmla="*/ 2492405 h 2649426"/>
              <a:gd name="connsiteX100" fmla="*/ 3044025 w 12192000"/>
              <a:gd name="connsiteY100" fmla="*/ 2485298 h 2649426"/>
              <a:gd name="connsiteX101" fmla="*/ 2864954 w 12192000"/>
              <a:gd name="connsiteY101" fmla="*/ 2456476 h 2649426"/>
              <a:gd name="connsiteX102" fmla="*/ 2739588 w 12192000"/>
              <a:gd name="connsiteY102" fmla="*/ 2457956 h 2649426"/>
              <a:gd name="connsiteX103" fmla="*/ 2706684 w 12192000"/>
              <a:gd name="connsiteY103" fmla="*/ 2454540 h 2649426"/>
              <a:gd name="connsiteX104" fmla="*/ 2348435 w 12192000"/>
              <a:gd name="connsiteY104" fmla="*/ 2449176 h 2649426"/>
              <a:gd name="connsiteX105" fmla="*/ 2194299 w 12192000"/>
              <a:gd name="connsiteY105" fmla="*/ 2475215 h 2649426"/>
              <a:gd name="connsiteX106" fmla="*/ 1983009 w 12192000"/>
              <a:gd name="connsiteY106" fmla="*/ 2463117 h 2649426"/>
              <a:gd name="connsiteX107" fmla="*/ 1885040 w 12192000"/>
              <a:gd name="connsiteY107" fmla="*/ 2475917 h 2649426"/>
              <a:gd name="connsiteX108" fmla="*/ 1773324 w 12192000"/>
              <a:gd name="connsiteY108" fmla="*/ 2471718 h 2649426"/>
              <a:gd name="connsiteX109" fmla="*/ 1685197 w 12192000"/>
              <a:gd name="connsiteY109" fmla="*/ 2466249 h 2649426"/>
              <a:gd name="connsiteX110" fmla="*/ 1566422 w 12192000"/>
              <a:gd name="connsiteY110" fmla="*/ 2455175 h 2649426"/>
              <a:gd name="connsiteX111" fmla="*/ 1300369 w 12192000"/>
              <a:gd name="connsiteY111" fmla="*/ 2444914 h 2649426"/>
              <a:gd name="connsiteX112" fmla="*/ 1081876 w 12192000"/>
              <a:gd name="connsiteY112" fmla="*/ 2476491 h 2649426"/>
              <a:gd name="connsiteX113" fmla="*/ 957561 w 12192000"/>
              <a:gd name="connsiteY113" fmla="*/ 2484124 h 2649426"/>
              <a:gd name="connsiteX114" fmla="*/ 822775 w 12192000"/>
              <a:gd name="connsiteY114" fmla="*/ 2542292 h 2649426"/>
              <a:gd name="connsiteX115" fmla="*/ 653171 w 12192000"/>
              <a:gd name="connsiteY115" fmla="*/ 2607266 h 2649426"/>
              <a:gd name="connsiteX116" fmla="*/ 511469 w 12192000"/>
              <a:gd name="connsiteY116" fmla="*/ 2598742 h 2649426"/>
              <a:gd name="connsiteX117" fmla="*/ 441281 w 12192000"/>
              <a:gd name="connsiteY117" fmla="*/ 2605939 h 2649426"/>
              <a:gd name="connsiteX118" fmla="*/ 297100 w 12192000"/>
              <a:gd name="connsiteY118" fmla="*/ 2639558 h 2649426"/>
              <a:gd name="connsiteX119" fmla="*/ 97385 w 12192000"/>
              <a:gd name="connsiteY119" fmla="*/ 2636063 h 2649426"/>
              <a:gd name="connsiteX120" fmla="*/ 48888 w 12192000"/>
              <a:gd name="connsiteY120" fmla="*/ 2641447 h 2649426"/>
              <a:gd name="connsiteX121" fmla="*/ 0 w 12192000"/>
              <a:gd name="connsiteY121" fmla="*/ 2649426 h 2649426"/>
              <a:gd name="connsiteX122" fmla="*/ 0 w 12192000"/>
              <a:gd name="connsiteY122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93117 w 12192000"/>
              <a:gd name="connsiteY52" fmla="*/ 2193066 h 2649426"/>
              <a:gd name="connsiteX53" fmla="*/ 7363846 w 12192000"/>
              <a:gd name="connsiteY53" fmla="*/ 2202297 h 2649426"/>
              <a:gd name="connsiteX54" fmla="*/ 7293703 w 12192000"/>
              <a:gd name="connsiteY54" fmla="*/ 2204721 h 2649426"/>
              <a:gd name="connsiteX55" fmla="*/ 7286955 w 12192000"/>
              <a:gd name="connsiteY55" fmla="*/ 2207494 h 2649426"/>
              <a:gd name="connsiteX56" fmla="*/ 7251199 w 12192000"/>
              <a:gd name="connsiteY56" fmla="*/ 2198184 h 2649426"/>
              <a:gd name="connsiteX57" fmla="*/ 7233016 w 12192000"/>
              <a:gd name="connsiteY57" fmla="*/ 2195902 h 2649426"/>
              <a:gd name="connsiteX58" fmla="*/ 7227281 w 12192000"/>
              <a:gd name="connsiteY58" fmla="*/ 2190042 h 2649426"/>
              <a:gd name="connsiteX59" fmla="*/ 7200745 w 12192000"/>
              <a:gd name="connsiteY59" fmla="*/ 2189321 h 2649426"/>
              <a:gd name="connsiteX60" fmla="*/ 7197924 w 12192000"/>
              <a:gd name="connsiteY60" fmla="*/ 2191205 h 2649426"/>
              <a:gd name="connsiteX61" fmla="*/ 7175198 w 12192000"/>
              <a:gd name="connsiteY61" fmla="*/ 2183294 h 2649426"/>
              <a:gd name="connsiteX62" fmla="*/ 7100681 w 12192000"/>
              <a:gd name="connsiteY62" fmla="*/ 2167822 h 2649426"/>
              <a:gd name="connsiteX63" fmla="*/ 6932665 w 12192000"/>
              <a:gd name="connsiteY63" fmla="*/ 2162157 h 2649426"/>
              <a:gd name="connsiteX64" fmla="*/ 6700029 w 12192000"/>
              <a:gd name="connsiteY64" fmla="*/ 2158310 h 2649426"/>
              <a:gd name="connsiteX65" fmla="*/ 6326162 w 12192000"/>
              <a:gd name="connsiteY65" fmla="*/ 2178632 h 2649426"/>
              <a:gd name="connsiteX66" fmla="*/ 6196177 w 12192000"/>
              <a:gd name="connsiteY66" fmla="*/ 2200059 h 2649426"/>
              <a:gd name="connsiteX67" fmla="*/ 6139086 w 12192000"/>
              <a:gd name="connsiteY67" fmla="*/ 2187339 h 2649426"/>
              <a:gd name="connsiteX68" fmla="*/ 6098878 w 12192000"/>
              <a:gd name="connsiteY68" fmla="*/ 2192939 h 2649426"/>
              <a:gd name="connsiteX69" fmla="*/ 6094339 w 12192000"/>
              <a:gd name="connsiteY69" fmla="*/ 2195871 h 2649426"/>
              <a:gd name="connsiteX70" fmla="*/ 6075163 w 12192000"/>
              <a:gd name="connsiteY70" fmla="*/ 2198856 h 2649426"/>
              <a:gd name="connsiteX71" fmla="*/ 6071016 w 12192000"/>
              <a:gd name="connsiteY71" fmla="*/ 2210639 h 2649426"/>
              <a:gd name="connsiteX72" fmla="*/ 6043058 w 12192000"/>
              <a:gd name="connsiteY72" fmla="*/ 2222971 h 2649426"/>
              <a:gd name="connsiteX73" fmla="*/ 5962031 w 12192000"/>
              <a:gd name="connsiteY73" fmla="*/ 2220873 h 2649426"/>
              <a:gd name="connsiteX74" fmla="*/ 5836800 w 12192000"/>
              <a:gd name="connsiteY74" fmla="*/ 2224771 h 2649426"/>
              <a:gd name="connsiteX75" fmla="*/ 5735414 w 12192000"/>
              <a:gd name="connsiteY75" fmla="*/ 2231366 h 2649426"/>
              <a:gd name="connsiteX76" fmla="*/ 5697982 w 12192000"/>
              <a:gd name="connsiteY76" fmla="*/ 2244836 h 2649426"/>
              <a:gd name="connsiteX77" fmla="*/ 5644981 w 12192000"/>
              <a:gd name="connsiteY77" fmla="*/ 2256274 h 2649426"/>
              <a:gd name="connsiteX78" fmla="*/ 5547744 w 12192000"/>
              <a:gd name="connsiteY78" fmla="*/ 2271333 h 2649426"/>
              <a:gd name="connsiteX79" fmla="*/ 5426280 w 12192000"/>
              <a:gd name="connsiteY79" fmla="*/ 2290560 h 2649426"/>
              <a:gd name="connsiteX80" fmla="*/ 5329896 w 12192000"/>
              <a:gd name="connsiteY80" fmla="*/ 2279209 h 2649426"/>
              <a:gd name="connsiteX81" fmla="*/ 5322508 w 12192000"/>
              <a:gd name="connsiteY81" fmla="*/ 2288005 h 2649426"/>
              <a:gd name="connsiteX82" fmla="*/ 5194705 w 12192000"/>
              <a:gd name="connsiteY82" fmla="*/ 2285938 h 2649426"/>
              <a:gd name="connsiteX83" fmla="*/ 5027899 w 12192000"/>
              <a:gd name="connsiteY83" fmla="*/ 2242653 h 2649426"/>
              <a:gd name="connsiteX84" fmla="*/ 4902443 w 12192000"/>
              <a:gd name="connsiteY84" fmla="*/ 2249037 h 2649426"/>
              <a:gd name="connsiteX85" fmla="*/ 4858751 w 12192000"/>
              <a:gd name="connsiteY85" fmla="*/ 2260409 h 2649426"/>
              <a:gd name="connsiteX86" fmla="*/ 4785497 w 12192000"/>
              <a:gd name="connsiteY86" fmla="*/ 2278897 h 2649426"/>
              <a:gd name="connsiteX87" fmla="*/ 4732807 w 12192000"/>
              <a:gd name="connsiteY87" fmla="*/ 2315139 h 2649426"/>
              <a:gd name="connsiteX88" fmla="*/ 4670737 w 12192000"/>
              <a:gd name="connsiteY88" fmla="*/ 2321711 h 2649426"/>
              <a:gd name="connsiteX89" fmla="*/ 4489013 w 12192000"/>
              <a:gd name="connsiteY89" fmla="*/ 2338805 h 2649426"/>
              <a:gd name="connsiteX90" fmla="*/ 4431159 w 12192000"/>
              <a:gd name="connsiteY90" fmla="*/ 2347536 h 2649426"/>
              <a:gd name="connsiteX91" fmla="*/ 4273885 w 12192000"/>
              <a:gd name="connsiteY91" fmla="*/ 2379520 h 2649426"/>
              <a:gd name="connsiteX92" fmla="*/ 4116925 w 12192000"/>
              <a:gd name="connsiteY92" fmla="*/ 2417756 h 2649426"/>
              <a:gd name="connsiteX93" fmla="*/ 3988558 w 12192000"/>
              <a:gd name="connsiteY93" fmla="*/ 2475821 h 2649426"/>
              <a:gd name="connsiteX94" fmla="*/ 3894771 w 12192000"/>
              <a:gd name="connsiteY94" fmla="*/ 2494652 h 2649426"/>
              <a:gd name="connsiteX95" fmla="*/ 3721493 w 12192000"/>
              <a:gd name="connsiteY95" fmla="*/ 2497646 h 2649426"/>
              <a:gd name="connsiteX96" fmla="*/ 3504883 w 12192000"/>
              <a:gd name="connsiteY96" fmla="*/ 2503869 h 2649426"/>
              <a:gd name="connsiteX97" fmla="*/ 3431219 w 12192000"/>
              <a:gd name="connsiteY97" fmla="*/ 2502163 h 2649426"/>
              <a:gd name="connsiteX98" fmla="*/ 3151243 w 12192000"/>
              <a:gd name="connsiteY98" fmla="*/ 2492405 h 2649426"/>
              <a:gd name="connsiteX99" fmla="*/ 3044025 w 12192000"/>
              <a:gd name="connsiteY99" fmla="*/ 2485298 h 2649426"/>
              <a:gd name="connsiteX100" fmla="*/ 2864954 w 12192000"/>
              <a:gd name="connsiteY100" fmla="*/ 2456476 h 2649426"/>
              <a:gd name="connsiteX101" fmla="*/ 2739588 w 12192000"/>
              <a:gd name="connsiteY101" fmla="*/ 2457956 h 2649426"/>
              <a:gd name="connsiteX102" fmla="*/ 2706684 w 12192000"/>
              <a:gd name="connsiteY102" fmla="*/ 2454540 h 2649426"/>
              <a:gd name="connsiteX103" fmla="*/ 2348435 w 12192000"/>
              <a:gd name="connsiteY103" fmla="*/ 2449176 h 2649426"/>
              <a:gd name="connsiteX104" fmla="*/ 2194299 w 12192000"/>
              <a:gd name="connsiteY104" fmla="*/ 2475215 h 2649426"/>
              <a:gd name="connsiteX105" fmla="*/ 1983009 w 12192000"/>
              <a:gd name="connsiteY105" fmla="*/ 2463117 h 2649426"/>
              <a:gd name="connsiteX106" fmla="*/ 1885040 w 12192000"/>
              <a:gd name="connsiteY106" fmla="*/ 2475917 h 2649426"/>
              <a:gd name="connsiteX107" fmla="*/ 1773324 w 12192000"/>
              <a:gd name="connsiteY107" fmla="*/ 2471718 h 2649426"/>
              <a:gd name="connsiteX108" fmla="*/ 1685197 w 12192000"/>
              <a:gd name="connsiteY108" fmla="*/ 2466249 h 2649426"/>
              <a:gd name="connsiteX109" fmla="*/ 1566422 w 12192000"/>
              <a:gd name="connsiteY109" fmla="*/ 2455175 h 2649426"/>
              <a:gd name="connsiteX110" fmla="*/ 1300369 w 12192000"/>
              <a:gd name="connsiteY110" fmla="*/ 2444914 h 2649426"/>
              <a:gd name="connsiteX111" fmla="*/ 1081876 w 12192000"/>
              <a:gd name="connsiteY111" fmla="*/ 2476491 h 2649426"/>
              <a:gd name="connsiteX112" fmla="*/ 957561 w 12192000"/>
              <a:gd name="connsiteY112" fmla="*/ 2484124 h 2649426"/>
              <a:gd name="connsiteX113" fmla="*/ 822775 w 12192000"/>
              <a:gd name="connsiteY113" fmla="*/ 2542292 h 2649426"/>
              <a:gd name="connsiteX114" fmla="*/ 653171 w 12192000"/>
              <a:gd name="connsiteY114" fmla="*/ 2607266 h 2649426"/>
              <a:gd name="connsiteX115" fmla="*/ 511469 w 12192000"/>
              <a:gd name="connsiteY115" fmla="*/ 2598742 h 2649426"/>
              <a:gd name="connsiteX116" fmla="*/ 441281 w 12192000"/>
              <a:gd name="connsiteY116" fmla="*/ 2605939 h 2649426"/>
              <a:gd name="connsiteX117" fmla="*/ 297100 w 12192000"/>
              <a:gd name="connsiteY117" fmla="*/ 2639558 h 2649426"/>
              <a:gd name="connsiteX118" fmla="*/ 97385 w 12192000"/>
              <a:gd name="connsiteY118" fmla="*/ 2636063 h 2649426"/>
              <a:gd name="connsiteX119" fmla="*/ 48888 w 12192000"/>
              <a:gd name="connsiteY119" fmla="*/ 2641447 h 2649426"/>
              <a:gd name="connsiteX120" fmla="*/ 0 w 12192000"/>
              <a:gd name="connsiteY120" fmla="*/ 2649426 h 2649426"/>
              <a:gd name="connsiteX121" fmla="*/ 0 w 12192000"/>
              <a:gd name="connsiteY121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63846 w 12192000"/>
              <a:gd name="connsiteY52" fmla="*/ 2202297 h 2649426"/>
              <a:gd name="connsiteX53" fmla="*/ 7293703 w 12192000"/>
              <a:gd name="connsiteY53" fmla="*/ 2204721 h 2649426"/>
              <a:gd name="connsiteX54" fmla="*/ 7286955 w 12192000"/>
              <a:gd name="connsiteY54" fmla="*/ 2207494 h 2649426"/>
              <a:gd name="connsiteX55" fmla="*/ 7251199 w 12192000"/>
              <a:gd name="connsiteY55" fmla="*/ 2198184 h 2649426"/>
              <a:gd name="connsiteX56" fmla="*/ 7233016 w 12192000"/>
              <a:gd name="connsiteY56" fmla="*/ 2195902 h 2649426"/>
              <a:gd name="connsiteX57" fmla="*/ 7227281 w 12192000"/>
              <a:gd name="connsiteY57" fmla="*/ 2190042 h 2649426"/>
              <a:gd name="connsiteX58" fmla="*/ 7200745 w 12192000"/>
              <a:gd name="connsiteY58" fmla="*/ 2189321 h 2649426"/>
              <a:gd name="connsiteX59" fmla="*/ 7197924 w 12192000"/>
              <a:gd name="connsiteY59" fmla="*/ 2191205 h 2649426"/>
              <a:gd name="connsiteX60" fmla="*/ 7175198 w 12192000"/>
              <a:gd name="connsiteY60" fmla="*/ 2183294 h 2649426"/>
              <a:gd name="connsiteX61" fmla="*/ 7100681 w 12192000"/>
              <a:gd name="connsiteY61" fmla="*/ 2167822 h 2649426"/>
              <a:gd name="connsiteX62" fmla="*/ 6932665 w 12192000"/>
              <a:gd name="connsiteY62" fmla="*/ 2162157 h 2649426"/>
              <a:gd name="connsiteX63" fmla="*/ 6700029 w 12192000"/>
              <a:gd name="connsiteY63" fmla="*/ 2158310 h 2649426"/>
              <a:gd name="connsiteX64" fmla="*/ 6326162 w 12192000"/>
              <a:gd name="connsiteY64" fmla="*/ 2178632 h 2649426"/>
              <a:gd name="connsiteX65" fmla="*/ 6196177 w 12192000"/>
              <a:gd name="connsiteY65" fmla="*/ 2200059 h 2649426"/>
              <a:gd name="connsiteX66" fmla="*/ 6139086 w 12192000"/>
              <a:gd name="connsiteY66" fmla="*/ 2187339 h 2649426"/>
              <a:gd name="connsiteX67" fmla="*/ 6098878 w 12192000"/>
              <a:gd name="connsiteY67" fmla="*/ 2192939 h 2649426"/>
              <a:gd name="connsiteX68" fmla="*/ 6094339 w 12192000"/>
              <a:gd name="connsiteY68" fmla="*/ 2195871 h 2649426"/>
              <a:gd name="connsiteX69" fmla="*/ 6075163 w 12192000"/>
              <a:gd name="connsiteY69" fmla="*/ 2198856 h 2649426"/>
              <a:gd name="connsiteX70" fmla="*/ 6071016 w 12192000"/>
              <a:gd name="connsiteY70" fmla="*/ 2210639 h 2649426"/>
              <a:gd name="connsiteX71" fmla="*/ 6043058 w 12192000"/>
              <a:gd name="connsiteY71" fmla="*/ 2222971 h 2649426"/>
              <a:gd name="connsiteX72" fmla="*/ 5962031 w 12192000"/>
              <a:gd name="connsiteY72" fmla="*/ 2220873 h 2649426"/>
              <a:gd name="connsiteX73" fmla="*/ 5836800 w 12192000"/>
              <a:gd name="connsiteY73" fmla="*/ 2224771 h 2649426"/>
              <a:gd name="connsiteX74" fmla="*/ 5735414 w 12192000"/>
              <a:gd name="connsiteY74" fmla="*/ 2231366 h 2649426"/>
              <a:gd name="connsiteX75" fmla="*/ 5697982 w 12192000"/>
              <a:gd name="connsiteY75" fmla="*/ 2244836 h 2649426"/>
              <a:gd name="connsiteX76" fmla="*/ 5644981 w 12192000"/>
              <a:gd name="connsiteY76" fmla="*/ 2256274 h 2649426"/>
              <a:gd name="connsiteX77" fmla="*/ 5547744 w 12192000"/>
              <a:gd name="connsiteY77" fmla="*/ 2271333 h 2649426"/>
              <a:gd name="connsiteX78" fmla="*/ 5426280 w 12192000"/>
              <a:gd name="connsiteY78" fmla="*/ 2290560 h 2649426"/>
              <a:gd name="connsiteX79" fmla="*/ 5329896 w 12192000"/>
              <a:gd name="connsiteY79" fmla="*/ 2279209 h 2649426"/>
              <a:gd name="connsiteX80" fmla="*/ 5322508 w 12192000"/>
              <a:gd name="connsiteY80" fmla="*/ 2288005 h 2649426"/>
              <a:gd name="connsiteX81" fmla="*/ 5194705 w 12192000"/>
              <a:gd name="connsiteY81" fmla="*/ 2285938 h 2649426"/>
              <a:gd name="connsiteX82" fmla="*/ 5027899 w 12192000"/>
              <a:gd name="connsiteY82" fmla="*/ 2242653 h 2649426"/>
              <a:gd name="connsiteX83" fmla="*/ 4902443 w 12192000"/>
              <a:gd name="connsiteY83" fmla="*/ 2249037 h 2649426"/>
              <a:gd name="connsiteX84" fmla="*/ 4858751 w 12192000"/>
              <a:gd name="connsiteY84" fmla="*/ 2260409 h 2649426"/>
              <a:gd name="connsiteX85" fmla="*/ 4785497 w 12192000"/>
              <a:gd name="connsiteY85" fmla="*/ 2278897 h 2649426"/>
              <a:gd name="connsiteX86" fmla="*/ 4732807 w 12192000"/>
              <a:gd name="connsiteY86" fmla="*/ 2315139 h 2649426"/>
              <a:gd name="connsiteX87" fmla="*/ 4670737 w 12192000"/>
              <a:gd name="connsiteY87" fmla="*/ 2321711 h 2649426"/>
              <a:gd name="connsiteX88" fmla="*/ 4489013 w 12192000"/>
              <a:gd name="connsiteY88" fmla="*/ 2338805 h 2649426"/>
              <a:gd name="connsiteX89" fmla="*/ 4431159 w 12192000"/>
              <a:gd name="connsiteY89" fmla="*/ 2347536 h 2649426"/>
              <a:gd name="connsiteX90" fmla="*/ 4273885 w 12192000"/>
              <a:gd name="connsiteY90" fmla="*/ 2379520 h 2649426"/>
              <a:gd name="connsiteX91" fmla="*/ 4116925 w 12192000"/>
              <a:gd name="connsiteY91" fmla="*/ 2417756 h 2649426"/>
              <a:gd name="connsiteX92" fmla="*/ 3988558 w 12192000"/>
              <a:gd name="connsiteY92" fmla="*/ 2475821 h 2649426"/>
              <a:gd name="connsiteX93" fmla="*/ 3894771 w 12192000"/>
              <a:gd name="connsiteY93" fmla="*/ 2494652 h 2649426"/>
              <a:gd name="connsiteX94" fmla="*/ 3721493 w 12192000"/>
              <a:gd name="connsiteY94" fmla="*/ 2497646 h 2649426"/>
              <a:gd name="connsiteX95" fmla="*/ 3504883 w 12192000"/>
              <a:gd name="connsiteY95" fmla="*/ 2503869 h 2649426"/>
              <a:gd name="connsiteX96" fmla="*/ 3431219 w 12192000"/>
              <a:gd name="connsiteY96" fmla="*/ 2502163 h 2649426"/>
              <a:gd name="connsiteX97" fmla="*/ 3151243 w 12192000"/>
              <a:gd name="connsiteY97" fmla="*/ 2492405 h 2649426"/>
              <a:gd name="connsiteX98" fmla="*/ 3044025 w 12192000"/>
              <a:gd name="connsiteY98" fmla="*/ 2485298 h 2649426"/>
              <a:gd name="connsiteX99" fmla="*/ 2864954 w 12192000"/>
              <a:gd name="connsiteY99" fmla="*/ 2456476 h 2649426"/>
              <a:gd name="connsiteX100" fmla="*/ 2739588 w 12192000"/>
              <a:gd name="connsiteY100" fmla="*/ 2457956 h 2649426"/>
              <a:gd name="connsiteX101" fmla="*/ 2706684 w 12192000"/>
              <a:gd name="connsiteY101" fmla="*/ 2454540 h 2649426"/>
              <a:gd name="connsiteX102" fmla="*/ 2348435 w 12192000"/>
              <a:gd name="connsiteY102" fmla="*/ 2449176 h 2649426"/>
              <a:gd name="connsiteX103" fmla="*/ 2194299 w 12192000"/>
              <a:gd name="connsiteY103" fmla="*/ 2475215 h 2649426"/>
              <a:gd name="connsiteX104" fmla="*/ 1983009 w 12192000"/>
              <a:gd name="connsiteY104" fmla="*/ 2463117 h 2649426"/>
              <a:gd name="connsiteX105" fmla="*/ 1885040 w 12192000"/>
              <a:gd name="connsiteY105" fmla="*/ 2475917 h 2649426"/>
              <a:gd name="connsiteX106" fmla="*/ 1773324 w 12192000"/>
              <a:gd name="connsiteY106" fmla="*/ 2471718 h 2649426"/>
              <a:gd name="connsiteX107" fmla="*/ 1685197 w 12192000"/>
              <a:gd name="connsiteY107" fmla="*/ 2466249 h 2649426"/>
              <a:gd name="connsiteX108" fmla="*/ 1566422 w 12192000"/>
              <a:gd name="connsiteY108" fmla="*/ 2455175 h 2649426"/>
              <a:gd name="connsiteX109" fmla="*/ 1300369 w 12192000"/>
              <a:gd name="connsiteY109" fmla="*/ 2444914 h 2649426"/>
              <a:gd name="connsiteX110" fmla="*/ 1081876 w 12192000"/>
              <a:gd name="connsiteY110" fmla="*/ 2476491 h 2649426"/>
              <a:gd name="connsiteX111" fmla="*/ 957561 w 12192000"/>
              <a:gd name="connsiteY111" fmla="*/ 2484124 h 2649426"/>
              <a:gd name="connsiteX112" fmla="*/ 822775 w 12192000"/>
              <a:gd name="connsiteY112" fmla="*/ 2542292 h 2649426"/>
              <a:gd name="connsiteX113" fmla="*/ 653171 w 12192000"/>
              <a:gd name="connsiteY113" fmla="*/ 2607266 h 2649426"/>
              <a:gd name="connsiteX114" fmla="*/ 511469 w 12192000"/>
              <a:gd name="connsiteY114" fmla="*/ 2598742 h 2649426"/>
              <a:gd name="connsiteX115" fmla="*/ 441281 w 12192000"/>
              <a:gd name="connsiteY115" fmla="*/ 2605939 h 2649426"/>
              <a:gd name="connsiteX116" fmla="*/ 297100 w 12192000"/>
              <a:gd name="connsiteY116" fmla="*/ 2639558 h 2649426"/>
              <a:gd name="connsiteX117" fmla="*/ 97385 w 12192000"/>
              <a:gd name="connsiteY117" fmla="*/ 2636063 h 2649426"/>
              <a:gd name="connsiteX118" fmla="*/ 48888 w 12192000"/>
              <a:gd name="connsiteY118" fmla="*/ 2641447 h 2649426"/>
              <a:gd name="connsiteX119" fmla="*/ 0 w 12192000"/>
              <a:gd name="connsiteY119" fmla="*/ 2649426 h 2649426"/>
              <a:gd name="connsiteX120" fmla="*/ 0 w 12192000"/>
              <a:gd name="connsiteY12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71467 w 12192000"/>
              <a:gd name="connsiteY45" fmla="*/ 2153548 h 2649426"/>
              <a:gd name="connsiteX46" fmla="*/ 7549398 w 12192000"/>
              <a:gd name="connsiteY46" fmla="*/ 2153051 h 2649426"/>
              <a:gd name="connsiteX47" fmla="*/ 7540934 w 12192000"/>
              <a:gd name="connsiteY47" fmla="*/ 2151418 h 2649426"/>
              <a:gd name="connsiteX48" fmla="*/ 7528900 w 12192000"/>
              <a:gd name="connsiteY48" fmla="*/ 2152107 h 2649426"/>
              <a:gd name="connsiteX49" fmla="*/ 7528656 w 12192000"/>
              <a:gd name="connsiteY49" fmla="*/ 2152584 h 2649426"/>
              <a:gd name="connsiteX50" fmla="*/ 7517280 w 12192000"/>
              <a:gd name="connsiteY50" fmla="*/ 2152327 h 2649426"/>
              <a:gd name="connsiteX51" fmla="*/ 7460956 w 12192000"/>
              <a:gd name="connsiteY51" fmla="*/ 2145255 h 2649426"/>
              <a:gd name="connsiteX52" fmla="*/ 7372921 w 12192000"/>
              <a:gd name="connsiteY52" fmla="*/ 2175069 h 2649426"/>
              <a:gd name="connsiteX53" fmla="*/ 7293703 w 12192000"/>
              <a:gd name="connsiteY53" fmla="*/ 2204721 h 2649426"/>
              <a:gd name="connsiteX54" fmla="*/ 7286955 w 12192000"/>
              <a:gd name="connsiteY54" fmla="*/ 2207494 h 2649426"/>
              <a:gd name="connsiteX55" fmla="*/ 7251199 w 12192000"/>
              <a:gd name="connsiteY55" fmla="*/ 2198184 h 2649426"/>
              <a:gd name="connsiteX56" fmla="*/ 7233016 w 12192000"/>
              <a:gd name="connsiteY56" fmla="*/ 2195902 h 2649426"/>
              <a:gd name="connsiteX57" fmla="*/ 7227281 w 12192000"/>
              <a:gd name="connsiteY57" fmla="*/ 2190042 h 2649426"/>
              <a:gd name="connsiteX58" fmla="*/ 7200745 w 12192000"/>
              <a:gd name="connsiteY58" fmla="*/ 2189321 h 2649426"/>
              <a:gd name="connsiteX59" fmla="*/ 7197924 w 12192000"/>
              <a:gd name="connsiteY59" fmla="*/ 2191205 h 2649426"/>
              <a:gd name="connsiteX60" fmla="*/ 7175198 w 12192000"/>
              <a:gd name="connsiteY60" fmla="*/ 2183294 h 2649426"/>
              <a:gd name="connsiteX61" fmla="*/ 7100681 w 12192000"/>
              <a:gd name="connsiteY61" fmla="*/ 2167822 h 2649426"/>
              <a:gd name="connsiteX62" fmla="*/ 6932665 w 12192000"/>
              <a:gd name="connsiteY62" fmla="*/ 2162157 h 2649426"/>
              <a:gd name="connsiteX63" fmla="*/ 6700029 w 12192000"/>
              <a:gd name="connsiteY63" fmla="*/ 2158310 h 2649426"/>
              <a:gd name="connsiteX64" fmla="*/ 6326162 w 12192000"/>
              <a:gd name="connsiteY64" fmla="*/ 2178632 h 2649426"/>
              <a:gd name="connsiteX65" fmla="*/ 6196177 w 12192000"/>
              <a:gd name="connsiteY65" fmla="*/ 2200059 h 2649426"/>
              <a:gd name="connsiteX66" fmla="*/ 6139086 w 12192000"/>
              <a:gd name="connsiteY66" fmla="*/ 2187339 h 2649426"/>
              <a:gd name="connsiteX67" fmla="*/ 6098878 w 12192000"/>
              <a:gd name="connsiteY67" fmla="*/ 2192939 h 2649426"/>
              <a:gd name="connsiteX68" fmla="*/ 6094339 w 12192000"/>
              <a:gd name="connsiteY68" fmla="*/ 2195871 h 2649426"/>
              <a:gd name="connsiteX69" fmla="*/ 6075163 w 12192000"/>
              <a:gd name="connsiteY69" fmla="*/ 2198856 h 2649426"/>
              <a:gd name="connsiteX70" fmla="*/ 6071016 w 12192000"/>
              <a:gd name="connsiteY70" fmla="*/ 2210639 h 2649426"/>
              <a:gd name="connsiteX71" fmla="*/ 6043058 w 12192000"/>
              <a:gd name="connsiteY71" fmla="*/ 2222971 h 2649426"/>
              <a:gd name="connsiteX72" fmla="*/ 5962031 w 12192000"/>
              <a:gd name="connsiteY72" fmla="*/ 2220873 h 2649426"/>
              <a:gd name="connsiteX73" fmla="*/ 5836800 w 12192000"/>
              <a:gd name="connsiteY73" fmla="*/ 2224771 h 2649426"/>
              <a:gd name="connsiteX74" fmla="*/ 5735414 w 12192000"/>
              <a:gd name="connsiteY74" fmla="*/ 2231366 h 2649426"/>
              <a:gd name="connsiteX75" fmla="*/ 5697982 w 12192000"/>
              <a:gd name="connsiteY75" fmla="*/ 2244836 h 2649426"/>
              <a:gd name="connsiteX76" fmla="*/ 5644981 w 12192000"/>
              <a:gd name="connsiteY76" fmla="*/ 2256274 h 2649426"/>
              <a:gd name="connsiteX77" fmla="*/ 5547744 w 12192000"/>
              <a:gd name="connsiteY77" fmla="*/ 2271333 h 2649426"/>
              <a:gd name="connsiteX78" fmla="*/ 5426280 w 12192000"/>
              <a:gd name="connsiteY78" fmla="*/ 2290560 h 2649426"/>
              <a:gd name="connsiteX79" fmla="*/ 5329896 w 12192000"/>
              <a:gd name="connsiteY79" fmla="*/ 2279209 h 2649426"/>
              <a:gd name="connsiteX80" fmla="*/ 5322508 w 12192000"/>
              <a:gd name="connsiteY80" fmla="*/ 2288005 h 2649426"/>
              <a:gd name="connsiteX81" fmla="*/ 5194705 w 12192000"/>
              <a:gd name="connsiteY81" fmla="*/ 2285938 h 2649426"/>
              <a:gd name="connsiteX82" fmla="*/ 5027899 w 12192000"/>
              <a:gd name="connsiteY82" fmla="*/ 2242653 h 2649426"/>
              <a:gd name="connsiteX83" fmla="*/ 4902443 w 12192000"/>
              <a:gd name="connsiteY83" fmla="*/ 2249037 h 2649426"/>
              <a:gd name="connsiteX84" fmla="*/ 4858751 w 12192000"/>
              <a:gd name="connsiteY84" fmla="*/ 2260409 h 2649426"/>
              <a:gd name="connsiteX85" fmla="*/ 4785497 w 12192000"/>
              <a:gd name="connsiteY85" fmla="*/ 2278897 h 2649426"/>
              <a:gd name="connsiteX86" fmla="*/ 4732807 w 12192000"/>
              <a:gd name="connsiteY86" fmla="*/ 2315139 h 2649426"/>
              <a:gd name="connsiteX87" fmla="*/ 4670737 w 12192000"/>
              <a:gd name="connsiteY87" fmla="*/ 2321711 h 2649426"/>
              <a:gd name="connsiteX88" fmla="*/ 4489013 w 12192000"/>
              <a:gd name="connsiteY88" fmla="*/ 2338805 h 2649426"/>
              <a:gd name="connsiteX89" fmla="*/ 4431159 w 12192000"/>
              <a:gd name="connsiteY89" fmla="*/ 2347536 h 2649426"/>
              <a:gd name="connsiteX90" fmla="*/ 4273885 w 12192000"/>
              <a:gd name="connsiteY90" fmla="*/ 2379520 h 2649426"/>
              <a:gd name="connsiteX91" fmla="*/ 4116925 w 12192000"/>
              <a:gd name="connsiteY91" fmla="*/ 2417756 h 2649426"/>
              <a:gd name="connsiteX92" fmla="*/ 3988558 w 12192000"/>
              <a:gd name="connsiteY92" fmla="*/ 2475821 h 2649426"/>
              <a:gd name="connsiteX93" fmla="*/ 3894771 w 12192000"/>
              <a:gd name="connsiteY93" fmla="*/ 2494652 h 2649426"/>
              <a:gd name="connsiteX94" fmla="*/ 3721493 w 12192000"/>
              <a:gd name="connsiteY94" fmla="*/ 2497646 h 2649426"/>
              <a:gd name="connsiteX95" fmla="*/ 3504883 w 12192000"/>
              <a:gd name="connsiteY95" fmla="*/ 2503869 h 2649426"/>
              <a:gd name="connsiteX96" fmla="*/ 3431219 w 12192000"/>
              <a:gd name="connsiteY96" fmla="*/ 2502163 h 2649426"/>
              <a:gd name="connsiteX97" fmla="*/ 3151243 w 12192000"/>
              <a:gd name="connsiteY97" fmla="*/ 2492405 h 2649426"/>
              <a:gd name="connsiteX98" fmla="*/ 3044025 w 12192000"/>
              <a:gd name="connsiteY98" fmla="*/ 2485298 h 2649426"/>
              <a:gd name="connsiteX99" fmla="*/ 2864954 w 12192000"/>
              <a:gd name="connsiteY99" fmla="*/ 2456476 h 2649426"/>
              <a:gd name="connsiteX100" fmla="*/ 2739588 w 12192000"/>
              <a:gd name="connsiteY100" fmla="*/ 2457956 h 2649426"/>
              <a:gd name="connsiteX101" fmla="*/ 2706684 w 12192000"/>
              <a:gd name="connsiteY101" fmla="*/ 2454540 h 2649426"/>
              <a:gd name="connsiteX102" fmla="*/ 2348435 w 12192000"/>
              <a:gd name="connsiteY102" fmla="*/ 2449176 h 2649426"/>
              <a:gd name="connsiteX103" fmla="*/ 2194299 w 12192000"/>
              <a:gd name="connsiteY103" fmla="*/ 2475215 h 2649426"/>
              <a:gd name="connsiteX104" fmla="*/ 1983009 w 12192000"/>
              <a:gd name="connsiteY104" fmla="*/ 2463117 h 2649426"/>
              <a:gd name="connsiteX105" fmla="*/ 1885040 w 12192000"/>
              <a:gd name="connsiteY105" fmla="*/ 2475917 h 2649426"/>
              <a:gd name="connsiteX106" fmla="*/ 1773324 w 12192000"/>
              <a:gd name="connsiteY106" fmla="*/ 2471718 h 2649426"/>
              <a:gd name="connsiteX107" fmla="*/ 1685197 w 12192000"/>
              <a:gd name="connsiteY107" fmla="*/ 2466249 h 2649426"/>
              <a:gd name="connsiteX108" fmla="*/ 1566422 w 12192000"/>
              <a:gd name="connsiteY108" fmla="*/ 2455175 h 2649426"/>
              <a:gd name="connsiteX109" fmla="*/ 1300369 w 12192000"/>
              <a:gd name="connsiteY109" fmla="*/ 2444914 h 2649426"/>
              <a:gd name="connsiteX110" fmla="*/ 1081876 w 12192000"/>
              <a:gd name="connsiteY110" fmla="*/ 2476491 h 2649426"/>
              <a:gd name="connsiteX111" fmla="*/ 957561 w 12192000"/>
              <a:gd name="connsiteY111" fmla="*/ 2484124 h 2649426"/>
              <a:gd name="connsiteX112" fmla="*/ 822775 w 12192000"/>
              <a:gd name="connsiteY112" fmla="*/ 2542292 h 2649426"/>
              <a:gd name="connsiteX113" fmla="*/ 653171 w 12192000"/>
              <a:gd name="connsiteY113" fmla="*/ 2607266 h 2649426"/>
              <a:gd name="connsiteX114" fmla="*/ 511469 w 12192000"/>
              <a:gd name="connsiteY114" fmla="*/ 2598742 h 2649426"/>
              <a:gd name="connsiteX115" fmla="*/ 441281 w 12192000"/>
              <a:gd name="connsiteY115" fmla="*/ 2605939 h 2649426"/>
              <a:gd name="connsiteX116" fmla="*/ 297100 w 12192000"/>
              <a:gd name="connsiteY116" fmla="*/ 2639558 h 2649426"/>
              <a:gd name="connsiteX117" fmla="*/ 97385 w 12192000"/>
              <a:gd name="connsiteY117" fmla="*/ 2636063 h 2649426"/>
              <a:gd name="connsiteX118" fmla="*/ 48888 w 12192000"/>
              <a:gd name="connsiteY118" fmla="*/ 2641447 h 2649426"/>
              <a:gd name="connsiteX119" fmla="*/ 0 w 12192000"/>
              <a:gd name="connsiteY119" fmla="*/ 2649426 h 2649426"/>
              <a:gd name="connsiteX120" fmla="*/ 0 w 12192000"/>
              <a:gd name="connsiteY12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579180 w 12192000"/>
              <a:gd name="connsiteY44" fmla="*/ 2150519 h 2649426"/>
              <a:gd name="connsiteX45" fmla="*/ 7549398 w 12192000"/>
              <a:gd name="connsiteY45" fmla="*/ 2153051 h 2649426"/>
              <a:gd name="connsiteX46" fmla="*/ 7540934 w 12192000"/>
              <a:gd name="connsiteY46" fmla="*/ 2151418 h 2649426"/>
              <a:gd name="connsiteX47" fmla="*/ 7528900 w 12192000"/>
              <a:gd name="connsiteY47" fmla="*/ 2152107 h 2649426"/>
              <a:gd name="connsiteX48" fmla="*/ 7528656 w 12192000"/>
              <a:gd name="connsiteY48" fmla="*/ 2152584 h 2649426"/>
              <a:gd name="connsiteX49" fmla="*/ 7517280 w 12192000"/>
              <a:gd name="connsiteY49" fmla="*/ 2152327 h 2649426"/>
              <a:gd name="connsiteX50" fmla="*/ 7460956 w 12192000"/>
              <a:gd name="connsiteY50" fmla="*/ 2145255 h 2649426"/>
              <a:gd name="connsiteX51" fmla="*/ 7372921 w 12192000"/>
              <a:gd name="connsiteY51" fmla="*/ 2175069 h 2649426"/>
              <a:gd name="connsiteX52" fmla="*/ 7293703 w 12192000"/>
              <a:gd name="connsiteY52" fmla="*/ 2204721 h 2649426"/>
              <a:gd name="connsiteX53" fmla="*/ 7286955 w 12192000"/>
              <a:gd name="connsiteY53" fmla="*/ 2207494 h 2649426"/>
              <a:gd name="connsiteX54" fmla="*/ 7251199 w 12192000"/>
              <a:gd name="connsiteY54" fmla="*/ 2198184 h 2649426"/>
              <a:gd name="connsiteX55" fmla="*/ 7233016 w 12192000"/>
              <a:gd name="connsiteY55" fmla="*/ 2195902 h 2649426"/>
              <a:gd name="connsiteX56" fmla="*/ 7227281 w 12192000"/>
              <a:gd name="connsiteY56" fmla="*/ 2190042 h 2649426"/>
              <a:gd name="connsiteX57" fmla="*/ 7200745 w 12192000"/>
              <a:gd name="connsiteY57" fmla="*/ 2189321 h 2649426"/>
              <a:gd name="connsiteX58" fmla="*/ 7197924 w 12192000"/>
              <a:gd name="connsiteY58" fmla="*/ 2191205 h 2649426"/>
              <a:gd name="connsiteX59" fmla="*/ 7175198 w 12192000"/>
              <a:gd name="connsiteY59" fmla="*/ 2183294 h 2649426"/>
              <a:gd name="connsiteX60" fmla="*/ 7100681 w 12192000"/>
              <a:gd name="connsiteY60" fmla="*/ 2167822 h 2649426"/>
              <a:gd name="connsiteX61" fmla="*/ 6932665 w 12192000"/>
              <a:gd name="connsiteY61" fmla="*/ 2162157 h 2649426"/>
              <a:gd name="connsiteX62" fmla="*/ 6700029 w 12192000"/>
              <a:gd name="connsiteY62" fmla="*/ 2158310 h 2649426"/>
              <a:gd name="connsiteX63" fmla="*/ 6326162 w 12192000"/>
              <a:gd name="connsiteY63" fmla="*/ 2178632 h 2649426"/>
              <a:gd name="connsiteX64" fmla="*/ 6196177 w 12192000"/>
              <a:gd name="connsiteY64" fmla="*/ 2200059 h 2649426"/>
              <a:gd name="connsiteX65" fmla="*/ 6139086 w 12192000"/>
              <a:gd name="connsiteY65" fmla="*/ 2187339 h 2649426"/>
              <a:gd name="connsiteX66" fmla="*/ 6098878 w 12192000"/>
              <a:gd name="connsiteY66" fmla="*/ 2192939 h 2649426"/>
              <a:gd name="connsiteX67" fmla="*/ 6094339 w 12192000"/>
              <a:gd name="connsiteY67" fmla="*/ 2195871 h 2649426"/>
              <a:gd name="connsiteX68" fmla="*/ 6075163 w 12192000"/>
              <a:gd name="connsiteY68" fmla="*/ 2198856 h 2649426"/>
              <a:gd name="connsiteX69" fmla="*/ 6071016 w 12192000"/>
              <a:gd name="connsiteY69" fmla="*/ 2210639 h 2649426"/>
              <a:gd name="connsiteX70" fmla="*/ 6043058 w 12192000"/>
              <a:gd name="connsiteY70" fmla="*/ 2222971 h 2649426"/>
              <a:gd name="connsiteX71" fmla="*/ 5962031 w 12192000"/>
              <a:gd name="connsiteY71" fmla="*/ 2220873 h 2649426"/>
              <a:gd name="connsiteX72" fmla="*/ 5836800 w 12192000"/>
              <a:gd name="connsiteY72" fmla="*/ 2224771 h 2649426"/>
              <a:gd name="connsiteX73" fmla="*/ 5735414 w 12192000"/>
              <a:gd name="connsiteY73" fmla="*/ 2231366 h 2649426"/>
              <a:gd name="connsiteX74" fmla="*/ 5697982 w 12192000"/>
              <a:gd name="connsiteY74" fmla="*/ 2244836 h 2649426"/>
              <a:gd name="connsiteX75" fmla="*/ 5644981 w 12192000"/>
              <a:gd name="connsiteY75" fmla="*/ 2256274 h 2649426"/>
              <a:gd name="connsiteX76" fmla="*/ 5547744 w 12192000"/>
              <a:gd name="connsiteY76" fmla="*/ 2271333 h 2649426"/>
              <a:gd name="connsiteX77" fmla="*/ 5426280 w 12192000"/>
              <a:gd name="connsiteY77" fmla="*/ 2290560 h 2649426"/>
              <a:gd name="connsiteX78" fmla="*/ 5329896 w 12192000"/>
              <a:gd name="connsiteY78" fmla="*/ 2279209 h 2649426"/>
              <a:gd name="connsiteX79" fmla="*/ 5322508 w 12192000"/>
              <a:gd name="connsiteY79" fmla="*/ 2288005 h 2649426"/>
              <a:gd name="connsiteX80" fmla="*/ 5194705 w 12192000"/>
              <a:gd name="connsiteY80" fmla="*/ 2285938 h 2649426"/>
              <a:gd name="connsiteX81" fmla="*/ 5027899 w 12192000"/>
              <a:gd name="connsiteY81" fmla="*/ 2242653 h 2649426"/>
              <a:gd name="connsiteX82" fmla="*/ 4902443 w 12192000"/>
              <a:gd name="connsiteY82" fmla="*/ 2249037 h 2649426"/>
              <a:gd name="connsiteX83" fmla="*/ 4858751 w 12192000"/>
              <a:gd name="connsiteY83" fmla="*/ 2260409 h 2649426"/>
              <a:gd name="connsiteX84" fmla="*/ 4785497 w 12192000"/>
              <a:gd name="connsiteY84" fmla="*/ 2278897 h 2649426"/>
              <a:gd name="connsiteX85" fmla="*/ 4732807 w 12192000"/>
              <a:gd name="connsiteY85" fmla="*/ 2315139 h 2649426"/>
              <a:gd name="connsiteX86" fmla="*/ 4670737 w 12192000"/>
              <a:gd name="connsiteY86" fmla="*/ 2321711 h 2649426"/>
              <a:gd name="connsiteX87" fmla="*/ 4489013 w 12192000"/>
              <a:gd name="connsiteY87" fmla="*/ 2338805 h 2649426"/>
              <a:gd name="connsiteX88" fmla="*/ 4431159 w 12192000"/>
              <a:gd name="connsiteY88" fmla="*/ 2347536 h 2649426"/>
              <a:gd name="connsiteX89" fmla="*/ 4273885 w 12192000"/>
              <a:gd name="connsiteY89" fmla="*/ 2379520 h 2649426"/>
              <a:gd name="connsiteX90" fmla="*/ 4116925 w 12192000"/>
              <a:gd name="connsiteY90" fmla="*/ 2417756 h 2649426"/>
              <a:gd name="connsiteX91" fmla="*/ 3988558 w 12192000"/>
              <a:gd name="connsiteY91" fmla="*/ 2475821 h 2649426"/>
              <a:gd name="connsiteX92" fmla="*/ 3894771 w 12192000"/>
              <a:gd name="connsiteY92" fmla="*/ 2494652 h 2649426"/>
              <a:gd name="connsiteX93" fmla="*/ 3721493 w 12192000"/>
              <a:gd name="connsiteY93" fmla="*/ 2497646 h 2649426"/>
              <a:gd name="connsiteX94" fmla="*/ 3504883 w 12192000"/>
              <a:gd name="connsiteY94" fmla="*/ 2503869 h 2649426"/>
              <a:gd name="connsiteX95" fmla="*/ 3431219 w 12192000"/>
              <a:gd name="connsiteY95" fmla="*/ 2502163 h 2649426"/>
              <a:gd name="connsiteX96" fmla="*/ 3151243 w 12192000"/>
              <a:gd name="connsiteY96" fmla="*/ 2492405 h 2649426"/>
              <a:gd name="connsiteX97" fmla="*/ 3044025 w 12192000"/>
              <a:gd name="connsiteY97" fmla="*/ 2485298 h 2649426"/>
              <a:gd name="connsiteX98" fmla="*/ 2864954 w 12192000"/>
              <a:gd name="connsiteY98" fmla="*/ 2456476 h 2649426"/>
              <a:gd name="connsiteX99" fmla="*/ 2739588 w 12192000"/>
              <a:gd name="connsiteY99" fmla="*/ 2457956 h 2649426"/>
              <a:gd name="connsiteX100" fmla="*/ 2706684 w 12192000"/>
              <a:gd name="connsiteY100" fmla="*/ 2454540 h 2649426"/>
              <a:gd name="connsiteX101" fmla="*/ 2348435 w 12192000"/>
              <a:gd name="connsiteY101" fmla="*/ 2449176 h 2649426"/>
              <a:gd name="connsiteX102" fmla="*/ 2194299 w 12192000"/>
              <a:gd name="connsiteY102" fmla="*/ 2475215 h 2649426"/>
              <a:gd name="connsiteX103" fmla="*/ 1983009 w 12192000"/>
              <a:gd name="connsiteY103" fmla="*/ 2463117 h 2649426"/>
              <a:gd name="connsiteX104" fmla="*/ 1885040 w 12192000"/>
              <a:gd name="connsiteY104" fmla="*/ 2475917 h 2649426"/>
              <a:gd name="connsiteX105" fmla="*/ 1773324 w 12192000"/>
              <a:gd name="connsiteY105" fmla="*/ 2471718 h 2649426"/>
              <a:gd name="connsiteX106" fmla="*/ 1685197 w 12192000"/>
              <a:gd name="connsiteY106" fmla="*/ 2466249 h 2649426"/>
              <a:gd name="connsiteX107" fmla="*/ 1566422 w 12192000"/>
              <a:gd name="connsiteY107" fmla="*/ 2455175 h 2649426"/>
              <a:gd name="connsiteX108" fmla="*/ 1300369 w 12192000"/>
              <a:gd name="connsiteY108" fmla="*/ 2444914 h 2649426"/>
              <a:gd name="connsiteX109" fmla="*/ 1081876 w 12192000"/>
              <a:gd name="connsiteY109" fmla="*/ 2476491 h 2649426"/>
              <a:gd name="connsiteX110" fmla="*/ 957561 w 12192000"/>
              <a:gd name="connsiteY110" fmla="*/ 2484124 h 2649426"/>
              <a:gd name="connsiteX111" fmla="*/ 822775 w 12192000"/>
              <a:gd name="connsiteY111" fmla="*/ 2542292 h 2649426"/>
              <a:gd name="connsiteX112" fmla="*/ 653171 w 12192000"/>
              <a:gd name="connsiteY112" fmla="*/ 2607266 h 2649426"/>
              <a:gd name="connsiteX113" fmla="*/ 511469 w 12192000"/>
              <a:gd name="connsiteY113" fmla="*/ 2598742 h 2649426"/>
              <a:gd name="connsiteX114" fmla="*/ 441281 w 12192000"/>
              <a:gd name="connsiteY114" fmla="*/ 2605939 h 2649426"/>
              <a:gd name="connsiteX115" fmla="*/ 297100 w 12192000"/>
              <a:gd name="connsiteY115" fmla="*/ 2639558 h 2649426"/>
              <a:gd name="connsiteX116" fmla="*/ 97385 w 12192000"/>
              <a:gd name="connsiteY116" fmla="*/ 2636063 h 2649426"/>
              <a:gd name="connsiteX117" fmla="*/ 48888 w 12192000"/>
              <a:gd name="connsiteY117" fmla="*/ 2641447 h 2649426"/>
              <a:gd name="connsiteX118" fmla="*/ 0 w 12192000"/>
              <a:gd name="connsiteY118" fmla="*/ 2649426 h 2649426"/>
              <a:gd name="connsiteX119" fmla="*/ 0 w 12192000"/>
              <a:gd name="connsiteY119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1932 w 12192000"/>
              <a:gd name="connsiteY43" fmla="*/ 2039701 h 2649426"/>
              <a:gd name="connsiteX44" fmla="*/ 7629097 w 12192000"/>
              <a:gd name="connsiteY44" fmla="*/ 2123292 h 2649426"/>
              <a:gd name="connsiteX45" fmla="*/ 7549398 w 12192000"/>
              <a:gd name="connsiteY45" fmla="*/ 2153051 h 2649426"/>
              <a:gd name="connsiteX46" fmla="*/ 7540934 w 12192000"/>
              <a:gd name="connsiteY46" fmla="*/ 2151418 h 2649426"/>
              <a:gd name="connsiteX47" fmla="*/ 7528900 w 12192000"/>
              <a:gd name="connsiteY47" fmla="*/ 2152107 h 2649426"/>
              <a:gd name="connsiteX48" fmla="*/ 7528656 w 12192000"/>
              <a:gd name="connsiteY48" fmla="*/ 2152584 h 2649426"/>
              <a:gd name="connsiteX49" fmla="*/ 7517280 w 12192000"/>
              <a:gd name="connsiteY49" fmla="*/ 2152327 h 2649426"/>
              <a:gd name="connsiteX50" fmla="*/ 7460956 w 12192000"/>
              <a:gd name="connsiteY50" fmla="*/ 2145255 h 2649426"/>
              <a:gd name="connsiteX51" fmla="*/ 7372921 w 12192000"/>
              <a:gd name="connsiteY51" fmla="*/ 2175069 h 2649426"/>
              <a:gd name="connsiteX52" fmla="*/ 7293703 w 12192000"/>
              <a:gd name="connsiteY52" fmla="*/ 2204721 h 2649426"/>
              <a:gd name="connsiteX53" fmla="*/ 7286955 w 12192000"/>
              <a:gd name="connsiteY53" fmla="*/ 2207494 h 2649426"/>
              <a:gd name="connsiteX54" fmla="*/ 7251199 w 12192000"/>
              <a:gd name="connsiteY54" fmla="*/ 2198184 h 2649426"/>
              <a:gd name="connsiteX55" fmla="*/ 7233016 w 12192000"/>
              <a:gd name="connsiteY55" fmla="*/ 2195902 h 2649426"/>
              <a:gd name="connsiteX56" fmla="*/ 7227281 w 12192000"/>
              <a:gd name="connsiteY56" fmla="*/ 2190042 h 2649426"/>
              <a:gd name="connsiteX57" fmla="*/ 7200745 w 12192000"/>
              <a:gd name="connsiteY57" fmla="*/ 2189321 h 2649426"/>
              <a:gd name="connsiteX58" fmla="*/ 7197924 w 12192000"/>
              <a:gd name="connsiteY58" fmla="*/ 2191205 h 2649426"/>
              <a:gd name="connsiteX59" fmla="*/ 7175198 w 12192000"/>
              <a:gd name="connsiteY59" fmla="*/ 2183294 h 2649426"/>
              <a:gd name="connsiteX60" fmla="*/ 7100681 w 12192000"/>
              <a:gd name="connsiteY60" fmla="*/ 2167822 h 2649426"/>
              <a:gd name="connsiteX61" fmla="*/ 6932665 w 12192000"/>
              <a:gd name="connsiteY61" fmla="*/ 2162157 h 2649426"/>
              <a:gd name="connsiteX62" fmla="*/ 6700029 w 12192000"/>
              <a:gd name="connsiteY62" fmla="*/ 2158310 h 2649426"/>
              <a:gd name="connsiteX63" fmla="*/ 6326162 w 12192000"/>
              <a:gd name="connsiteY63" fmla="*/ 2178632 h 2649426"/>
              <a:gd name="connsiteX64" fmla="*/ 6196177 w 12192000"/>
              <a:gd name="connsiteY64" fmla="*/ 2200059 h 2649426"/>
              <a:gd name="connsiteX65" fmla="*/ 6139086 w 12192000"/>
              <a:gd name="connsiteY65" fmla="*/ 2187339 h 2649426"/>
              <a:gd name="connsiteX66" fmla="*/ 6098878 w 12192000"/>
              <a:gd name="connsiteY66" fmla="*/ 2192939 h 2649426"/>
              <a:gd name="connsiteX67" fmla="*/ 6094339 w 12192000"/>
              <a:gd name="connsiteY67" fmla="*/ 2195871 h 2649426"/>
              <a:gd name="connsiteX68" fmla="*/ 6075163 w 12192000"/>
              <a:gd name="connsiteY68" fmla="*/ 2198856 h 2649426"/>
              <a:gd name="connsiteX69" fmla="*/ 6071016 w 12192000"/>
              <a:gd name="connsiteY69" fmla="*/ 2210639 h 2649426"/>
              <a:gd name="connsiteX70" fmla="*/ 6043058 w 12192000"/>
              <a:gd name="connsiteY70" fmla="*/ 2222971 h 2649426"/>
              <a:gd name="connsiteX71" fmla="*/ 5962031 w 12192000"/>
              <a:gd name="connsiteY71" fmla="*/ 2220873 h 2649426"/>
              <a:gd name="connsiteX72" fmla="*/ 5836800 w 12192000"/>
              <a:gd name="connsiteY72" fmla="*/ 2224771 h 2649426"/>
              <a:gd name="connsiteX73" fmla="*/ 5735414 w 12192000"/>
              <a:gd name="connsiteY73" fmla="*/ 2231366 h 2649426"/>
              <a:gd name="connsiteX74" fmla="*/ 5697982 w 12192000"/>
              <a:gd name="connsiteY74" fmla="*/ 2244836 h 2649426"/>
              <a:gd name="connsiteX75" fmla="*/ 5644981 w 12192000"/>
              <a:gd name="connsiteY75" fmla="*/ 2256274 h 2649426"/>
              <a:gd name="connsiteX76" fmla="*/ 5547744 w 12192000"/>
              <a:gd name="connsiteY76" fmla="*/ 2271333 h 2649426"/>
              <a:gd name="connsiteX77" fmla="*/ 5426280 w 12192000"/>
              <a:gd name="connsiteY77" fmla="*/ 2290560 h 2649426"/>
              <a:gd name="connsiteX78" fmla="*/ 5329896 w 12192000"/>
              <a:gd name="connsiteY78" fmla="*/ 2279209 h 2649426"/>
              <a:gd name="connsiteX79" fmla="*/ 5322508 w 12192000"/>
              <a:gd name="connsiteY79" fmla="*/ 2288005 h 2649426"/>
              <a:gd name="connsiteX80" fmla="*/ 5194705 w 12192000"/>
              <a:gd name="connsiteY80" fmla="*/ 2285938 h 2649426"/>
              <a:gd name="connsiteX81" fmla="*/ 5027899 w 12192000"/>
              <a:gd name="connsiteY81" fmla="*/ 2242653 h 2649426"/>
              <a:gd name="connsiteX82" fmla="*/ 4902443 w 12192000"/>
              <a:gd name="connsiteY82" fmla="*/ 2249037 h 2649426"/>
              <a:gd name="connsiteX83" fmla="*/ 4858751 w 12192000"/>
              <a:gd name="connsiteY83" fmla="*/ 2260409 h 2649426"/>
              <a:gd name="connsiteX84" fmla="*/ 4785497 w 12192000"/>
              <a:gd name="connsiteY84" fmla="*/ 2278897 h 2649426"/>
              <a:gd name="connsiteX85" fmla="*/ 4732807 w 12192000"/>
              <a:gd name="connsiteY85" fmla="*/ 2315139 h 2649426"/>
              <a:gd name="connsiteX86" fmla="*/ 4670737 w 12192000"/>
              <a:gd name="connsiteY86" fmla="*/ 2321711 h 2649426"/>
              <a:gd name="connsiteX87" fmla="*/ 4489013 w 12192000"/>
              <a:gd name="connsiteY87" fmla="*/ 2338805 h 2649426"/>
              <a:gd name="connsiteX88" fmla="*/ 4431159 w 12192000"/>
              <a:gd name="connsiteY88" fmla="*/ 2347536 h 2649426"/>
              <a:gd name="connsiteX89" fmla="*/ 4273885 w 12192000"/>
              <a:gd name="connsiteY89" fmla="*/ 2379520 h 2649426"/>
              <a:gd name="connsiteX90" fmla="*/ 4116925 w 12192000"/>
              <a:gd name="connsiteY90" fmla="*/ 2417756 h 2649426"/>
              <a:gd name="connsiteX91" fmla="*/ 3988558 w 12192000"/>
              <a:gd name="connsiteY91" fmla="*/ 2475821 h 2649426"/>
              <a:gd name="connsiteX92" fmla="*/ 3894771 w 12192000"/>
              <a:gd name="connsiteY92" fmla="*/ 2494652 h 2649426"/>
              <a:gd name="connsiteX93" fmla="*/ 3721493 w 12192000"/>
              <a:gd name="connsiteY93" fmla="*/ 2497646 h 2649426"/>
              <a:gd name="connsiteX94" fmla="*/ 3504883 w 12192000"/>
              <a:gd name="connsiteY94" fmla="*/ 2503869 h 2649426"/>
              <a:gd name="connsiteX95" fmla="*/ 3431219 w 12192000"/>
              <a:gd name="connsiteY95" fmla="*/ 2502163 h 2649426"/>
              <a:gd name="connsiteX96" fmla="*/ 3151243 w 12192000"/>
              <a:gd name="connsiteY96" fmla="*/ 2492405 h 2649426"/>
              <a:gd name="connsiteX97" fmla="*/ 3044025 w 12192000"/>
              <a:gd name="connsiteY97" fmla="*/ 2485298 h 2649426"/>
              <a:gd name="connsiteX98" fmla="*/ 2864954 w 12192000"/>
              <a:gd name="connsiteY98" fmla="*/ 2456476 h 2649426"/>
              <a:gd name="connsiteX99" fmla="*/ 2739588 w 12192000"/>
              <a:gd name="connsiteY99" fmla="*/ 2457956 h 2649426"/>
              <a:gd name="connsiteX100" fmla="*/ 2706684 w 12192000"/>
              <a:gd name="connsiteY100" fmla="*/ 2454540 h 2649426"/>
              <a:gd name="connsiteX101" fmla="*/ 2348435 w 12192000"/>
              <a:gd name="connsiteY101" fmla="*/ 2449176 h 2649426"/>
              <a:gd name="connsiteX102" fmla="*/ 2194299 w 12192000"/>
              <a:gd name="connsiteY102" fmla="*/ 2475215 h 2649426"/>
              <a:gd name="connsiteX103" fmla="*/ 1983009 w 12192000"/>
              <a:gd name="connsiteY103" fmla="*/ 2463117 h 2649426"/>
              <a:gd name="connsiteX104" fmla="*/ 1885040 w 12192000"/>
              <a:gd name="connsiteY104" fmla="*/ 2475917 h 2649426"/>
              <a:gd name="connsiteX105" fmla="*/ 1773324 w 12192000"/>
              <a:gd name="connsiteY105" fmla="*/ 2471718 h 2649426"/>
              <a:gd name="connsiteX106" fmla="*/ 1685197 w 12192000"/>
              <a:gd name="connsiteY106" fmla="*/ 2466249 h 2649426"/>
              <a:gd name="connsiteX107" fmla="*/ 1566422 w 12192000"/>
              <a:gd name="connsiteY107" fmla="*/ 2455175 h 2649426"/>
              <a:gd name="connsiteX108" fmla="*/ 1300369 w 12192000"/>
              <a:gd name="connsiteY108" fmla="*/ 2444914 h 2649426"/>
              <a:gd name="connsiteX109" fmla="*/ 1081876 w 12192000"/>
              <a:gd name="connsiteY109" fmla="*/ 2476491 h 2649426"/>
              <a:gd name="connsiteX110" fmla="*/ 957561 w 12192000"/>
              <a:gd name="connsiteY110" fmla="*/ 2484124 h 2649426"/>
              <a:gd name="connsiteX111" fmla="*/ 822775 w 12192000"/>
              <a:gd name="connsiteY111" fmla="*/ 2542292 h 2649426"/>
              <a:gd name="connsiteX112" fmla="*/ 653171 w 12192000"/>
              <a:gd name="connsiteY112" fmla="*/ 2607266 h 2649426"/>
              <a:gd name="connsiteX113" fmla="*/ 511469 w 12192000"/>
              <a:gd name="connsiteY113" fmla="*/ 2598742 h 2649426"/>
              <a:gd name="connsiteX114" fmla="*/ 441281 w 12192000"/>
              <a:gd name="connsiteY114" fmla="*/ 2605939 h 2649426"/>
              <a:gd name="connsiteX115" fmla="*/ 297100 w 12192000"/>
              <a:gd name="connsiteY115" fmla="*/ 2639558 h 2649426"/>
              <a:gd name="connsiteX116" fmla="*/ 97385 w 12192000"/>
              <a:gd name="connsiteY116" fmla="*/ 2636063 h 2649426"/>
              <a:gd name="connsiteX117" fmla="*/ 48888 w 12192000"/>
              <a:gd name="connsiteY117" fmla="*/ 2641447 h 2649426"/>
              <a:gd name="connsiteX118" fmla="*/ 0 w 12192000"/>
              <a:gd name="connsiteY118" fmla="*/ 2649426 h 2649426"/>
              <a:gd name="connsiteX119" fmla="*/ 0 w 12192000"/>
              <a:gd name="connsiteY119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79203 w 12192000"/>
              <a:gd name="connsiteY36" fmla="*/ 1870876 h 2649426"/>
              <a:gd name="connsiteX37" fmla="*/ 8216222 w 12192000"/>
              <a:gd name="connsiteY37" fmla="*/ 1895553 h 2649426"/>
              <a:gd name="connsiteX38" fmla="*/ 8119712 w 12192000"/>
              <a:gd name="connsiteY38" fmla="*/ 1947916 h 2649426"/>
              <a:gd name="connsiteX39" fmla="*/ 8081930 w 12192000"/>
              <a:gd name="connsiteY39" fmla="*/ 1940372 h 2649426"/>
              <a:gd name="connsiteX40" fmla="*/ 8043728 w 12192000"/>
              <a:gd name="connsiteY40" fmla="*/ 1944200 h 2649426"/>
              <a:gd name="connsiteX41" fmla="*/ 7958999 w 12192000"/>
              <a:gd name="connsiteY41" fmla="*/ 1980667 h 2649426"/>
              <a:gd name="connsiteX42" fmla="*/ 7908348 w 12192000"/>
              <a:gd name="connsiteY42" fmla="*/ 1994348 h 2649426"/>
              <a:gd name="connsiteX43" fmla="*/ 7776470 w 12192000"/>
              <a:gd name="connsiteY43" fmla="*/ 2053315 h 2649426"/>
              <a:gd name="connsiteX44" fmla="*/ 7629097 w 12192000"/>
              <a:gd name="connsiteY44" fmla="*/ 2123292 h 2649426"/>
              <a:gd name="connsiteX45" fmla="*/ 7549398 w 12192000"/>
              <a:gd name="connsiteY45" fmla="*/ 2153051 h 2649426"/>
              <a:gd name="connsiteX46" fmla="*/ 7540934 w 12192000"/>
              <a:gd name="connsiteY46" fmla="*/ 2151418 h 2649426"/>
              <a:gd name="connsiteX47" fmla="*/ 7528900 w 12192000"/>
              <a:gd name="connsiteY47" fmla="*/ 2152107 h 2649426"/>
              <a:gd name="connsiteX48" fmla="*/ 7528656 w 12192000"/>
              <a:gd name="connsiteY48" fmla="*/ 2152584 h 2649426"/>
              <a:gd name="connsiteX49" fmla="*/ 7517280 w 12192000"/>
              <a:gd name="connsiteY49" fmla="*/ 2152327 h 2649426"/>
              <a:gd name="connsiteX50" fmla="*/ 7460956 w 12192000"/>
              <a:gd name="connsiteY50" fmla="*/ 2145255 h 2649426"/>
              <a:gd name="connsiteX51" fmla="*/ 7372921 w 12192000"/>
              <a:gd name="connsiteY51" fmla="*/ 2175069 h 2649426"/>
              <a:gd name="connsiteX52" fmla="*/ 7293703 w 12192000"/>
              <a:gd name="connsiteY52" fmla="*/ 2204721 h 2649426"/>
              <a:gd name="connsiteX53" fmla="*/ 7286955 w 12192000"/>
              <a:gd name="connsiteY53" fmla="*/ 2207494 h 2649426"/>
              <a:gd name="connsiteX54" fmla="*/ 7251199 w 12192000"/>
              <a:gd name="connsiteY54" fmla="*/ 2198184 h 2649426"/>
              <a:gd name="connsiteX55" fmla="*/ 7233016 w 12192000"/>
              <a:gd name="connsiteY55" fmla="*/ 2195902 h 2649426"/>
              <a:gd name="connsiteX56" fmla="*/ 7227281 w 12192000"/>
              <a:gd name="connsiteY56" fmla="*/ 2190042 h 2649426"/>
              <a:gd name="connsiteX57" fmla="*/ 7200745 w 12192000"/>
              <a:gd name="connsiteY57" fmla="*/ 2189321 h 2649426"/>
              <a:gd name="connsiteX58" fmla="*/ 7197924 w 12192000"/>
              <a:gd name="connsiteY58" fmla="*/ 2191205 h 2649426"/>
              <a:gd name="connsiteX59" fmla="*/ 7175198 w 12192000"/>
              <a:gd name="connsiteY59" fmla="*/ 2183294 h 2649426"/>
              <a:gd name="connsiteX60" fmla="*/ 7100681 w 12192000"/>
              <a:gd name="connsiteY60" fmla="*/ 2167822 h 2649426"/>
              <a:gd name="connsiteX61" fmla="*/ 6932665 w 12192000"/>
              <a:gd name="connsiteY61" fmla="*/ 2162157 h 2649426"/>
              <a:gd name="connsiteX62" fmla="*/ 6700029 w 12192000"/>
              <a:gd name="connsiteY62" fmla="*/ 2158310 h 2649426"/>
              <a:gd name="connsiteX63" fmla="*/ 6326162 w 12192000"/>
              <a:gd name="connsiteY63" fmla="*/ 2178632 h 2649426"/>
              <a:gd name="connsiteX64" fmla="*/ 6196177 w 12192000"/>
              <a:gd name="connsiteY64" fmla="*/ 2200059 h 2649426"/>
              <a:gd name="connsiteX65" fmla="*/ 6139086 w 12192000"/>
              <a:gd name="connsiteY65" fmla="*/ 2187339 h 2649426"/>
              <a:gd name="connsiteX66" fmla="*/ 6098878 w 12192000"/>
              <a:gd name="connsiteY66" fmla="*/ 2192939 h 2649426"/>
              <a:gd name="connsiteX67" fmla="*/ 6094339 w 12192000"/>
              <a:gd name="connsiteY67" fmla="*/ 2195871 h 2649426"/>
              <a:gd name="connsiteX68" fmla="*/ 6075163 w 12192000"/>
              <a:gd name="connsiteY68" fmla="*/ 2198856 h 2649426"/>
              <a:gd name="connsiteX69" fmla="*/ 6071016 w 12192000"/>
              <a:gd name="connsiteY69" fmla="*/ 2210639 h 2649426"/>
              <a:gd name="connsiteX70" fmla="*/ 6043058 w 12192000"/>
              <a:gd name="connsiteY70" fmla="*/ 2222971 h 2649426"/>
              <a:gd name="connsiteX71" fmla="*/ 5962031 w 12192000"/>
              <a:gd name="connsiteY71" fmla="*/ 2220873 h 2649426"/>
              <a:gd name="connsiteX72" fmla="*/ 5836800 w 12192000"/>
              <a:gd name="connsiteY72" fmla="*/ 2224771 h 2649426"/>
              <a:gd name="connsiteX73" fmla="*/ 5735414 w 12192000"/>
              <a:gd name="connsiteY73" fmla="*/ 2231366 h 2649426"/>
              <a:gd name="connsiteX74" fmla="*/ 5697982 w 12192000"/>
              <a:gd name="connsiteY74" fmla="*/ 2244836 h 2649426"/>
              <a:gd name="connsiteX75" fmla="*/ 5644981 w 12192000"/>
              <a:gd name="connsiteY75" fmla="*/ 2256274 h 2649426"/>
              <a:gd name="connsiteX76" fmla="*/ 5547744 w 12192000"/>
              <a:gd name="connsiteY76" fmla="*/ 2271333 h 2649426"/>
              <a:gd name="connsiteX77" fmla="*/ 5426280 w 12192000"/>
              <a:gd name="connsiteY77" fmla="*/ 2290560 h 2649426"/>
              <a:gd name="connsiteX78" fmla="*/ 5329896 w 12192000"/>
              <a:gd name="connsiteY78" fmla="*/ 2279209 h 2649426"/>
              <a:gd name="connsiteX79" fmla="*/ 5322508 w 12192000"/>
              <a:gd name="connsiteY79" fmla="*/ 2288005 h 2649426"/>
              <a:gd name="connsiteX80" fmla="*/ 5194705 w 12192000"/>
              <a:gd name="connsiteY80" fmla="*/ 2285938 h 2649426"/>
              <a:gd name="connsiteX81" fmla="*/ 5027899 w 12192000"/>
              <a:gd name="connsiteY81" fmla="*/ 2242653 h 2649426"/>
              <a:gd name="connsiteX82" fmla="*/ 4902443 w 12192000"/>
              <a:gd name="connsiteY82" fmla="*/ 2249037 h 2649426"/>
              <a:gd name="connsiteX83" fmla="*/ 4858751 w 12192000"/>
              <a:gd name="connsiteY83" fmla="*/ 2260409 h 2649426"/>
              <a:gd name="connsiteX84" fmla="*/ 4785497 w 12192000"/>
              <a:gd name="connsiteY84" fmla="*/ 2278897 h 2649426"/>
              <a:gd name="connsiteX85" fmla="*/ 4732807 w 12192000"/>
              <a:gd name="connsiteY85" fmla="*/ 2315139 h 2649426"/>
              <a:gd name="connsiteX86" fmla="*/ 4670737 w 12192000"/>
              <a:gd name="connsiteY86" fmla="*/ 2321711 h 2649426"/>
              <a:gd name="connsiteX87" fmla="*/ 4489013 w 12192000"/>
              <a:gd name="connsiteY87" fmla="*/ 2338805 h 2649426"/>
              <a:gd name="connsiteX88" fmla="*/ 4431159 w 12192000"/>
              <a:gd name="connsiteY88" fmla="*/ 2347536 h 2649426"/>
              <a:gd name="connsiteX89" fmla="*/ 4273885 w 12192000"/>
              <a:gd name="connsiteY89" fmla="*/ 2379520 h 2649426"/>
              <a:gd name="connsiteX90" fmla="*/ 4116925 w 12192000"/>
              <a:gd name="connsiteY90" fmla="*/ 2417756 h 2649426"/>
              <a:gd name="connsiteX91" fmla="*/ 3988558 w 12192000"/>
              <a:gd name="connsiteY91" fmla="*/ 2475821 h 2649426"/>
              <a:gd name="connsiteX92" fmla="*/ 3894771 w 12192000"/>
              <a:gd name="connsiteY92" fmla="*/ 2494652 h 2649426"/>
              <a:gd name="connsiteX93" fmla="*/ 3721493 w 12192000"/>
              <a:gd name="connsiteY93" fmla="*/ 2497646 h 2649426"/>
              <a:gd name="connsiteX94" fmla="*/ 3504883 w 12192000"/>
              <a:gd name="connsiteY94" fmla="*/ 2503869 h 2649426"/>
              <a:gd name="connsiteX95" fmla="*/ 3431219 w 12192000"/>
              <a:gd name="connsiteY95" fmla="*/ 2502163 h 2649426"/>
              <a:gd name="connsiteX96" fmla="*/ 3151243 w 12192000"/>
              <a:gd name="connsiteY96" fmla="*/ 2492405 h 2649426"/>
              <a:gd name="connsiteX97" fmla="*/ 3044025 w 12192000"/>
              <a:gd name="connsiteY97" fmla="*/ 2485298 h 2649426"/>
              <a:gd name="connsiteX98" fmla="*/ 2864954 w 12192000"/>
              <a:gd name="connsiteY98" fmla="*/ 2456476 h 2649426"/>
              <a:gd name="connsiteX99" fmla="*/ 2739588 w 12192000"/>
              <a:gd name="connsiteY99" fmla="*/ 2457956 h 2649426"/>
              <a:gd name="connsiteX100" fmla="*/ 2706684 w 12192000"/>
              <a:gd name="connsiteY100" fmla="*/ 2454540 h 2649426"/>
              <a:gd name="connsiteX101" fmla="*/ 2348435 w 12192000"/>
              <a:gd name="connsiteY101" fmla="*/ 2449176 h 2649426"/>
              <a:gd name="connsiteX102" fmla="*/ 2194299 w 12192000"/>
              <a:gd name="connsiteY102" fmla="*/ 2475215 h 2649426"/>
              <a:gd name="connsiteX103" fmla="*/ 1983009 w 12192000"/>
              <a:gd name="connsiteY103" fmla="*/ 2463117 h 2649426"/>
              <a:gd name="connsiteX104" fmla="*/ 1885040 w 12192000"/>
              <a:gd name="connsiteY104" fmla="*/ 2475917 h 2649426"/>
              <a:gd name="connsiteX105" fmla="*/ 1773324 w 12192000"/>
              <a:gd name="connsiteY105" fmla="*/ 2471718 h 2649426"/>
              <a:gd name="connsiteX106" fmla="*/ 1685197 w 12192000"/>
              <a:gd name="connsiteY106" fmla="*/ 2466249 h 2649426"/>
              <a:gd name="connsiteX107" fmla="*/ 1566422 w 12192000"/>
              <a:gd name="connsiteY107" fmla="*/ 2455175 h 2649426"/>
              <a:gd name="connsiteX108" fmla="*/ 1300369 w 12192000"/>
              <a:gd name="connsiteY108" fmla="*/ 2444914 h 2649426"/>
              <a:gd name="connsiteX109" fmla="*/ 1081876 w 12192000"/>
              <a:gd name="connsiteY109" fmla="*/ 2476491 h 2649426"/>
              <a:gd name="connsiteX110" fmla="*/ 957561 w 12192000"/>
              <a:gd name="connsiteY110" fmla="*/ 2484124 h 2649426"/>
              <a:gd name="connsiteX111" fmla="*/ 822775 w 12192000"/>
              <a:gd name="connsiteY111" fmla="*/ 2542292 h 2649426"/>
              <a:gd name="connsiteX112" fmla="*/ 653171 w 12192000"/>
              <a:gd name="connsiteY112" fmla="*/ 2607266 h 2649426"/>
              <a:gd name="connsiteX113" fmla="*/ 511469 w 12192000"/>
              <a:gd name="connsiteY113" fmla="*/ 2598742 h 2649426"/>
              <a:gd name="connsiteX114" fmla="*/ 441281 w 12192000"/>
              <a:gd name="connsiteY114" fmla="*/ 2605939 h 2649426"/>
              <a:gd name="connsiteX115" fmla="*/ 297100 w 12192000"/>
              <a:gd name="connsiteY115" fmla="*/ 2639558 h 2649426"/>
              <a:gd name="connsiteX116" fmla="*/ 97385 w 12192000"/>
              <a:gd name="connsiteY116" fmla="*/ 2636063 h 2649426"/>
              <a:gd name="connsiteX117" fmla="*/ 48888 w 12192000"/>
              <a:gd name="connsiteY117" fmla="*/ 2641447 h 2649426"/>
              <a:gd name="connsiteX118" fmla="*/ 0 w 12192000"/>
              <a:gd name="connsiteY118" fmla="*/ 2649426 h 2649426"/>
              <a:gd name="connsiteX119" fmla="*/ 0 w 12192000"/>
              <a:gd name="connsiteY119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19712 w 12192000"/>
              <a:gd name="connsiteY37" fmla="*/ 1947916 h 2649426"/>
              <a:gd name="connsiteX38" fmla="*/ 8081930 w 12192000"/>
              <a:gd name="connsiteY38" fmla="*/ 1940372 h 2649426"/>
              <a:gd name="connsiteX39" fmla="*/ 8043728 w 12192000"/>
              <a:gd name="connsiteY39" fmla="*/ 1944200 h 2649426"/>
              <a:gd name="connsiteX40" fmla="*/ 7958999 w 12192000"/>
              <a:gd name="connsiteY40" fmla="*/ 1980667 h 2649426"/>
              <a:gd name="connsiteX41" fmla="*/ 7908348 w 12192000"/>
              <a:gd name="connsiteY41" fmla="*/ 1994348 h 2649426"/>
              <a:gd name="connsiteX42" fmla="*/ 7776470 w 12192000"/>
              <a:gd name="connsiteY42" fmla="*/ 2053315 h 2649426"/>
              <a:gd name="connsiteX43" fmla="*/ 7629097 w 12192000"/>
              <a:gd name="connsiteY43" fmla="*/ 2123292 h 2649426"/>
              <a:gd name="connsiteX44" fmla="*/ 7549398 w 12192000"/>
              <a:gd name="connsiteY44" fmla="*/ 2153051 h 2649426"/>
              <a:gd name="connsiteX45" fmla="*/ 7540934 w 12192000"/>
              <a:gd name="connsiteY45" fmla="*/ 2151418 h 2649426"/>
              <a:gd name="connsiteX46" fmla="*/ 7528900 w 12192000"/>
              <a:gd name="connsiteY46" fmla="*/ 2152107 h 2649426"/>
              <a:gd name="connsiteX47" fmla="*/ 7528656 w 12192000"/>
              <a:gd name="connsiteY47" fmla="*/ 2152584 h 2649426"/>
              <a:gd name="connsiteX48" fmla="*/ 7517280 w 12192000"/>
              <a:gd name="connsiteY48" fmla="*/ 2152327 h 2649426"/>
              <a:gd name="connsiteX49" fmla="*/ 7460956 w 12192000"/>
              <a:gd name="connsiteY49" fmla="*/ 2145255 h 2649426"/>
              <a:gd name="connsiteX50" fmla="*/ 7372921 w 12192000"/>
              <a:gd name="connsiteY50" fmla="*/ 2175069 h 2649426"/>
              <a:gd name="connsiteX51" fmla="*/ 7293703 w 12192000"/>
              <a:gd name="connsiteY51" fmla="*/ 2204721 h 2649426"/>
              <a:gd name="connsiteX52" fmla="*/ 7286955 w 12192000"/>
              <a:gd name="connsiteY52" fmla="*/ 2207494 h 2649426"/>
              <a:gd name="connsiteX53" fmla="*/ 7251199 w 12192000"/>
              <a:gd name="connsiteY53" fmla="*/ 2198184 h 2649426"/>
              <a:gd name="connsiteX54" fmla="*/ 7233016 w 12192000"/>
              <a:gd name="connsiteY54" fmla="*/ 2195902 h 2649426"/>
              <a:gd name="connsiteX55" fmla="*/ 7227281 w 12192000"/>
              <a:gd name="connsiteY55" fmla="*/ 2190042 h 2649426"/>
              <a:gd name="connsiteX56" fmla="*/ 7200745 w 12192000"/>
              <a:gd name="connsiteY56" fmla="*/ 2189321 h 2649426"/>
              <a:gd name="connsiteX57" fmla="*/ 7197924 w 12192000"/>
              <a:gd name="connsiteY57" fmla="*/ 2191205 h 2649426"/>
              <a:gd name="connsiteX58" fmla="*/ 7175198 w 12192000"/>
              <a:gd name="connsiteY58" fmla="*/ 2183294 h 2649426"/>
              <a:gd name="connsiteX59" fmla="*/ 7100681 w 12192000"/>
              <a:gd name="connsiteY59" fmla="*/ 2167822 h 2649426"/>
              <a:gd name="connsiteX60" fmla="*/ 6932665 w 12192000"/>
              <a:gd name="connsiteY60" fmla="*/ 2162157 h 2649426"/>
              <a:gd name="connsiteX61" fmla="*/ 6700029 w 12192000"/>
              <a:gd name="connsiteY61" fmla="*/ 2158310 h 2649426"/>
              <a:gd name="connsiteX62" fmla="*/ 6326162 w 12192000"/>
              <a:gd name="connsiteY62" fmla="*/ 2178632 h 2649426"/>
              <a:gd name="connsiteX63" fmla="*/ 6196177 w 12192000"/>
              <a:gd name="connsiteY63" fmla="*/ 2200059 h 2649426"/>
              <a:gd name="connsiteX64" fmla="*/ 6139086 w 12192000"/>
              <a:gd name="connsiteY64" fmla="*/ 2187339 h 2649426"/>
              <a:gd name="connsiteX65" fmla="*/ 6098878 w 12192000"/>
              <a:gd name="connsiteY65" fmla="*/ 2192939 h 2649426"/>
              <a:gd name="connsiteX66" fmla="*/ 6094339 w 12192000"/>
              <a:gd name="connsiteY66" fmla="*/ 2195871 h 2649426"/>
              <a:gd name="connsiteX67" fmla="*/ 6075163 w 12192000"/>
              <a:gd name="connsiteY67" fmla="*/ 2198856 h 2649426"/>
              <a:gd name="connsiteX68" fmla="*/ 6071016 w 12192000"/>
              <a:gd name="connsiteY68" fmla="*/ 2210639 h 2649426"/>
              <a:gd name="connsiteX69" fmla="*/ 6043058 w 12192000"/>
              <a:gd name="connsiteY69" fmla="*/ 2222971 h 2649426"/>
              <a:gd name="connsiteX70" fmla="*/ 5962031 w 12192000"/>
              <a:gd name="connsiteY70" fmla="*/ 2220873 h 2649426"/>
              <a:gd name="connsiteX71" fmla="*/ 5836800 w 12192000"/>
              <a:gd name="connsiteY71" fmla="*/ 2224771 h 2649426"/>
              <a:gd name="connsiteX72" fmla="*/ 5735414 w 12192000"/>
              <a:gd name="connsiteY72" fmla="*/ 2231366 h 2649426"/>
              <a:gd name="connsiteX73" fmla="*/ 5697982 w 12192000"/>
              <a:gd name="connsiteY73" fmla="*/ 2244836 h 2649426"/>
              <a:gd name="connsiteX74" fmla="*/ 5644981 w 12192000"/>
              <a:gd name="connsiteY74" fmla="*/ 2256274 h 2649426"/>
              <a:gd name="connsiteX75" fmla="*/ 5547744 w 12192000"/>
              <a:gd name="connsiteY75" fmla="*/ 2271333 h 2649426"/>
              <a:gd name="connsiteX76" fmla="*/ 5426280 w 12192000"/>
              <a:gd name="connsiteY76" fmla="*/ 2290560 h 2649426"/>
              <a:gd name="connsiteX77" fmla="*/ 5329896 w 12192000"/>
              <a:gd name="connsiteY77" fmla="*/ 2279209 h 2649426"/>
              <a:gd name="connsiteX78" fmla="*/ 5322508 w 12192000"/>
              <a:gd name="connsiteY78" fmla="*/ 2288005 h 2649426"/>
              <a:gd name="connsiteX79" fmla="*/ 5194705 w 12192000"/>
              <a:gd name="connsiteY79" fmla="*/ 2285938 h 2649426"/>
              <a:gd name="connsiteX80" fmla="*/ 5027899 w 12192000"/>
              <a:gd name="connsiteY80" fmla="*/ 2242653 h 2649426"/>
              <a:gd name="connsiteX81" fmla="*/ 4902443 w 12192000"/>
              <a:gd name="connsiteY81" fmla="*/ 2249037 h 2649426"/>
              <a:gd name="connsiteX82" fmla="*/ 4858751 w 12192000"/>
              <a:gd name="connsiteY82" fmla="*/ 2260409 h 2649426"/>
              <a:gd name="connsiteX83" fmla="*/ 4785497 w 12192000"/>
              <a:gd name="connsiteY83" fmla="*/ 2278897 h 2649426"/>
              <a:gd name="connsiteX84" fmla="*/ 4732807 w 12192000"/>
              <a:gd name="connsiteY84" fmla="*/ 2315139 h 2649426"/>
              <a:gd name="connsiteX85" fmla="*/ 4670737 w 12192000"/>
              <a:gd name="connsiteY85" fmla="*/ 2321711 h 2649426"/>
              <a:gd name="connsiteX86" fmla="*/ 4489013 w 12192000"/>
              <a:gd name="connsiteY86" fmla="*/ 2338805 h 2649426"/>
              <a:gd name="connsiteX87" fmla="*/ 4431159 w 12192000"/>
              <a:gd name="connsiteY87" fmla="*/ 2347536 h 2649426"/>
              <a:gd name="connsiteX88" fmla="*/ 4273885 w 12192000"/>
              <a:gd name="connsiteY88" fmla="*/ 2379520 h 2649426"/>
              <a:gd name="connsiteX89" fmla="*/ 4116925 w 12192000"/>
              <a:gd name="connsiteY89" fmla="*/ 2417756 h 2649426"/>
              <a:gd name="connsiteX90" fmla="*/ 3988558 w 12192000"/>
              <a:gd name="connsiteY90" fmla="*/ 2475821 h 2649426"/>
              <a:gd name="connsiteX91" fmla="*/ 3894771 w 12192000"/>
              <a:gd name="connsiteY91" fmla="*/ 2494652 h 2649426"/>
              <a:gd name="connsiteX92" fmla="*/ 3721493 w 12192000"/>
              <a:gd name="connsiteY92" fmla="*/ 2497646 h 2649426"/>
              <a:gd name="connsiteX93" fmla="*/ 3504883 w 12192000"/>
              <a:gd name="connsiteY93" fmla="*/ 2503869 h 2649426"/>
              <a:gd name="connsiteX94" fmla="*/ 3431219 w 12192000"/>
              <a:gd name="connsiteY94" fmla="*/ 2502163 h 2649426"/>
              <a:gd name="connsiteX95" fmla="*/ 3151243 w 12192000"/>
              <a:gd name="connsiteY95" fmla="*/ 2492405 h 2649426"/>
              <a:gd name="connsiteX96" fmla="*/ 3044025 w 12192000"/>
              <a:gd name="connsiteY96" fmla="*/ 2485298 h 2649426"/>
              <a:gd name="connsiteX97" fmla="*/ 2864954 w 12192000"/>
              <a:gd name="connsiteY97" fmla="*/ 2456476 h 2649426"/>
              <a:gd name="connsiteX98" fmla="*/ 2739588 w 12192000"/>
              <a:gd name="connsiteY98" fmla="*/ 2457956 h 2649426"/>
              <a:gd name="connsiteX99" fmla="*/ 2706684 w 12192000"/>
              <a:gd name="connsiteY99" fmla="*/ 2454540 h 2649426"/>
              <a:gd name="connsiteX100" fmla="*/ 2348435 w 12192000"/>
              <a:gd name="connsiteY100" fmla="*/ 2449176 h 2649426"/>
              <a:gd name="connsiteX101" fmla="*/ 2194299 w 12192000"/>
              <a:gd name="connsiteY101" fmla="*/ 2475215 h 2649426"/>
              <a:gd name="connsiteX102" fmla="*/ 1983009 w 12192000"/>
              <a:gd name="connsiteY102" fmla="*/ 2463117 h 2649426"/>
              <a:gd name="connsiteX103" fmla="*/ 1885040 w 12192000"/>
              <a:gd name="connsiteY103" fmla="*/ 2475917 h 2649426"/>
              <a:gd name="connsiteX104" fmla="*/ 1773324 w 12192000"/>
              <a:gd name="connsiteY104" fmla="*/ 2471718 h 2649426"/>
              <a:gd name="connsiteX105" fmla="*/ 1685197 w 12192000"/>
              <a:gd name="connsiteY105" fmla="*/ 2466249 h 2649426"/>
              <a:gd name="connsiteX106" fmla="*/ 1566422 w 12192000"/>
              <a:gd name="connsiteY106" fmla="*/ 2455175 h 2649426"/>
              <a:gd name="connsiteX107" fmla="*/ 1300369 w 12192000"/>
              <a:gd name="connsiteY107" fmla="*/ 2444914 h 2649426"/>
              <a:gd name="connsiteX108" fmla="*/ 1081876 w 12192000"/>
              <a:gd name="connsiteY108" fmla="*/ 2476491 h 2649426"/>
              <a:gd name="connsiteX109" fmla="*/ 957561 w 12192000"/>
              <a:gd name="connsiteY109" fmla="*/ 2484124 h 2649426"/>
              <a:gd name="connsiteX110" fmla="*/ 822775 w 12192000"/>
              <a:gd name="connsiteY110" fmla="*/ 2542292 h 2649426"/>
              <a:gd name="connsiteX111" fmla="*/ 653171 w 12192000"/>
              <a:gd name="connsiteY111" fmla="*/ 2607266 h 2649426"/>
              <a:gd name="connsiteX112" fmla="*/ 511469 w 12192000"/>
              <a:gd name="connsiteY112" fmla="*/ 2598742 h 2649426"/>
              <a:gd name="connsiteX113" fmla="*/ 441281 w 12192000"/>
              <a:gd name="connsiteY113" fmla="*/ 2605939 h 2649426"/>
              <a:gd name="connsiteX114" fmla="*/ 297100 w 12192000"/>
              <a:gd name="connsiteY114" fmla="*/ 2639558 h 2649426"/>
              <a:gd name="connsiteX115" fmla="*/ 97385 w 12192000"/>
              <a:gd name="connsiteY115" fmla="*/ 2636063 h 2649426"/>
              <a:gd name="connsiteX116" fmla="*/ 48888 w 12192000"/>
              <a:gd name="connsiteY116" fmla="*/ 2641447 h 2649426"/>
              <a:gd name="connsiteX117" fmla="*/ 0 w 12192000"/>
              <a:gd name="connsiteY117" fmla="*/ 2649426 h 2649426"/>
              <a:gd name="connsiteX118" fmla="*/ 0 w 12192000"/>
              <a:gd name="connsiteY11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081930 w 12192000"/>
              <a:gd name="connsiteY37" fmla="*/ 1940372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58751 w 12192000"/>
              <a:gd name="connsiteY81" fmla="*/ 2260409 h 2649426"/>
              <a:gd name="connsiteX82" fmla="*/ 4785497 w 12192000"/>
              <a:gd name="connsiteY82" fmla="*/ 2278897 h 2649426"/>
              <a:gd name="connsiteX83" fmla="*/ 4732807 w 12192000"/>
              <a:gd name="connsiteY83" fmla="*/ 2315139 h 2649426"/>
              <a:gd name="connsiteX84" fmla="*/ 4670737 w 12192000"/>
              <a:gd name="connsiteY84" fmla="*/ 2321711 h 2649426"/>
              <a:gd name="connsiteX85" fmla="*/ 4489013 w 12192000"/>
              <a:gd name="connsiteY85" fmla="*/ 2338805 h 2649426"/>
              <a:gd name="connsiteX86" fmla="*/ 4431159 w 12192000"/>
              <a:gd name="connsiteY86" fmla="*/ 2347536 h 2649426"/>
              <a:gd name="connsiteX87" fmla="*/ 4273885 w 12192000"/>
              <a:gd name="connsiteY87" fmla="*/ 2379520 h 2649426"/>
              <a:gd name="connsiteX88" fmla="*/ 4116925 w 12192000"/>
              <a:gd name="connsiteY88" fmla="*/ 2417756 h 2649426"/>
              <a:gd name="connsiteX89" fmla="*/ 3988558 w 12192000"/>
              <a:gd name="connsiteY89" fmla="*/ 2475821 h 2649426"/>
              <a:gd name="connsiteX90" fmla="*/ 3894771 w 12192000"/>
              <a:gd name="connsiteY90" fmla="*/ 2494652 h 2649426"/>
              <a:gd name="connsiteX91" fmla="*/ 3721493 w 12192000"/>
              <a:gd name="connsiteY91" fmla="*/ 2497646 h 2649426"/>
              <a:gd name="connsiteX92" fmla="*/ 3504883 w 12192000"/>
              <a:gd name="connsiteY92" fmla="*/ 2503869 h 2649426"/>
              <a:gd name="connsiteX93" fmla="*/ 3431219 w 12192000"/>
              <a:gd name="connsiteY93" fmla="*/ 2502163 h 2649426"/>
              <a:gd name="connsiteX94" fmla="*/ 3151243 w 12192000"/>
              <a:gd name="connsiteY94" fmla="*/ 2492405 h 2649426"/>
              <a:gd name="connsiteX95" fmla="*/ 3044025 w 12192000"/>
              <a:gd name="connsiteY95" fmla="*/ 2485298 h 2649426"/>
              <a:gd name="connsiteX96" fmla="*/ 2864954 w 12192000"/>
              <a:gd name="connsiteY96" fmla="*/ 2456476 h 2649426"/>
              <a:gd name="connsiteX97" fmla="*/ 2739588 w 12192000"/>
              <a:gd name="connsiteY97" fmla="*/ 2457956 h 2649426"/>
              <a:gd name="connsiteX98" fmla="*/ 2706684 w 12192000"/>
              <a:gd name="connsiteY98" fmla="*/ 2454540 h 2649426"/>
              <a:gd name="connsiteX99" fmla="*/ 2348435 w 12192000"/>
              <a:gd name="connsiteY99" fmla="*/ 2449176 h 2649426"/>
              <a:gd name="connsiteX100" fmla="*/ 2194299 w 12192000"/>
              <a:gd name="connsiteY100" fmla="*/ 2475215 h 2649426"/>
              <a:gd name="connsiteX101" fmla="*/ 1983009 w 12192000"/>
              <a:gd name="connsiteY101" fmla="*/ 2463117 h 2649426"/>
              <a:gd name="connsiteX102" fmla="*/ 1885040 w 12192000"/>
              <a:gd name="connsiteY102" fmla="*/ 2475917 h 2649426"/>
              <a:gd name="connsiteX103" fmla="*/ 1773324 w 12192000"/>
              <a:gd name="connsiteY103" fmla="*/ 2471718 h 2649426"/>
              <a:gd name="connsiteX104" fmla="*/ 1685197 w 12192000"/>
              <a:gd name="connsiteY104" fmla="*/ 2466249 h 2649426"/>
              <a:gd name="connsiteX105" fmla="*/ 1566422 w 12192000"/>
              <a:gd name="connsiteY105" fmla="*/ 2455175 h 2649426"/>
              <a:gd name="connsiteX106" fmla="*/ 1300369 w 12192000"/>
              <a:gd name="connsiteY106" fmla="*/ 2444914 h 2649426"/>
              <a:gd name="connsiteX107" fmla="*/ 1081876 w 12192000"/>
              <a:gd name="connsiteY107" fmla="*/ 2476491 h 2649426"/>
              <a:gd name="connsiteX108" fmla="*/ 957561 w 12192000"/>
              <a:gd name="connsiteY108" fmla="*/ 2484124 h 2649426"/>
              <a:gd name="connsiteX109" fmla="*/ 822775 w 12192000"/>
              <a:gd name="connsiteY109" fmla="*/ 2542292 h 2649426"/>
              <a:gd name="connsiteX110" fmla="*/ 653171 w 12192000"/>
              <a:gd name="connsiteY110" fmla="*/ 2607266 h 2649426"/>
              <a:gd name="connsiteX111" fmla="*/ 511469 w 12192000"/>
              <a:gd name="connsiteY111" fmla="*/ 2598742 h 2649426"/>
              <a:gd name="connsiteX112" fmla="*/ 441281 w 12192000"/>
              <a:gd name="connsiteY112" fmla="*/ 2605939 h 2649426"/>
              <a:gd name="connsiteX113" fmla="*/ 297100 w 12192000"/>
              <a:gd name="connsiteY113" fmla="*/ 2639558 h 2649426"/>
              <a:gd name="connsiteX114" fmla="*/ 97385 w 12192000"/>
              <a:gd name="connsiteY114" fmla="*/ 2636063 h 2649426"/>
              <a:gd name="connsiteX115" fmla="*/ 48888 w 12192000"/>
              <a:gd name="connsiteY115" fmla="*/ 2641447 h 2649426"/>
              <a:gd name="connsiteX116" fmla="*/ 0 w 12192000"/>
              <a:gd name="connsiteY116" fmla="*/ 2649426 h 2649426"/>
              <a:gd name="connsiteX117" fmla="*/ 0 w 12192000"/>
              <a:gd name="connsiteY11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58751 w 12192000"/>
              <a:gd name="connsiteY81" fmla="*/ 2260409 h 2649426"/>
              <a:gd name="connsiteX82" fmla="*/ 4785497 w 12192000"/>
              <a:gd name="connsiteY82" fmla="*/ 2278897 h 2649426"/>
              <a:gd name="connsiteX83" fmla="*/ 4732807 w 12192000"/>
              <a:gd name="connsiteY83" fmla="*/ 2315139 h 2649426"/>
              <a:gd name="connsiteX84" fmla="*/ 4670737 w 12192000"/>
              <a:gd name="connsiteY84" fmla="*/ 2321711 h 2649426"/>
              <a:gd name="connsiteX85" fmla="*/ 4489013 w 12192000"/>
              <a:gd name="connsiteY85" fmla="*/ 2338805 h 2649426"/>
              <a:gd name="connsiteX86" fmla="*/ 4431159 w 12192000"/>
              <a:gd name="connsiteY86" fmla="*/ 2347536 h 2649426"/>
              <a:gd name="connsiteX87" fmla="*/ 4273885 w 12192000"/>
              <a:gd name="connsiteY87" fmla="*/ 2379520 h 2649426"/>
              <a:gd name="connsiteX88" fmla="*/ 4116925 w 12192000"/>
              <a:gd name="connsiteY88" fmla="*/ 2417756 h 2649426"/>
              <a:gd name="connsiteX89" fmla="*/ 3988558 w 12192000"/>
              <a:gd name="connsiteY89" fmla="*/ 2475821 h 2649426"/>
              <a:gd name="connsiteX90" fmla="*/ 3894771 w 12192000"/>
              <a:gd name="connsiteY90" fmla="*/ 2494652 h 2649426"/>
              <a:gd name="connsiteX91" fmla="*/ 3721493 w 12192000"/>
              <a:gd name="connsiteY91" fmla="*/ 2497646 h 2649426"/>
              <a:gd name="connsiteX92" fmla="*/ 3504883 w 12192000"/>
              <a:gd name="connsiteY92" fmla="*/ 2503869 h 2649426"/>
              <a:gd name="connsiteX93" fmla="*/ 3431219 w 12192000"/>
              <a:gd name="connsiteY93" fmla="*/ 2502163 h 2649426"/>
              <a:gd name="connsiteX94" fmla="*/ 3151243 w 12192000"/>
              <a:gd name="connsiteY94" fmla="*/ 2492405 h 2649426"/>
              <a:gd name="connsiteX95" fmla="*/ 3044025 w 12192000"/>
              <a:gd name="connsiteY95" fmla="*/ 2485298 h 2649426"/>
              <a:gd name="connsiteX96" fmla="*/ 2864954 w 12192000"/>
              <a:gd name="connsiteY96" fmla="*/ 2456476 h 2649426"/>
              <a:gd name="connsiteX97" fmla="*/ 2739588 w 12192000"/>
              <a:gd name="connsiteY97" fmla="*/ 2457956 h 2649426"/>
              <a:gd name="connsiteX98" fmla="*/ 2706684 w 12192000"/>
              <a:gd name="connsiteY98" fmla="*/ 2454540 h 2649426"/>
              <a:gd name="connsiteX99" fmla="*/ 2348435 w 12192000"/>
              <a:gd name="connsiteY99" fmla="*/ 2449176 h 2649426"/>
              <a:gd name="connsiteX100" fmla="*/ 2194299 w 12192000"/>
              <a:gd name="connsiteY100" fmla="*/ 2475215 h 2649426"/>
              <a:gd name="connsiteX101" fmla="*/ 1983009 w 12192000"/>
              <a:gd name="connsiteY101" fmla="*/ 2463117 h 2649426"/>
              <a:gd name="connsiteX102" fmla="*/ 1885040 w 12192000"/>
              <a:gd name="connsiteY102" fmla="*/ 2475917 h 2649426"/>
              <a:gd name="connsiteX103" fmla="*/ 1773324 w 12192000"/>
              <a:gd name="connsiteY103" fmla="*/ 2471718 h 2649426"/>
              <a:gd name="connsiteX104" fmla="*/ 1685197 w 12192000"/>
              <a:gd name="connsiteY104" fmla="*/ 2466249 h 2649426"/>
              <a:gd name="connsiteX105" fmla="*/ 1566422 w 12192000"/>
              <a:gd name="connsiteY105" fmla="*/ 2455175 h 2649426"/>
              <a:gd name="connsiteX106" fmla="*/ 1300369 w 12192000"/>
              <a:gd name="connsiteY106" fmla="*/ 2444914 h 2649426"/>
              <a:gd name="connsiteX107" fmla="*/ 1081876 w 12192000"/>
              <a:gd name="connsiteY107" fmla="*/ 2476491 h 2649426"/>
              <a:gd name="connsiteX108" fmla="*/ 957561 w 12192000"/>
              <a:gd name="connsiteY108" fmla="*/ 2484124 h 2649426"/>
              <a:gd name="connsiteX109" fmla="*/ 822775 w 12192000"/>
              <a:gd name="connsiteY109" fmla="*/ 2542292 h 2649426"/>
              <a:gd name="connsiteX110" fmla="*/ 653171 w 12192000"/>
              <a:gd name="connsiteY110" fmla="*/ 2607266 h 2649426"/>
              <a:gd name="connsiteX111" fmla="*/ 511469 w 12192000"/>
              <a:gd name="connsiteY111" fmla="*/ 2598742 h 2649426"/>
              <a:gd name="connsiteX112" fmla="*/ 441281 w 12192000"/>
              <a:gd name="connsiteY112" fmla="*/ 2605939 h 2649426"/>
              <a:gd name="connsiteX113" fmla="*/ 297100 w 12192000"/>
              <a:gd name="connsiteY113" fmla="*/ 2639558 h 2649426"/>
              <a:gd name="connsiteX114" fmla="*/ 97385 w 12192000"/>
              <a:gd name="connsiteY114" fmla="*/ 2636063 h 2649426"/>
              <a:gd name="connsiteX115" fmla="*/ 48888 w 12192000"/>
              <a:gd name="connsiteY115" fmla="*/ 2641447 h 2649426"/>
              <a:gd name="connsiteX116" fmla="*/ 0 w 12192000"/>
              <a:gd name="connsiteY116" fmla="*/ 2649426 h 2649426"/>
              <a:gd name="connsiteX117" fmla="*/ 0 w 12192000"/>
              <a:gd name="connsiteY11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58751 w 12192000"/>
              <a:gd name="connsiteY81" fmla="*/ 2260409 h 2649426"/>
              <a:gd name="connsiteX82" fmla="*/ 4732807 w 12192000"/>
              <a:gd name="connsiteY82" fmla="*/ 2315139 h 2649426"/>
              <a:gd name="connsiteX83" fmla="*/ 4670737 w 12192000"/>
              <a:gd name="connsiteY83" fmla="*/ 2321711 h 2649426"/>
              <a:gd name="connsiteX84" fmla="*/ 4489013 w 12192000"/>
              <a:gd name="connsiteY84" fmla="*/ 2338805 h 2649426"/>
              <a:gd name="connsiteX85" fmla="*/ 4431159 w 12192000"/>
              <a:gd name="connsiteY85" fmla="*/ 2347536 h 2649426"/>
              <a:gd name="connsiteX86" fmla="*/ 4273885 w 12192000"/>
              <a:gd name="connsiteY86" fmla="*/ 2379520 h 2649426"/>
              <a:gd name="connsiteX87" fmla="*/ 4116925 w 12192000"/>
              <a:gd name="connsiteY87" fmla="*/ 2417756 h 2649426"/>
              <a:gd name="connsiteX88" fmla="*/ 3988558 w 12192000"/>
              <a:gd name="connsiteY88" fmla="*/ 2475821 h 2649426"/>
              <a:gd name="connsiteX89" fmla="*/ 3894771 w 12192000"/>
              <a:gd name="connsiteY89" fmla="*/ 2494652 h 2649426"/>
              <a:gd name="connsiteX90" fmla="*/ 3721493 w 12192000"/>
              <a:gd name="connsiteY90" fmla="*/ 2497646 h 2649426"/>
              <a:gd name="connsiteX91" fmla="*/ 3504883 w 12192000"/>
              <a:gd name="connsiteY91" fmla="*/ 2503869 h 2649426"/>
              <a:gd name="connsiteX92" fmla="*/ 3431219 w 12192000"/>
              <a:gd name="connsiteY92" fmla="*/ 2502163 h 2649426"/>
              <a:gd name="connsiteX93" fmla="*/ 3151243 w 12192000"/>
              <a:gd name="connsiteY93" fmla="*/ 2492405 h 2649426"/>
              <a:gd name="connsiteX94" fmla="*/ 3044025 w 12192000"/>
              <a:gd name="connsiteY94" fmla="*/ 2485298 h 2649426"/>
              <a:gd name="connsiteX95" fmla="*/ 2864954 w 12192000"/>
              <a:gd name="connsiteY95" fmla="*/ 2456476 h 2649426"/>
              <a:gd name="connsiteX96" fmla="*/ 2739588 w 12192000"/>
              <a:gd name="connsiteY96" fmla="*/ 2457956 h 2649426"/>
              <a:gd name="connsiteX97" fmla="*/ 2706684 w 12192000"/>
              <a:gd name="connsiteY97" fmla="*/ 2454540 h 2649426"/>
              <a:gd name="connsiteX98" fmla="*/ 2348435 w 12192000"/>
              <a:gd name="connsiteY98" fmla="*/ 2449176 h 2649426"/>
              <a:gd name="connsiteX99" fmla="*/ 2194299 w 12192000"/>
              <a:gd name="connsiteY99" fmla="*/ 2475215 h 2649426"/>
              <a:gd name="connsiteX100" fmla="*/ 1983009 w 12192000"/>
              <a:gd name="connsiteY100" fmla="*/ 2463117 h 2649426"/>
              <a:gd name="connsiteX101" fmla="*/ 1885040 w 12192000"/>
              <a:gd name="connsiteY101" fmla="*/ 2475917 h 2649426"/>
              <a:gd name="connsiteX102" fmla="*/ 1773324 w 12192000"/>
              <a:gd name="connsiteY102" fmla="*/ 2471718 h 2649426"/>
              <a:gd name="connsiteX103" fmla="*/ 1685197 w 12192000"/>
              <a:gd name="connsiteY103" fmla="*/ 2466249 h 2649426"/>
              <a:gd name="connsiteX104" fmla="*/ 1566422 w 12192000"/>
              <a:gd name="connsiteY104" fmla="*/ 2455175 h 2649426"/>
              <a:gd name="connsiteX105" fmla="*/ 1300369 w 12192000"/>
              <a:gd name="connsiteY105" fmla="*/ 2444914 h 2649426"/>
              <a:gd name="connsiteX106" fmla="*/ 1081876 w 12192000"/>
              <a:gd name="connsiteY106" fmla="*/ 2476491 h 2649426"/>
              <a:gd name="connsiteX107" fmla="*/ 957561 w 12192000"/>
              <a:gd name="connsiteY107" fmla="*/ 2484124 h 2649426"/>
              <a:gd name="connsiteX108" fmla="*/ 822775 w 12192000"/>
              <a:gd name="connsiteY108" fmla="*/ 2542292 h 2649426"/>
              <a:gd name="connsiteX109" fmla="*/ 653171 w 12192000"/>
              <a:gd name="connsiteY109" fmla="*/ 2607266 h 2649426"/>
              <a:gd name="connsiteX110" fmla="*/ 511469 w 12192000"/>
              <a:gd name="connsiteY110" fmla="*/ 2598742 h 2649426"/>
              <a:gd name="connsiteX111" fmla="*/ 441281 w 12192000"/>
              <a:gd name="connsiteY111" fmla="*/ 2605939 h 2649426"/>
              <a:gd name="connsiteX112" fmla="*/ 297100 w 12192000"/>
              <a:gd name="connsiteY112" fmla="*/ 2639558 h 2649426"/>
              <a:gd name="connsiteX113" fmla="*/ 97385 w 12192000"/>
              <a:gd name="connsiteY113" fmla="*/ 2636063 h 2649426"/>
              <a:gd name="connsiteX114" fmla="*/ 48888 w 12192000"/>
              <a:gd name="connsiteY114" fmla="*/ 2641447 h 2649426"/>
              <a:gd name="connsiteX115" fmla="*/ 0 w 12192000"/>
              <a:gd name="connsiteY115" fmla="*/ 2649426 h 2649426"/>
              <a:gd name="connsiteX116" fmla="*/ 0 w 12192000"/>
              <a:gd name="connsiteY116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58751 w 12192000"/>
              <a:gd name="connsiteY81" fmla="*/ 2260409 h 2649426"/>
              <a:gd name="connsiteX82" fmla="*/ 4670737 w 12192000"/>
              <a:gd name="connsiteY82" fmla="*/ 2321711 h 2649426"/>
              <a:gd name="connsiteX83" fmla="*/ 4489013 w 12192000"/>
              <a:gd name="connsiteY83" fmla="*/ 2338805 h 2649426"/>
              <a:gd name="connsiteX84" fmla="*/ 4431159 w 12192000"/>
              <a:gd name="connsiteY84" fmla="*/ 2347536 h 2649426"/>
              <a:gd name="connsiteX85" fmla="*/ 4273885 w 12192000"/>
              <a:gd name="connsiteY85" fmla="*/ 2379520 h 2649426"/>
              <a:gd name="connsiteX86" fmla="*/ 4116925 w 12192000"/>
              <a:gd name="connsiteY86" fmla="*/ 2417756 h 2649426"/>
              <a:gd name="connsiteX87" fmla="*/ 3988558 w 12192000"/>
              <a:gd name="connsiteY87" fmla="*/ 2475821 h 2649426"/>
              <a:gd name="connsiteX88" fmla="*/ 3894771 w 12192000"/>
              <a:gd name="connsiteY88" fmla="*/ 2494652 h 2649426"/>
              <a:gd name="connsiteX89" fmla="*/ 3721493 w 12192000"/>
              <a:gd name="connsiteY89" fmla="*/ 2497646 h 2649426"/>
              <a:gd name="connsiteX90" fmla="*/ 3504883 w 12192000"/>
              <a:gd name="connsiteY90" fmla="*/ 2503869 h 2649426"/>
              <a:gd name="connsiteX91" fmla="*/ 3431219 w 12192000"/>
              <a:gd name="connsiteY91" fmla="*/ 2502163 h 2649426"/>
              <a:gd name="connsiteX92" fmla="*/ 3151243 w 12192000"/>
              <a:gd name="connsiteY92" fmla="*/ 2492405 h 2649426"/>
              <a:gd name="connsiteX93" fmla="*/ 3044025 w 12192000"/>
              <a:gd name="connsiteY93" fmla="*/ 2485298 h 2649426"/>
              <a:gd name="connsiteX94" fmla="*/ 2864954 w 12192000"/>
              <a:gd name="connsiteY94" fmla="*/ 2456476 h 2649426"/>
              <a:gd name="connsiteX95" fmla="*/ 2739588 w 12192000"/>
              <a:gd name="connsiteY95" fmla="*/ 2457956 h 2649426"/>
              <a:gd name="connsiteX96" fmla="*/ 2706684 w 12192000"/>
              <a:gd name="connsiteY96" fmla="*/ 2454540 h 2649426"/>
              <a:gd name="connsiteX97" fmla="*/ 2348435 w 12192000"/>
              <a:gd name="connsiteY97" fmla="*/ 2449176 h 2649426"/>
              <a:gd name="connsiteX98" fmla="*/ 2194299 w 12192000"/>
              <a:gd name="connsiteY98" fmla="*/ 2475215 h 2649426"/>
              <a:gd name="connsiteX99" fmla="*/ 1983009 w 12192000"/>
              <a:gd name="connsiteY99" fmla="*/ 2463117 h 2649426"/>
              <a:gd name="connsiteX100" fmla="*/ 1885040 w 12192000"/>
              <a:gd name="connsiteY100" fmla="*/ 2475917 h 2649426"/>
              <a:gd name="connsiteX101" fmla="*/ 1773324 w 12192000"/>
              <a:gd name="connsiteY101" fmla="*/ 2471718 h 2649426"/>
              <a:gd name="connsiteX102" fmla="*/ 1685197 w 12192000"/>
              <a:gd name="connsiteY102" fmla="*/ 2466249 h 2649426"/>
              <a:gd name="connsiteX103" fmla="*/ 1566422 w 12192000"/>
              <a:gd name="connsiteY103" fmla="*/ 2455175 h 2649426"/>
              <a:gd name="connsiteX104" fmla="*/ 1300369 w 12192000"/>
              <a:gd name="connsiteY104" fmla="*/ 2444914 h 2649426"/>
              <a:gd name="connsiteX105" fmla="*/ 1081876 w 12192000"/>
              <a:gd name="connsiteY105" fmla="*/ 2476491 h 2649426"/>
              <a:gd name="connsiteX106" fmla="*/ 957561 w 12192000"/>
              <a:gd name="connsiteY106" fmla="*/ 2484124 h 2649426"/>
              <a:gd name="connsiteX107" fmla="*/ 822775 w 12192000"/>
              <a:gd name="connsiteY107" fmla="*/ 2542292 h 2649426"/>
              <a:gd name="connsiteX108" fmla="*/ 653171 w 12192000"/>
              <a:gd name="connsiteY108" fmla="*/ 2607266 h 2649426"/>
              <a:gd name="connsiteX109" fmla="*/ 511469 w 12192000"/>
              <a:gd name="connsiteY109" fmla="*/ 2598742 h 2649426"/>
              <a:gd name="connsiteX110" fmla="*/ 441281 w 12192000"/>
              <a:gd name="connsiteY110" fmla="*/ 2605939 h 2649426"/>
              <a:gd name="connsiteX111" fmla="*/ 297100 w 12192000"/>
              <a:gd name="connsiteY111" fmla="*/ 2639558 h 2649426"/>
              <a:gd name="connsiteX112" fmla="*/ 97385 w 12192000"/>
              <a:gd name="connsiteY112" fmla="*/ 2636063 h 2649426"/>
              <a:gd name="connsiteX113" fmla="*/ 48888 w 12192000"/>
              <a:gd name="connsiteY113" fmla="*/ 2641447 h 2649426"/>
              <a:gd name="connsiteX114" fmla="*/ 0 w 12192000"/>
              <a:gd name="connsiteY114" fmla="*/ 2649426 h 2649426"/>
              <a:gd name="connsiteX115" fmla="*/ 0 w 12192000"/>
              <a:gd name="connsiteY11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02443 w 12192000"/>
              <a:gd name="connsiteY80" fmla="*/ 2249037 h 2649426"/>
              <a:gd name="connsiteX81" fmla="*/ 4822447 w 12192000"/>
              <a:gd name="connsiteY81" fmla="*/ 2292174 h 2649426"/>
              <a:gd name="connsiteX82" fmla="*/ 4670737 w 12192000"/>
              <a:gd name="connsiteY82" fmla="*/ 2321711 h 2649426"/>
              <a:gd name="connsiteX83" fmla="*/ 4489013 w 12192000"/>
              <a:gd name="connsiteY83" fmla="*/ 2338805 h 2649426"/>
              <a:gd name="connsiteX84" fmla="*/ 4431159 w 12192000"/>
              <a:gd name="connsiteY84" fmla="*/ 2347536 h 2649426"/>
              <a:gd name="connsiteX85" fmla="*/ 4273885 w 12192000"/>
              <a:gd name="connsiteY85" fmla="*/ 2379520 h 2649426"/>
              <a:gd name="connsiteX86" fmla="*/ 4116925 w 12192000"/>
              <a:gd name="connsiteY86" fmla="*/ 2417756 h 2649426"/>
              <a:gd name="connsiteX87" fmla="*/ 3988558 w 12192000"/>
              <a:gd name="connsiteY87" fmla="*/ 2475821 h 2649426"/>
              <a:gd name="connsiteX88" fmla="*/ 3894771 w 12192000"/>
              <a:gd name="connsiteY88" fmla="*/ 2494652 h 2649426"/>
              <a:gd name="connsiteX89" fmla="*/ 3721493 w 12192000"/>
              <a:gd name="connsiteY89" fmla="*/ 2497646 h 2649426"/>
              <a:gd name="connsiteX90" fmla="*/ 3504883 w 12192000"/>
              <a:gd name="connsiteY90" fmla="*/ 2503869 h 2649426"/>
              <a:gd name="connsiteX91" fmla="*/ 3431219 w 12192000"/>
              <a:gd name="connsiteY91" fmla="*/ 2502163 h 2649426"/>
              <a:gd name="connsiteX92" fmla="*/ 3151243 w 12192000"/>
              <a:gd name="connsiteY92" fmla="*/ 2492405 h 2649426"/>
              <a:gd name="connsiteX93" fmla="*/ 3044025 w 12192000"/>
              <a:gd name="connsiteY93" fmla="*/ 2485298 h 2649426"/>
              <a:gd name="connsiteX94" fmla="*/ 2864954 w 12192000"/>
              <a:gd name="connsiteY94" fmla="*/ 2456476 h 2649426"/>
              <a:gd name="connsiteX95" fmla="*/ 2739588 w 12192000"/>
              <a:gd name="connsiteY95" fmla="*/ 2457956 h 2649426"/>
              <a:gd name="connsiteX96" fmla="*/ 2706684 w 12192000"/>
              <a:gd name="connsiteY96" fmla="*/ 2454540 h 2649426"/>
              <a:gd name="connsiteX97" fmla="*/ 2348435 w 12192000"/>
              <a:gd name="connsiteY97" fmla="*/ 2449176 h 2649426"/>
              <a:gd name="connsiteX98" fmla="*/ 2194299 w 12192000"/>
              <a:gd name="connsiteY98" fmla="*/ 2475215 h 2649426"/>
              <a:gd name="connsiteX99" fmla="*/ 1983009 w 12192000"/>
              <a:gd name="connsiteY99" fmla="*/ 2463117 h 2649426"/>
              <a:gd name="connsiteX100" fmla="*/ 1885040 w 12192000"/>
              <a:gd name="connsiteY100" fmla="*/ 2475917 h 2649426"/>
              <a:gd name="connsiteX101" fmla="*/ 1773324 w 12192000"/>
              <a:gd name="connsiteY101" fmla="*/ 2471718 h 2649426"/>
              <a:gd name="connsiteX102" fmla="*/ 1685197 w 12192000"/>
              <a:gd name="connsiteY102" fmla="*/ 2466249 h 2649426"/>
              <a:gd name="connsiteX103" fmla="*/ 1566422 w 12192000"/>
              <a:gd name="connsiteY103" fmla="*/ 2455175 h 2649426"/>
              <a:gd name="connsiteX104" fmla="*/ 1300369 w 12192000"/>
              <a:gd name="connsiteY104" fmla="*/ 2444914 h 2649426"/>
              <a:gd name="connsiteX105" fmla="*/ 1081876 w 12192000"/>
              <a:gd name="connsiteY105" fmla="*/ 2476491 h 2649426"/>
              <a:gd name="connsiteX106" fmla="*/ 957561 w 12192000"/>
              <a:gd name="connsiteY106" fmla="*/ 2484124 h 2649426"/>
              <a:gd name="connsiteX107" fmla="*/ 822775 w 12192000"/>
              <a:gd name="connsiteY107" fmla="*/ 2542292 h 2649426"/>
              <a:gd name="connsiteX108" fmla="*/ 653171 w 12192000"/>
              <a:gd name="connsiteY108" fmla="*/ 2607266 h 2649426"/>
              <a:gd name="connsiteX109" fmla="*/ 511469 w 12192000"/>
              <a:gd name="connsiteY109" fmla="*/ 2598742 h 2649426"/>
              <a:gd name="connsiteX110" fmla="*/ 441281 w 12192000"/>
              <a:gd name="connsiteY110" fmla="*/ 2605939 h 2649426"/>
              <a:gd name="connsiteX111" fmla="*/ 297100 w 12192000"/>
              <a:gd name="connsiteY111" fmla="*/ 2639558 h 2649426"/>
              <a:gd name="connsiteX112" fmla="*/ 97385 w 12192000"/>
              <a:gd name="connsiteY112" fmla="*/ 2636063 h 2649426"/>
              <a:gd name="connsiteX113" fmla="*/ 48888 w 12192000"/>
              <a:gd name="connsiteY113" fmla="*/ 2641447 h 2649426"/>
              <a:gd name="connsiteX114" fmla="*/ 0 w 12192000"/>
              <a:gd name="connsiteY114" fmla="*/ 2649426 h 2649426"/>
              <a:gd name="connsiteX115" fmla="*/ 0 w 12192000"/>
              <a:gd name="connsiteY11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27899 w 12192000"/>
              <a:gd name="connsiteY79" fmla="*/ 2242653 h 2649426"/>
              <a:gd name="connsiteX80" fmla="*/ 4911519 w 12192000"/>
              <a:gd name="connsiteY80" fmla="*/ 2285340 h 2649426"/>
              <a:gd name="connsiteX81" fmla="*/ 4822447 w 12192000"/>
              <a:gd name="connsiteY81" fmla="*/ 2292174 h 2649426"/>
              <a:gd name="connsiteX82" fmla="*/ 4670737 w 12192000"/>
              <a:gd name="connsiteY82" fmla="*/ 2321711 h 2649426"/>
              <a:gd name="connsiteX83" fmla="*/ 4489013 w 12192000"/>
              <a:gd name="connsiteY83" fmla="*/ 2338805 h 2649426"/>
              <a:gd name="connsiteX84" fmla="*/ 4431159 w 12192000"/>
              <a:gd name="connsiteY84" fmla="*/ 2347536 h 2649426"/>
              <a:gd name="connsiteX85" fmla="*/ 4273885 w 12192000"/>
              <a:gd name="connsiteY85" fmla="*/ 2379520 h 2649426"/>
              <a:gd name="connsiteX86" fmla="*/ 4116925 w 12192000"/>
              <a:gd name="connsiteY86" fmla="*/ 2417756 h 2649426"/>
              <a:gd name="connsiteX87" fmla="*/ 3988558 w 12192000"/>
              <a:gd name="connsiteY87" fmla="*/ 2475821 h 2649426"/>
              <a:gd name="connsiteX88" fmla="*/ 3894771 w 12192000"/>
              <a:gd name="connsiteY88" fmla="*/ 2494652 h 2649426"/>
              <a:gd name="connsiteX89" fmla="*/ 3721493 w 12192000"/>
              <a:gd name="connsiteY89" fmla="*/ 2497646 h 2649426"/>
              <a:gd name="connsiteX90" fmla="*/ 3504883 w 12192000"/>
              <a:gd name="connsiteY90" fmla="*/ 2503869 h 2649426"/>
              <a:gd name="connsiteX91" fmla="*/ 3431219 w 12192000"/>
              <a:gd name="connsiteY91" fmla="*/ 2502163 h 2649426"/>
              <a:gd name="connsiteX92" fmla="*/ 3151243 w 12192000"/>
              <a:gd name="connsiteY92" fmla="*/ 2492405 h 2649426"/>
              <a:gd name="connsiteX93" fmla="*/ 3044025 w 12192000"/>
              <a:gd name="connsiteY93" fmla="*/ 2485298 h 2649426"/>
              <a:gd name="connsiteX94" fmla="*/ 2864954 w 12192000"/>
              <a:gd name="connsiteY94" fmla="*/ 2456476 h 2649426"/>
              <a:gd name="connsiteX95" fmla="*/ 2739588 w 12192000"/>
              <a:gd name="connsiteY95" fmla="*/ 2457956 h 2649426"/>
              <a:gd name="connsiteX96" fmla="*/ 2706684 w 12192000"/>
              <a:gd name="connsiteY96" fmla="*/ 2454540 h 2649426"/>
              <a:gd name="connsiteX97" fmla="*/ 2348435 w 12192000"/>
              <a:gd name="connsiteY97" fmla="*/ 2449176 h 2649426"/>
              <a:gd name="connsiteX98" fmla="*/ 2194299 w 12192000"/>
              <a:gd name="connsiteY98" fmla="*/ 2475215 h 2649426"/>
              <a:gd name="connsiteX99" fmla="*/ 1983009 w 12192000"/>
              <a:gd name="connsiteY99" fmla="*/ 2463117 h 2649426"/>
              <a:gd name="connsiteX100" fmla="*/ 1885040 w 12192000"/>
              <a:gd name="connsiteY100" fmla="*/ 2475917 h 2649426"/>
              <a:gd name="connsiteX101" fmla="*/ 1773324 w 12192000"/>
              <a:gd name="connsiteY101" fmla="*/ 2471718 h 2649426"/>
              <a:gd name="connsiteX102" fmla="*/ 1685197 w 12192000"/>
              <a:gd name="connsiteY102" fmla="*/ 2466249 h 2649426"/>
              <a:gd name="connsiteX103" fmla="*/ 1566422 w 12192000"/>
              <a:gd name="connsiteY103" fmla="*/ 2455175 h 2649426"/>
              <a:gd name="connsiteX104" fmla="*/ 1300369 w 12192000"/>
              <a:gd name="connsiteY104" fmla="*/ 2444914 h 2649426"/>
              <a:gd name="connsiteX105" fmla="*/ 1081876 w 12192000"/>
              <a:gd name="connsiteY105" fmla="*/ 2476491 h 2649426"/>
              <a:gd name="connsiteX106" fmla="*/ 957561 w 12192000"/>
              <a:gd name="connsiteY106" fmla="*/ 2484124 h 2649426"/>
              <a:gd name="connsiteX107" fmla="*/ 822775 w 12192000"/>
              <a:gd name="connsiteY107" fmla="*/ 2542292 h 2649426"/>
              <a:gd name="connsiteX108" fmla="*/ 653171 w 12192000"/>
              <a:gd name="connsiteY108" fmla="*/ 2607266 h 2649426"/>
              <a:gd name="connsiteX109" fmla="*/ 511469 w 12192000"/>
              <a:gd name="connsiteY109" fmla="*/ 2598742 h 2649426"/>
              <a:gd name="connsiteX110" fmla="*/ 441281 w 12192000"/>
              <a:gd name="connsiteY110" fmla="*/ 2605939 h 2649426"/>
              <a:gd name="connsiteX111" fmla="*/ 297100 w 12192000"/>
              <a:gd name="connsiteY111" fmla="*/ 2639558 h 2649426"/>
              <a:gd name="connsiteX112" fmla="*/ 97385 w 12192000"/>
              <a:gd name="connsiteY112" fmla="*/ 2636063 h 2649426"/>
              <a:gd name="connsiteX113" fmla="*/ 48888 w 12192000"/>
              <a:gd name="connsiteY113" fmla="*/ 2641447 h 2649426"/>
              <a:gd name="connsiteX114" fmla="*/ 0 w 12192000"/>
              <a:gd name="connsiteY114" fmla="*/ 2649426 h 2649426"/>
              <a:gd name="connsiteX115" fmla="*/ 0 w 12192000"/>
              <a:gd name="connsiteY11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735414 w 12192000"/>
              <a:gd name="connsiteY71" fmla="*/ 2231366 h 2649426"/>
              <a:gd name="connsiteX72" fmla="*/ 5697982 w 12192000"/>
              <a:gd name="connsiteY72" fmla="*/ 2244836 h 2649426"/>
              <a:gd name="connsiteX73" fmla="*/ 5644981 w 12192000"/>
              <a:gd name="connsiteY73" fmla="*/ 2256274 h 2649426"/>
              <a:gd name="connsiteX74" fmla="*/ 5547744 w 12192000"/>
              <a:gd name="connsiteY74" fmla="*/ 2271333 h 2649426"/>
              <a:gd name="connsiteX75" fmla="*/ 5426280 w 12192000"/>
              <a:gd name="connsiteY75" fmla="*/ 2290560 h 2649426"/>
              <a:gd name="connsiteX76" fmla="*/ 5329896 w 12192000"/>
              <a:gd name="connsiteY76" fmla="*/ 2279209 h 2649426"/>
              <a:gd name="connsiteX77" fmla="*/ 5322508 w 12192000"/>
              <a:gd name="connsiteY77" fmla="*/ 2288005 h 2649426"/>
              <a:gd name="connsiteX78" fmla="*/ 5194705 w 12192000"/>
              <a:gd name="connsiteY78" fmla="*/ 2285938 h 2649426"/>
              <a:gd name="connsiteX79" fmla="*/ 5077816 w 12192000"/>
              <a:gd name="connsiteY79" fmla="*/ 2292570 h 2649426"/>
              <a:gd name="connsiteX80" fmla="*/ 4911519 w 12192000"/>
              <a:gd name="connsiteY80" fmla="*/ 2285340 h 2649426"/>
              <a:gd name="connsiteX81" fmla="*/ 4822447 w 12192000"/>
              <a:gd name="connsiteY81" fmla="*/ 2292174 h 2649426"/>
              <a:gd name="connsiteX82" fmla="*/ 4670737 w 12192000"/>
              <a:gd name="connsiteY82" fmla="*/ 2321711 h 2649426"/>
              <a:gd name="connsiteX83" fmla="*/ 4489013 w 12192000"/>
              <a:gd name="connsiteY83" fmla="*/ 2338805 h 2649426"/>
              <a:gd name="connsiteX84" fmla="*/ 4431159 w 12192000"/>
              <a:gd name="connsiteY84" fmla="*/ 2347536 h 2649426"/>
              <a:gd name="connsiteX85" fmla="*/ 4273885 w 12192000"/>
              <a:gd name="connsiteY85" fmla="*/ 2379520 h 2649426"/>
              <a:gd name="connsiteX86" fmla="*/ 4116925 w 12192000"/>
              <a:gd name="connsiteY86" fmla="*/ 2417756 h 2649426"/>
              <a:gd name="connsiteX87" fmla="*/ 3988558 w 12192000"/>
              <a:gd name="connsiteY87" fmla="*/ 2475821 h 2649426"/>
              <a:gd name="connsiteX88" fmla="*/ 3894771 w 12192000"/>
              <a:gd name="connsiteY88" fmla="*/ 2494652 h 2649426"/>
              <a:gd name="connsiteX89" fmla="*/ 3721493 w 12192000"/>
              <a:gd name="connsiteY89" fmla="*/ 2497646 h 2649426"/>
              <a:gd name="connsiteX90" fmla="*/ 3504883 w 12192000"/>
              <a:gd name="connsiteY90" fmla="*/ 2503869 h 2649426"/>
              <a:gd name="connsiteX91" fmla="*/ 3431219 w 12192000"/>
              <a:gd name="connsiteY91" fmla="*/ 2502163 h 2649426"/>
              <a:gd name="connsiteX92" fmla="*/ 3151243 w 12192000"/>
              <a:gd name="connsiteY92" fmla="*/ 2492405 h 2649426"/>
              <a:gd name="connsiteX93" fmla="*/ 3044025 w 12192000"/>
              <a:gd name="connsiteY93" fmla="*/ 2485298 h 2649426"/>
              <a:gd name="connsiteX94" fmla="*/ 2864954 w 12192000"/>
              <a:gd name="connsiteY94" fmla="*/ 2456476 h 2649426"/>
              <a:gd name="connsiteX95" fmla="*/ 2739588 w 12192000"/>
              <a:gd name="connsiteY95" fmla="*/ 2457956 h 2649426"/>
              <a:gd name="connsiteX96" fmla="*/ 2706684 w 12192000"/>
              <a:gd name="connsiteY96" fmla="*/ 2454540 h 2649426"/>
              <a:gd name="connsiteX97" fmla="*/ 2348435 w 12192000"/>
              <a:gd name="connsiteY97" fmla="*/ 2449176 h 2649426"/>
              <a:gd name="connsiteX98" fmla="*/ 2194299 w 12192000"/>
              <a:gd name="connsiteY98" fmla="*/ 2475215 h 2649426"/>
              <a:gd name="connsiteX99" fmla="*/ 1983009 w 12192000"/>
              <a:gd name="connsiteY99" fmla="*/ 2463117 h 2649426"/>
              <a:gd name="connsiteX100" fmla="*/ 1885040 w 12192000"/>
              <a:gd name="connsiteY100" fmla="*/ 2475917 h 2649426"/>
              <a:gd name="connsiteX101" fmla="*/ 1773324 w 12192000"/>
              <a:gd name="connsiteY101" fmla="*/ 2471718 h 2649426"/>
              <a:gd name="connsiteX102" fmla="*/ 1685197 w 12192000"/>
              <a:gd name="connsiteY102" fmla="*/ 2466249 h 2649426"/>
              <a:gd name="connsiteX103" fmla="*/ 1566422 w 12192000"/>
              <a:gd name="connsiteY103" fmla="*/ 2455175 h 2649426"/>
              <a:gd name="connsiteX104" fmla="*/ 1300369 w 12192000"/>
              <a:gd name="connsiteY104" fmla="*/ 2444914 h 2649426"/>
              <a:gd name="connsiteX105" fmla="*/ 1081876 w 12192000"/>
              <a:gd name="connsiteY105" fmla="*/ 2476491 h 2649426"/>
              <a:gd name="connsiteX106" fmla="*/ 957561 w 12192000"/>
              <a:gd name="connsiteY106" fmla="*/ 2484124 h 2649426"/>
              <a:gd name="connsiteX107" fmla="*/ 822775 w 12192000"/>
              <a:gd name="connsiteY107" fmla="*/ 2542292 h 2649426"/>
              <a:gd name="connsiteX108" fmla="*/ 653171 w 12192000"/>
              <a:gd name="connsiteY108" fmla="*/ 2607266 h 2649426"/>
              <a:gd name="connsiteX109" fmla="*/ 511469 w 12192000"/>
              <a:gd name="connsiteY109" fmla="*/ 2598742 h 2649426"/>
              <a:gd name="connsiteX110" fmla="*/ 441281 w 12192000"/>
              <a:gd name="connsiteY110" fmla="*/ 2605939 h 2649426"/>
              <a:gd name="connsiteX111" fmla="*/ 297100 w 12192000"/>
              <a:gd name="connsiteY111" fmla="*/ 2639558 h 2649426"/>
              <a:gd name="connsiteX112" fmla="*/ 97385 w 12192000"/>
              <a:gd name="connsiteY112" fmla="*/ 2636063 h 2649426"/>
              <a:gd name="connsiteX113" fmla="*/ 48888 w 12192000"/>
              <a:gd name="connsiteY113" fmla="*/ 2641447 h 2649426"/>
              <a:gd name="connsiteX114" fmla="*/ 0 w 12192000"/>
              <a:gd name="connsiteY114" fmla="*/ 2649426 h 2649426"/>
              <a:gd name="connsiteX115" fmla="*/ 0 w 12192000"/>
              <a:gd name="connsiteY115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36800 w 12192000"/>
              <a:gd name="connsiteY70" fmla="*/ 2224771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322508 w 12192000"/>
              <a:gd name="connsiteY76" fmla="*/ 2288005 h 2649426"/>
              <a:gd name="connsiteX77" fmla="*/ 5194705 w 12192000"/>
              <a:gd name="connsiteY77" fmla="*/ 2285938 h 2649426"/>
              <a:gd name="connsiteX78" fmla="*/ 5077816 w 12192000"/>
              <a:gd name="connsiteY78" fmla="*/ 2292570 h 2649426"/>
              <a:gd name="connsiteX79" fmla="*/ 4911519 w 12192000"/>
              <a:gd name="connsiteY79" fmla="*/ 2285340 h 2649426"/>
              <a:gd name="connsiteX80" fmla="*/ 4822447 w 12192000"/>
              <a:gd name="connsiteY80" fmla="*/ 2292174 h 2649426"/>
              <a:gd name="connsiteX81" fmla="*/ 4670737 w 12192000"/>
              <a:gd name="connsiteY81" fmla="*/ 2321711 h 2649426"/>
              <a:gd name="connsiteX82" fmla="*/ 4489013 w 12192000"/>
              <a:gd name="connsiteY82" fmla="*/ 2338805 h 2649426"/>
              <a:gd name="connsiteX83" fmla="*/ 4431159 w 12192000"/>
              <a:gd name="connsiteY83" fmla="*/ 2347536 h 2649426"/>
              <a:gd name="connsiteX84" fmla="*/ 4273885 w 12192000"/>
              <a:gd name="connsiteY84" fmla="*/ 2379520 h 2649426"/>
              <a:gd name="connsiteX85" fmla="*/ 4116925 w 12192000"/>
              <a:gd name="connsiteY85" fmla="*/ 2417756 h 2649426"/>
              <a:gd name="connsiteX86" fmla="*/ 3988558 w 12192000"/>
              <a:gd name="connsiteY86" fmla="*/ 2475821 h 2649426"/>
              <a:gd name="connsiteX87" fmla="*/ 3894771 w 12192000"/>
              <a:gd name="connsiteY87" fmla="*/ 2494652 h 2649426"/>
              <a:gd name="connsiteX88" fmla="*/ 3721493 w 12192000"/>
              <a:gd name="connsiteY88" fmla="*/ 2497646 h 2649426"/>
              <a:gd name="connsiteX89" fmla="*/ 3504883 w 12192000"/>
              <a:gd name="connsiteY89" fmla="*/ 2503869 h 2649426"/>
              <a:gd name="connsiteX90" fmla="*/ 3431219 w 12192000"/>
              <a:gd name="connsiteY90" fmla="*/ 2502163 h 2649426"/>
              <a:gd name="connsiteX91" fmla="*/ 3151243 w 12192000"/>
              <a:gd name="connsiteY91" fmla="*/ 2492405 h 2649426"/>
              <a:gd name="connsiteX92" fmla="*/ 3044025 w 12192000"/>
              <a:gd name="connsiteY92" fmla="*/ 2485298 h 2649426"/>
              <a:gd name="connsiteX93" fmla="*/ 2864954 w 12192000"/>
              <a:gd name="connsiteY93" fmla="*/ 2456476 h 2649426"/>
              <a:gd name="connsiteX94" fmla="*/ 2739588 w 12192000"/>
              <a:gd name="connsiteY94" fmla="*/ 2457956 h 2649426"/>
              <a:gd name="connsiteX95" fmla="*/ 2706684 w 12192000"/>
              <a:gd name="connsiteY95" fmla="*/ 2454540 h 2649426"/>
              <a:gd name="connsiteX96" fmla="*/ 2348435 w 12192000"/>
              <a:gd name="connsiteY96" fmla="*/ 2449176 h 2649426"/>
              <a:gd name="connsiteX97" fmla="*/ 2194299 w 12192000"/>
              <a:gd name="connsiteY97" fmla="*/ 2475215 h 2649426"/>
              <a:gd name="connsiteX98" fmla="*/ 1983009 w 12192000"/>
              <a:gd name="connsiteY98" fmla="*/ 2463117 h 2649426"/>
              <a:gd name="connsiteX99" fmla="*/ 1885040 w 12192000"/>
              <a:gd name="connsiteY99" fmla="*/ 2475917 h 2649426"/>
              <a:gd name="connsiteX100" fmla="*/ 1773324 w 12192000"/>
              <a:gd name="connsiteY100" fmla="*/ 2471718 h 2649426"/>
              <a:gd name="connsiteX101" fmla="*/ 1685197 w 12192000"/>
              <a:gd name="connsiteY101" fmla="*/ 2466249 h 2649426"/>
              <a:gd name="connsiteX102" fmla="*/ 1566422 w 12192000"/>
              <a:gd name="connsiteY102" fmla="*/ 2455175 h 2649426"/>
              <a:gd name="connsiteX103" fmla="*/ 1300369 w 12192000"/>
              <a:gd name="connsiteY103" fmla="*/ 2444914 h 2649426"/>
              <a:gd name="connsiteX104" fmla="*/ 1081876 w 12192000"/>
              <a:gd name="connsiteY104" fmla="*/ 2476491 h 2649426"/>
              <a:gd name="connsiteX105" fmla="*/ 957561 w 12192000"/>
              <a:gd name="connsiteY105" fmla="*/ 2484124 h 2649426"/>
              <a:gd name="connsiteX106" fmla="*/ 822775 w 12192000"/>
              <a:gd name="connsiteY106" fmla="*/ 2542292 h 2649426"/>
              <a:gd name="connsiteX107" fmla="*/ 653171 w 12192000"/>
              <a:gd name="connsiteY107" fmla="*/ 2607266 h 2649426"/>
              <a:gd name="connsiteX108" fmla="*/ 511469 w 12192000"/>
              <a:gd name="connsiteY108" fmla="*/ 2598742 h 2649426"/>
              <a:gd name="connsiteX109" fmla="*/ 441281 w 12192000"/>
              <a:gd name="connsiteY109" fmla="*/ 2605939 h 2649426"/>
              <a:gd name="connsiteX110" fmla="*/ 297100 w 12192000"/>
              <a:gd name="connsiteY110" fmla="*/ 2639558 h 2649426"/>
              <a:gd name="connsiteX111" fmla="*/ 97385 w 12192000"/>
              <a:gd name="connsiteY111" fmla="*/ 2636063 h 2649426"/>
              <a:gd name="connsiteX112" fmla="*/ 48888 w 12192000"/>
              <a:gd name="connsiteY112" fmla="*/ 2641447 h 2649426"/>
              <a:gd name="connsiteX113" fmla="*/ 0 w 12192000"/>
              <a:gd name="connsiteY113" fmla="*/ 2649426 h 2649426"/>
              <a:gd name="connsiteX114" fmla="*/ 0 w 12192000"/>
              <a:gd name="connsiteY11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322508 w 12192000"/>
              <a:gd name="connsiteY76" fmla="*/ 2288005 h 2649426"/>
              <a:gd name="connsiteX77" fmla="*/ 5194705 w 12192000"/>
              <a:gd name="connsiteY77" fmla="*/ 2285938 h 2649426"/>
              <a:gd name="connsiteX78" fmla="*/ 5077816 w 12192000"/>
              <a:gd name="connsiteY78" fmla="*/ 2292570 h 2649426"/>
              <a:gd name="connsiteX79" fmla="*/ 4911519 w 12192000"/>
              <a:gd name="connsiteY79" fmla="*/ 2285340 h 2649426"/>
              <a:gd name="connsiteX80" fmla="*/ 4822447 w 12192000"/>
              <a:gd name="connsiteY80" fmla="*/ 2292174 h 2649426"/>
              <a:gd name="connsiteX81" fmla="*/ 4670737 w 12192000"/>
              <a:gd name="connsiteY81" fmla="*/ 2321711 h 2649426"/>
              <a:gd name="connsiteX82" fmla="*/ 4489013 w 12192000"/>
              <a:gd name="connsiteY82" fmla="*/ 2338805 h 2649426"/>
              <a:gd name="connsiteX83" fmla="*/ 4431159 w 12192000"/>
              <a:gd name="connsiteY83" fmla="*/ 2347536 h 2649426"/>
              <a:gd name="connsiteX84" fmla="*/ 4273885 w 12192000"/>
              <a:gd name="connsiteY84" fmla="*/ 2379520 h 2649426"/>
              <a:gd name="connsiteX85" fmla="*/ 4116925 w 12192000"/>
              <a:gd name="connsiteY85" fmla="*/ 2417756 h 2649426"/>
              <a:gd name="connsiteX86" fmla="*/ 3988558 w 12192000"/>
              <a:gd name="connsiteY86" fmla="*/ 2475821 h 2649426"/>
              <a:gd name="connsiteX87" fmla="*/ 3894771 w 12192000"/>
              <a:gd name="connsiteY87" fmla="*/ 2494652 h 2649426"/>
              <a:gd name="connsiteX88" fmla="*/ 3721493 w 12192000"/>
              <a:gd name="connsiteY88" fmla="*/ 2497646 h 2649426"/>
              <a:gd name="connsiteX89" fmla="*/ 3504883 w 12192000"/>
              <a:gd name="connsiteY89" fmla="*/ 2503869 h 2649426"/>
              <a:gd name="connsiteX90" fmla="*/ 3431219 w 12192000"/>
              <a:gd name="connsiteY90" fmla="*/ 2502163 h 2649426"/>
              <a:gd name="connsiteX91" fmla="*/ 3151243 w 12192000"/>
              <a:gd name="connsiteY91" fmla="*/ 2492405 h 2649426"/>
              <a:gd name="connsiteX92" fmla="*/ 3044025 w 12192000"/>
              <a:gd name="connsiteY92" fmla="*/ 2485298 h 2649426"/>
              <a:gd name="connsiteX93" fmla="*/ 2864954 w 12192000"/>
              <a:gd name="connsiteY93" fmla="*/ 2456476 h 2649426"/>
              <a:gd name="connsiteX94" fmla="*/ 2739588 w 12192000"/>
              <a:gd name="connsiteY94" fmla="*/ 2457956 h 2649426"/>
              <a:gd name="connsiteX95" fmla="*/ 2706684 w 12192000"/>
              <a:gd name="connsiteY95" fmla="*/ 2454540 h 2649426"/>
              <a:gd name="connsiteX96" fmla="*/ 2348435 w 12192000"/>
              <a:gd name="connsiteY96" fmla="*/ 2449176 h 2649426"/>
              <a:gd name="connsiteX97" fmla="*/ 2194299 w 12192000"/>
              <a:gd name="connsiteY97" fmla="*/ 2475215 h 2649426"/>
              <a:gd name="connsiteX98" fmla="*/ 1983009 w 12192000"/>
              <a:gd name="connsiteY98" fmla="*/ 2463117 h 2649426"/>
              <a:gd name="connsiteX99" fmla="*/ 1885040 w 12192000"/>
              <a:gd name="connsiteY99" fmla="*/ 2475917 h 2649426"/>
              <a:gd name="connsiteX100" fmla="*/ 1773324 w 12192000"/>
              <a:gd name="connsiteY100" fmla="*/ 2471718 h 2649426"/>
              <a:gd name="connsiteX101" fmla="*/ 1685197 w 12192000"/>
              <a:gd name="connsiteY101" fmla="*/ 2466249 h 2649426"/>
              <a:gd name="connsiteX102" fmla="*/ 1566422 w 12192000"/>
              <a:gd name="connsiteY102" fmla="*/ 2455175 h 2649426"/>
              <a:gd name="connsiteX103" fmla="*/ 1300369 w 12192000"/>
              <a:gd name="connsiteY103" fmla="*/ 2444914 h 2649426"/>
              <a:gd name="connsiteX104" fmla="*/ 1081876 w 12192000"/>
              <a:gd name="connsiteY104" fmla="*/ 2476491 h 2649426"/>
              <a:gd name="connsiteX105" fmla="*/ 957561 w 12192000"/>
              <a:gd name="connsiteY105" fmla="*/ 2484124 h 2649426"/>
              <a:gd name="connsiteX106" fmla="*/ 822775 w 12192000"/>
              <a:gd name="connsiteY106" fmla="*/ 2542292 h 2649426"/>
              <a:gd name="connsiteX107" fmla="*/ 653171 w 12192000"/>
              <a:gd name="connsiteY107" fmla="*/ 2607266 h 2649426"/>
              <a:gd name="connsiteX108" fmla="*/ 511469 w 12192000"/>
              <a:gd name="connsiteY108" fmla="*/ 2598742 h 2649426"/>
              <a:gd name="connsiteX109" fmla="*/ 441281 w 12192000"/>
              <a:gd name="connsiteY109" fmla="*/ 2605939 h 2649426"/>
              <a:gd name="connsiteX110" fmla="*/ 297100 w 12192000"/>
              <a:gd name="connsiteY110" fmla="*/ 2639558 h 2649426"/>
              <a:gd name="connsiteX111" fmla="*/ 97385 w 12192000"/>
              <a:gd name="connsiteY111" fmla="*/ 2636063 h 2649426"/>
              <a:gd name="connsiteX112" fmla="*/ 48888 w 12192000"/>
              <a:gd name="connsiteY112" fmla="*/ 2641447 h 2649426"/>
              <a:gd name="connsiteX113" fmla="*/ 0 w 12192000"/>
              <a:gd name="connsiteY113" fmla="*/ 2649426 h 2649426"/>
              <a:gd name="connsiteX114" fmla="*/ 0 w 12192000"/>
              <a:gd name="connsiteY11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299818 w 12192000"/>
              <a:gd name="connsiteY76" fmla="*/ 2288005 h 2649426"/>
              <a:gd name="connsiteX77" fmla="*/ 5194705 w 12192000"/>
              <a:gd name="connsiteY77" fmla="*/ 2285938 h 2649426"/>
              <a:gd name="connsiteX78" fmla="*/ 5077816 w 12192000"/>
              <a:gd name="connsiteY78" fmla="*/ 2292570 h 2649426"/>
              <a:gd name="connsiteX79" fmla="*/ 4911519 w 12192000"/>
              <a:gd name="connsiteY79" fmla="*/ 2285340 h 2649426"/>
              <a:gd name="connsiteX80" fmla="*/ 4822447 w 12192000"/>
              <a:gd name="connsiteY80" fmla="*/ 2292174 h 2649426"/>
              <a:gd name="connsiteX81" fmla="*/ 4670737 w 12192000"/>
              <a:gd name="connsiteY81" fmla="*/ 2321711 h 2649426"/>
              <a:gd name="connsiteX82" fmla="*/ 4489013 w 12192000"/>
              <a:gd name="connsiteY82" fmla="*/ 2338805 h 2649426"/>
              <a:gd name="connsiteX83" fmla="*/ 4431159 w 12192000"/>
              <a:gd name="connsiteY83" fmla="*/ 2347536 h 2649426"/>
              <a:gd name="connsiteX84" fmla="*/ 4273885 w 12192000"/>
              <a:gd name="connsiteY84" fmla="*/ 2379520 h 2649426"/>
              <a:gd name="connsiteX85" fmla="*/ 4116925 w 12192000"/>
              <a:gd name="connsiteY85" fmla="*/ 2417756 h 2649426"/>
              <a:gd name="connsiteX86" fmla="*/ 3988558 w 12192000"/>
              <a:gd name="connsiteY86" fmla="*/ 2475821 h 2649426"/>
              <a:gd name="connsiteX87" fmla="*/ 3894771 w 12192000"/>
              <a:gd name="connsiteY87" fmla="*/ 2494652 h 2649426"/>
              <a:gd name="connsiteX88" fmla="*/ 3721493 w 12192000"/>
              <a:gd name="connsiteY88" fmla="*/ 2497646 h 2649426"/>
              <a:gd name="connsiteX89" fmla="*/ 3504883 w 12192000"/>
              <a:gd name="connsiteY89" fmla="*/ 2503869 h 2649426"/>
              <a:gd name="connsiteX90" fmla="*/ 3431219 w 12192000"/>
              <a:gd name="connsiteY90" fmla="*/ 2502163 h 2649426"/>
              <a:gd name="connsiteX91" fmla="*/ 3151243 w 12192000"/>
              <a:gd name="connsiteY91" fmla="*/ 2492405 h 2649426"/>
              <a:gd name="connsiteX92" fmla="*/ 3044025 w 12192000"/>
              <a:gd name="connsiteY92" fmla="*/ 2485298 h 2649426"/>
              <a:gd name="connsiteX93" fmla="*/ 2864954 w 12192000"/>
              <a:gd name="connsiteY93" fmla="*/ 2456476 h 2649426"/>
              <a:gd name="connsiteX94" fmla="*/ 2739588 w 12192000"/>
              <a:gd name="connsiteY94" fmla="*/ 2457956 h 2649426"/>
              <a:gd name="connsiteX95" fmla="*/ 2706684 w 12192000"/>
              <a:gd name="connsiteY95" fmla="*/ 2454540 h 2649426"/>
              <a:gd name="connsiteX96" fmla="*/ 2348435 w 12192000"/>
              <a:gd name="connsiteY96" fmla="*/ 2449176 h 2649426"/>
              <a:gd name="connsiteX97" fmla="*/ 2194299 w 12192000"/>
              <a:gd name="connsiteY97" fmla="*/ 2475215 h 2649426"/>
              <a:gd name="connsiteX98" fmla="*/ 1983009 w 12192000"/>
              <a:gd name="connsiteY98" fmla="*/ 2463117 h 2649426"/>
              <a:gd name="connsiteX99" fmla="*/ 1885040 w 12192000"/>
              <a:gd name="connsiteY99" fmla="*/ 2475917 h 2649426"/>
              <a:gd name="connsiteX100" fmla="*/ 1773324 w 12192000"/>
              <a:gd name="connsiteY100" fmla="*/ 2471718 h 2649426"/>
              <a:gd name="connsiteX101" fmla="*/ 1685197 w 12192000"/>
              <a:gd name="connsiteY101" fmla="*/ 2466249 h 2649426"/>
              <a:gd name="connsiteX102" fmla="*/ 1566422 w 12192000"/>
              <a:gd name="connsiteY102" fmla="*/ 2455175 h 2649426"/>
              <a:gd name="connsiteX103" fmla="*/ 1300369 w 12192000"/>
              <a:gd name="connsiteY103" fmla="*/ 2444914 h 2649426"/>
              <a:gd name="connsiteX104" fmla="*/ 1081876 w 12192000"/>
              <a:gd name="connsiteY104" fmla="*/ 2476491 h 2649426"/>
              <a:gd name="connsiteX105" fmla="*/ 957561 w 12192000"/>
              <a:gd name="connsiteY105" fmla="*/ 2484124 h 2649426"/>
              <a:gd name="connsiteX106" fmla="*/ 822775 w 12192000"/>
              <a:gd name="connsiteY106" fmla="*/ 2542292 h 2649426"/>
              <a:gd name="connsiteX107" fmla="*/ 653171 w 12192000"/>
              <a:gd name="connsiteY107" fmla="*/ 2607266 h 2649426"/>
              <a:gd name="connsiteX108" fmla="*/ 511469 w 12192000"/>
              <a:gd name="connsiteY108" fmla="*/ 2598742 h 2649426"/>
              <a:gd name="connsiteX109" fmla="*/ 441281 w 12192000"/>
              <a:gd name="connsiteY109" fmla="*/ 2605939 h 2649426"/>
              <a:gd name="connsiteX110" fmla="*/ 297100 w 12192000"/>
              <a:gd name="connsiteY110" fmla="*/ 2639558 h 2649426"/>
              <a:gd name="connsiteX111" fmla="*/ 97385 w 12192000"/>
              <a:gd name="connsiteY111" fmla="*/ 2636063 h 2649426"/>
              <a:gd name="connsiteX112" fmla="*/ 48888 w 12192000"/>
              <a:gd name="connsiteY112" fmla="*/ 2641447 h 2649426"/>
              <a:gd name="connsiteX113" fmla="*/ 0 w 12192000"/>
              <a:gd name="connsiteY113" fmla="*/ 2649426 h 2649426"/>
              <a:gd name="connsiteX114" fmla="*/ 0 w 12192000"/>
              <a:gd name="connsiteY114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299818 w 12192000"/>
              <a:gd name="connsiteY76" fmla="*/ 2288005 h 2649426"/>
              <a:gd name="connsiteX77" fmla="*/ 5077816 w 12192000"/>
              <a:gd name="connsiteY77" fmla="*/ 2292570 h 2649426"/>
              <a:gd name="connsiteX78" fmla="*/ 4911519 w 12192000"/>
              <a:gd name="connsiteY78" fmla="*/ 2285340 h 2649426"/>
              <a:gd name="connsiteX79" fmla="*/ 4822447 w 12192000"/>
              <a:gd name="connsiteY79" fmla="*/ 2292174 h 2649426"/>
              <a:gd name="connsiteX80" fmla="*/ 4670737 w 12192000"/>
              <a:gd name="connsiteY80" fmla="*/ 2321711 h 2649426"/>
              <a:gd name="connsiteX81" fmla="*/ 4489013 w 12192000"/>
              <a:gd name="connsiteY81" fmla="*/ 2338805 h 2649426"/>
              <a:gd name="connsiteX82" fmla="*/ 4431159 w 12192000"/>
              <a:gd name="connsiteY82" fmla="*/ 2347536 h 2649426"/>
              <a:gd name="connsiteX83" fmla="*/ 4273885 w 12192000"/>
              <a:gd name="connsiteY83" fmla="*/ 2379520 h 2649426"/>
              <a:gd name="connsiteX84" fmla="*/ 4116925 w 12192000"/>
              <a:gd name="connsiteY84" fmla="*/ 2417756 h 2649426"/>
              <a:gd name="connsiteX85" fmla="*/ 3988558 w 12192000"/>
              <a:gd name="connsiteY85" fmla="*/ 2475821 h 2649426"/>
              <a:gd name="connsiteX86" fmla="*/ 3894771 w 12192000"/>
              <a:gd name="connsiteY86" fmla="*/ 2494652 h 2649426"/>
              <a:gd name="connsiteX87" fmla="*/ 3721493 w 12192000"/>
              <a:gd name="connsiteY87" fmla="*/ 2497646 h 2649426"/>
              <a:gd name="connsiteX88" fmla="*/ 3504883 w 12192000"/>
              <a:gd name="connsiteY88" fmla="*/ 2503869 h 2649426"/>
              <a:gd name="connsiteX89" fmla="*/ 3431219 w 12192000"/>
              <a:gd name="connsiteY89" fmla="*/ 2502163 h 2649426"/>
              <a:gd name="connsiteX90" fmla="*/ 3151243 w 12192000"/>
              <a:gd name="connsiteY90" fmla="*/ 2492405 h 2649426"/>
              <a:gd name="connsiteX91" fmla="*/ 3044025 w 12192000"/>
              <a:gd name="connsiteY91" fmla="*/ 2485298 h 2649426"/>
              <a:gd name="connsiteX92" fmla="*/ 2864954 w 12192000"/>
              <a:gd name="connsiteY92" fmla="*/ 2456476 h 2649426"/>
              <a:gd name="connsiteX93" fmla="*/ 2739588 w 12192000"/>
              <a:gd name="connsiteY93" fmla="*/ 2457956 h 2649426"/>
              <a:gd name="connsiteX94" fmla="*/ 2706684 w 12192000"/>
              <a:gd name="connsiteY94" fmla="*/ 2454540 h 2649426"/>
              <a:gd name="connsiteX95" fmla="*/ 2348435 w 12192000"/>
              <a:gd name="connsiteY95" fmla="*/ 2449176 h 2649426"/>
              <a:gd name="connsiteX96" fmla="*/ 2194299 w 12192000"/>
              <a:gd name="connsiteY96" fmla="*/ 2475215 h 2649426"/>
              <a:gd name="connsiteX97" fmla="*/ 1983009 w 12192000"/>
              <a:gd name="connsiteY97" fmla="*/ 2463117 h 2649426"/>
              <a:gd name="connsiteX98" fmla="*/ 1885040 w 12192000"/>
              <a:gd name="connsiteY98" fmla="*/ 2475917 h 2649426"/>
              <a:gd name="connsiteX99" fmla="*/ 1773324 w 12192000"/>
              <a:gd name="connsiteY99" fmla="*/ 2471718 h 2649426"/>
              <a:gd name="connsiteX100" fmla="*/ 1685197 w 12192000"/>
              <a:gd name="connsiteY100" fmla="*/ 2466249 h 2649426"/>
              <a:gd name="connsiteX101" fmla="*/ 1566422 w 12192000"/>
              <a:gd name="connsiteY101" fmla="*/ 2455175 h 2649426"/>
              <a:gd name="connsiteX102" fmla="*/ 1300369 w 12192000"/>
              <a:gd name="connsiteY102" fmla="*/ 2444914 h 2649426"/>
              <a:gd name="connsiteX103" fmla="*/ 1081876 w 12192000"/>
              <a:gd name="connsiteY103" fmla="*/ 2476491 h 2649426"/>
              <a:gd name="connsiteX104" fmla="*/ 957561 w 12192000"/>
              <a:gd name="connsiteY104" fmla="*/ 2484124 h 2649426"/>
              <a:gd name="connsiteX105" fmla="*/ 822775 w 12192000"/>
              <a:gd name="connsiteY105" fmla="*/ 2542292 h 2649426"/>
              <a:gd name="connsiteX106" fmla="*/ 653171 w 12192000"/>
              <a:gd name="connsiteY106" fmla="*/ 2607266 h 2649426"/>
              <a:gd name="connsiteX107" fmla="*/ 511469 w 12192000"/>
              <a:gd name="connsiteY107" fmla="*/ 2598742 h 2649426"/>
              <a:gd name="connsiteX108" fmla="*/ 441281 w 12192000"/>
              <a:gd name="connsiteY108" fmla="*/ 2605939 h 2649426"/>
              <a:gd name="connsiteX109" fmla="*/ 297100 w 12192000"/>
              <a:gd name="connsiteY109" fmla="*/ 2639558 h 2649426"/>
              <a:gd name="connsiteX110" fmla="*/ 97385 w 12192000"/>
              <a:gd name="connsiteY110" fmla="*/ 2636063 h 2649426"/>
              <a:gd name="connsiteX111" fmla="*/ 48888 w 12192000"/>
              <a:gd name="connsiteY111" fmla="*/ 2641447 h 2649426"/>
              <a:gd name="connsiteX112" fmla="*/ 0 w 12192000"/>
              <a:gd name="connsiteY112" fmla="*/ 2649426 h 2649426"/>
              <a:gd name="connsiteX113" fmla="*/ 0 w 12192000"/>
              <a:gd name="connsiteY11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97982 w 12192000"/>
              <a:gd name="connsiteY71" fmla="*/ 2244836 h 2649426"/>
              <a:gd name="connsiteX72" fmla="*/ 5644981 w 12192000"/>
              <a:gd name="connsiteY72" fmla="*/ 2256274 h 2649426"/>
              <a:gd name="connsiteX73" fmla="*/ 5547744 w 12192000"/>
              <a:gd name="connsiteY73" fmla="*/ 2271333 h 2649426"/>
              <a:gd name="connsiteX74" fmla="*/ 5426280 w 12192000"/>
              <a:gd name="connsiteY74" fmla="*/ 2290560 h 2649426"/>
              <a:gd name="connsiteX75" fmla="*/ 5329896 w 12192000"/>
              <a:gd name="connsiteY75" fmla="*/ 2279209 h 2649426"/>
              <a:gd name="connsiteX76" fmla="*/ 5245363 w 12192000"/>
              <a:gd name="connsiteY76" fmla="*/ 2301618 h 2649426"/>
              <a:gd name="connsiteX77" fmla="*/ 5077816 w 12192000"/>
              <a:gd name="connsiteY77" fmla="*/ 2292570 h 2649426"/>
              <a:gd name="connsiteX78" fmla="*/ 4911519 w 12192000"/>
              <a:gd name="connsiteY78" fmla="*/ 2285340 h 2649426"/>
              <a:gd name="connsiteX79" fmla="*/ 4822447 w 12192000"/>
              <a:gd name="connsiteY79" fmla="*/ 2292174 h 2649426"/>
              <a:gd name="connsiteX80" fmla="*/ 4670737 w 12192000"/>
              <a:gd name="connsiteY80" fmla="*/ 2321711 h 2649426"/>
              <a:gd name="connsiteX81" fmla="*/ 4489013 w 12192000"/>
              <a:gd name="connsiteY81" fmla="*/ 2338805 h 2649426"/>
              <a:gd name="connsiteX82" fmla="*/ 4431159 w 12192000"/>
              <a:gd name="connsiteY82" fmla="*/ 2347536 h 2649426"/>
              <a:gd name="connsiteX83" fmla="*/ 4273885 w 12192000"/>
              <a:gd name="connsiteY83" fmla="*/ 2379520 h 2649426"/>
              <a:gd name="connsiteX84" fmla="*/ 4116925 w 12192000"/>
              <a:gd name="connsiteY84" fmla="*/ 2417756 h 2649426"/>
              <a:gd name="connsiteX85" fmla="*/ 3988558 w 12192000"/>
              <a:gd name="connsiteY85" fmla="*/ 2475821 h 2649426"/>
              <a:gd name="connsiteX86" fmla="*/ 3894771 w 12192000"/>
              <a:gd name="connsiteY86" fmla="*/ 2494652 h 2649426"/>
              <a:gd name="connsiteX87" fmla="*/ 3721493 w 12192000"/>
              <a:gd name="connsiteY87" fmla="*/ 2497646 h 2649426"/>
              <a:gd name="connsiteX88" fmla="*/ 3504883 w 12192000"/>
              <a:gd name="connsiteY88" fmla="*/ 2503869 h 2649426"/>
              <a:gd name="connsiteX89" fmla="*/ 3431219 w 12192000"/>
              <a:gd name="connsiteY89" fmla="*/ 2502163 h 2649426"/>
              <a:gd name="connsiteX90" fmla="*/ 3151243 w 12192000"/>
              <a:gd name="connsiteY90" fmla="*/ 2492405 h 2649426"/>
              <a:gd name="connsiteX91" fmla="*/ 3044025 w 12192000"/>
              <a:gd name="connsiteY91" fmla="*/ 2485298 h 2649426"/>
              <a:gd name="connsiteX92" fmla="*/ 2864954 w 12192000"/>
              <a:gd name="connsiteY92" fmla="*/ 2456476 h 2649426"/>
              <a:gd name="connsiteX93" fmla="*/ 2739588 w 12192000"/>
              <a:gd name="connsiteY93" fmla="*/ 2457956 h 2649426"/>
              <a:gd name="connsiteX94" fmla="*/ 2706684 w 12192000"/>
              <a:gd name="connsiteY94" fmla="*/ 2454540 h 2649426"/>
              <a:gd name="connsiteX95" fmla="*/ 2348435 w 12192000"/>
              <a:gd name="connsiteY95" fmla="*/ 2449176 h 2649426"/>
              <a:gd name="connsiteX96" fmla="*/ 2194299 w 12192000"/>
              <a:gd name="connsiteY96" fmla="*/ 2475215 h 2649426"/>
              <a:gd name="connsiteX97" fmla="*/ 1983009 w 12192000"/>
              <a:gd name="connsiteY97" fmla="*/ 2463117 h 2649426"/>
              <a:gd name="connsiteX98" fmla="*/ 1885040 w 12192000"/>
              <a:gd name="connsiteY98" fmla="*/ 2475917 h 2649426"/>
              <a:gd name="connsiteX99" fmla="*/ 1773324 w 12192000"/>
              <a:gd name="connsiteY99" fmla="*/ 2471718 h 2649426"/>
              <a:gd name="connsiteX100" fmla="*/ 1685197 w 12192000"/>
              <a:gd name="connsiteY100" fmla="*/ 2466249 h 2649426"/>
              <a:gd name="connsiteX101" fmla="*/ 1566422 w 12192000"/>
              <a:gd name="connsiteY101" fmla="*/ 2455175 h 2649426"/>
              <a:gd name="connsiteX102" fmla="*/ 1300369 w 12192000"/>
              <a:gd name="connsiteY102" fmla="*/ 2444914 h 2649426"/>
              <a:gd name="connsiteX103" fmla="*/ 1081876 w 12192000"/>
              <a:gd name="connsiteY103" fmla="*/ 2476491 h 2649426"/>
              <a:gd name="connsiteX104" fmla="*/ 957561 w 12192000"/>
              <a:gd name="connsiteY104" fmla="*/ 2484124 h 2649426"/>
              <a:gd name="connsiteX105" fmla="*/ 822775 w 12192000"/>
              <a:gd name="connsiteY105" fmla="*/ 2542292 h 2649426"/>
              <a:gd name="connsiteX106" fmla="*/ 653171 w 12192000"/>
              <a:gd name="connsiteY106" fmla="*/ 2607266 h 2649426"/>
              <a:gd name="connsiteX107" fmla="*/ 511469 w 12192000"/>
              <a:gd name="connsiteY107" fmla="*/ 2598742 h 2649426"/>
              <a:gd name="connsiteX108" fmla="*/ 441281 w 12192000"/>
              <a:gd name="connsiteY108" fmla="*/ 2605939 h 2649426"/>
              <a:gd name="connsiteX109" fmla="*/ 297100 w 12192000"/>
              <a:gd name="connsiteY109" fmla="*/ 2639558 h 2649426"/>
              <a:gd name="connsiteX110" fmla="*/ 97385 w 12192000"/>
              <a:gd name="connsiteY110" fmla="*/ 2636063 h 2649426"/>
              <a:gd name="connsiteX111" fmla="*/ 48888 w 12192000"/>
              <a:gd name="connsiteY111" fmla="*/ 2641447 h 2649426"/>
              <a:gd name="connsiteX112" fmla="*/ 0 w 12192000"/>
              <a:gd name="connsiteY112" fmla="*/ 2649426 h 2649426"/>
              <a:gd name="connsiteX113" fmla="*/ 0 w 12192000"/>
              <a:gd name="connsiteY113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644981 w 12192000"/>
              <a:gd name="connsiteY71" fmla="*/ 2256274 h 2649426"/>
              <a:gd name="connsiteX72" fmla="*/ 5547744 w 12192000"/>
              <a:gd name="connsiteY72" fmla="*/ 2271333 h 2649426"/>
              <a:gd name="connsiteX73" fmla="*/ 5426280 w 12192000"/>
              <a:gd name="connsiteY73" fmla="*/ 2290560 h 2649426"/>
              <a:gd name="connsiteX74" fmla="*/ 5329896 w 12192000"/>
              <a:gd name="connsiteY74" fmla="*/ 2279209 h 2649426"/>
              <a:gd name="connsiteX75" fmla="*/ 5245363 w 12192000"/>
              <a:gd name="connsiteY75" fmla="*/ 2301618 h 2649426"/>
              <a:gd name="connsiteX76" fmla="*/ 5077816 w 12192000"/>
              <a:gd name="connsiteY76" fmla="*/ 2292570 h 2649426"/>
              <a:gd name="connsiteX77" fmla="*/ 4911519 w 12192000"/>
              <a:gd name="connsiteY77" fmla="*/ 2285340 h 2649426"/>
              <a:gd name="connsiteX78" fmla="*/ 4822447 w 12192000"/>
              <a:gd name="connsiteY78" fmla="*/ 2292174 h 2649426"/>
              <a:gd name="connsiteX79" fmla="*/ 4670737 w 12192000"/>
              <a:gd name="connsiteY79" fmla="*/ 2321711 h 2649426"/>
              <a:gd name="connsiteX80" fmla="*/ 4489013 w 12192000"/>
              <a:gd name="connsiteY80" fmla="*/ 2338805 h 2649426"/>
              <a:gd name="connsiteX81" fmla="*/ 4431159 w 12192000"/>
              <a:gd name="connsiteY81" fmla="*/ 2347536 h 2649426"/>
              <a:gd name="connsiteX82" fmla="*/ 4273885 w 12192000"/>
              <a:gd name="connsiteY82" fmla="*/ 2379520 h 2649426"/>
              <a:gd name="connsiteX83" fmla="*/ 4116925 w 12192000"/>
              <a:gd name="connsiteY83" fmla="*/ 2417756 h 2649426"/>
              <a:gd name="connsiteX84" fmla="*/ 3988558 w 12192000"/>
              <a:gd name="connsiteY84" fmla="*/ 2475821 h 2649426"/>
              <a:gd name="connsiteX85" fmla="*/ 3894771 w 12192000"/>
              <a:gd name="connsiteY85" fmla="*/ 2494652 h 2649426"/>
              <a:gd name="connsiteX86" fmla="*/ 3721493 w 12192000"/>
              <a:gd name="connsiteY86" fmla="*/ 2497646 h 2649426"/>
              <a:gd name="connsiteX87" fmla="*/ 3504883 w 12192000"/>
              <a:gd name="connsiteY87" fmla="*/ 2503869 h 2649426"/>
              <a:gd name="connsiteX88" fmla="*/ 3431219 w 12192000"/>
              <a:gd name="connsiteY88" fmla="*/ 2502163 h 2649426"/>
              <a:gd name="connsiteX89" fmla="*/ 3151243 w 12192000"/>
              <a:gd name="connsiteY89" fmla="*/ 2492405 h 2649426"/>
              <a:gd name="connsiteX90" fmla="*/ 3044025 w 12192000"/>
              <a:gd name="connsiteY90" fmla="*/ 2485298 h 2649426"/>
              <a:gd name="connsiteX91" fmla="*/ 2864954 w 12192000"/>
              <a:gd name="connsiteY91" fmla="*/ 2456476 h 2649426"/>
              <a:gd name="connsiteX92" fmla="*/ 2739588 w 12192000"/>
              <a:gd name="connsiteY92" fmla="*/ 2457956 h 2649426"/>
              <a:gd name="connsiteX93" fmla="*/ 2706684 w 12192000"/>
              <a:gd name="connsiteY93" fmla="*/ 2454540 h 2649426"/>
              <a:gd name="connsiteX94" fmla="*/ 2348435 w 12192000"/>
              <a:gd name="connsiteY94" fmla="*/ 2449176 h 2649426"/>
              <a:gd name="connsiteX95" fmla="*/ 2194299 w 12192000"/>
              <a:gd name="connsiteY95" fmla="*/ 2475215 h 2649426"/>
              <a:gd name="connsiteX96" fmla="*/ 1983009 w 12192000"/>
              <a:gd name="connsiteY96" fmla="*/ 2463117 h 2649426"/>
              <a:gd name="connsiteX97" fmla="*/ 1885040 w 12192000"/>
              <a:gd name="connsiteY97" fmla="*/ 2475917 h 2649426"/>
              <a:gd name="connsiteX98" fmla="*/ 1773324 w 12192000"/>
              <a:gd name="connsiteY98" fmla="*/ 2471718 h 2649426"/>
              <a:gd name="connsiteX99" fmla="*/ 1685197 w 12192000"/>
              <a:gd name="connsiteY99" fmla="*/ 2466249 h 2649426"/>
              <a:gd name="connsiteX100" fmla="*/ 1566422 w 12192000"/>
              <a:gd name="connsiteY100" fmla="*/ 2455175 h 2649426"/>
              <a:gd name="connsiteX101" fmla="*/ 1300369 w 12192000"/>
              <a:gd name="connsiteY101" fmla="*/ 2444914 h 2649426"/>
              <a:gd name="connsiteX102" fmla="*/ 1081876 w 12192000"/>
              <a:gd name="connsiteY102" fmla="*/ 2476491 h 2649426"/>
              <a:gd name="connsiteX103" fmla="*/ 957561 w 12192000"/>
              <a:gd name="connsiteY103" fmla="*/ 2484124 h 2649426"/>
              <a:gd name="connsiteX104" fmla="*/ 822775 w 12192000"/>
              <a:gd name="connsiteY104" fmla="*/ 2542292 h 2649426"/>
              <a:gd name="connsiteX105" fmla="*/ 653171 w 12192000"/>
              <a:gd name="connsiteY105" fmla="*/ 2607266 h 2649426"/>
              <a:gd name="connsiteX106" fmla="*/ 511469 w 12192000"/>
              <a:gd name="connsiteY106" fmla="*/ 2598742 h 2649426"/>
              <a:gd name="connsiteX107" fmla="*/ 441281 w 12192000"/>
              <a:gd name="connsiteY107" fmla="*/ 2605939 h 2649426"/>
              <a:gd name="connsiteX108" fmla="*/ 297100 w 12192000"/>
              <a:gd name="connsiteY108" fmla="*/ 2639558 h 2649426"/>
              <a:gd name="connsiteX109" fmla="*/ 97385 w 12192000"/>
              <a:gd name="connsiteY109" fmla="*/ 2636063 h 2649426"/>
              <a:gd name="connsiteX110" fmla="*/ 48888 w 12192000"/>
              <a:gd name="connsiteY110" fmla="*/ 2641447 h 2649426"/>
              <a:gd name="connsiteX111" fmla="*/ 0 w 12192000"/>
              <a:gd name="connsiteY111" fmla="*/ 2649426 h 2649426"/>
              <a:gd name="connsiteX112" fmla="*/ 0 w 12192000"/>
              <a:gd name="connsiteY112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547744 w 12192000"/>
              <a:gd name="connsiteY71" fmla="*/ 2271333 h 2649426"/>
              <a:gd name="connsiteX72" fmla="*/ 5426280 w 12192000"/>
              <a:gd name="connsiteY72" fmla="*/ 2290560 h 2649426"/>
              <a:gd name="connsiteX73" fmla="*/ 5329896 w 12192000"/>
              <a:gd name="connsiteY73" fmla="*/ 2279209 h 2649426"/>
              <a:gd name="connsiteX74" fmla="*/ 5245363 w 12192000"/>
              <a:gd name="connsiteY74" fmla="*/ 2301618 h 2649426"/>
              <a:gd name="connsiteX75" fmla="*/ 5077816 w 12192000"/>
              <a:gd name="connsiteY75" fmla="*/ 2292570 h 2649426"/>
              <a:gd name="connsiteX76" fmla="*/ 4911519 w 12192000"/>
              <a:gd name="connsiteY76" fmla="*/ 2285340 h 2649426"/>
              <a:gd name="connsiteX77" fmla="*/ 4822447 w 12192000"/>
              <a:gd name="connsiteY77" fmla="*/ 2292174 h 2649426"/>
              <a:gd name="connsiteX78" fmla="*/ 4670737 w 12192000"/>
              <a:gd name="connsiteY78" fmla="*/ 2321711 h 2649426"/>
              <a:gd name="connsiteX79" fmla="*/ 4489013 w 12192000"/>
              <a:gd name="connsiteY79" fmla="*/ 2338805 h 2649426"/>
              <a:gd name="connsiteX80" fmla="*/ 4431159 w 12192000"/>
              <a:gd name="connsiteY80" fmla="*/ 2347536 h 2649426"/>
              <a:gd name="connsiteX81" fmla="*/ 4273885 w 12192000"/>
              <a:gd name="connsiteY81" fmla="*/ 2379520 h 2649426"/>
              <a:gd name="connsiteX82" fmla="*/ 4116925 w 12192000"/>
              <a:gd name="connsiteY82" fmla="*/ 2417756 h 2649426"/>
              <a:gd name="connsiteX83" fmla="*/ 3988558 w 12192000"/>
              <a:gd name="connsiteY83" fmla="*/ 2475821 h 2649426"/>
              <a:gd name="connsiteX84" fmla="*/ 3894771 w 12192000"/>
              <a:gd name="connsiteY84" fmla="*/ 2494652 h 2649426"/>
              <a:gd name="connsiteX85" fmla="*/ 3721493 w 12192000"/>
              <a:gd name="connsiteY85" fmla="*/ 2497646 h 2649426"/>
              <a:gd name="connsiteX86" fmla="*/ 3504883 w 12192000"/>
              <a:gd name="connsiteY86" fmla="*/ 2503869 h 2649426"/>
              <a:gd name="connsiteX87" fmla="*/ 3431219 w 12192000"/>
              <a:gd name="connsiteY87" fmla="*/ 2502163 h 2649426"/>
              <a:gd name="connsiteX88" fmla="*/ 3151243 w 12192000"/>
              <a:gd name="connsiteY88" fmla="*/ 2492405 h 2649426"/>
              <a:gd name="connsiteX89" fmla="*/ 3044025 w 12192000"/>
              <a:gd name="connsiteY89" fmla="*/ 2485298 h 2649426"/>
              <a:gd name="connsiteX90" fmla="*/ 2864954 w 12192000"/>
              <a:gd name="connsiteY90" fmla="*/ 2456476 h 2649426"/>
              <a:gd name="connsiteX91" fmla="*/ 2739588 w 12192000"/>
              <a:gd name="connsiteY91" fmla="*/ 2457956 h 2649426"/>
              <a:gd name="connsiteX92" fmla="*/ 2706684 w 12192000"/>
              <a:gd name="connsiteY92" fmla="*/ 2454540 h 2649426"/>
              <a:gd name="connsiteX93" fmla="*/ 2348435 w 12192000"/>
              <a:gd name="connsiteY93" fmla="*/ 2449176 h 2649426"/>
              <a:gd name="connsiteX94" fmla="*/ 2194299 w 12192000"/>
              <a:gd name="connsiteY94" fmla="*/ 2475215 h 2649426"/>
              <a:gd name="connsiteX95" fmla="*/ 1983009 w 12192000"/>
              <a:gd name="connsiteY95" fmla="*/ 2463117 h 2649426"/>
              <a:gd name="connsiteX96" fmla="*/ 1885040 w 12192000"/>
              <a:gd name="connsiteY96" fmla="*/ 2475917 h 2649426"/>
              <a:gd name="connsiteX97" fmla="*/ 1773324 w 12192000"/>
              <a:gd name="connsiteY97" fmla="*/ 2471718 h 2649426"/>
              <a:gd name="connsiteX98" fmla="*/ 1685197 w 12192000"/>
              <a:gd name="connsiteY98" fmla="*/ 2466249 h 2649426"/>
              <a:gd name="connsiteX99" fmla="*/ 1566422 w 12192000"/>
              <a:gd name="connsiteY99" fmla="*/ 2455175 h 2649426"/>
              <a:gd name="connsiteX100" fmla="*/ 1300369 w 12192000"/>
              <a:gd name="connsiteY100" fmla="*/ 2444914 h 2649426"/>
              <a:gd name="connsiteX101" fmla="*/ 1081876 w 12192000"/>
              <a:gd name="connsiteY101" fmla="*/ 2476491 h 2649426"/>
              <a:gd name="connsiteX102" fmla="*/ 957561 w 12192000"/>
              <a:gd name="connsiteY102" fmla="*/ 2484124 h 2649426"/>
              <a:gd name="connsiteX103" fmla="*/ 822775 w 12192000"/>
              <a:gd name="connsiteY103" fmla="*/ 2542292 h 2649426"/>
              <a:gd name="connsiteX104" fmla="*/ 653171 w 12192000"/>
              <a:gd name="connsiteY104" fmla="*/ 2607266 h 2649426"/>
              <a:gd name="connsiteX105" fmla="*/ 511469 w 12192000"/>
              <a:gd name="connsiteY105" fmla="*/ 2598742 h 2649426"/>
              <a:gd name="connsiteX106" fmla="*/ 441281 w 12192000"/>
              <a:gd name="connsiteY106" fmla="*/ 2605939 h 2649426"/>
              <a:gd name="connsiteX107" fmla="*/ 297100 w 12192000"/>
              <a:gd name="connsiteY107" fmla="*/ 2639558 h 2649426"/>
              <a:gd name="connsiteX108" fmla="*/ 97385 w 12192000"/>
              <a:gd name="connsiteY108" fmla="*/ 2636063 h 2649426"/>
              <a:gd name="connsiteX109" fmla="*/ 48888 w 12192000"/>
              <a:gd name="connsiteY109" fmla="*/ 2641447 h 2649426"/>
              <a:gd name="connsiteX110" fmla="*/ 0 w 12192000"/>
              <a:gd name="connsiteY110" fmla="*/ 2649426 h 2649426"/>
              <a:gd name="connsiteX111" fmla="*/ 0 w 12192000"/>
              <a:gd name="connsiteY111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306407 w 12192000"/>
              <a:gd name="connsiteY24" fmla="*/ 1736146 h 2649426"/>
              <a:gd name="connsiteX25" fmla="*/ 9152929 w 12192000"/>
              <a:gd name="connsiteY25" fmla="*/ 1750379 h 2649426"/>
              <a:gd name="connsiteX26" fmla="*/ 9062807 w 12192000"/>
              <a:gd name="connsiteY26" fmla="*/ 1765741 h 2649426"/>
              <a:gd name="connsiteX27" fmla="*/ 9031250 w 12192000"/>
              <a:gd name="connsiteY27" fmla="*/ 1782330 h 2649426"/>
              <a:gd name="connsiteX28" fmla="*/ 8985382 w 12192000"/>
              <a:gd name="connsiteY28" fmla="*/ 1798267 h 2649426"/>
              <a:gd name="connsiteX29" fmla="*/ 8906505 w 12192000"/>
              <a:gd name="connsiteY29" fmla="*/ 1834715 h 2649426"/>
              <a:gd name="connsiteX30" fmla="*/ 8796926 w 12192000"/>
              <a:gd name="connsiteY30" fmla="*/ 1869211 h 2649426"/>
              <a:gd name="connsiteX31" fmla="*/ 8705687 w 12192000"/>
              <a:gd name="connsiteY31" fmla="*/ 1848419 h 2649426"/>
              <a:gd name="connsiteX32" fmla="*/ 8700414 w 12192000"/>
              <a:gd name="connsiteY32" fmla="*/ 1857766 h 2649426"/>
              <a:gd name="connsiteX33" fmla="*/ 8643017 w 12192000"/>
              <a:gd name="connsiteY33" fmla="*/ 1865810 h 2649426"/>
              <a:gd name="connsiteX34" fmla="*/ 8460271 w 12192000"/>
              <a:gd name="connsiteY34" fmla="*/ 1856718 h 2649426"/>
              <a:gd name="connsiteX35" fmla="*/ 8330326 w 12192000"/>
              <a:gd name="connsiteY35" fmla="*/ 1873969 h 2649426"/>
              <a:gd name="connsiteX36" fmla="*/ 8216222 w 12192000"/>
              <a:gd name="connsiteY36" fmla="*/ 1895553 h 2649426"/>
              <a:gd name="connsiteX37" fmla="*/ 8145462 w 12192000"/>
              <a:gd name="connsiteY37" fmla="*/ 1926758 h 2649426"/>
              <a:gd name="connsiteX38" fmla="*/ 8043728 w 12192000"/>
              <a:gd name="connsiteY38" fmla="*/ 1944200 h 2649426"/>
              <a:gd name="connsiteX39" fmla="*/ 7958999 w 12192000"/>
              <a:gd name="connsiteY39" fmla="*/ 1980667 h 2649426"/>
              <a:gd name="connsiteX40" fmla="*/ 7908348 w 12192000"/>
              <a:gd name="connsiteY40" fmla="*/ 1994348 h 2649426"/>
              <a:gd name="connsiteX41" fmla="*/ 7776470 w 12192000"/>
              <a:gd name="connsiteY41" fmla="*/ 2053315 h 2649426"/>
              <a:gd name="connsiteX42" fmla="*/ 7629097 w 12192000"/>
              <a:gd name="connsiteY42" fmla="*/ 2123292 h 2649426"/>
              <a:gd name="connsiteX43" fmla="*/ 7549398 w 12192000"/>
              <a:gd name="connsiteY43" fmla="*/ 2153051 h 2649426"/>
              <a:gd name="connsiteX44" fmla="*/ 7540934 w 12192000"/>
              <a:gd name="connsiteY44" fmla="*/ 2151418 h 2649426"/>
              <a:gd name="connsiteX45" fmla="*/ 7528900 w 12192000"/>
              <a:gd name="connsiteY45" fmla="*/ 2152107 h 2649426"/>
              <a:gd name="connsiteX46" fmla="*/ 7528656 w 12192000"/>
              <a:gd name="connsiteY46" fmla="*/ 2152584 h 2649426"/>
              <a:gd name="connsiteX47" fmla="*/ 7517280 w 12192000"/>
              <a:gd name="connsiteY47" fmla="*/ 2152327 h 2649426"/>
              <a:gd name="connsiteX48" fmla="*/ 7460956 w 12192000"/>
              <a:gd name="connsiteY48" fmla="*/ 2145255 h 2649426"/>
              <a:gd name="connsiteX49" fmla="*/ 7372921 w 12192000"/>
              <a:gd name="connsiteY49" fmla="*/ 2175069 h 2649426"/>
              <a:gd name="connsiteX50" fmla="*/ 7293703 w 12192000"/>
              <a:gd name="connsiteY50" fmla="*/ 2204721 h 2649426"/>
              <a:gd name="connsiteX51" fmla="*/ 7286955 w 12192000"/>
              <a:gd name="connsiteY51" fmla="*/ 2207494 h 2649426"/>
              <a:gd name="connsiteX52" fmla="*/ 7251199 w 12192000"/>
              <a:gd name="connsiteY52" fmla="*/ 2198184 h 2649426"/>
              <a:gd name="connsiteX53" fmla="*/ 7233016 w 12192000"/>
              <a:gd name="connsiteY53" fmla="*/ 2195902 h 2649426"/>
              <a:gd name="connsiteX54" fmla="*/ 7227281 w 12192000"/>
              <a:gd name="connsiteY54" fmla="*/ 2190042 h 2649426"/>
              <a:gd name="connsiteX55" fmla="*/ 7200745 w 12192000"/>
              <a:gd name="connsiteY55" fmla="*/ 2189321 h 2649426"/>
              <a:gd name="connsiteX56" fmla="*/ 7197924 w 12192000"/>
              <a:gd name="connsiteY56" fmla="*/ 2191205 h 2649426"/>
              <a:gd name="connsiteX57" fmla="*/ 7175198 w 12192000"/>
              <a:gd name="connsiteY57" fmla="*/ 2183294 h 2649426"/>
              <a:gd name="connsiteX58" fmla="*/ 7100681 w 12192000"/>
              <a:gd name="connsiteY58" fmla="*/ 2167822 h 2649426"/>
              <a:gd name="connsiteX59" fmla="*/ 6932665 w 12192000"/>
              <a:gd name="connsiteY59" fmla="*/ 2162157 h 2649426"/>
              <a:gd name="connsiteX60" fmla="*/ 6700029 w 12192000"/>
              <a:gd name="connsiteY60" fmla="*/ 2158310 h 2649426"/>
              <a:gd name="connsiteX61" fmla="*/ 6326162 w 12192000"/>
              <a:gd name="connsiteY61" fmla="*/ 2178632 h 2649426"/>
              <a:gd name="connsiteX62" fmla="*/ 6196177 w 12192000"/>
              <a:gd name="connsiteY62" fmla="*/ 2200059 h 2649426"/>
              <a:gd name="connsiteX63" fmla="*/ 6139086 w 12192000"/>
              <a:gd name="connsiteY63" fmla="*/ 2187339 h 2649426"/>
              <a:gd name="connsiteX64" fmla="*/ 6098878 w 12192000"/>
              <a:gd name="connsiteY64" fmla="*/ 2192939 h 2649426"/>
              <a:gd name="connsiteX65" fmla="*/ 6094339 w 12192000"/>
              <a:gd name="connsiteY65" fmla="*/ 2195871 h 2649426"/>
              <a:gd name="connsiteX66" fmla="*/ 6075163 w 12192000"/>
              <a:gd name="connsiteY66" fmla="*/ 2198856 h 2649426"/>
              <a:gd name="connsiteX67" fmla="*/ 6071016 w 12192000"/>
              <a:gd name="connsiteY67" fmla="*/ 2210639 h 2649426"/>
              <a:gd name="connsiteX68" fmla="*/ 6043058 w 12192000"/>
              <a:gd name="connsiteY68" fmla="*/ 2222971 h 2649426"/>
              <a:gd name="connsiteX69" fmla="*/ 5962031 w 12192000"/>
              <a:gd name="connsiteY69" fmla="*/ 2220873 h 2649426"/>
              <a:gd name="connsiteX70" fmla="*/ 5818648 w 12192000"/>
              <a:gd name="connsiteY70" fmla="*/ 2229309 h 2649426"/>
              <a:gd name="connsiteX71" fmla="*/ 5515979 w 12192000"/>
              <a:gd name="connsiteY71" fmla="*/ 2284946 h 2649426"/>
              <a:gd name="connsiteX72" fmla="*/ 5426280 w 12192000"/>
              <a:gd name="connsiteY72" fmla="*/ 2290560 h 2649426"/>
              <a:gd name="connsiteX73" fmla="*/ 5329896 w 12192000"/>
              <a:gd name="connsiteY73" fmla="*/ 2279209 h 2649426"/>
              <a:gd name="connsiteX74" fmla="*/ 5245363 w 12192000"/>
              <a:gd name="connsiteY74" fmla="*/ 2301618 h 2649426"/>
              <a:gd name="connsiteX75" fmla="*/ 5077816 w 12192000"/>
              <a:gd name="connsiteY75" fmla="*/ 2292570 h 2649426"/>
              <a:gd name="connsiteX76" fmla="*/ 4911519 w 12192000"/>
              <a:gd name="connsiteY76" fmla="*/ 2285340 h 2649426"/>
              <a:gd name="connsiteX77" fmla="*/ 4822447 w 12192000"/>
              <a:gd name="connsiteY77" fmla="*/ 2292174 h 2649426"/>
              <a:gd name="connsiteX78" fmla="*/ 4670737 w 12192000"/>
              <a:gd name="connsiteY78" fmla="*/ 2321711 h 2649426"/>
              <a:gd name="connsiteX79" fmla="*/ 4489013 w 12192000"/>
              <a:gd name="connsiteY79" fmla="*/ 2338805 h 2649426"/>
              <a:gd name="connsiteX80" fmla="*/ 4431159 w 12192000"/>
              <a:gd name="connsiteY80" fmla="*/ 2347536 h 2649426"/>
              <a:gd name="connsiteX81" fmla="*/ 4273885 w 12192000"/>
              <a:gd name="connsiteY81" fmla="*/ 2379520 h 2649426"/>
              <a:gd name="connsiteX82" fmla="*/ 4116925 w 12192000"/>
              <a:gd name="connsiteY82" fmla="*/ 2417756 h 2649426"/>
              <a:gd name="connsiteX83" fmla="*/ 3988558 w 12192000"/>
              <a:gd name="connsiteY83" fmla="*/ 2475821 h 2649426"/>
              <a:gd name="connsiteX84" fmla="*/ 3894771 w 12192000"/>
              <a:gd name="connsiteY84" fmla="*/ 2494652 h 2649426"/>
              <a:gd name="connsiteX85" fmla="*/ 3721493 w 12192000"/>
              <a:gd name="connsiteY85" fmla="*/ 2497646 h 2649426"/>
              <a:gd name="connsiteX86" fmla="*/ 3504883 w 12192000"/>
              <a:gd name="connsiteY86" fmla="*/ 2503869 h 2649426"/>
              <a:gd name="connsiteX87" fmla="*/ 3431219 w 12192000"/>
              <a:gd name="connsiteY87" fmla="*/ 2502163 h 2649426"/>
              <a:gd name="connsiteX88" fmla="*/ 3151243 w 12192000"/>
              <a:gd name="connsiteY88" fmla="*/ 2492405 h 2649426"/>
              <a:gd name="connsiteX89" fmla="*/ 3044025 w 12192000"/>
              <a:gd name="connsiteY89" fmla="*/ 2485298 h 2649426"/>
              <a:gd name="connsiteX90" fmla="*/ 2864954 w 12192000"/>
              <a:gd name="connsiteY90" fmla="*/ 2456476 h 2649426"/>
              <a:gd name="connsiteX91" fmla="*/ 2739588 w 12192000"/>
              <a:gd name="connsiteY91" fmla="*/ 2457956 h 2649426"/>
              <a:gd name="connsiteX92" fmla="*/ 2706684 w 12192000"/>
              <a:gd name="connsiteY92" fmla="*/ 2454540 h 2649426"/>
              <a:gd name="connsiteX93" fmla="*/ 2348435 w 12192000"/>
              <a:gd name="connsiteY93" fmla="*/ 2449176 h 2649426"/>
              <a:gd name="connsiteX94" fmla="*/ 2194299 w 12192000"/>
              <a:gd name="connsiteY94" fmla="*/ 2475215 h 2649426"/>
              <a:gd name="connsiteX95" fmla="*/ 1983009 w 12192000"/>
              <a:gd name="connsiteY95" fmla="*/ 2463117 h 2649426"/>
              <a:gd name="connsiteX96" fmla="*/ 1885040 w 12192000"/>
              <a:gd name="connsiteY96" fmla="*/ 2475917 h 2649426"/>
              <a:gd name="connsiteX97" fmla="*/ 1773324 w 12192000"/>
              <a:gd name="connsiteY97" fmla="*/ 2471718 h 2649426"/>
              <a:gd name="connsiteX98" fmla="*/ 1685197 w 12192000"/>
              <a:gd name="connsiteY98" fmla="*/ 2466249 h 2649426"/>
              <a:gd name="connsiteX99" fmla="*/ 1566422 w 12192000"/>
              <a:gd name="connsiteY99" fmla="*/ 2455175 h 2649426"/>
              <a:gd name="connsiteX100" fmla="*/ 1300369 w 12192000"/>
              <a:gd name="connsiteY100" fmla="*/ 2444914 h 2649426"/>
              <a:gd name="connsiteX101" fmla="*/ 1081876 w 12192000"/>
              <a:gd name="connsiteY101" fmla="*/ 2476491 h 2649426"/>
              <a:gd name="connsiteX102" fmla="*/ 957561 w 12192000"/>
              <a:gd name="connsiteY102" fmla="*/ 2484124 h 2649426"/>
              <a:gd name="connsiteX103" fmla="*/ 822775 w 12192000"/>
              <a:gd name="connsiteY103" fmla="*/ 2542292 h 2649426"/>
              <a:gd name="connsiteX104" fmla="*/ 653171 w 12192000"/>
              <a:gd name="connsiteY104" fmla="*/ 2607266 h 2649426"/>
              <a:gd name="connsiteX105" fmla="*/ 511469 w 12192000"/>
              <a:gd name="connsiteY105" fmla="*/ 2598742 h 2649426"/>
              <a:gd name="connsiteX106" fmla="*/ 441281 w 12192000"/>
              <a:gd name="connsiteY106" fmla="*/ 2605939 h 2649426"/>
              <a:gd name="connsiteX107" fmla="*/ 297100 w 12192000"/>
              <a:gd name="connsiteY107" fmla="*/ 2639558 h 2649426"/>
              <a:gd name="connsiteX108" fmla="*/ 97385 w 12192000"/>
              <a:gd name="connsiteY108" fmla="*/ 2636063 h 2649426"/>
              <a:gd name="connsiteX109" fmla="*/ 48888 w 12192000"/>
              <a:gd name="connsiteY109" fmla="*/ 2641447 h 2649426"/>
              <a:gd name="connsiteX110" fmla="*/ 0 w 12192000"/>
              <a:gd name="connsiteY110" fmla="*/ 2649426 h 2649426"/>
              <a:gd name="connsiteX111" fmla="*/ 0 w 12192000"/>
              <a:gd name="connsiteY111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152929 w 12192000"/>
              <a:gd name="connsiteY24" fmla="*/ 1750379 h 2649426"/>
              <a:gd name="connsiteX25" fmla="*/ 9062807 w 12192000"/>
              <a:gd name="connsiteY25" fmla="*/ 1765741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796926 w 12192000"/>
              <a:gd name="connsiteY29" fmla="*/ 186921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145462 w 12192000"/>
              <a:gd name="connsiteY36" fmla="*/ 1926758 h 2649426"/>
              <a:gd name="connsiteX37" fmla="*/ 8043728 w 12192000"/>
              <a:gd name="connsiteY37" fmla="*/ 1944200 h 2649426"/>
              <a:gd name="connsiteX38" fmla="*/ 7958999 w 12192000"/>
              <a:gd name="connsiteY38" fmla="*/ 1980667 h 2649426"/>
              <a:gd name="connsiteX39" fmla="*/ 7908348 w 12192000"/>
              <a:gd name="connsiteY39" fmla="*/ 1994348 h 2649426"/>
              <a:gd name="connsiteX40" fmla="*/ 7776470 w 12192000"/>
              <a:gd name="connsiteY40" fmla="*/ 2053315 h 2649426"/>
              <a:gd name="connsiteX41" fmla="*/ 7629097 w 12192000"/>
              <a:gd name="connsiteY41" fmla="*/ 2123292 h 2649426"/>
              <a:gd name="connsiteX42" fmla="*/ 7549398 w 12192000"/>
              <a:gd name="connsiteY42" fmla="*/ 2153051 h 2649426"/>
              <a:gd name="connsiteX43" fmla="*/ 7540934 w 12192000"/>
              <a:gd name="connsiteY43" fmla="*/ 2151418 h 2649426"/>
              <a:gd name="connsiteX44" fmla="*/ 7528900 w 12192000"/>
              <a:gd name="connsiteY44" fmla="*/ 2152107 h 2649426"/>
              <a:gd name="connsiteX45" fmla="*/ 7528656 w 12192000"/>
              <a:gd name="connsiteY45" fmla="*/ 2152584 h 2649426"/>
              <a:gd name="connsiteX46" fmla="*/ 7517280 w 12192000"/>
              <a:gd name="connsiteY46" fmla="*/ 2152327 h 2649426"/>
              <a:gd name="connsiteX47" fmla="*/ 7460956 w 12192000"/>
              <a:gd name="connsiteY47" fmla="*/ 2145255 h 2649426"/>
              <a:gd name="connsiteX48" fmla="*/ 7372921 w 12192000"/>
              <a:gd name="connsiteY48" fmla="*/ 2175069 h 2649426"/>
              <a:gd name="connsiteX49" fmla="*/ 7293703 w 12192000"/>
              <a:gd name="connsiteY49" fmla="*/ 2204721 h 2649426"/>
              <a:gd name="connsiteX50" fmla="*/ 7286955 w 12192000"/>
              <a:gd name="connsiteY50" fmla="*/ 2207494 h 2649426"/>
              <a:gd name="connsiteX51" fmla="*/ 7251199 w 12192000"/>
              <a:gd name="connsiteY51" fmla="*/ 2198184 h 2649426"/>
              <a:gd name="connsiteX52" fmla="*/ 7233016 w 12192000"/>
              <a:gd name="connsiteY52" fmla="*/ 2195902 h 2649426"/>
              <a:gd name="connsiteX53" fmla="*/ 7227281 w 12192000"/>
              <a:gd name="connsiteY53" fmla="*/ 2190042 h 2649426"/>
              <a:gd name="connsiteX54" fmla="*/ 7200745 w 12192000"/>
              <a:gd name="connsiteY54" fmla="*/ 2189321 h 2649426"/>
              <a:gd name="connsiteX55" fmla="*/ 7197924 w 12192000"/>
              <a:gd name="connsiteY55" fmla="*/ 2191205 h 2649426"/>
              <a:gd name="connsiteX56" fmla="*/ 7175198 w 12192000"/>
              <a:gd name="connsiteY56" fmla="*/ 2183294 h 2649426"/>
              <a:gd name="connsiteX57" fmla="*/ 7100681 w 12192000"/>
              <a:gd name="connsiteY57" fmla="*/ 2167822 h 2649426"/>
              <a:gd name="connsiteX58" fmla="*/ 6932665 w 12192000"/>
              <a:gd name="connsiteY58" fmla="*/ 2162157 h 2649426"/>
              <a:gd name="connsiteX59" fmla="*/ 6700029 w 12192000"/>
              <a:gd name="connsiteY59" fmla="*/ 2158310 h 2649426"/>
              <a:gd name="connsiteX60" fmla="*/ 6326162 w 12192000"/>
              <a:gd name="connsiteY60" fmla="*/ 2178632 h 2649426"/>
              <a:gd name="connsiteX61" fmla="*/ 6196177 w 12192000"/>
              <a:gd name="connsiteY61" fmla="*/ 2200059 h 2649426"/>
              <a:gd name="connsiteX62" fmla="*/ 6139086 w 12192000"/>
              <a:gd name="connsiteY62" fmla="*/ 2187339 h 2649426"/>
              <a:gd name="connsiteX63" fmla="*/ 6098878 w 12192000"/>
              <a:gd name="connsiteY63" fmla="*/ 2192939 h 2649426"/>
              <a:gd name="connsiteX64" fmla="*/ 6094339 w 12192000"/>
              <a:gd name="connsiteY64" fmla="*/ 2195871 h 2649426"/>
              <a:gd name="connsiteX65" fmla="*/ 6075163 w 12192000"/>
              <a:gd name="connsiteY65" fmla="*/ 2198856 h 2649426"/>
              <a:gd name="connsiteX66" fmla="*/ 6071016 w 12192000"/>
              <a:gd name="connsiteY66" fmla="*/ 2210639 h 2649426"/>
              <a:gd name="connsiteX67" fmla="*/ 6043058 w 12192000"/>
              <a:gd name="connsiteY67" fmla="*/ 2222971 h 2649426"/>
              <a:gd name="connsiteX68" fmla="*/ 5962031 w 12192000"/>
              <a:gd name="connsiteY68" fmla="*/ 2220873 h 2649426"/>
              <a:gd name="connsiteX69" fmla="*/ 5818648 w 12192000"/>
              <a:gd name="connsiteY69" fmla="*/ 2229309 h 2649426"/>
              <a:gd name="connsiteX70" fmla="*/ 5515979 w 12192000"/>
              <a:gd name="connsiteY70" fmla="*/ 2284946 h 2649426"/>
              <a:gd name="connsiteX71" fmla="*/ 5426280 w 12192000"/>
              <a:gd name="connsiteY71" fmla="*/ 2290560 h 2649426"/>
              <a:gd name="connsiteX72" fmla="*/ 5329896 w 12192000"/>
              <a:gd name="connsiteY72" fmla="*/ 2279209 h 2649426"/>
              <a:gd name="connsiteX73" fmla="*/ 5245363 w 12192000"/>
              <a:gd name="connsiteY73" fmla="*/ 2301618 h 2649426"/>
              <a:gd name="connsiteX74" fmla="*/ 5077816 w 12192000"/>
              <a:gd name="connsiteY74" fmla="*/ 2292570 h 2649426"/>
              <a:gd name="connsiteX75" fmla="*/ 4911519 w 12192000"/>
              <a:gd name="connsiteY75" fmla="*/ 2285340 h 2649426"/>
              <a:gd name="connsiteX76" fmla="*/ 4822447 w 12192000"/>
              <a:gd name="connsiteY76" fmla="*/ 2292174 h 2649426"/>
              <a:gd name="connsiteX77" fmla="*/ 4670737 w 12192000"/>
              <a:gd name="connsiteY77" fmla="*/ 2321711 h 2649426"/>
              <a:gd name="connsiteX78" fmla="*/ 4489013 w 12192000"/>
              <a:gd name="connsiteY78" fmla="*/ 2338805 h 2649426"/>
              <a:gd name="connsiteX79" fmla="*/ 4431159 w 12192000"/>
              <a:gd name="connsiteY79" fmla="*/ 2347536 h 2649426"/>
              <a:gd name="connsiteX80" fmla="*/ 4273885 w 12192000"/>
              <a:gd name="connsiteY80" fmla="*/ 2379520 h 2649426"/>
              <a:gd name="connsiteX81" fmla="*/ 4116925 w 12192000"/>
              <a:gd name="connsiteY81" fmla="*/ 2417756 h 2649426"/>
              <a:gd name="connsiteX82" fmla="*/ 3988558 w 12192000"/>
              <a:gd name="connsiteY82" fmla="*/ 2475821 h 2649426"/>
              <a:gd name="connsiteX83" fmla="*/ 3894771 w 12192000"/>
              <a:gd name="connsiteY83" fmla="*/ 2494652 h 2649426"/>
              <a:gd name="connsiteX84" fmla="*/ 3721493 w 12192000"/>
              <a:gd name="connsiteY84" fmla="*/ 2497646 h 2649426"/>
              <a:gd name="connsiteX85" fmla="*/ 3504883 w 12192000"/>
              <a:gd name="connsiteY85" fmla="*/ 2503869 h 2649426"/>
              <a:gd name="connsiteX86" fmla="*/ 3431219 w 12192000"/>
              <a:gd name="connsiteY86" fmla="*/ 2502163 h 2649426"/>
              <a:gd name="connsiteX87" fmla="*/ 3151243 w 12192000"/>
              <a:gd name="connsiteY87" fmla="*/ 2492405 h 2649426"/>
              <a:gd name="connsiteX88" fmla="*/ 3044025 w 12192000"/>
              <a:gd name="connsiteY88" fmla="*/ 2485298 h 2649426"/>
              <a:gd name="connsiteX89" fmla="*/ 2864954 w 12192000"/>
              <a:gd name="connsiteY89" fmla="*/ 2456476 h 2649426"/>
              <a:gd name="connsiteX90" fmla="*/ 2739588 w 12192000"/>
              <a:gd name="connsiteY90" fmla="*/ 2457956 h 2649426"/>
              <a:gd name="connsiteX91" fmla="*/ 2706684 w 12192000"/>
              <a:gd name="connsiteY91" fmla="*/ 2454540 h 2649426"/>
              <a:gd name="connsiteX92" fmla="*/ 2348435 w 12192000"/>
              <a:gd name="connsiteY92" fmla="*/ 2449176 h 2649426"/>
              <a:gd name="connsiteX93" fmla="*/ 2194299 w 12192000"/>
              <a:gd name="connsiteY93" fmla="*/ 2475215 h 2649426"/>
              <a:gd name="connsiteX94" fmla="*/ 1983009 w 12192000"/>
              <a:gd name="connsiteY94" fmla="*/ 2463117 h 2649426"/>
              <a:gd name="connsiteX95" fmla="*/ 1885040 w 12192000"/>
              <a:gd name="connsiteY95" fmla="*/ 2475917 h 2649426"/>
              <a:gd name="connsiteX96" fmla="*/ 1773324 w 12192000"/>
              <a:gd name="connsiteY96" fmla="*/ 2471718 h 2649426"/>
              <a:gd name="connsiteX97" fmla="*/ 1685197 w 12192000"/>
              <a:gd name="connsiteY97" fmla="*/ 2466249 h 2649426"/>
              <a:gd name="connsiteX98" fmla="*/ 1566422 w 12192000"/>
              <a:gd name="connsiteY98" fmla="*/ 2455175 h 2649426"/>
              <a:gd name="connsiteX99" fmla="*/ 1300369 w 12192000"/>
              <a:gd name="connsiteY99" fmla="*/ 2444914 h 2649426"/>
              <a:gd name="connsiteX100" fmla="*/ 1081876 w 12192000"/>
              <a:gd name="connsiteY100" fmla="*/ 2476491 h 2649426"/>
              <a:gd name="connsiteX101" fmla="*/ 957561 w 12192000"/>
              <a:gd name="connsiteY101" fmla="*/ 2484124 h 2649426"/>
              <a:gd name="connsiteX102" fmla="*/ 822775 w 12192000"/>
              <a:gd name="connsiteY102" fmla="*/ 2542292 h 2649426"/>
              <a:gd name="connsiteX103" fmla="*/ 653171 w 12192000"/>
              <a:gd name="connsiteY103" fmla="*/ 2607266 h 2649426"/>
              <a:gd name="connsiteX104" fmla="*/ 511469 w 12192000"/>
              <a:gd name="connsiteY104" fmla="*/ 2598742 h 2649426"/>
              <a:gd name="connsiteX105" fmla="*/ 441281 w 12192000"/>
              <a:gd name="connsiteY105" fmla="*/ 2605939 h 2649426"/>
              <a:gd name="connsiteX106" fmla="*/ 297100 w 12192000"/>
              <a:gd name="connsiteY106" fmla="*/ 2639558 h 2649426"/>
              <a:gd name="connsiteX107" fmla="*/ 97385 w 12192000"/>
              <a:gd name="connsiteY107" fmla="*/ 2636063 h 2649426"/>
              <a:gd name="connsiteX108" fmla="*/ 48888 w 12192000"/>
              <a:gd name="connsiteY108" fmla="*/ 2641447 h 2649426"/>
              <a:gd name="connsiteX109" fmla="*/ 0 w 12192000"/>
              <a:gd name="connsiteY109" fmla="*/ 2649426 h 2649426"/>
              <a:gd name="connsiteX110" fmla="*/ 0 w 12192000"/>
              <a:gd name="connsiteY11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062807 w 12192000"/>
              <a:gd name="connsiteY25" fmla="*/ 1765741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796926 w 12192000"/>
              <a:gd name="connsiteY29" fmla="*/ 186921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145462 w 12192000"/>
              <a:gd name="connsiteY36" fmla="*/ 1926758 h 2649426"/>
              <a:gd name="connsiteX37" fmla="*/ 8043728 w 12192000"/>
              <a:gd name="connsiteY37" fmla="*/ 1944200 h 2649426"/>
              <a:gd name="connsiteX38" fmla="*/ 7958999 w 12192000"/>
              <a:gd name="connsiteY38" fmla="*/ 1980667 h 2649426"/>
              <a:gd name="connsiteX39" fmla="*/ 7908348 w 12192000"/>
              <a:gd name="connsiteY39" fmla="*/ 1994348 h 2649426"/>
              <a:gd name="connsiteX40" fmla="*/ 7776470 w 12192000"/>
              <a:gd name="connsiteY40" fmla="*/ 2053315 h 2649426"/>
              <a:gd name="connsiteX41" fmla="*/ 7629097 w 12192000"/>
              <a:gd name="connsiteY41" fmla="*/ 2123292 h 2649426"/>
              <a:gd name="connsiteX42" fmla="*/ 7549398 w 12192000"/>
              <a:gd name="connsiteY42" fmla="*/ 2153051 h 2649426"/>
              <a:gd name="connsiteX43" fmla="*/ 7540934 w 12192000"/>
              <a:gd name="connsiteY43" fmla="*/ 2151418 h 2649426"/>
              <a:gd name="connsiteX44" fmla="*/ 7528900 w 12192000"/>
              <a:gd name="connsiteY44" fmla="*/ 2152107 h 2649426"/>
              <a:gd name="connsiteX45" fmla="*/ 7528656 w 12192000"/>
              <a:gd name="connsiteY45" fmla="*/ 2152584 h 2649426"/>
              <a:gd name="connsiteX46" fmla="*/ 7517280 w 12192000"/>
              <a:gd name="connsiteY46" fmla="*/ 2152327 h 2649426"/>
              <a:gd name="connsiteX47" fmla="*/ 7460956 w 12192000"/>
              <a:gd name="connsiteY47" fmla="*/ 2145255 h 2649426"/>
              <a:gd name="connsiteX48" fmla="*/ 7372921 w 12192000"/>
              <a:gd name="connsiteY48" fmla="*/ 2175069 h 2649426"/>
              <a:gd name="connsiteX49" fmla="*/ 7293703 w 12192000"/>
              <a:gd name="connsiteY49" fmla="*/ 2204721 h 2649426"/>
              <a:gd name="connsiteX50" fmla="*/ 7286955 w 12192000"/>
              <a:gd name="connsiteY50" fmla="*/ 2207494 h 2649426"/>
              <a:gd name="connsiteX51" fmla="*/ 7251199 w 12192000"/>
              <a:gd name="connsiteY51" fmla="*/ 2198184 h 2649426"/>
              <a:gd name="connsiteX52" fmla="*/ 7233016 w 12192000"/>
              <a:gd name="connsiteY52" fmla="*/ 2195902 h 2649426"/>
              <a:gd name="connsiteX53" fmla="*/ 7227281 w 12192000"/>
              <a:gd name="connsiteY53" fmla="*/ 2190042 h 2649426"/>
              <a:gd name="connsiteX54" fmla="*/ 7200745 w 12192000"/>
              <a:gd name="connsiteY54" fmla="*/ 2189321 h 2649426"/>
              <a:gd name="connsiteX55" fmla="*/ 7197924 w 12192000"/>
              <a:gd name="connsiteY55" fmla="*/ 2191205 h 2649426"/>
              <a:gd name="connsiteX56" fmla="*/ 7175198 w 12192000"/>
              <a:gd name="connsiteY56" fmla="*/ 2183294 h 2649426"/>
              <a:gd name="connsiteX57" fmla="*/ 7100681 w 12192000"/>
              <a:gd name="connsiteY57" fmla="*/ 2167822 h 2649426"/>
              <a:gd name="connsiteX58" fmla="*/ 6932665 w 12192000"/>
              <a:gd name="connsiteY58" fmla="*/ 2162157 h 2649426"/>
              <a:gd name="connsiteX59" fmla="*/ 6700029 w 12192000"/>
              <a:gd name="connsiteY59" fmla="*/ 2158310 h 2649426"/>
              <a:gd name="connsiteX60" fmla="*/ 6326162 w 12192000"/>
              <a:gd name="connsiteY60" fmla="*/ 2178632 h 2649426"/>
              <a:gd name="connsiteX61" fmla="*/ 6196177 w 12192000"/>
              <a:gd name="connsiteY61" fmla="*/ 2200059 h 2649426"/>
              <a:gd name="connsiteX62" fmla="*/ 6139086 w 12192000"/>
              <a:gd name="connsiteY62" fmla="*/ 2187339 h 2649426"/>
              <a:gd name="connsiteX63" fmla="*/ 6098878 w 12192000"/>
              <a:gd name="connsiteY63" fmla="*/ 2192939 h 2649426"/>
              <a:gd name="connsiteX64" fmla="*/ 6094339 w 12192000"/>
              <a:gd name="connsiteY64" fmla="*/ 2195871 h 2649426"/>
              <a:gd name="connsiteX65" fmla="*/ 6075163 w 12192000"/>
              <a:gd name="connsiteY65" fmla="*/ 2198856 h 2649426"/>
              <a:gd name="connsiteX66" fmla="*/ 6071016 w 12192000"/>
              <a:gd name="connsiteY66" fmla="*/ 2210639 h 2649426"/>
              <a:gd name="connsiteX67" fmla="*/ 6043058 w 12192000"/>
              <a:gd name="connsiteY67" fmla="*/ 2222971 h 2649426"/>
              <a:gd name="connsiteX68" fmla="*/ 5962031 w 12192000"/>
              <a:gd name="connsiteY68" fmla="*/ 2220873 h 2649426"/>
              <a:gd name="connsiteX69" fmla="*/ 5818648 w 12192000"/>
              <a:gd name="connsiteY69" fmla="*/ 2229309 h 2649426"/>
              <a:gd name="connsiteX70" fmla="*/ 5515979 w 12192000"/>
              <a:gd name="connsiteY70" fmla="*/ 2284946 h 2649426"/>
              <a:gd name="connsiteX71" fmla="*/ 5426280 w 12192000"/>
              <a:gd name="connsiteY71" fmla="*/ 2290560 h 2649426"/>
              <a:gd name="connsiteX72" fmla="*/ 5329896 w 12192000"/>
              <a:gd name="connsiteY72" fmla="*/ 2279209 h 2649426"/>
              <a:gd name="connsiteX73" fmla="*/ 5245363 w 12192000"/>
              <a:gd name="connsiteY73" fmla="*/ 2301618 h 2649426"/>
              <a:gd name="connsiteX74" fmla="*/ 5077816 w 12192000"/>
              <a:gd name="connsiteY74" fmla="*/ 2292570 h 2649426"/>
              <a:gd name="connsiteX75" fmla="*/ 4911519 w 12192000"/>
              <a:gd name="connsiteY75" fmla="*/ 2285340 h 2649426"/>
              <a:gd name="connsiteX76" fmla="*/ 4822447 w 12192000"/>
              <a:gd name="connsiteY76" fmla="*/ 2292174 h 2649426"/>
              <a:gd name="connsiteX77" fmla="*/ 4670737 w 12192000"/>
              <a:gd name="connsiteY77" fmla="*/ 2321711 h 2649426"/>
              <a:gd name="connsiteX78" fmla="*/ 4489013 w 12192000"/>
              <a:gd name="connsiteY78" fmla="*/ 2338805 h 2649426"/>
              <a:gd name="connsiteX79" fmla="*/ 4431159 w 12192000"/>
              <a:gd name="connsiteY79" fmla="*/ 2347536 h 2649426"/>
              <a:gd name="connsiteX80" fmla="*/ 4273885 w 12192000"/>
              <a:gd name="connsiteY80" fmla="*/ 2379520 h 2649426"/>
              <a:gd name="connsiteX81" fmla="*/ 4116925 w 12192000"/>
              <a:gd name="connsiteY81" fmla="*/ 2417756 h 2649426"/>
              <a:gd name="connsiteX82" fmla="*/ 3988558 w 12192000"/>
              <a:gd name="connsiteY82" fmla="*/ 2475821 h 2649426"/>
              <a:gd name="connsiteX83" fmla="*/ 3894771 w 12192000"/>
              <a:gd name="connsiteY83" fmla="*/ 2494652 h 2649426"/>
              <a:gd name="connsiteX84" fmla="*/ 3721493 w 12192000"/>
              <a:gd name="connsiteY84" fmla="*/ 2497646 h 2649426"/>
              <a:gd name="connsiteX85" fmla="*/ 3504883 w 12192000"/>
              <a:gd name="connsiteY85" fmla="*/ 2503869 h 2649426"/>
              <a:gd name="connsiteX86" fmla="*/ 3431219 w 12192000"/>
              <a:gd name="connsiteY86" fmla="*/ 2502163 h 2649426"/>
              <a:gd name="connsiteX87" fmla="*/ 3151243 w 12192000"/>
              <a:gd name="connsiteY87" fmla="*/ 2492405 h 2649426"/>
              <a:gd name="connsiteX88" fmla="*/ 3044025 w 12192000"/>
              <a:gd name="connsiteY88" fmla="*/ 2485298 h 2649426"/>
              <a:gd name="connsiteX89" fmla="*/ 2864954 w 12192000"/>
              <a:gd name="connsiteY89" fmla="*/ 2456476 h 2649426"/>
              <a:gd name="connsiteX90" fmla="*/ 2739588 w 12192000"/>
              <a:gd name="connsiteY90" fmla="*/ 2457956 h 2649426"/>
              <a:gd name="connsiteX91" fmla="*/ 2706684 w 12192000"/>
              <a:gd name="connsiteY91" fmla="*/ 2454540 h 2649426"/>
              <a:gd name="connsiteX92" fmla="*/ 2348435 w 12192000"/>
              <a:gd name="connsiteY92" fmla="*/ 2449176 h 2649426"/>
              <a:gd name="connsiteX93" fmla="*/ 2194299 w 12192000"/>
              <a:gd name="connsiteY93" fmla="*/ 2475215 h 2649426"/>
              <a:gd name="connsiteX94" fmla="*/ 1983009 w 12192000"/>
              <a:gd name="connsiteY94" fmla="*/ 2463117 h 2649426"/>
              <a:gd name="connsiteX95" fmla="*/ 1885040 w 12192000"/>
              <a:gd name="connsiteY95" fmla="*/ 2475917 h 2649426"/>
              <a:gd name="connsiteX96" fmla="*/ 1773324 w 12192000"/>
              <a:gd name="connsiteY96" fmla="*/ 2471718 h 2649426"/>
              <a:gd name="connsiteX97" fmla="*/ 1685197 w 12192000"/>
              <a:gd name="connsiteY97" fmla="*/ 2466249 h 2649426"/>
              <a:gd name="connsiteX98" fmla="*/ 1566422 w 12192000"/>
              <a:gd name="connsiteY98" fmla="*/ 2455175 h 2649426"/>
              <a:gd name="connsiteX99" fmla="*/ 1300369 w 12192000"/>
              <a:gd name="connsiteY99" fmla="*/ 2444914 h 2649426"/>
              <a:gd name="connsiteX100" fmla="*/ 1081876 w 12192000"/>
              <a:gd name="connsiteY100" fmla="*/ 2476491 h 2649426"/>
              <a:gd name="connsiteX101" fmla="*/ 957561 w 12192000"/>
              <a:gd name="connsiteY101" fmla="*/ 2484124 h 2649426"/>
              <a:gd name="connsiteX102" fmla="*/ 822775 w 12192000"/>
              <a:gd name="connsiteY102" fmla="*/ 2542292 h 2649426"/>
              <a:gd name="connsiteX103" fmla="*/ 653171 w 12192000"/>
              <a:gd name="connsiteY103" fmla="*/ 2607266 h 2649426"/>
              <a:gd name="connsiteX104" fmla="*/ 511469 w 12192000"/>
              <a:gd name="connsiteY104" fmla="*/ 2598742 h 2649426"/>
              <a:gd name="connsiteX105" fmla="*/ 441281 w 12192000"/>
              <a:gd name="connsiteY105" fmla="*/ 2605939 h 2649426"/>
              <a:gd name="connsiteX106" fmla="*/ 297100 w 12192000"/>
              <a:gd name="connsiteY106" fmla="*/ 2639558 h 2649426"/>
              <a:gd name="connsiteX107" fmla="*/ 97385 w 12192000"/>
              <a:gd name="connsiteY107" fmla="*/ 2636063 h 2649426"/>
              <a:gd name="connsiteX108" fmla="*/ 48888 w 12192000"/>
              <a:gd name="connsiteY108" fmla="*/ 2641447 h 2649426"/>
              <a:gd name="connsiteX109" fmla="*/ 0 w 12192000"/>
              <a:gd name="connsiteY109" fmla="*/ 2649426 h 2649426"/>
              <a:gd name="connsiteX110" fmla="*/ 0 w 12192000"/>
              <a:gd name="connsiteY11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796926 w 12192000"/>
              <a:gd name="connsiteY29" fmla="*/ 186921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145462 w 12192000"/>
              <a:gd name="connsiteY36" fmla="*/ 1926758 h 2649426"/>
              <a:gd name="connsiteX37" fmla="*/ 8043728 w 12192000"/>
              <a:gd name="connsiteY37" fmla="*/ 1944200 h 2649426"/>
              <a:gd name="connsiteX38" fmla="*/ 7958999 w 12192000"/>
              <a:gd name="connsiteY38" fmla="*/ 1980667 h 2649426"/>
              <a:gd name="connsiteX39" fmla="*/ 7908348 w 12192000"/>
              <a:gd name="connsiteY39" fmla="*/ 1994348 h 2649426"/>
              <a:gd name="connsiteX40" fmla="*/ 7776470 w 12192000"/>
              <a:gd name="connsiteY40" fmla="*/ 2053315 h 2649426"/>
              <a:gd name="connsiteX41" fmla="*/ 7629097 w 12192000"/>
              <a:gd name="connsiteY41" fmla="*/ 2123292 h 2649426"/>
              <a:gd name="connsiteX42" fmla="*/ 7549398 w 12192000"/>
              <a:gd name="connsiteY42" fmla="*/ 2153051 h 2649426"/>
              <a:gd name="connsiteX43" fmla="*/ 7540934 w 12192000"/>
              <a:gd name="connsiteY43" fmla="*/ 2151418 h 2649426"/>
              <a:gd name="connsiteX44" fmla="*/ 7528900 w 12192000"/>
              <a:gd name="connsiteY44" fmla="*/ 2152107 h 2649426"/>
              <a:gd name="connsiteX45" fmla="*/ 7528656 w 12192000"/>
              <a:gd name="connsiteY45" fmla="*/ 2152584 h 2649426"/>
              <a:gd name="connsiteX46" fmla="*/ 7517280 w 12192000"/>
              <a:gd name="connsiteY46" fmla="*/ 2152327 h 2649426"/>
              <a:gd name="connsiteX47" fmla="*/ 7460956 w 12192000"/>
              <a:gd name="connsiteY47" fmla="*/ 2145255 h 2649426"/>
              <a:gd name="connsiteX48" fmla="*/ 7372921 w 12192000"/>
              <a:gd name="connsiteY48" fmla="*/ 2175069 h 2649426"/>
              <a:gd name="connsiteX49" fmla="*/ 7293703 w 12192000"/>
              <a:gd name="connsiteY49" fmla="*/ 2204721 h 2649426"/>
              <a:gd name="connsiteX50" fmla="*/ 7286955 w 12192000"/>
              <a:gd name="connsiteY50" fmla="*/ 2207494 h 2649426"/>
              <a:gd name="connsiteX51" fmla="*/ 7251199 w 12192000"/>
              <a:gd name="connsiteY51" fmla="*/ 2198184 h 2649426"/>
              <a:gd name="connsiteX52" fmla="*/ 7233016 w 12192000"/>
              <a:gd name="connsiteY52" fmla="*/ 2195902 h 2649426"/>
              <a:gd name="connsiteX53" fmla="*/ 7227281 w 12192000"/>
              <a:gd name="connsiteY53" fmla="*/ 2190042 h 2649426"/>
              <a:gd name="connsiteX54" fmla="*/ 7200745 w 12192000"/>
              <a:gd name="connsiteY54" fmla="*/ 2189321 h 2649426"/>
              <a:gd name="connsiteX55" fmla="*/ 7197924 w 12192000"/>
              <a:gd name="connsiteY55" fmla="*/ 2191205 h 2649426"/>
              <a:gd name="connsiteX56" fmla="*/ 7175198 w 12192000"/>
              <a:gd name="connsiteY56" fmla="*/ 2183294 h 2649426"/>
              <a:gd name="connsiteX57" fmla="*/ 7100681 w 12192000"/>
              <a:gd name="connsiteY57" fmla="*/ 2167822 h 2649426"/>
              <a:gd name="connsiteX58" fmla="*/ 6932665 w 12192000"/>
              <a:gd name="connsiteY58" fmla="*/ 2162157 h 2649426"/>
              <a:gd name="connsiteX59" fmla="*/ 6700029 w 12192000"/>
              <a:gd name="connsiteY59" fmla="*/ 2158310 h 2649426"/>
              <a:gd name="connsiteX60" fmla="*/ 6326162 w 12192000"/>
              <a:gd name="connsiteY60" fmla="*/ 2178632 h 2649426"/>
              <a:gd name="connsiteX61" fmla="*/ 6196177 w 12192000"/>
              <a:gd name="connsiteY61" fmla="*/ 2200059 h 2649426"/>
              <a:gd name="connsiteX62" fmla="*/ 6139086 w 12192000"/>
              <a:gd name="connsiteY62" fmla="*/ 2187339 h 2649426"/>
              <a:gd name="connsiteX63" fmla="*/ 6098878 w 12192000"/>
              <a:gd name="connsiteY63" fmla="*/ 2192939 h 2649426"/>
              <a:gd name="connsiteX64" fmla="*/ 6094339 w 12192000"/>
              <a:gd name="connsiteY64" fmla="*/ 2195871 h 2649426"/>
              <a:gd name="connsiteX65" fmla="*/ 6075163 w 12192000"/>
              <a:gd name="connsiteY65" fmla="*/ 2198856 h 2649426"/>
              <a:gd name="connsiteX66" fmla="*/ 6071016 w 12192000"/>
              <a:gd name="connsiteY66" fmla="*/ 2210639 h 2649426"/>
              <a:gd name="connsiteX67" fmla="*/ 6043058 w 12192000"/>
              <a:gd name="connsiteY67" fmla="*/ 2222971 h 2649426"/>
              <a:gd name="connsiteX68" fmla="*/ 5962031 w 12192000"/>
              <a:gd name="connsiteY68" fmla="*/ 2220873 h 2649426"/>
              <a:gd name="connsiteX69" fmla="*/ 5818648 w 12192000"/>
              <a:gd name="connsiteY69" fmla="*/ 2229309 h 2649426"/>
              <a:gd name="connsiteX70" fmla="*/ 5515979 w 12192000"/>
              <a:gd name="connsiteY70" fmla="*/ 2284946 h 2649426"/>
              <a:gd name="connsiteX71" fmla="*/ 5426280 w 12192000"/>
              <a:gd name="connsiteY71" fmla="*/ 2290560 h 2649426"/>
              <a:gd name="connsiteX72" fmla="*/ 5329896 w 12192000"/>
              <a:gd name="connsiteY72" fmla="*/ 2279209 h 2649426"/>
              <a:gd name="connsiteX73" fmla="*/ 5245363 w 12192000"/>
              <a:gd name="connsiteY73" fmla="*/ 2301618 h 2649426"/>
              <a:gd name="connsiteX74" fmla="*/ 5077816 w 12192000"/>
              <a:gd name="connsiteY74" fmla="*/ 2292570 h 2649426"/>
              <a:gd name="connsiteX75" fmla="*/ 4911519 w 12192000"/>
              <a:gd name="connsiteY75" fmla="*/ 2285340 h 2649426"/>
              <a:gd name="connsiteX76" fmla="*/ 4822447 w 12192000"/>
              <a:gd name="connsiteY76" fmla="*/ 2292174 h 2649426"/>
              <a:gd name="connsiteX77" fmla="*/ 4670737 w 12192000"/>
              <a:gd name="connsiteY77" fmla="*/ 2321711 h 2649426"/>
              <a:gd name="connsiteX78" fmla="*/ 4489013 w 12192000"/>
              <a:gd name="connsiteY78" fmla="*/ 2338805 h 2649426"/>
              <a:gd name="connsiteX79" fmla="*/ 4431159 w 12192000"/>
              <a:gd name="connsiteY79" fmla="*/ 2347536 h 2649426"/>
              <a:gd name="connsiteX80" fmla="*/ 4273885 w 12192000"/>
              <a:gd name="connsiteY80" fmla="*/ 2379520 h 2649426"/>
              <a:gd name="connsiteX81" fmla="*/ 4116925 w 12192000"/>
              <a:gd name="connsiteY81" fmla="*/ 2417756 h 2649426"/>
              <a:gd name="connsiteX82" fmla="*/ 3988558 w 12192000"/>
              <a:gd name="connsiteY82" fmla="*/ 2475821 h 2649426"/>
              <a:gd name="connsiteX83" fmla="*/ 3894771 w 12192000"/>
              <a:gd name="connsiteY83" fmla="*/ 2494652 h 2649426"/>
              <a:gd name="connsiteX84" fmla="*/ 3721493 w 12192000"/>
              <a:gd name="connsiteY84" fmla="*/ 2497646 h 2649426"/>
              <a:gd name="connsiteX85" fmla="*/ 3504883 w 12192000"/>
              <a:gd name="connsiteY85" fmla="*/ 2503869 h 2649426"/>
              <a:gd name="connsiteX86" fmla="*/ 3431219 w 12192000"/>
              <a:gd name="connsiteY86" fmla="*/ 2502163 h 2649426"/>
              <a:gd name="connsiteX87" fmla="*/ 3151243 w 12192000"/>
              <a:gd name="connsiteY87" fmla="*/ 2492405 h 2649426"/>
              <a:gd name="connsiteX88" fmla="*/ 3044025 w 12192000"/>
              <a:gd name="connsiteY88" fmla="*/ 2485298 h 2649426"/>
              <a:gd name="connsiteX89" fmla="*/ 2864954 w 12192000"/>
              <a:gd name="connsiteY89" fmla="*/ 2456476 h 2649426"/>
              <a:gd name="connsiteX90" fmla="*/ 2739588 w 12192000"/>
              <a:gd name="connsiteY90" fmla="*/ 2457956 h 2649426"/>
              <a:gd name="connsiteX91" fmla="*/ 2706684 w 12192000"/>
              <a:gd name="connsiteY91" fmla="*/ 2454540 h 2649426"/>
              <a:gd name="connsiteX92" fmla="*/ 2348435 w 12192000"/>
              <a:gd name="connsiteY92" fmla="*/ 2449176 h 2649426"/>
              <a:gd name="connsiteX93" fmla="*/ 2194299 w 12192000"/>
              <a:gd name="connsiteY93" fmla="*/ 2475215 h 2649426"/>
              <a:gd name="connsiteX94" fmla="*/ 1983009 w 12192000"/>
              <a:gd name="connsiteY94" fmla="*/ 2463117 h 2649426"/>
              <a:gd name="connsiteX95" fmla="*/ 1885040 w 12192000"/>
              <a:gd name="connsiteY95" fmla="*/ 2475917 h 2649426"/>
              <a:gd name="connsiteX96" fmla="*/ 1773324 w 12192000"/>
              <a:gd name="connsiteY96" fmla="*/ 2471718 h 2649426"/>
              <a:gd name="connsiteX97" fmla="*/ 1685197 w 12192000"/>
              <a:gd name="connsiteY97" fmla="*/ 2466249 h 2649426"/>
              <a:gd name="connsiteX98" fmla="*/ 1566422 w 12192000"/>
              <a:gd name="connsiteY98" fmla="*/ 2455175 h 2649426"/>
              <a:gd name="connsiteX99" fmla="*/ 1300369 w 12192000"/>
              <a:gd name="connsiteY99" fmla="*/ 2444914 h 2649426"/>
              <a:gd name="connsiteX100" fmla="*/ 1081876 w 12192000"/>
              <a:gd name="connsiteY100" fmla="*/ 2476491 h 2649426"/>
              <a:gd name="connsiteX101" fmla="*/ 957561 w 12192000"/>
              <a:gd name="connsiteY101" fmla="*/ 2484124 h 2649426"/>
              <a:gd name="connsiteX102" fmla="*/ 822775 w 12192000"/>
              <a:gd name="connsiteY102" fmla="*/ 2542292 h 2649426"/>
              <a:gd name="connsiteX103" fmla="*/ 653171 w 12192000"/>
              <a:gd name="connsiteY103" fmla="*/ 2607266 h 2649426"/>
              <a:gd name="connsiteX104" fmla="*/ 511469 w 12192000"/>
              <a:gd name="connsiteY104" fmla="*/ 2598742 h 2649426"/>
              <a:gd name="connsiteX105" fmla="*/ 441281 w 12192000"/>
              <a:gd name="connsiteY105" fmla="*/ 2605939 h 2649426"/>
              <a:gd name="connsiteX106" fmla="*/ 297100 w 12192000"/>
              <a:gd name="connsiteY106" fmla="*/ 2639558 h 2649426"/>
              <a:gd name="connsiteX107" fmla="*/ 97385 w 12192000"/>
              <a:gd name="connsiteY107" fmla="*/ 2636063 h 2649426"/>
              <a:gd name="connsiteX108" fmla="*/ 48888 w 12192000"/>
              <a:gd name="connsiteY108" fmla="*/ 2641447 h 2649426"/>
              <a:gd name="connsiteX109" fmla="*/ 0 w 12192000"/>
              <a:gd name="connsiteY109" fmla="*/ 2649426 h 2649426"/>
              <a:gd name="connsiteX110" fmla="*/ 0 w 12192000"/>
              <a:gd name="connsiteY11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145462 w 12192000"/>
              <a:gd name="connsiteY36" fmla="*/ 1926758 h 2649426"/>
              <a:gd name="connsiteX37" fmla="*/ 8043728 w 12192000"/>
              <a:gd name="connsiteY37" fmla="*/ 1944200 h 2649426"/>
              <a:gd name="connsiteX38" fmla="*/ 7958999 w 12192000"/>
              <a:gd name="connsiteY38" fmla="*/ 1980667 h 2649426"/>
              <a:gd name="connsiteX39" fmla="*/ 7908348 w 12192000"/>
              <a:gd name="connsiteY39" fmla="*/ 1994348 h 2649426"/>
              <a:gd name="connsiteX40" fmla="*/ 7776470 w 12192000"/>
              <a:gd name="connsiteY40" fmla="*/ 2053315 h 2649426"/>
              <a:gd name="connsiteX41" fmla="*/ 7629097 w 12192000"/>
              <a:gd name="connsiteY41" fmla="*/ 2123292 h 2649426"/>
              <a:gd name="connsiteX42" fmla="*/ 7549398 w 12192000"/>
              <a:gd name="connsiteY42" fmla="*/ 2153051 h 2649426"/>
              <a:gd name="connsiteX43" fmla="*/ 7540934 w 12192000"/>
              <a:gd name="connsiteY43" fmla="*/ 2151418 h 2649426"/>
              <a:gd name="connsiteX44" fmla="*/ 7528900 w 12192000"/>
              <a:gd name="connsiteY44" fmla="*/ 2152107 h 2649426"/>
              <a:gd name="connsiteX45" fmla="*/ 7528656 w 12192000"/>
              <a:gd name="connsiteY45" fmla="*/ 2152584 h 2649426"/>
              <a:gd name="connsiteX46" fmla="*/ 7517280 w 12192000"/>
              <a:gd name="connsiteY46" fmla="*/ 2152327 h 2649426"/>
              <a:gd name="connsiteX47" fmla="*/ 7460956 w 12192000"/>
              <a:gd name="connsiteY47" fmla="*/ 2145255 h 2649426"/>
              <a:gd name="connsiteX48" fmla="*/ 7372921 w 12192000"/>
              <a:gd name="connsiteY48" fmla="*/ 2175069 h 2649426"/>
              <a:gd name="connsiteX49" fmla="*/ 7293703 w 12192000"/>
              <a:gd name="connsiteY49" fmla="*/ 2204721 h 2649426"/>
              <a:gd name="connsiteX50" fmla="*/ 7286955 w 12192000"/>
              <a:gd name="connsiteY50" fmla="*/ 2207494 h 2649426"/>
              <a:gd name="connsiteX51" fmla="*/ 7251199 w 12192000"/>
              <a:gd name="connsiteY51" fmla="*/ 2198184 h 2649426"/>
              <a:gd name="connsiteX52" fmla="*/ 7233016 w 12192000"/>
              <a:gd name="connsiteY52" fmla="*/ 2195902 h 2649426"/>
              <a:gd name="connsiteX53" fmla="*/ 7227281 w 12192000"/>
              <a:gd name="connsiteY53" fmla="*/ 2190042 h 2649426"/>
              <a:gd name="connsiteX54" fmla="*/ 7200745 w 12192000"/>
              <a:gd name="connsiteY54" fmla="*/ 2189321 h 2649426"/>
              <a:gd name="connsiteX55" fmla="*/ 7197924 w 12192000"/>
              <a:gd name="connsiteY55" fmla="*/ 2191205 h 2649426"/>
              <a:gd name="connsiteX56" fmla="*/ 7175198 w 12192000"/>
              <a:gd name="connsiteY56" fmla="*/ 2183294 h 2649426"/>
              <a:gd name="connsiteX57" fmla="*/ 7100681 w 12192000"/>
              <a:gd name="connsiteY57" fmla="*/ 2167822 h 2649426"/>
              <a:gd name="connsiteX58" fmla="*/ 6932665 w 12192000"/>
              <a:gd name="connsiteY58" fmla="*/ 2162157 h 2649426"/>
              <a:gd name="connsiteX59" fmla="*/ 6700029 w 12192000"/>
              <a:gd name="connsiteY59" fmla="*/ 2158310 h 2649426"/>
              <a:gd name="connsiteX60" fmla="*/ 6326162 w 12192000"/>
              <a:gd name="connsiteY60" fmla="*/ 2178632 h 2649426"/>
              <a:gd name="connsiteX61" fmla="*/ 6196177 w 12192000"/>
              <a:gd name="connsiteY61" fmla="*/ 2200059 h 2649426"/>
              <a:gd name="connsiteX62" fmla="*/ 6139086 w 12192000"/>
              <a:gd name="connsiteY62" fmla="*/ 2187339 h 2649426"/>
              <a:gd name="connsiteX63" fmla="*/ 6098878 w 12192000"/>
              <a:gd name="connsiteY63" fmla="*/ 2192939 h 2649426"/>
              <a:gd name="connsiteX64" fmla="*/ 6094339 w 12192000"/>
              <a:gd name="connsiteY64" fmla="*/ 2195871 h 2649426"/>
              <a:gd name="connsiteX65" fmla="*/ 6075163 w 12192000"/>
              <a:gd name="connsiteY65" fmla="*/ 2198856 h 2649426"/>
              <a:gd name="connsiteX66" fmla="*/ 6071016 w 12192000"/>
              <a:gd name="connsiteY66" fmla="*/ 2210639 h 2649426"/>
              <a:gd name="connsiteX67" fmla="*/ 6043058 w 12192000"/>
              <a:gd name="connsiteY67" fmla="*/ 2222971 h 2649426"/>
              <a:gd name="connsiteX68" fmla="*/ 5962031 w 12192000"/>
              <a:gd name="connsiteY68" fmla="*/ 2220873 h 2649426"/>
              <a:gd name="connsiteX69" fmla="*/ 5818648 w 12192000"/>
              <a:gd name="connsiteY69" fmla="*/ 2229309 h 2649426"/>
              <a:gd name="connsiteX70" fmla="*/ 5515979 w 12192000"/>
              <a:gd name="connsiteY70" fmla="*/ 2284946 h 2649426"/>
              <a:gd name="connsiteX71" fmla="*/ 5426280 w 12192000"/>
              <a:gd name="connsiteY71" fmla="*/ 2290560 h 2649426"/>
              <a:gd name="connsiteX72" fmla="*/ 5329896 w 12192000"/>
              <a:gd name="connsiteY72" fmla="*/ 2279209 h 2649426"/>
              <a:gd name="connsiteX73" fmla="*/ 5245363 w 12192000"/>
              <a:gd name="connsiteY73" fmla="*/ 2301618 h 2649426"/>
              <a:gd name="connsiteX74" fmla="*/ 5077816 w 12192000"/>
              <a:gd name="connsiteY74" fmla="*/ 2292570 h 2649426"/>
              <a:gd name="connsiteX75" fmla="*/ 4911519 w 12192000"/>
              <a:gd name="connsiteY75" fmla="*/ 2285340 h 2649426"/>
              <a:gd name="connsiteX76" fmla="*/ 4822447 w 12192000"/>
              <a:gd name="connsiteY76" fmla="*/ 2292174 h 2649426"/>
              <a:gd name="connsiteX77" fmla="*/ 4670737 w 12192000"/>
              <a:gd name="connsiteY77" fmla="*/ 2321711 h 2649426"/>
              <a:gd name="connsiteX78" fmla="*/ 4489013 w 12192000"/>
              <a:gd name="connsiteY78" fmla="*/ 2338805 h 2649426"/>
              <a:gd name="connsiteX79" fmla="*/ 4431159 w 12192000"/>
              <a:gd name="connsiteY79" fmla="*/ 2347536 h 2649426"/>
              <a:gd name="connsiteX80" fmla="*/ 4273885 w 12192000"/>
              <a:gd name="connsiteY80" fmla="*/ 2379520 h 2649426"/>
              <a:gd name="connsiteX81" fmla="*/ 4116925 w 12192000"/>
              <a:gd name="connsiteY81" fmla="*/ 2417756 h 2649426"/>
              <a:gd name="connsiteX82" fmla="*/ 3988558 w 12192000"/>
              <a:gd name="connsiteY82" fmla="*/ 2475821 h 2649426"/>
              <a:gd name="connsiteX83" fmla="*/ 3894771 w 12192000"/>
              <a:gd name="connsiteY83" fmla="*/ 2494652 h 2649426"/>
              <a:gd name="connsiteX84" fmla="*/ 3721493 w 12192000"/>
              <a:gd name="connsiteY84" fmla="*/ 2497646 h 2649426"/>
              <a:gd name="connsiteX85" fmla="*/ 3504883 w 12192000"/>
              <a:gd name="connsiteY85" fmla="*/ 2503869 h 2649426"/>
              <a:gd name="connsiteX86" fmla="*/ 3431219 w 12192000"/>
              <a:gd name="connsiteY86" fmla="*/ 2502163 h 2649426"/>
              <a:gd name="connsiteX87" fmla="*/ 3151243 w 12192000"/>
              <a:gd name="connsiteY87" fmla="*/ 2492405 h 2649426"/>
              <a:gd name="connsiteX88" fmla="*/ 3044025 w 12192000"/>
              <a:gd name="connsiteY88" fmla="*/ 2485298 h 2649426"/>
              <a:gd name="connsiteX89" fmla="*/ 2864954 w 12192000"/>
              <a:gd name="connsiteY89" fmla="*/ 2456476 h 2649426"/>
              <a:gd name="connsiteX90" fmla="*/ 2739588 w 12192000"/>
              <a:gd name="connsiteY90" fmla="*/ 2457956 h 2649426"/>
              <a:gd name="connsiteX91" fmla="*/ 2706684 w 12192000"/>
              <a:gd name="connsiteY91" fmla="*/ 2454540 h 2649426"/>
              <a:gd name="connsiteX92" fmla="*/ 2348435 w 12192000"/>
              <a:gd name="connsiteY92" fmla="*/ 2449176 h 2649426"/>
              <a:gd name="connsiteX93" fmla="*/ 2194299 w 12192000"/>
              <a:gd name="connsiteY93" fmla="*/ 2475215 h 2649426"/>
              <a:gd name="connsiteX94" fmla="*/ 1983009 w 12192000"/>
              <a:gd name="connsiteY94" fmla="*/ 2463117 h 2649426"/>
              <a:gd name="connsiteX95" fmla="*/ 1885040 w 12192000"/>
              <a:gd name="connsiteY95" fmla="*/ 2475917 h 2649426"/>
              <a:gd name="connsiteX96" fmla="*/ 1773324 w 12192000"/>
              <a:gd name="connsiteY96" fmla="*/ 2471718 h 2649426"/>
              <a:gd name="connsiteX97" fmla="*/ 1685197 w 12192000"/>
              <a:gd name="connsiteY97" fmla="*/ 2466249 h 2649426"/>
              <a:gd name="connsiteX98" fmla="*/ 1566422 w 12192000"/>
              <a:gd name="connsiteY98" fmla="*/ 2455175 h 2649426"/>
              <a:gd name="connsiteX99" fmla="*/ 1300369 w 12192000"/>
              <a:gd name="connsiteY99" fmla="*/ 2444914 h 2649426"/>
              <a:gd name="connsiteX100" fmla="*/ 1081876 w 12192000"/>
              <a:gd name="connsiteY100" fmla="*/ 2476491 h 2649426"/>
              <a:gd name="connsiteX101" fmla="*/ 957561 w 12192000"/>
              <a:gd name="connsiteY101" fmla="*/ 2484124 h 2649426"/>
              <a:gd name="connsiteX102" fmla="*/ 822775 w 12192000"/>
              <a:gd name="connsiteY102" fmla="*/ 2542292 h 2649426"/>
              <a:gd name="connsiteX103" fmla="*/ 653171 w 12192000"/>
              <a:gd name="connsiteY103" fmla="*/ 2607266 h 2649426"/>
              <a:gd name="connsiteX104" fmla="*/ 511469 w 12192000"/>
              <a:gd name="connsiteY104" fmla="*/ 2598742 h 2649426"/>
              <a:gd name="connsiteX105" fmla="*/ 441281 w 12192000"/>
              <a:gd name="connsiteY105" fmla="*/ 2605939 h 2649426"/>
              <a:gd name="connsiteX106" fmla="*/ 297100 w 12192000"/>
              <a:gd name="connsiteY106" fmla="*/ 2639558 h 2649426"/>
              <a:gd name="connsiteX107" fmla="*/ 97385 w 12192000"/>
              <a:gd name="connsiteY107" fmla="*/ 2636063 h 2649426"/>
              <a:gd name="connsiteX108" fmla="*/ 48888 w 12192000"/>
              <a:gd name="connsiteY108" fmla="*/ 2641447 h 2649426"/>
              <a:gd name="connsiteX109" fmla="*/ 0 w 12192000"/>
              <a:gd name="connsiteY109" fmla="*/ 2649426 h 2649426"/>
              <a:gd name="connsiteX110" fmla="*/ 0 w 12192000"/>
              <a:gd name="connsiteY110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9097 w 12192000"/>
              <a:gd name="connsiteY40" fmla="*/ 2123292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293703 w 12192000"/>
              <a:gd name="connsiteY48" fmla="*/ 2204721 h 2649426"/>
              <a:gd name="connsiteX49" fmla="*/ 7286955 w 12192000"/>
              <a:gd name="connsiteY49" fmla="*/ 2207494 h 2649426"/>
              <a:gd name="connsiteX50" fmla="*/ 7251199 w 12192000"/>
              <a:gd name="connsiteY50" fmla="*/ 2198184 h 2649426"/>
              <a:gd name="connsiteX51" fmla="*/ 7233016 w 12192000"/>
              <a:gd name="connsiteY51" fmla="*/ 2195902 h 2649426"/>
              <a:gd name="connsiteX52" fmla="*/ 7227281 w 12192000"/>
              <a:gd name="connsiteY52" fmla="*/ 2190042 h 2649426"/>
              <a:gd name="connsiteX53" fmla="*/ 7200745 w 12192000"/>
              <a:gd name="connsiteY53" fmla="*/ 2189321 h 2649426"/>
              <a:gd name="connsiteX54" fmla="*/ 7197924 w 12192000"/>
              <a:gd name="connsiteY54" fmla="*/ 2191205 h 2649426"/>
              <a:gd name="connsiteX55" fmla="*/ 7175198 w 12192000"/>
              <a:gd name="connsiteY55" fmla="*/ 2183294 h 2649426"/>
              <a:gd name="connsiteX56" fmla="*/ 7100681 w 12192000"/>
              <a:gd name="connsiteY56" fmla="*/ 2167822 h 2649426"/>
              <a:gd name="connsiteX57" fmla="*/ 6932665 w 12192000"/>
              <a:gd name="connsiteY57" fmla="*/ 2162157 h 2649426"/>
              <a:gd name="connsiteX58" fmla="*/ 6700029 w 12192000"/>
              <a:gd name="connsiteY58" fmla="*/ 2158310 h 2649426"/>
              <a:gd name="connsiteX59" fmla="*/ 6326162 w 12192000"/>
              <a:gd name="connsiteY59" fmla="*/ 2178632 h 2649426"/>
              <a:gd name="connsiteX60" fmla="*/ 6196177 w 12192000"/>
              <a:gd name="connsiteY60" fmla="*/ 2200059 h 2649426"/>
              <a:gd name="connsiteX61" fmla="*/ 6139086 w 12192000"/>
              <a:gd name="connsiteY61" fmla="*/ 2187339 h 2649426"/>
              <a:gd name="connsiteX62" fmla="*/ 6098878 w 12192000"/>
              <a:gd name="connsiteY62" fmla="*/ 2192939 h 2649426"/>
              <a:gd name="connsiteX63" fmla="*/ 6094339 w 12192000"/>
              <a:gd name="connsiteY63" fmla="*/ 2195871 h 2649426"/>
              <a:gd name="connsiteX64" fmla="*/ 6075163 w 12192000"/>
              <a:gd name="connsiteY64" fmla="*/ 2198856 h 2649426"/>
              <a:gd name="connsiteX65" fmla="*/ 6071016 w 12192000"/>
              <a:gd name="connsiteY65" fmla="*/ 2210639 h 2649426"/>
              <a:gd name="connsiteX66" fmla="*/ 6043058 w 12192000"/>
              <a:gd name="connsiteY66" fmla="*/ 2222971 h 2649426"/>
              <a:gd name="connsiteX67" fmla="*/ 5962031 w 12192000"/>
              <a:gd name="connsiteY67" fmla="*/ 2220873 h 2649426"/>
              <a:gd name="connsiteX68" fmla="*/ 5818648 w 12192000"/>
              <a:gd name="connsiteY68" fmla="*/ 2229309 h 2649426"/>
              <a:gd name="connsiteX69" fmla="*/ 5515979 w 12192000"/>
              <a:gd name="connsiteY69" fmla="*/ 2284946 h 2649426"/>
              <a:gd name="connsiteX70" fmla="*/ 5426280 w 12192000"/>
              <a:gd name="connsiteY70" fmla="*/ 2290560 h 2649426"/>
              <a:gd name="connsiteX71" fmla="*/ 5329896 w 12192000"/>
              <a:gd name="connsiteY71" fmla="*/ 2279209 h 2649426"/>
              <a:gd name="connsiteX72" fmla="*/ 5245363 w 12192000"/>
              <a:gd name="connsiteY72" fmla="*/ 2301618 h 2649426"/>
              <a:gd name="connsiteX73" fmla="*/ 5077816 w 12192000"/>
              <a:gd name="connsiteY73" fmla="*/ 2292570 h 2649426"/>
              <a:gd name="connsiteX74" fmla="*/ 4911519 w 12192000"/>
              <a:gd name="connsiteY74" fmla="*/ 2285340 h 2649426"/>
              <a:gd name="connsiteX75" fmla="*/ 4822447 w 12192000"/>
              <a:gd name="connsiteY75" fmla="*/ 2292174 h 2649426"/>
              <a:gd name="connsiteX76" fmla="*/ 4670737 w 12192000"/>
              <a:gd name="connsiteY76" fmla="*/ 2321711 h 2649426"/>
              <a:gd name="connsiteX77" fmla="*/ 4489013 w 12192000"/>
              <a:gd name="connsiteY77" fmla="*/ 2338805 h 2649426"/>
              <a:gd name="connsiteX78" fmla="*/ 4431159 w 12192000"/>
              <a:gd name="connsiteY78" fmla="*/ 2347536 h 2649426"/>
              <a:gd name="connsiteX79" fmla="*/ 4273885 w 12192000"/>
              <a:gd name="connsiteY79" fmla="*/ 2379520 h 2649426"/>
              <a:gd name="connsiteX80" fmla="*/ 4116925 w 12192000"/>
              <a:gd name="connsiteY80" fmla="*/ 2417756 h 2649426"/>
              <a:gd name="connsiteX81" fmla="*/ 3988558 w 12192000"/>
              <a:gd name="connsiteY81" fmla="*/ 2475821 h 2649426"/>
              <a:gd name="connsiteX82" fmla="*/ 3894771 w 12192000"/>
              <a:gd name="connsiteY82" fmla="*/ 2494652 h 2649426"/>
              <a:gd name="connsiteX83" fmla="*/ 3721493 w 12192000"/>
              <a:gd name="connsiteY83" fmla="*/ 2497646 h 2649426"/>
              <a:gd name="connsiteX84" fmla="*/ 3504883 w 12192000"/>
              <a:gd name="connsiteY84" fmla="*/ 2503869 h 2649426"/>
              <a:gd name="connsiteX85" fmla="*/ 3431219 w 12192000"/>
              <a:gd name="connsiteY85" fmla="*/ 2502163 h 2649426"/>
              <a:gd name="connsiteX86" fmla="*/ 3151243 w 12192000"/>
              <a:gd name="connsiteY86" fmla="*/ 2492405 h 2649426"/>
              <a:gd name="connsiteX87" fmla="*/ 3044025 w 12192000"/>
              <a:gd name="connsiteY87" fmla="*/ 2485298 h 2649426"/>
              <a:gd name="connsiteX88" fmla="*/ 2864954 w 12192000"/>
              <a:gd name="connsiteY88" fmla="*/ 2456476 h 2649426"/>
              <a:gd name="connsiteX89" fmla="*/ 2739588 w 12192000"/>
              <a:gd name="connsiteY89" fmla="*/ 2457956 h 2649426"/>
              <a:gd name="connsiteX90" fmla="*/ 2706684 w 12192000"/>
              <a:gd name="connsiteY90" fmla="*/ 2454540 h 2649426"/>
              <a:gd name="connsiteX91" fmla="*/ 2348435 w 12192000"/>
              <a:gd name="connsiteY91" fmla="*/ 2449176 h 2649426"/>
              <a:gd name="connsiteX92" fmla="*/ 2194299 w 12192000"/>
              <a:gd name="connsiteY92" fmla="*/ 2475215 h 2649426"/>
              <a:gd name="connsiteX93" fmla="*/ 1983009 w 12192000"/>
              <a:gd name="connsiteY93" fmla="*/ 2463117 h 2649426"/>
              <a:gd name="connsiteX94" fmla="*/ 1885040 w 12192000"/>
              <a:gd name="connsiteY94" fmla="*/ 2475917 h 2649426"/>
              <a:gd name="connsiteX95" fmla="*/ 1773324 w 12192000"/>
              <a:gd name="connsiteY95" fmla="*/ 2471718 h 2649426"/>
              <a:gd name="connsiteX96" fmla="*/ 1685197 w 12192000"/>
              <a:gd name="connsiteY96" fmla="*/ 2466249 h 2649426"/>
              <a:gd name="connsiteX97" fmla="*/ 1566422 w 12192000"/>
              <a:gd name="connsiteY97" fmla="*/ 2455175 h 2649426"/>
              <a:gd name="connsiteX98" fmla="*/ 1300369 w 12192000"/>
              <a:gd name="connsiteY98" fmla="*/ 2444914 h 2649426"/>
              <a:gd name="connsiteX99" fmla="*/ 1081876 w 12192000"/>
              <a:gd name="connsiteY99" fmla="*/ 2476491 h 2649426"/>
              <a:gd name="connsiteX100" fmla="*/ 957561 w 12192000"/>
              <a:gd name="connsiteY100" fmla="*/ 2484124 h 2649426"/>
              <a:gd name="connsiteX101" fmla="*/ 822775 w 12192000"/>
              <a:gd name="connsiteY101" fmla="*/ 2542292 h 2649426"/>
              <a:gd name="connsiteX102" fmla="*/ 653171 w 12192000"/>
              <a:gd name="connsiteY102" fmla="*/ 2607266 h 2649426"/>
              <a:gd name="connsiteX103" fmla="*/ 511469 w 12192000"/>
              <a:gd name="connsiteY103" fmla="*/ 2598742 h 2649426"/>
              <a:gd name="connsiteX104" fmla="*/ 441281 w 12192000"/>
              <a:gd name="connsiteY104" fmla="*/ 2605939 h 2649426"/>
              <a:gd name="connsiteX105" fmla="*/ 297100 w 12192000"/>
              <a:gd name="connsiteY105" fmla="*/ 2639558 h 2649426"/>
              <a:gd name="connsiteX106" fmla="*/ 97385 w 12192000"/>
              <a:gd name="connsiteY106" fmla="*/ 2636063 h 2649426"/>
              <a:gd name="connsiteX107" fmla="*/ 48888 w 12192000"/>
              <a:gd name="connsiteY107" fmla="*/ 2641447 h 2649426"/>
              <a:gd name="connsiteX108" fmla="*/ 0 w 12192000"/>
              <a:gd name="connsiteY108" fmla="*/ 2649426 h 2649426"/>
              <a:gd name="connsiteX109" fmla="*/ 0 w 12192000"/>
              <a:gd name="connsiteY109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9097 w 12192000"/>
              <a:gd name="connsiteY40" fmla="*/ 2123292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293703 w 12192000"/>
              <a:gd name="connsiteY48" fmla="*/ 220472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9097 w 12192000"/>
              <a:gd name="connsiteY40" fmla="*/ 2123292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801718 w 12192000"/>
              <a:gd name="connsiteY5" fmla="*/ 1707786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54183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515364 w 12192000"/>
              <a:gd name="connsiteY17" fmla="*/ 1574304 h 2649426"/>
              <a:gd name="connsiteX18" fmla="*/ 10404265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46586 w 12192000"/>
              <a:gd name="connsiteY16" fmla="*/ 1559265 h 2649426"/>
              <a:gd name="connsiteX17" fmla="*/ 10465446 w 12192000"/>
              <a:gd name="connsiteY17" fmla="*/ 1574304 h 2649426"/>
              <a:gd name="connsiteX18" fmla="*/ 10404265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98183 w 12192000"/>
              <a:gd name="connsiteY13" fmla="*/ 1556682 h 2649426"/>
              <a:gd name="connsiteX14" fmla="*/ 10562291 w 12192000"/>
              <a:gd name="connsiteY14" fmla="*/ 1560944 h 2649426"/>
              <a:gd name="connsiteX15" fmla="*/ 10551291 w 12192000"/>
              <a:gd name="connsiteY15" fmla="*/ 1556691 h 2649426"/>
              <a:gd name="connsiteX16" fmla="*/ 10523896 w 12192000"/>
              <a:gd name="connsiteY16" fmla="*/ 1559265 h 2649426"/>
              <a:gd name="connsiteX17" fmla="*/ 10465446 w 12192000"/>
              <a:gd name="connsiteY17" fmla="*/ 1574304 h 2649426"/>
              <a:gd name="connsiteX18" fmla="*/ 10404265 w 12192000"/>
              <a:gd name="connsiteY18" fmla="*/ 1572375 h 2649426"/>
              <a:gd name="connsiteX19" fmla="*/ 10329259 w 12192000"/>
              <a:gd name="connsiteY19" fmla="*/ 1579142 h 2649426"/>
              <a:gd name="connsiteX20" fmla="*/ 10128072 w 12192000"/>
              <a:gd name="connsiteY20" fmla="*/ 1610789 h 2649426"/>
              <a:gd name="connsiteX21" fmla="*/ 9811199 w 12192000"/>
              <a:gd name="connsiteY21" fmla="*/ 1648968 h 2649426"/>
              <a:gd name="connsiteX22" fmla="*/ 9537440 w 12192000"/>
              <a:gd name="connsiteY22" fmla="*/ 1671316 h 2649426"/>
              <a:gd name="connsiteX23" fmla="*/ 9405213 w 12192000"/>
              <a:gd name="connsiteY23" fmla="*/ 1679204 h 2649426"/>
              <a:gd name="connsiteX24" fmla="*/ 9225536 w 12192000"/>
              <a:gd name="connsiteY24" fmla="*/ 1741303 h 2649426"/>
              <a:gd name="connsiteX25" fmla="*/ 9144490 w 12192000"/>
              <a:gd name="connsiteY25" fmla="*/ 1756665 h 2649426"/>
              <a:gd name="connsiteX26" fmla="*/ 9031250 w 12192000"/>
              <a:gd name="connsiteY26" fmla="*/ 1782330 h 2649426"/>
              <a:gd name="connsiteX27" fmla="*/ 8985382 w 12192000"/>
              <a:gd name="connsiteY27" fmla="*/ 1798267 h 2649426"/>
              <a:gd name="connsiteX28" fmla="*/ 8906505 w 12192000"/>
              <a:gd name="connsiteY28" fmla="*/ 1834715 h 2649426"/>
              <a:gd name="connsiteX29" fmla="*/ 8833229 w 12192000"/>
              <a:gd name="connsiteY29" fmla="*/ 1846521 h 2649426"/>
              <a:gd name="connsiteX30" fmla="*/ 8705687 w 12192000"/>
              <a:gd name="connsiteY30" fmla="*/ 1848419 h 2649426"/>
              <a:gd name="connsiteX31" fmla="*/ 8700414 w 12192000"/>
              <a:gd name="connsiteY31" fmla="*/ 1857766 h 2649426"/>
              <a:gd name="connsiteX32" fmla="*/ 8643017 w 12192000"/>
              <a:gd name="connsiteY32" fmla="*/ 1865810 h 2649426"/>
              <a:gd name="connsiteX33" fmla="*/ 8460271 w 12192000"/>
              <a:gd name="connsiteY33" fmla="*/ 1856718 h 2649426"/>
              <a:gd name="connsiteX34" fmla="*/ 8330326 w 12192000"/>
              <a:gd name="connsiteY34" fmla="*/ 1873969 h 2649426"/>
              <a:gd name="connsiteX35" fmla="*/ 8216222 w 12192000"/>
              <a:gd name="connsiteY35" fmla="*/ 1895553 h 2649426"/>
              <a:gd name="connsiteX36" fmla="*/ 8043728 w 12192000"/>
              <a:gd name="connsiteY36" fmla="*/ 1944200 h 2649426"/>
              <a:gd name="connsiteX37" fmla="*/ 7958999 w 12192000"/>
              <a:gd name="connsiteY37" fmla="*/ 1980667 h 2649426"/>
              <a:gd name="connsiteX38" fmla="*/ 7908348 w 12192000"/>
              <a:gd name="connsiteY38" fmla="*/ 1994348 h 2649426"/>
              <a:gd name="connsiteX39" fmla="*/ 7776470 w 12192000"/>
              <a:gd name="connsiteY39" fmla="*/ 2053315 h 2649426"/>
              <a:gd name="connsiteX40" fmla="*/ 7624559 w 12192000"/>
              <a:gd name="connsiteY40" fmla="*/ 2114216 h 2649426"/>
              <a:gd name="connsiteX41" fmla="*/ 7549398 w 12192000"/>
              <a:gd name="connsiteY41" fmla="*/ 2153051 h 2649426"/>
              <a:gd name="connsiteX42" fmla="*/ 7540934 w 12192000"/>
              <a:gd name="connsiteY42" fmla="*/ 2151418 h 2649426"/>
              <a:gd name="connsiteX43" fmla="*/ 7528900 w 12192000"/>
              <a:gd name="connsiteY43" fmla="*/ 2152107 h 2649426"/>
              <a:gd name="connsiteX44" fmla="*/ 7528656 w 12192000"/>
              <a:gd name="connsiteY44" fmla="*/ 2152584 h 2649426"/>
              <a:gd name="connsiteX45" fmla="*/ 7517280 w 12192000"/>
              <a:gd name="connsiteY45" fmla="*/ 2152327 h 2649426"/>
              <a:gd name="connsiteX46" fmla="*/ 7460956 w 12192000"/>
              <a:gd name="connsiteY46" fmla="*/ 2145255 h 2649426"/>
              <a:gd name="connsiteX47" fmla="*/ 7372921 w 12192000"/>
              <a:gd name="connsiteY47" fmla="*/ 2175069 h 2649426"/>
              <a:gd name="connsiteX48" fmla="*/ 7307317 w 12192000"/>
              <a:gd name="connsiteY48" fmla="*/ 2182031 h 2649426"/>
              <a:gd name="connsiteX49" fmla="*/ 7251199 w 12192000"/>
              <a:gd name="connsiteY49" fmla="*/ 2198184 h 2649426"/>
              <a:gd name="connsiteX50" fmla="*/ 7233016 w 12192000"/>
              <a:gd name="connsiteY50" fmla="*/ 2195902 h 2649426"/>
              <a:gd name="connsiteX51" fmla="*/ 7227281 w 12192000"/>
              <a:gd name="connsiteY51" fmla="*/ 2190042 h 2649426"/>
              <a:gd name="connsiteX52" fmla="*/ 7200745 w 12192000"/>
              <a:gd name="connsiteY52" fmla="*/ 2189321 h 2649426"/>
              <a:gd name="connsiteX53" fmla="*/ 7197924 w 12192000"/>
              <a:gd name="connsiteY53" fmla="*/ 2191205 h 2649426"/>
              <a:gd name="connsiteX54" fmla="*/ 7175198 w 12192000"/>
              <a:gd name="connsiteY54" fmla="*/ 2183294 h 2649426"/>
              <a:gd name="connsiteX55" fmla="*/ 7100681 w 12192000"/>
              <a:gd name="connsiteY55" fmla="*/ 2167822 h 2649426"/>
              <a:gd name="connsiteX56" fmla="*/ 6932665 w 12192000"/>
              <a:gd name="connsiteY56" fmla="*/ 2162157 h 2649426"/>
              <a:gd name="connsiteX57" fmla="*/ 6700029 w 12192000"/>
              <a:gd name="connsiteY57" fmla="*/ 2158310 h 2649426"/>
              <a:gd name="connsiteX58" fmla="*/ 6326162 w 12192000"/>
              <a:gd name="connsiteY58" fmla="*/ 2178632 h 2649426"/>
              <a:gd name="connsiteX59" fmla="*/ 6196177 w 12192000"/>
              <a:gd name="connsiteY59" fmla="*/ 2200059 h 2649426"/>
              <a:gd name="connsiteX60" fmla="*/ 6139086 w 12192000"/>
              <a:gd name="connsiteY60" fmla="*/ 2187339 h 2649426"/>
              <a:gd name="connsiteX61" fmla="*/ 6098878 w 12192000"/>
              <a:gd name="connsiteY61" fmla="*/ 2192939 h 2649426"/>
              <a:gd name="connsiteX62" fmla="*/ 6094339 w 12192000"/>
              <a:gd name="connsiteY62" fmla="*/ 2195871 h 2649426"/>
              <a:gd name="connsiteX63" fmla="*/ 6075163 w 12192000"/>
              <a:gd name="connsiteY63" fmla="*/ 2198856 h 2649426"/>
              <a:gd name="connsiteX64" fmla="*/ 6071016 w 12192000"/>
              <a:gd name="connsiteY64" fmla="*/ 2210639 h 2649426"/>
              <a:gd name="connsiteX65" fmla="*/ 6043058 w 12192000"/>
              <a:gd name="connsiteY65" fmla="*/ 2222971 h 2649426"/>
              <a:gd name="connsiteX66" fmla="*/ 5962031 w 12192000"/>
              <a:gd name="connsiteY66" fmla="*/ 2220873 h 2649426"/>
              <a:gd name="connsiteX67" fmla="*/ 5818648 w 12192000"/>
              <a:gd name="connsiteY67" fmla="*/ 2229309 h 2649426"/>
              <a:gd name="connsiteX68" fmla="*/ 5515979 w 12192000"/>
              <a:gd name="connsiteY68" fmla="*/ 2284946 h 2649426"/>
              <a:gd name="connsiteX69" fmla="*/ 5426280 w 12192000"/>
              <a:gd name="connsiteY69" fmla="*/ 2290560 h 2649426"/>
              <a:gd name="connsiteX70" fmla="*/ 5329896 w 12192000"/>
              <a:gd name="connsiteY70" fmla="*/ 2279209 h 2649426"/>
              <a:gd name="connsiteX71" fmla="*/ 5245363 w 12192000"/>
              <a:gd name="connsiteY71" fmla="*/ 2301618 h 2649426"/>
              <a:gd name="connsiteX72" fmla="*/ 5077816 w 12192000"/>
              <a:gd name="connsiteY72" fmla="*/ 2292570 h 2649426"/>
              <a:gd name="connsiteX73" fmla="*/ 4911519 w 12192000"/>
              <a:gd name="connsiteY73" fmla="*/ 2285340 h 2649426"/>
              <a:gd name="connsiteX74" fmla="*/ 4822447 w 12192000"/>
              <a:gd name="connsiteY74" fmla="*/ 2292174 h 2649426"/>
              <a:gd name="connsiteX75" fmla="*/ 4670737 w 12192000"/>
              <a:gd name="connsiteY75" fmla="*/ 2321711 h 2649426"/>
              <a:gd name="connsiteX76" fmla="*/ 4489013 w 12192000"/>
              <a:gd name="connsiteY76" fmla="*/ 2338805 h 2649426"/>
              <a:gd name="connsiteX77" fmla="*/ 4431159 w 12192000"/>
              <a:gd name="connsiteY77" fmla="*/ 2347536 h 2649426"/>
              <a:gd name="connsiteX78" fmla="*/ 4273885 w 12192000"/>
              <a:gd name="connsiteY78" fmla="*/ 2379520 h 2649426"/>
              <a:gd name="connsiteX79" fmla="*/ 4116925 w 12192000"/>
              <a:gd name="connsiteY79" fmla="*/ 2417756 h 2649426"/>
              <a:gd name="connsiteX80" fmla="*/ 3988558 w 12192000"/>
              <a:gd name="connsiteY80" fmla="*/ 2475821 h 2649426"/>
              <a:gd name="connsiteX81" fmla="*/ 3894771 w 12192000"/>
              <a:gd name="connsiteY81" fmla="*/ 2494652 h 2649426"/>
              <a:gd name="connsiteX82" fmla="*/ 3721493 w 12192000"/>
              <a:gd name="connsiteY82" fmla="*/ 2497646 h 2649426"/>
              <a:gd name="connsiteX83" fmla="*/ 3504883 w 12192000"/>
              <a:gd name="connsiteY83" fmla="*/ 2503869 h 2649426"/>
              <a:gd name="connsiteX84" fmla="*/ 3431219 w 12192000"/>
              <a:gd name="connsiteY84" fmla="*/ 2502163 h 2649426"/>
              <a:gd name="connsiteX85" fmla="*/ 3151243 w 12192000"/>
              <a:gd name="connsiteY85" fmla="*/ 2492405 h 2649426"/>
              <a:gd name="connsiteX86" fmla="*/ 3044025 w 12192000"/>
              <a:gd name="connsiteY86" fmla="*/ 2485298 h 2649426"/>
              <a:gd name="connsiteX87" fmla="*/ 2864954 w 12192000"/>
              <a:gd name="connsiteY87" fmla="*/ 2456476 h 2649426"/>
              <a:gd name="connsiteX88" fmla="*/ 2739588 w 12192000"/>
              <a:gd name="connsiteY88" fmla="*/ 2457956 h 2649426"/>
              <a:gd name="connsiteX89" fmla="*/ 2706684 w 12192000"/>
              <a:gd name="connsiteY89" fmla="*/ 2454540 h 2649426"/>
              <a:gd name="connsiteX90" fmla="*/ 2348435 w 12192000"/>
              <a:gd name="connsiteY90" fmla="*/ 2449176 h 2649426"/>
              <a:gd name="connsiteX91" fmla="*/ 2194299 w 12192000"/>
              <a:gd name="connsiteY91" fmla="*/ 2475215 h 2649426"/>
              <a:gd name="connsiteX92" fmla="*/ 1983009 w 12192000"/>
              <a:gd name="connsiteY92" fmla="*/ 2463117 h 2649426"/>
              <a:gd name="connsiteX93" fmla="*/ 1885040 w 12192000"/>
              <a:gd name="connsiteY93" fmla="*/ 2475917 h 2649426"/>
              <a:gd name="connsiteX94" fmla="*/ 1773324 w 12192000"/>
              <a:gd name="connsiteY94" fmla="*/ 2471718 h 2649426"/>
              <a:gd name="connsiteX95" fmla="*/ 1685197 w 12192000"/>
              <a:gd name="connsiteY95" fmla="*/ 2466249 h 2649426"/>
              <a:gd name="connsiteX96" fmla="*/ 1566422 w 12192000"/>
              <a:gd name="connsiteY96" fmla="*/ 2455175 h 2649426"/>
              <a:gd name="connsiteX97" fmla="*/ 1300369 w 12192000"/>
              <a:gd name="connsiteY97" fmla="*/ 2444914 h 2649426"/>
              <a:gd name="connsiteX98" fmla="*/ 1081876 w 12192000"/>
              <a:gd name="connsiteY98" fmla="*/ 2476491 h 2649426"/>
              <a:gd name="connsiteX99" fmla="*/ 957561 w 12192000"/>
              <a:gd name="connsiteY99" fmla="*/ 2484124 h 2649426"/>
              <a:gd name="connsiteX100" fmla="*/ 822775 w 12192000"/>
              <a:gd name="connsiteY100" fmla="*/ 2542292 h 2649426"/>
              <a:gd name="connsiteX101" fmla="*/ 653171 w 12192000"/>
              <a:gd name="connsiteY101" fmla="*/ 2607266 h 2649426"/>
              <a:gd name="connsiteX102" fmla="*/ 511469 w 12192000"/>
              <a:gd name="connsiteY102" fmla="*/ 2598742 h 2649426"/>
              <a:gd name="connsiteX103" fmla="*/ 441281 w 12192000"/>
              <a:gd name="connsiteY103" fmla="*/ 2605939 h 2649426"/>
              <a:gd name="connsiteX104" fmla="*/ 297100 w 12192000"/>
              <a:gd name="connsiteY104" fmla="*/ 2639558 h 2649426"/>
              <a:gd name="connsiteX105" fmla="*/ 97385 w 12192000"/>
              <a:gd name="connsiteY105" fmla="*/ 2636063 h 2649426"/>
              <a:gd name="connsiteX106" fmla="*/ 48888 w 12192000"/>
              <a:gd name="connsiteY106" fmla="*/ 2641447 h 2649426"/>
              <a:gd name="connsiteX107" fmla="*/ 0 w 12192000"/>
              <a:gd name="connsiteY107" fmla="*/ 2649426 h 2649426"/>
              <a:gd name="connsiteX108" fmla="*/ 0 w 12192000"/>
              <a:gd name="connsiteY108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562291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607266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57588 w 12192000"/>
              <a:gd name="connsiteY13" fmla="*/ 1633551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607266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607266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22775 w 12192000"/>
              <a:gd name="connsiteY99" fmla="*/ 2542292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48435 w 12192000"/>
              <a:gd name="connsiteY89" fmla="*/ 244917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68154 w 12192000"/>
              <a:gd name="connsiteY99" fmla="*/ 2537754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  <a:gd name="connsiteX0" fmla="*/ 0 w 12192000"/>
              <a:gd name="connsiteY0" fmla="*/ 0 h 2649426"/>
              <a:gd name="connsiteX1" fmla="*/ 12192000 w 12192000"/>
              <a:gd name="connsiteY1" fmla="*/ 0 h 2649426"/>
              <a:gd name="connsiteX2" fmla="*/ 12192000 w 12192000"/>
              <a:gd name="connsiteY2" fmla="*/ 1727909 h 2649426"/>
              <a:gd name="connsiteX3" fmla="*/ 12115957 w 12192000"/>
              <a:gd name="connsiteY3" fmla="*/ 1732272 h 2649426"/>
              <a:gd name="connsiteX4" fmla="*/ 12035223 w 12192000"/>
              <a:gd name="connsiteY4" fmla="*/ 1714510 h 2649426"/>
              <a:gd name="connsiteX5" fmla="*/ 11924243 w 12192000"/>
              <a:gd name="connsiteY5" fmla="*/ 1725938 h 2649426"/>
              <a:gd name="connsiteX6" fmla="*/ 11750717 w 12192000"/>
              <a:gd name="connsiteY6" fmla="*/ 1684756 h 2649426"/>
              <a:gd name="connsiteX7" fmla="*/ 11712295 w 12192000"/>
              <a:gd name="connsiteY7" fmla="*/ 1673021 h 2649426"/>
              <a:gd name="connsiteX8" fmla="*/ 11425377 w 12192000"/>
              <a:gd name="connsiteY8" fmla="*/ 1625577 h 2649426"/>
              <a:gd name="connsiteX9" fmla="*/ 11364686 w 12192000"/>
              <a:gd name="connsiteY9" fmla="*/ 1616572 h 2649426"/>
              <a:gd name="connsiteX10" fmla="*/ 11193595 w 12192000"/>
              <a:gd name="connsiteY10" fmla="*/ 1558403 h 2649426"/>
              <a:gd name="connsiteX11" fmla="*/ 11146426 w 12192000"/>
              <a:gd name="connsiteY11" fmla="*/ 1555308 h 2649426"/>
              <a:gd name="connsiteX12" fmla="*/ 10841711 w 12192000"/>
              <a:gd name="connsiteY12" fmla="*/ 1541883 h 2649426"/>
              <a:gd name="connsiteX13" fmla="*/ 10684816 w 12192000"/>
              <a:gd name="connsiteY13" fmla="*/ 1560944 h 2649426"/>
              <a:gd name="connsiteX14" fmla="*/ 10551291 w 12192000"/>
              <a:gd name="connsiteY14" fmla="*/ 1556691 h 2649426"/>
              <a:gd name="connsiteX15" fmla="*/ 10523896 w 12192000"/>
              <a:gd name="connsiteY15" fmla="*/ 1559265 h 2649426"/>
              <a:gd name="connsiteX16" fmla="*/ 10465446 w 12192000"/>
              <a:gd name="connsiteY16" fmla="*/ 1574304 h 2649426"/>
              <a:gd name="connsiteX17" fmla="*/ 10404265 w 12192000"/>
              <a:gd name="connsiteY17" fmla="*/ 1572375 h 2649426"/>
              <a:gd name="connsiteX18" fmla="*/ 10329259 w 12192000"/>
              <a:gd name="connsiteY18" fmla="*/ 1579142 h 2649426"/>
              <a:gd name="connsiteX19" fmla="*/ 10128072 w 12192000"/>
              <a:gd name="connsiteY19" fmla="*/ 1610789 h 2649426"/>
              <a:gd name="connsiteX20" fmla="*/ 9811199 w 12192000"/>
              <a:gd name="connsiteY20" fmla="*/ 1648968 h 2649426"/>
              <a:gd name="connsiteX21" fmla="*/ 9537440 w 12192000"/>
              <a:gd name="connsiteY21" fmla="*/ 1671316 h 2649426"/>
              <a:gd name="connsiteX22" fmla="*/ 9405213 w 12192000"/>
              <a:gd name="connsiteY22" fmla="*/ 1679204 h 2649426"/>
              <a:gd name="connsiteX23" fmla="*/ 9225536 w 12192000"/>
              <a:gd name="connsiteY23" fmla="*/ 1741303 h 2649426"/>
              <a:gd name="connsiteX24" fmla="*/ 9144490 w 12192000"/>
              <a:gd name="connsiteY24" fmla="*/ 1756665 h 2649426"/>
              <a:gd name="connsiteX25" fmla="*/ 9031250 w 12192000"/>
              <a:gd name="connsiteY25" fmla="*/ 1782330 h 2649426"/>
              <a:gd name="connsiteX26" fmla="*/ 8985382 w 12192000"/>
              <a:gd name="connsiteY26" fmla="*/ 1798267 h 2649426"/>
              <a:gd name="connsiteX27" fmla="*/ 8906505 w 12192000"/>
              <a:gd name="connsiteY27" fmla="*/ 1834715 h 2649426"/>
              <a:gd name="connsiteX28" fmla="*/ 8833229 w 12192000"/>
              <a:gd name="connsiteY28" fmla="*/ 1846521 h 2649426"/>
              <a:gd name="connsiteX29" fmla="*/ 8705687 w 12192000"/>
              <a:gd name="connsiteY29" fmla="*/ 1848419 h 2649426"/>
              <a:gd name="connsiteX30" fmla="*/ 8700414 w 12192000"/>
              <a:gd name="connsiteY30" fmla="*/ 1857766 h 2649426"/>
              <a:gd name="connsiteX31" fmla="*/ 8643017 w 12192000"/>
              <a:gd name="connsiteY31" fmla="*/ 1865810 h 2649426"/>
              <a:gd name="connsiteX32" fmla="*/ 8460271 w 12192000"/>
              <a:gd name="connsiteY32" fmla="*/ 1856718 h 2649426"/>
              <a:gd name="connsiteX33" fmla="*/ 8330326 w 12192000"/>
              <a:gd name="connsiteY33" fmla="*/ 1873969 h 2649426"/>
              <a:gd name="connsiteX34" fmla="*/ 8216222 w 12192000"/>
              <a:gd name="connsiteY34" fmla="*/ 1895553 h 2649426"/>
              <a:gd name="connsiteX35" fmla="*/ 8043728 w 12192000"/>
              <a:gd name="connsiteY35" fmla="*/ 1944200 h 2649426"/>
              <a:gd name="connsiteX36" fmla="*/ 7958999 w 12192000"/>
              <a:gd name="connsiteY36" fmla="*/ 1980667 h 2649426"/>
              <a:gd name="connsiteX37" fmla="*/ 7908348 w 12192000"/>
              <a:gd name="connsiteY37" fmla="*/ 1994348 h 2649426"/>
              <a:gd name="connsiteX38" fmla="*/ 7776470 w 12192000"/>
              <a:gd name="connsiteY38" fmla="*/ 2053315 h 2649426"/>
              <a:gd name="connsiteX39" fmla="*/ 7624559 w 12192000"/>
              <a:gd name="connsiteY39" fmla="*/ 2114216 h 2649426"/>
              <a:gd name="connsiteX40" fmla="*/ 7549398 w 12192000"/>
              <a:gd name="connsiteY40" fmla="*/ 2153051 h 2649426"/>
              <a:gd name="connsiteX41" fmla="*/ 7540934 w 12192000"/>
              <a:gd name="connsiteY41" fmla="*/ 2151418 h 2649426"/>
              <a:gd name="connsiteX42" fmla="*/ 7528900 w 12192000"/>
              <a:gd name="connsiteY42" fmla="*/ 2152107 h 2649426"/>
              <a:gd name="connsiteX43" fmla="*/ 7528656 w 12192000"/>
              <a:gd name="connsiteY43" fmla="*/ 2152584 h 2649426"/>
              <a:gd name="connsiteX44" fmla="*/ 7517280 w 12192000"/>
              <a:gd name="connsiteY44" fmla="*/ 2152327 h 2649426"/>
              <a:gd name="connsiteX45" fmla="*/ 7460956 w 12192000"/>
              <a:gd name="connsiteY45" fmla="*/ 2145255 h 2649426"/>
              <a:gd name="connsiteX46" fmla="*/ 7372921 w 12192000"/>
              <a:gd name="connsiteY46" fmla="*/ 2175069 h 2649426"/>
              <a:gd name="connsiteX47" fmla="*/ 7307317 w 12192000"/>
              <a:gd name="connsiteY47" fmla="*/ 2182031 h 2649426"/>
              <a:gd name="connsiteX48" fmla="*/ 7251199 w 12192000"/>
              <a:gd name="connsiteY48" fmla="*/ 2198184 h 2649426"/>
              <a:gd name="connsiteX49" fmla="*/ 7233016 w 12192000"/>
              <a:gd name="connsiteY49" fmla="*/ 2195902 h 2649426"/>
              <a:gd name="connsiteX50" fmla="*/ 7227281 w 12192000"/>
              <a:gd name="connsiteY50" fmla="*/ 2190042 h 2649426"/>
              <a:gd name="connsiteX51" fmla="*/ 7200745 w 12192000"/>
              <a:gd name="connsiteY51" fmla="*/ 2189321 h 2649426"/>
              <a:gd name="connsiteX52" fmla="*/ 7197924 w 12192000"/>
              <a:gd name="connsiteY52" fmla="*/ 2191205 h 2649426"/>
              <a:gd name="connsiteX53" fmla="*/ 7175198 w 12192000"/>
              <a:gd name="connsiteY53" fmla="*/ 2183294 h 2649426"/>
              <a:gd name="connsiteX54" fmla="*/ 7100681 w 12192000"/>
              <a:gd name="connsiteY54" fmla="*/ 2167822 h 2649426"/>
              <a:gd name="connsiteX55" fmla="*/ 6932665 w 12192000"/>
              <a:gd name="connsiteY55" fmla="*/ 2162157 h 2649426"/>
              <a:gd name="connsiteX56" fmla="*/ 6700029 w 12192000"/>
              <a:gd name="connsiteY56" fmla="*/ 2158310 h 2649426"/>
              <a:gd name="connsiteX57" fmla="*/ 6326162 w 12192000"/>
              <a:gd name="connsiteY57" fmla="*/ 2178632 h 2649426"/>
              <a:gd name="connsiteX58" fmla="*/ 6196177 w 12192000"/>
              <a:gd name="connsiteY58" fmla="*/ 2200059 h 2649426"/>
              <a:gd name="connsiteX59" fmla="*/ 6139086 w 12192000"/>
              <a:gd name="connsiteY59" fmla="*/ 2187339 h 2649426"/>
              <a:gd name="connsiteX60" fmla="*/ 6098878 w 12192000"/>
              <a:gd name="connsiteY60" fmla="*/ 2192939 h 2649426"/>
              <a:gd name="connsiteX61" fmla="*/ 6094339 w 12192000"/>
              <a:gd name="connsiteY61" fmla="*/ 2195871 h 2649426"/>
              <a:gd name="connsiteX62" fmla="*/ 6075163 w 12192000"/>
              <a:gd name="connsiteY62" fmla="*/ 2198856 h 2649426"/>
              <a:gd name="connsiteX63" fmla="*/ 6071016 w 12192000"/>
              <a:gd name="connsiteY63" fmla="*/ 2210639 h 2649426"/>
              <a:gd name="connsiteX64" fmla="*/ 6043058 w 12192000"/>
              <a:gd name="connsiteY64" fmla="*/ 2222971 h 2649426"/>
              <a:gd name="connsiteX65" fmla="*/ 5962031 w 12192000"/>
              <a:gd name="connsiteY65" fmla="*/ 2220873 h 2649426"/>
              <a:gd name="connsiteX66" fmla="*/ 5818648 w 12192000"/>
              <a:gd name="connsiteY66" fmla="*/ 2229309 h 2649426"/>
              <a:gd name="connsiteX67" fmla="*/ 5515979 w 12192000"/>
              <a:gd name="connsiteY67" fmla="*/ 2284946 h 2649426"/>
              <a:gd name="connsiteX68" fmla="*/ 5426280 w 12192000"/>
              <a:gd name="connsiteY68" fmla="*/ 2290560 h 2649426"/>
              <a:gd name="connsiteX69" fmla="*/ 5329896 w 12192000"/>
              <a:gd name="connsiteY69" fmla="*/ 2279209 h 2649426"/>
              <a:gd name="connsiteX70" fmla="*/ 5245363 w 12192000"/>
              <a:gd name="connsiteY70" fmla="*/ 2301618 h 2649426"/>
              <a:gd name="connsiteX71" fmla="*/ 5077816 w 12192000"/>
              <a:gd name="connsiteY71" fmla="*/ 2292570 h 2649426"/>
              <a:gd name="connsiteX72" fmla="*/ 4911519 w 12192000"/>
              <a:gd name="connsiteY72" fmla="*/ 2285340 h 2649426"/>
              <a:gd name="connsiteX73" fmla="*/ 4822447 w 12192000"/>
              <a:gd name="connsiteY73" fmla="*/ 2292174 h 2649426"/>
              <a:gd name="connsiteX74" fmla="*/ 4670737 w 12192000"/>
              <a:gd name="connsiteY74" fmla="*/ 2321711 h 2649426"/>
              <a:gd name="connsiteX75" fmla="*/ 4489013 w 12192000"/>
              <a:gd name="connsiteY75" fmla="*/ 2338805 h 2649426"/>
              <a:gd name="connsiteX76" fmla="*/ 4431159 w 12192000"/>
              <a:gd name="connsiteY76" fmla="*/ 2347536 h 2649426"/>
              <a:gd name="connsiteX77" fmla="*/ 4273885 w 12192000"/>
              <a:gd name="connsiteY77" fmla="*/ 2379520 h 2649426"/>
              <a:gd name="connsiteX78" fmla="*/ 4116925 w 12192000"/>
              <a:gd name="connsiteY78" fmla="*/ 2417756 h 2649426"/>
              <a:gd name="connsiteX79" fmla="*/ 3988558 w 12192000"/>
              <a:gd name="connsiteY79" fmla="*/ 2475821 h 2649426"/>
              <a:gd name="connsiteX80" fmla="*/ 3894771 w 12192000"/>
              <a:gd name="connsiteY80" fmla="*/ 2494652 h 2649426"/>
              <a:gd name="connsiteX81" fmla="*/ 3721493 w 12192000"/>
              <a:gd name="connsiteY81" fmla="*/ 2497646 h 2649426"/>
              <a:gd name="connsiteX82" fmla="*/ 3504883 w 12192000"/>
              <a:gd name="connsiteY82" fmla="*/ 2503869 h 2649426"/>
              <a:gd name="connsiteX83" fmla="*/ 3431219 w 12192000"/>
              <a:gd name="connsiteY83" fmla="*/ 2502163 h 2649426"/>
              <a:gd name="connsiteX84" fmla="*/ 3151243 w 12192000"/>
              <a:gd name="connsiteY84" fmla="*/ 2492405 h 2649426"/>
              <a:gd name="connsiteX85" fmla="*/ 3044025 w 12192000"/>
              <a:gd name="connsiteY85" fmla="*/ 2485298 h 2649426"/>
              <a:gd name="connsiteX86" fmla="*/ 2864954 w 12192000"/>
              <a:gd name="connsiteY86" fmla="*/ 2456476 h 2649426"/>
              <a:gd name="connsiteX87" fmla="*/ 2739588 w 12192000"/>
              <a:gd name="connsiteY87" fmla="*/ 2457956 h 2649426"/>
              <a:gd name="connsiteX88" fmla="*/ 2706684 w 12192000"/>
              <a:gd name="connsiteY88" fmla="*/ 2454540 h 2649426"/>
              <a:gd name="connsiteX89" fmla="*/ 2339359 w 12192000"/>
              <a:gd name="connsiteY89" fmla="*/ 2471866 h 2649426"/>
              <a:gd name="connsiteX90" fmla="*/ 2194299 w 12192000"/>
              <a:gd name="connsiteY90" fmla="*/ 2475215 h 2649426"/>
              <a:gd name="connsiteX91" fmla="*/ 1983009 w 12192000"/>
              <a:gd name="connsiteY91" fmla="*/ 2463117 h 2649426"/>
              <a:gd name="connsiteX92" fmla="*/ 1885040 w 12192000"/>
              <a:gd name="connsiteY92" fmla="*/ 2475917 h 2649426"/>
              <a:gd name="connsiteX93" fmla="*/ 1773324 w 12192000"/>
              <a:gd name="connsiteY93" fmla="*/ 2471718 h 2649426"/>
              <a:gd name="connsiteX94" fmla="*/ 1685197 w 12192000"/>
              <a:gd name="connsiteY94" fmla="*/ 2466249 h 2649426"/>
              <a:gd name="connsiteX95" fmla="*/ 1566422 w 12192000"/>
              <a:gd name="connsiteY95" fmla="*/ 2455175 h 2649426"/>
              <a:gd name="connsiteX96" fmla="*/ 1300369 w 12192000"/>
              <a:gd name="connsiteY96" fmla="*/ 2444914 h 2649426"/>
              <a:gd name="connsiteX97" fmla="*/ 1081876 w 12192000"/>
              <a:gd name="connsiteY97" fmla="*/ 2476491 h 2649426"/>
              <a:gd name="connsiteX98" fmla="*/ 957561 w 12192000"/>
              <a:gd name="connsiteY98" fmla="*/ 2484124 h 2649426"/>
              <a:gd name="connsiteX99" fmla="*/ 868154 w 12192000"/>
              <a:gd name="connsiteY99" fmla="*/ 2537754 h 2649426"/>
              <a:gd name="connsiteX100" fmla="*/ 653171 w 12192000"/>
              <a:gd name="connsiteY100" fmla="*/ 2593652 h 2649426"/>
              <a:gd name="connsiteX101" fmla="*/ 511469 w 12192000"/>
              <a:gd name="connsiteY101" fmla="*/ 2598742 h 2649426"/>
              <a:gd name="connsiteX102" fmla="*/ 441281 w 12192000"/>
              <a:gd name="connsiteY102" fmla="*/ 2605939 h 2649426"/>
              <a:gd name="connsiteX103" fmla="*/ 297100 w 12192000"/>
              <a:gd name="connsiteY103" fmla="*/ 2639558 h 2649426"/>
              <a:gd name="connsiteX104" fmla="*/ 97385 w 12192000"/>
              <a:gd name="connsiteY104" fmla="*/ 2636063 h 2649426"/>
              <a:gd name="connsiteX105" fmla="*/ 48888 w 12192000"/>
              <a:gd name="connsiteY105" fmla="*/ 2641447 h 2649426"/>
              <a:gd name="connsiteX106" fmla="*/ 0 w 12192000"/>
              <a:gd name="connsiteY106" fmla="*/ 2649426 h 2649426"/>
              <a:gd name="connsiteX107" fmla="*/ 0 w 12192000"/>
              <a:gd name="connsiteY107" fmla="*/ 0 h 26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12192000" h="2649426">
                <a:moveTo>
                  <a:pt x="0" y="0"/>
                </a:moveTo>
                <a:lnTo>
                  <a:pt x="12192000" y="0"/>
                </a:lnTo>
                <a:lnTo>
                  <a:pt x="12192000" y="1727909"/>
                </a:lnTo>
                <a:lnTo>
                  <a:pt x="12115957" y="1732272"/>
                </a:lnTo>
                <a:cubicBezTo>
                  <a:pt x="12082095" y="1735567"/>
                  <a:pt x="12069134" y="1716108"/>
                  <a:pt x="12035223" y="1714510"/>
                </a:cubicBezTo>
                <a:cubicBezTo>
                  <a:pt x="11992705" y="1709394"/>
                  <a:pt x="11980406" y="1717473"/>
                  <a:pt x="11924243" y="1725938"/>
                </a:cubicBezTo>
                <a:cubicBezTo>
                  <a:pt x="11911784" y="1707140"/>
                  <a:pt x="11757279" y="1715039"/>
                  <a:pt x="11750717" y="1684756"/>
                </a:cubicBezTo>
                <a:cubicBezTo>
                  <a:pt x="11732100" y="1684623"/>
                  <a:pt x="11720615" y="1690766"/>
                  <a:pt x="11712295" y="1673021"/>
                </a:cubicBezTo>
                <a:cubicBezTo>
                  <a:pt x="11634355" y="1672906"/>
                  <a:pt x="11478353" y="1589331"/>
                  <a:pt x="11425377" y="1625577"/>
                </a:cubicBezTo>
                <a:cubicBezTo>
                  <a:pt x="11359879" y="1618438"/>
                  <a:pt x="11415418" y="1637096"/>
                  <a:pt x="11364686" y="1616572"/>
                </a:cubicBezTo>
                <a:cubicBezTo>
                  <a:pt x="11333914" y="1605241"/>
                  <a:pt x="11211274" y="1598449"/>
                  <a:pt x="11193595" y="1558403"/>
                </a:cubicBezTo>
                <a:cubicBezTo>
                  <a:pt x="11155202" y="1585000"/>
                  <a:pt x="11184573" y="1549075"/>
                  <a:pt x="11146426" y="1555308"/>
                </a:cubicBezTo>
                <a:cubicBezTo>
                  <a:pt x="11068567" y="1547065"/>
                  <a:pt x="10931961" y="1586700"/>
                  <a:pt x="10841711" y="1541883"/>
                </a:cubicBezTo>
                <a:cubicBezTo>
                  <a:pt x="10744355" y="1542822"/>
                  <a:pt x="10733219" y="1558476"/>
                  <a:pt x="10684816" y="1560944"/>
                </a:cubicBezTo>
                <a:lnTo>
                  <a:pt x="10551291" y="1556691"/>
                </a:lnTo>
                <a:lnTo>
                  <a:pt x="10523896" y="1559265"/>
                </a:lnTo>
                <a:cubicBezTo>
                  <a:pt x="10520278" y="1564302"/>
                  <a:pt x="10460715" y="1562665"/>
                  <a:pt x="10465446" y="1574304"/>
                </a:cubicBezTo>
                <a:cubicBezTo>
                  <a:pt x="10443213" y="1573648"/>
                  <a:pt x="10416112" y="1574069"/>
                  <a:pt x="10404265" y="1572375"/>
                </a:cubicBezTo>
                <a:cubicBezTo>
                  <a:pt x="10367953" y="1571669"/>
                  <a:pt x="10394199" y="1575009"/>
                  <a:pt x="10329259" y="1579142"/>
                </a:cubicBezTo>
                <a:cubicBezTo>
                  <a:pt x="10273102" y="1625710"/>
                  <a:pt x="10197769" y="1593280"/>
                  <a:pt x="10128072" y="1610789"/>
                </a:cubicBezTo>
                <a:cubicBezTo>
                  <a:pt x="10041729" y="1622427"/>
                  <a:pt x="9920611" y="1664232"/>
                  <a:pt x="9811199" y="1648968"/>
                </a:cubicBezTo>
                <a:cubicBezTo>
                  <a:pt x="9725264" y="1617294"/>
                  <a:pt x="9626787" y="1677773"/>
                  <a:pt x="9537440" y="1671316"/>
                </a:cubicBezTo>
                <a:cubicBezTo>
                  <a:pt x="9469776" y="1676355"/>
                  <a:pt x="9470963" y="1705860"/>
                  <a:pt x="9405213" y="1679204"/>
                </a:cubicBezTo>
                <a:cubicBezTo>
                  <a:pt x="9341128" y="1692381"/>
                  <a:pt x="9282604" y="1726880"/>
                  <a:pt x="9225536" y="1741303"/>
                </a:cubicBezTo>
                <a:cubicBezTo>
                  <a:pt x="9205345" y="1735183"/>
                  <a:pt x="9154361" y="1740714"/>
                  <a:pt x="9144490" y="1756665"/>
                </a:cubicBezTo>
                <a:cubicBezTo>
                  <a:pt x="9132275" y="1760890"/>
                  <a:pt x="9035423" y="1765734"/>
                  <a:pt x="9031250" y="1782330"/>
                </a:cubicBezTo>
                <a:cubicBezTo>
                  <a:pt x="9023628" y="1802499"/>
                  <a:pt x="8976844" y="1775805"/>
                  <a:pt x="8985382" y="1798267"/>
                </a:cubicBezTo>
                <a:cubicBezTo>
                  <a:pt x="8952237" y="1780059"/>
                  <a:pt x="8931620" y="1822664"/>
                  <a:pt x="8906505" y="1834715"/>
                </a:cubicBezTo>
                <a:cubicBezTo>
                  <a:pt x="8879977" y="1816167"/>
                  <a:pt x="8889745" y="1837055"/>
                  <a:pt x="8833229" y="1846521"/>
                </a:cubicBezTo>
                <a:cubicBezTo>
                  <a:pt x="8803940" y="1824965"/>
                  <a:pt x="8758902" y="1875909"/>
                  <a:pt x="8705687" y="1848419"/>
                </a:cubicBezTo>
                <a:cubicBezTo>
                  <a:pt x="8704434" y="1851755"/>
                  <a:pt x="8702658" y="1854903"/>
                  <a:pt x="8700414" y="1857766"/>
                </a:cubicBezTo>
                <a:cubicBezTo>
                  <a:pt x="8687373" y="1874398"/>
                  <a:pt x="8661675" y="1878000"/>
                  <a:pt x="8643017" y="1865810"/>
                </a:cubicBezTo>
                <a:cubicBezTo>
                  <a:pt x="8559958" y="1830377"/>
                  <a:pt x="8525136" y="1858301"/>
                  <a:pt x="8460271" y="1856718"/>
                </a:cubicBezTo>
                <a:cubicBezTo>
                  <a:pt x="8387992" y="1859886"/>
                  <a:pt x="8383027" y="1873588"/>
                  <a:pt x="8330326" y="1873969"/>
                </a:cubicBezTo>
                <a:cubicBezTo>
                  <a:pt x="8289651" y="1880442"/>
                  <a:pt x="8251324" y="1883229"/>
                  <a:pt x="8216222" y="1895553"/>
                </a:cubicBezTo>
                <a:cubicBezTo>
                  <a:pt x="8168456" y="1907258"/>
                  <a:pt x="8086598" y="1930014"/>
                  <a:pt x="8043728" y="1944200"/>
                </a:cubicBezTo>
                <a:cubicBezTo>
                  <a:pt x="8005339" y="1935292"/>
                  <a:pt x="8004256" y="1961413"/>
                  <a:pt x="7958999" y="1980667"/>
                </a:cubicBezTo>
                <a:cubicBezTo>
                  <a:pt x="7935613" y="1969436"/>
                  <a:pt x="7921023" y="1978572"/>
                  <a:pt x="7908348" y="1994348"/>
                </a:cubicBezTo>
                <a:cubicBezTo>
                  <a:pt x="7860647" y="1997348"/>
                  <a:pt x="7827216" y="2037573"/>
                  <a:pt x="7776470" y="2053315"/>
                </a:cubicBezTo>
                <a:cubicBezTo>
                  <a:pt x="7698910" y="2081641"/>
                  <a:pt x="7657970" y="2095242"/>
                  <a:pt x="7624559" y="2114216"/>
                </a:cubicBezTo>
                <a:lnTo>
                  <a:pt x="7549398" y="2153051"/>
                </a:lnTo>
                <a:lnTo>
                  <a:pt x="7540934" y="2151418"/>
                </a:lnTo>
                <a:cubicBezTo>
                  <a:pt x="7535164" y="2150832"/>
                  <a:pt x="7531409" y="2151133"/>
                  <a:pt x="7528900" y="2152107"/>
                </a:cubicBezTo>
                <a:lnTo>
                  <a:pt x="7528656" y="2152584"/>
                </a:lnTo>
                <a:lnTo>
                  <a:pt x="7517280" y="2152327"/>
                </a:lnTo>
                <a:cubicBezTo>
                  <a:pt x="7497963" y="2150841"/>
                  <a:pt x="7479055" y="2148397"/>
                  <a:pt x="7460956" y="2145255"/>
                </a:cubicBezTo>
                <a:cubicBezTo>
                  <a:pt x="7435384" y="2153583"/>
                  <a:pt x="7400796" y="2165158"/>
                  <a:pt x="7372921" y="2175069"/>
                </a:cubicBezTo>
                <a:cubicBezTo>
                  <a:pt x="7356352" y="2177011"/>
                  <a:pt x="7320132" y="2181165"/>
                  <a:pt x="7307317" y="2182031"/>
                </a:cubicBezTo>
                <a:lnTo>
                  <a:pt x="7251199" y="2198184"/>
                </a:lnTo>
                <a:lnTo>
                  <a:pt x="7233016" y="2195902"/>
                </a:lnTo>
                <a:lnTo>
                  <a:pt x="7227281" y="2190042"/>
                </a:lnTo>
                <a:cubicBezTo>
                  <a:pt x="7221416" y="2186612"/>
                  <a:pt x="7213442" y="2185423"/>
                  <a:pt x="7200745" y="2189321"/>
                </a:cubicBezTo>
                <a:lnTo>
                  <a:pt x="7197924" y="2191205"/>
                </a:lnTo>
                <a:lnTo>
                  <a:pt x="7175198" y="2183294"/>
                </a:lnTo>
                <a:cubicBezTo>
                  <a:pt x="7167736" y="2179475"/>
                  <a:pt x="7106482" y="2174471"/>
                  <a:pt x="7100681" y="2167822"/>
                </a:cubicBezTo>
                <a:cubicBezTo>
                  <a:pt x="7040208" y="2163382"/>
                  <a:pt x="7012045" y="2151453"/>
                  <a:pt x="6932665" y="2162157"/>
                </a:cubicBezTo>
                <a:cubicBezTo>
                  <a:pt x="6897841" y="2163646"/>
                  <a:pt x="6758102" y="2190327"/>
                  <a:pt x="6700029" y="2158310"/>
                </a:cubicBezTo>
                <a:cubicBezTo>
                  <a:pt x="6586438" y="2136832"/>
                  <a:pt x="6483544" y="2190975"/>
                  <a:pt x="6326162" y="2178632"/>
                </a:cubicBezTo>
                <a:cubicBezTo>
                  <a:pt x="6280268" y="2230098"/>
                  <a:pt x="6248542" y="2188076"/>
                  <a:pt x="6196177" y="2200059"/>
                </a:cubicBezTo>
                <a:cubicBezTo>
                  <a:pt x="6205623" y="2154445"/>
                  <a:pt x="6147836" y="2237773"/>
                  <a:pt x="6139086" y="2187339"/>
                </a:cubicBezTo>
                <a:cubicBezTo>
                  <a:pt x="6129833" y="2191116"/>
                  <a:pt x="6107532" y="2187291"/>
                  <a:pt x="6098878" y="2192939"/>
                </a:cubicBezTo>
                <a:lnTo>
                  <a:pt x="6094339" y="2195871"/>
                </a:lnTo>
                <a:lnTo>
                  <a:pt x="6075163" y="2198856"/>
                </a:lnTo>
                <a:lnTo>
                  <a:pt x="6071016" y="2210639"/>
                </a:lnTo>
                <a:lnTo>
                  <a:pt x="6043058" y="2222971"/>
                </a:lnTo>
                <a:cubicBezTo>
                  <a:pt x="6032393" y="2225900"/>
                  <a:pt x="5975308" y="2222534"/>
                  <a:pt x="5962031" y="2220873"/>
                </a:cubicBezTo>
                <a:cubicBezTo>
                  <a:pt x="5916299" y="2196434"/>
                  <a:pt x="5875242" y="2262106"/>
                  <a:pt x="5818648" y="2229309"/>
                </a:cubicBezTo>
                <a:cubicBezTo>
                  <a:pt x="5749600" y="2237719"/>
                  <a:pt x="5581374" y="2274738"/>
                  <a:pt x="5515979" y="2284946"/>
                </a:cubicBezTo>
                <a:cubicBezTo>
                  <a:pt x="5490110" y="2263922"/>
                  <a:pt x="5489833" y="2286590"/>
                  <a:pt x="5426280" y="2290560"/>
                </a:cubicBezTo>
                <a:cubicBezTo>
                  <a:pt x="5397902" y="2266275"/>
                  <a:pt x="5383466" y="2311712"/>
                  <a:pt x="5329896" y="2279209"/>
                </a:cubicBezTo>
                <a:cubicBezTo>
                  <a:pt x="5327949" y="2282409"/>
                  <a:pt x="5287376" y="2299391"/>
                  <a:pt x="5245363" y="2301618"/>
                </a:cubicBezTo>
                <a:cubicBezTo>
                  <a:pt x="5203350" y="2303845"/>
                  <a:pt x="5142532" y="2293014"/>
                  <a:pt x="5077816" y="2292570"/>
                </a:cubicBezTo>
                <a:cubicBezTo>
                  <a:pt x="4998078" y="2288748"/>
                  <a:pt x="5013575" y="2326048"/>
                  <a:pt x="4911519" y="2285340"/>
                </a:cubicBezTo>
                <a:cubicBezTo>
                  <a:pt x="4902160" y="2303655"/>
                  <a:pt x="4844271" y="2300289"/>
                  <a:pt x="4822447" y="2292174"/>
                </a:cubicBezTo>
                <a:cubicBezTo>
                  <a:pt x="4783830" y="2304286"/>
                  <a:pt x="4732360" y="2308645"/>
                  <a:pt x="4670737" y="2321711"/>
                </a:cubicBezTo>
                <a:lnTo>
                  <a:pt x="4489013" y="2338805"/>
                </a:lnTo>
                <a:cubicBezTo>
                  <a:pt x="4465325" y="2325368"/>
                  <a:pt x="4447765" y="2333054"/>
                  <a:pt x="4431159" y="2347536"/>
                </a:cubicBezTo>
                <a:cubicBezTo>
                  <a:pt x="4378379" y="2345920"/>
                  <a:pt x="4332196" y="2368747"/>
                  <a:pt x="4273885" y="2379520"/>
                </a:cubicBezTo>
                <a:cubicBezTo>
                  <a:pt x="4208794" y="2365868"/>
                  <a:pt x="4179256" y="2406404"/>
                  <a:pt x="4116925" y="2417756"/>
                </a:cubicBezTo>
                <a:cubicBezTo>
                  <a:pt x="4054244" y="2438344"/>
                  <a:pt x="4028609" y="2459980"/>
                  <a:pt x="3988558" y="2475821"/>
                </a:cubicBezTo>
                <a:cubicBezTo>
                  <a:pt x="3980551" y="2470535"/>
                  <a:pt x="3892361" y="2486781"/>
                  <a:pt x="3894771" y="2494652"/>
                </a:cubicBezTo>
                <a:cubicBezTo>
                  <a:pt x="3865387" y="2493752"/>
                  <a:pt x="3786474" y="2496110"/>
                  <a:pt x="3721493" y="2497646"/>
                </a:cubicBezTo>
                <a:lnTo>
                  <a:pt x="3504883" y="2503869"/>
                </a:lnTo>
                <a:cubicBezTo>
                  <a:pt x="3481753" y="2463850"/>
                  <a:pt x="3453868" y="2512184"/>
                  <a:pt x="3431219" y="2502163"/>
                </a:cubicBezTo>
                <a:cubicBezTo>
                  <a:pt x="3372279" y="2500252"/>
                  <a:pt x="3213506" y="2491434"/>
                  <a:pt x="3151243" y="2492405"/>
                </a:cubicBezTo>
                <a:cubicBezTo>
                  <a:pt x="3109617" y="2499010"/>
                  <a:pt x="3083140" y="2488694"/>
                  <a:pt x="3044025" y="2485298"/>
                </a:cubicBezTo>
                <a:cubicBezTo>
                  <a:pt x="2993285" y="2480066"/>
                  <a:pt x="2917962" y="2464815"/>
                  <a:pt x="2864954" y="2456476"/>
                </a:cubicBezTo>
                <a:cubicBezTo>
                  <a:pt x="2844119" y="2481987"/>
                  <a:pt x="2778576" y="2452907"/>
                  <a:pt x="2739588" y="2457956"/>
                </a:cubicBezTo>
                <a:cubicBezTo>
                  <a:pt x="2729978" y="2442568"/>
                  <a:pt x="2721085" y="2444276"/>
                  <a:pt x="2706684" y="2454540"/>
                </a:cubicBezTo>
                <a:cubicBezTo>
                  <a:pt x="2582342" y="2475524"/>
                  <a:pt x="2476777" y="2460210"/>
                  <a:pt x="2339359" y="2471866"/>
                </a:cubicBezTo>
                <a:cubicBezTo>
                  <a:pt x="2310028" y="2476658"/>
                  <a:pt x="2268387" y="2479942"/>
                  <a:pt x="2194299" y="2475215"/>
                </a:cubicBezTo>
                <a:cubicBezTo>
                  <a:pt x="2122453" y="2479102"/>
                  <a:pt x="2034552" y="2463000"/>
                  <a:pt x="1983009" y="2463117"/>
                </a:cubicBezTo>
                <a:cubicBezTo>
                  <a:pt x="1972445" y="2448905"/>
                  <a:pt x="1889843" y="2460997"/>
                  <a:pt x="1885040" y="2475917"/>
                </a:cubicBezTo>
                <a:cubicBezTo>
                  <a:pt x="1863973" y="2475848"/>
                  <a:pt x="1788361" y="2446057"/>
                  <a:pt x="1773324" y="2471718"/>
                </a:cubicBezTo>
                <a:cubicBezTo>
                  <a:pt x="1744543" y="2472466"/>
                  <a:pt x="1699558" y="2427780"/>
                  <a:pt x="1685197" y="2466249"/>
                </a:cubicBezTo>
                <a:cubicBezTo>
                  <a:pt x="1630856" y="2479033"/>
                  <a:pt x="1624669" y="2455906"/>
                  <a:pt x="1566422" y="2455175"/>
                </a:cubicBezTo>
                <a:cubicBezTo>
                  <a:pt x="1463285" y="2430077"/>
                  <a:pt x="1385735" y="2469033"/>
                  <a:pt x="1300369" y="2444914"/>
                </a:cubicBezTo>
                <a:cubicBezTo>
                  <a:pt x="1210119" y="2489731"/>
                  <a:pt x="1159735" y="2468248"/>
                  <a:pt x="1081876" y="2476491"/>
                </a:cubicBezTo>
                <a:cubicBezTo>
                  <a:pt x="1043729" y="2470258"/>
                  <a:pt x="995954" y="2510721"/>
                  <a:pt x="957561" y="2484124"/>
                </a:cubicBezTo>
                <a:cubicBezTo>
                  <a:pt x="939882" y="2501480"/>
                  <a:pt x="894388" y="2508271"/>
                  <a:pt x="868154" y="2537754"/>
                </a:cubicBezTo>
                <a:cubicBezTo>
                  <a:pt x="812883" y="2558278"/>
                  <a:pt x="723207" y="2559285"/>
                  <a:pt x="653171" y="2593652"/>
                </a:cubicBezTo>
                <a:cubicBezTo>
                  <a:pt x="613809" y="2593710"/>
                  <a:pt x="575795" y="2621317"/>
                  <a:pt x="511469" y="2598742"/>
                </a:cubicBezTo>
                <a:cubicBezTo>
                  <a:pt x="503149" y="2616487"/>
                  <a:pt x="459898" y="2605806"/>
                  <a:pt x="441281" y="2605939"/>
                </a:cubicBezTo>
                <a:cubicBezTo>
                  <a:pt x="434719" y="2636222"/>
                  <a:pt x="354416" y="2634537"/>
                  <a:pt x="297100" y="2639558"/>
                </a:cubicBezTo>
                <a:cubicBezTo>
                  <a:pt x="239784" y="2644579"/>
                  <a:pt x="179782" y="2630047"/>
                  <a:pt x="97385" y="2636063"/>
                </a:cubicBezTo>
                <a:cubicBezTo>
                  <a:pt x="84007" y="2636732"/>
                  <a:pt x="67196" y="2638756"/>
                  <a:pt x="48888" y="2641447"/>
                </a:cubicBezTo>
                <a:lnTo>
                  <a:pt x="0" y="2649426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8822CB33-55D7-0AF8-A606-BD6914BE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Autofit/>
          </a:bodyPr>
          <a:lstStyle/>
          <a:p>
            <a:r>
              <a:rPr lang="cs-CZ" sz="3600" dirty="0"/>
              <a:t>Přehled dějin věd – Starověk – Pythagoras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6771B75-D82C-8BD0-01FD-BF7434182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6780" y="2513198"/>
            <a:ext cx="5571519" cy="3725543"/>
          </a:xfrm>
        </p:spPr>
        <p:txBody>
          <a:bodyPr anchor="ctr">
            <a:normAutofit fontScale="77500" lnSpcReduction="20000"/>
          </a:bodyPr>
          <a:lstStyle/>
          <a:p>
            <a:pPr algn="just">
              <a:lnSpc>
                <a:spcPct val="90000"/>
              </a:lnSpc>
            </a:pPr>
            <a:r>
              <a:rPr lang="cs-CZ" sz="2800" dirty="0"/>
              <a:t>Řecký filozof, matematik, astronom i kněz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Z jeho díla se nic nedochovalo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Založil vlastní školu trvající až do pozdní antiky; shledala se s úctou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Připisuje se mu zavedení pojmů </a:t>
            </a:r>
            <a:r>
              <a:rPr lang="cs-CZ" sz="2800" i="1" dirty="0"/>
              <a:t>filosofie</a:t>
            </a:r>
            <a:r>
              <a:rPr lang="cs-CZ" sz="2800" dirty="0"/>
              <a:t> a </a:t>
            </a:r>
            <a:r>
              <a:rPr lang="cs-CZ" sz="2800" i="1" dirty="0"/>
              <a:t>kosmos</a:t>
            </a:r>
            <a:endParaRPr lang="cs-CZ" sz="2800" dirty="0"/>
          </a:p>
          <a:p>
            <a:pPr algn="just">
              <a:lnSpc>
                <a:spcPct val="90000"/>
              </a:lnSpc>
            </a:pPr>
            <a:r>
              <a:rPr lang="cs-CZ" sz="2800" dirty="0"/>
              <a:t>Objevil vztah mezi délkou struny a tónem stupnice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Velký význam měl objev Pythagorovy věty</a:t>
            </a:r>
          </a:p>
          <a:p>
            <a:pPr algn="just">
              <a:lnSpc>
                <a:spcPct val="90000"/>
              </a:lnSpc>
            </a:pPr>
            <a:r>
              <a:rPr lang="cs-CZ" sz="2800" dirty="0"/>
              <a:t>Jeho žáku se připisuje objev iracionálních čísel, čísel nevyjádřitelných zlomkem</a:t>
            </a:r>
          </a:p>
        </p:txBody>
      </p:sp>
      <p:grpSp>
        <p:nvGrpSpPr>
          <p:cNvPr id="3" name="Skupina 2">
            <a:extLst>
              <a:ext uri="{FF2B5EF4-FFF2-40B4-BE49-F238E27FC236}">
                <a16:creationId xmlns:a16="http://schemas.microsoft.com/office/drawing/2014/main" id="{54652C01-1865-1C8F-B20F-F80E7901017D}"/>
              </a:ext>
            </a:extLst>
          </p:cNvPr>
          <p:cNvGrpSpPr/>
          <p:nvPr/>
        </p:nvGrpSpPr>
        <p:grpSpPr>
          <a:xfrm>
            <a:off x="3198132" y="2749722"/>
            <a:ext cx="2151652" cy="3745346"/>
            <a:chOff x="3198132" y="3155073"/>
            <a:chExt cx="2151652" cy="3745346"/>
          </a:xfrm>
        </p:grpSpPr>
        <p:pic>
          <p:nvPicPr>
            <p:cNvPr id="6" name="Obrázek 5" descr="Obsah obrázku socha, Artefakt, Řezba, Kamenořezba&#10;&#10;Popis byl vytvořen automaticky">
              <a:extLst>
                <a:ext uri="{FF2B5EF4-FFF2-40B4-BE49-F238E27FC236}">
                  <a16:creationId xmlns:a16="http://schemas.microsoft.com/office/drawing/2014/main" id="{CB872EC7-122E-112D-78D6-297F470FD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8135" y="3155073"/>
              <a:ext cx="2151649" cy="2868865"/>
            </a:xfrm>
            <a:prstGeom prst="rect">
              <a:avLst/>
            </a:prstGeom>
          </p:spPr>
        </p:pic>
        <p:sp>
          <p:nvSpPr>
            <p:cNvPr id="2" name="Obdélník: se zakulacenými horními rohy 1">
              <a:extLst>
                <a:ext uri="{FF2B5EF4-FFF2-40B4-BE49-F238E27FC236}">
                  <a16:creationId xmlns:a16="http://schemas.microsoft.com/office/drawing/2014/main" id="{89F5785E-DE48-F9F2-5E02-D9C97DEDEFEF}"/>
                </a:ext>
              </a:extLst>
            </p:cNvPr>
            <p:cNvSpPr/>
            <p:nvPr/>
          </p:nvSpPr>
          <p:spPr>
            <a:xfrm rot="10800000" flipV="1">
              <a:off x="3198132" y="6023938"/>
              <a:ext cx="2151649" cy="876481"/>
            </a:xfrm>
            <a:prstGeom prst="round2SameRect">
              <a:avLst>
                <a:gd name="adj1" fmla="val 0"/>
                <a:gd name="adj2" fmla="val 199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dirty="0"/>
                <a:t>Busta v Kapitolském muzeu v Římě</a:t>
              </a:r>
            </a:p>
          </p:txBody>
        </p:sp>
      </p:grpSp>
      <p:grpSp>
        <p:nvGrpSpPr>
          <p:cNvPr id="8" name="Skupina 7">
            <a:extLst>
              <a:ext uri="{FF2B5EF4-FFF2-40B4-BE49-F238E27FC236}">
                <a16:creationId xmlns:a16="http://schemas.microsoft.com/office/drawing/2014/main" id="{D8F0B37A-22B6-ECF6-0C0A-C2ECEDC6F30D}"/>
              </a:ext>
            </a:extLst>
          </p:cNvPr>
          <p:cNvGrpSpPr/>
          <p:nvPr/>
        </p:nvGrpSpPr>
        <p:grpSpPr>
          <a:xfrm>
            <a:off x="1019702" y="2592841"/>
            <a:ext cx="1619639" cy="4043398"/>
            <a:chOff x="1019702" y="3017047"/>
            <a:chExt cx="1619639" cy="4043398"/>
          </a:xfrm>
        </p:grpSpPr>
        <p:pic>
          <p:nvPicPr>
            <p:cNvPr id="9" name="Obrázek 8" descr="Obsah obrázku snímek obrazovky, text, číslo, čtverec">
              <a:extLst>
                <a:ext uri="{FF2B5EF4-FFF2-40B4-BE49-F238E27FC236}">
                  <a16:creationId xmlns:a16="http://schemas.microsoft.com/office/drawing/2014/main" id="{1A05FDE7-7C1B-B30A-9E40-A39D8E175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709" y="3017047"/>
              <a:ext cx="1619632" cy="3144917"/>
            </a:xfrm>
            <a:prstGeom prst="rect">
              <a:avLst/>
            </a:prstGeom>
          </p:spPr>
        </p:pic>
        <p:sp>
          <p:nvSpPr>
            <p:cNvPr id="5" name="Obdélník: se zakulacenými horními rohy 4">
              <a:extLst>
                <a:ext uri="{FF2B5EF4-FFF2-40B4-BE49-F238E27FC236}">
                  <a16:creationId xmlns:a16="http://schemas.microsoft.com/office/drawing/2014/main" id="{429BA5A4-7839-B84C-77E5-627275CCD535}"/>
                </a:ext>
              </a:extLst>
            </p:cNvPr>
            <p:cNvSpPr/>
            <p:nvPr/>
          </p:nvSpPr>
          <p:spPr>
            <a:xfrm rot="10800000" flipV="1">
              <a:off x="1019702" y="6183963"/>
              <a:ext cx="1619631" cy="876482"/>
            </a:xfrm>
            <a:prstGeom prst="round2SameRect">
              <a:avLst>
                <a:gd name="adj1" fmla="val 0"/>
                <a:gd name="adj2" fmla="val 199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dirty="0"/>
                <a:t>Důkaz Pythagorovy věty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8933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 uiExpand="1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389C7-EFFB-94FF-9077-7F6C767D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E2CF7-D5AA-4464-AC91-9ED1EA5D6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1C741AD9-819C-197C-E453-38879E7A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859" y="609600"/>
            <a:ext cx="6682180" cy="1863503"/>
          </a:xfrm>
        </p:spPr>
        <p:txBody>
          <a:bodyPr>
            <a:noAutofit/>
          </a:bodyPr>
          <a:lstStyle/>
          <a:p>
            <a:r>
              <a:rPr lang="cs-CZ" sz="3600" dirty="0"/>
              <a:t>Přehled dějin věd – Starověk – Aristoteles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3EC14F4-69D2-F634-0FD9-3CF6EFE1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858" y="2773554"/>
            <a:ext cx="6682181" cy="3474845"/>
          </a:xfrm>
        </p:spPr>
        <p:txBody>
          <a:bodyPr>
            <a:normAutofit/>
          </a:bodyPr>
          <a:lstStyle/>
          <a:p>
            <a:r>
              <a:rPr lang="cs-CZ" sz="2800" dirty="0"/>
              <a:t>Filozof vrcholného období řecké filozofie</a:t>
            </a:r>
          </a:p>
          <a:p>
            <a:r>
              <a:rPr lang="cs-CZ" sz="2800" dirty="0"/>
              <a:t>Žák Platónův a vychovatel Alexandra Makedonského</a:t>
            </a:r>
          </a:p>
          <a:p>
            <a:r>
              <a:rPr lang="cs-CZ" sz="2800" dirty="0"/>
              <a:t>Snažil se obsáhnout a uspořádat vědění své doby a výsledky vlastního pozorování do „stromu“</a:t>
            </a:r>
          </a:p>
          <a:p>
            <a:r>
              <a:rPr lang="cs-CZ" sz="2800" dirty="0"/>
              <a:t>Položil základy filozofie i jiných věd</a:t>
            </a:r>
          </a:p>
        </p:txBody>
      </p:sp>
      <p:pic>
        <p:nvPicPr>
          <p:cNvPr id="9" name="Obrázek 8" descr="Obsah obrázku Artefakt, socha, Busta, Řezba&#10;&#10;Popis byl vytvořen automaticky">
            <a:extLst>
              <a:ext uri="{FF2B5EF4-FFF2-40B4-BE49-F238E27FC236}">
                <a16:creationId xmlns:a16="http://schemas.microsoft.com/office/drawing/2014/main" id="{A4880840-4B75-62C3-E660-F5A13986C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46"/>
          <a:stretch/>
        </p:blipFill>
        <p:spPr>
          <a:xfrm>
            <a:off x="20" y="2"/>
            <a:ext cx="4585628" cy="6857998"/>
          </a:xfrm>
          <a:custGeom>
            <a:avLst/>
            <a:gdLst/>
            <a:ahLst/>
            <a:cxnLst/>
            <a:rect l="l" t="t" r="r" b="b"/>
            <a:pathLst>
              <a:path w="4585648" h="6857998">
                <a:moveTo>
                  <a:pt x="0" y="0"/>
                </a:moveTo>
                <a:lnTo>
                  <a:pt x="3944047" y="0"/>
                </a:lnTo>
                <a:lnTo>
                  <a:pt x="3944688" y="10340"/>
                </a:lnTo>
                <a:cubicBezTo>
                  <a:pt x="3965528" y="36732"/>
                  <a:pt x="3945672" y="53579"/>
                  <a:pt x="3950304" y="81398"/>
                </a:cubicBezTo>
                <a:cubicBezTo>
                  <a:pt x="3979668" y="102733"/>
                  <a:pt x="3935739" y="103225"/>
                  <a:pt x="3930579" y="118301"/>
                </a:cubicBezTo>
                <a:lnTo>
                  <a:pt x="3930846" y="122373"/>
                </a:lnTo>
                <a:lnTo>
                  <a:pt x="3937038" y="132397"/>
                </a:lnTo>
                <a:lnTo>
                  <a:pt x="3940265" y="135982"/>
                </a:lnTo>
                <a:cubicBezTo>
                  <a:pt x="3942154" y="138523"/>
                  <a:pt x="3942977" y="140298"/>
                  <a:pt x="3943073" y="141620"/>
                </a:cubicBezTo>
                <a:cubicBezTo>
                  <a:pt x="3942998" y="141685"/>
                  <a:pt x="3942926" y="141751"/>
                  <a:pt x="3942854" y="141816"/>
                </a:cubicBezTo>
                <a:lnTo>
                  <a:pt x="3946045" y="146983"/>
                </a:lnTo>
                <a:cubicBezTo>
                  <a:pt x="3952085" y="155570"/>
                  <a:pt x="3958585" y="163800"/>
                  <a:pt x="3965281" y="171535"/>
                </a:cubicBezTo>
                <a:cubicBezTo>
                  <a:pt x="3952744" y="181711"/>
                  <a:pt x="3987015" y="208379"/>
                  <a:pt x="3955100" y="211093"/>
                </a:cubicBezTo>
                <a:cubicBezTo>
                  <a:pt x="3963231" y="221704"/>
                  <a:pt x="3979172" y="225918"/>
                  <a:pt x="3957453" y="226143"/>
                </a:cubicBezTo>
                <a:cubicBezTo>
                  <a:pt x="3959561" y="229747"/>
                  <a:pt x="3959011" y="232340"/>
                  <a:pt x="3957179" y="234484"/>
                </a:cubicBezTo>
                <a:lnTo>
                  <a:pt x="3956175" y="235199"/>
                </a:lnTo>
                <a:lnTo>
                  <a:pt x="3974755" y="258709"/>
                </a:lnTo>
                <a:cubicBezTo>
                  <a:pt x="3974810" y="259903"/>
                  <a:pt x="3974864" y="261097"/>
                  <a:pt x="3974919" y="262291"/>
                </a:cubicBezTo>
                <a:lnTo>
                  <a:pt x="3989981" y="277023"/>
                </a:lnTo>
                <a:lnTo>
                  <a:pt x="3996191" y="284947"/>
                </a:lnTo>
                <a:lnTo>
                  <a:pt x="4001190" y="286536"/>
                </a:lnTo>
                <a:cubicBezTo>
                  <a:pt x="4004786" y="288616"/>
                  <a:pt x="4007623" y="292056"/>
                  <a:pt x="4008705" y="298565"/>
                </a:cubicBezTo>
                <a:cubicBezTo>
                  <a:pt x="4008585" y="299108"/>
                  <a:pt x="4008465" y="299650"/>
                  <a:pt x="4008344" y="300194"/>
                </a:cubicBezTo>
                <a:lnTo>
                  <a:pt x="4019098" y="309203"/>
                </a:lnTo>
                <a:cubicBezTo>
                  <a:pt x="4023353" y="311943"/>
                  <a:pt x="4028131" y="314172"/>
                  <a:pt x="4033618" y="315650"/>
                </a:cubicBezTo>
                <a:cubicBezTo>
                  <a:pt x="4027964" y="354775"/>
                  <a:pt x="4065415" y="383133"/>
                  <a:pt x="4080284" y="421400"/>
                </a:cubicBezTo>
                <a:cubicBezTo>
                  <a:pt x="4052614" y="444764"/>
                  <a:pt x="4129047" y="500739"/>
                  <a:pt x="4168461" y="503092"/>
                </a:cubicBezTo>
                <a:cubicBezTo>
                  <a:pt x="4128023" y="511488"/>
                  <a:pt x="4257167" y="577423"/>
                  <a:pt x="4192557" y="560735"/>
                </a:cubicBezTo>
                <a:cubicBezTo>
                  <a:pt x="4202585" y="572893"/>
                  <a:pt x="4193454" y="589341"/>
                  <a:pt x="4176910" y="584674"/>
                </a:cubicBezTo>
                <a:cubicBezTo>
                  <a:pt x="4224177" y="618252"/>
                  <a:pt x="4225772" y="681450"/>
                  <a:pt x="4260533" y="723119"/>
                </a:cubicBezTo>
                <a:cubicBezTo>
                  <a:pt x="4242328" y="753272"/>
                  <a:pt x="4263820" y="734604"/>
                  <a:pt x="4270711" y="760720"/>
                </a:cubicBezTo>
                <a:cubicBezTo>
                  <a:pt x="4295191" y="748303"/>
                  <a:pt x="4270314" y="794183"/>
                  <a:pt x="4302509" y="789247"/>
                </a:cubicBezTo>
                <a:cubicBezTo>
                  <a:pt x="4302741" y="794159"/>
                  <a:pt x="4301954" y="799070"/>
                  <a:pt x="4300921" y="804034"/>
                </a:cubicBezTo>
                <a:cubicBezTo>
                  <a:pt x="4300749" y="804900"/>
                  <a:pt x="4300572" y="805767"/>
                  <a:pt x="4300400" y="806635"/>
                </a:cubicBezTo>
                <a:lnTo>
                  <a:pt x="4303753" y="815950"/>
                </a:lnTo>
                <a:lnTo>
                  <a:pt x="4297888" y="819940"/>
                </a:lnTo>
                <a:cubicBezTo>
                  <a:pt x="4297944" y="824938"/>
                  <a:pt x="4297999" y="829937"/>
                  <a:pt x="4298055" y="834935"/>
                </a:cubicBezTo>
                <a:cubicBezTo>
                  <a:pt x="4299172" y="840340"/>
                  <a:pt x="4301603" y="845911"/>
                  <a:pt x="4306135" y="851700"/>
                </a:cubicBezTo>
                <a:cubicBezTo>
                  <a:pt x="4332817" y="868320"/>
                  <a:pt x="4317557" y="909641"/>
                  <a:pt x="4352091" y="929754"/>
                </a:cubicBezTo>
                <a:cubicBezTo>
                  <a:pt x="4362479" y="937980"/>
                  <a:pt x="4380484" y="968513"/>
                  <a:pt x="4375270" y="977376"/>
                </a:cubicBezTo>
                <a:cubicBezTo>
                  <a:pt x="4377250" y="984377"/>
                  <a:pt x="4384849" y="990651"/>
                  <a:pt x="4377297" y="996912"/>
                </a:cubicBezTo>
                <a:cubicBezTo>
                  <a:pt x="4369005" y="1005760"/>
                  <a:pt x="4399874" y="1021625"/>
                  <a:pt x="4384684" y="1023223"/>
                </a:cubicBezTo>
                <a:cubicBezTo>
                  <a:pt x="4406172" y="1034643"/>
                  <a:pt x="4390237" y="1055523"/>
                  <a:pt x="4392472" y="1070780"/>
                </a:cubicBezTo>
                <a:cubicBezTo>
                  <a:pt x="4411832" y="1078905"/>
                  <a:pt x="4397439" y="1102903"/>
                  <a:pt x="4412067" y="1132722"/>
                </a:cubicBezTo>
                <a:cubicBezTo>
                  <a:pt x="4434025" y="1141419"/>
                  <a:pt x="4421728" y="1152870"/>
                  <a:pt x="4455281" y="1171648"/>
                </a:cubicBezTo>
                <a:cubicBezTo>
                  <a:pt x="4453907" y="1173110"/>
                  <a:pt x="4452815" y="1174775"/>
                  <a:pt x="4452047" y="1176593"/>
                </a:cubicBezTo>
                <a:cubicBezTo>
                  <a:pt x="4447572" y="1187166"/>
                  <a:pt x="4454607" y="1200545"/>
                  <a:pt x="4467755" y="1206479"/>
                </a:cubicBezTo>
                <a:lnTo>
                  <a:pt x="4498518" y="1230184"/>
                </a:lnTo>
                <a:lnTo>
                  <a:pt x="4503988" y="1239714"/>
                </a:lnTo>
                <a:cubicBezTo>
                  <a:pt x="4506730" y="1246063"/>
                  <a:pt x="4507415" y="1251722"/>
                  <a:pt x="4506821" y="1256926"/>
                </a:cubicBezTo>
                <a:lnTo>
                  <a:pt x="4502210" y="1270678"/>
                </a:lnTo>
                <a:lnTo>
                  <a:pt x="4494994" y="1272955"/>
                </a:lnTo>
                <a:lnTo>
                  <a:pt x="4495424" y="1282254"/>
                </a:lnTo>
                <a:lnTo>
                  <a:pt x="4494064" y="1284511"/>
                </a:lnTo>
                <a:cubicBezTo>
                  <a:pt x="4491436" y="1288808"/>
                  <a:pt x="4489075" y="1293117"/>
                  <a:pt x="4487745" y="1297660"/>
                </a:cubicBezTo>
                <a:cubicBezTo>
                  <a:pt x="4521914" y="1300656"/>
                  <a:pt x="4482088" y="1336801"/>
                  <a:pt x="4510831" y="1331158"/>
                </a:cubicBezTo>
                <a:cubicBezTo>
                  <a:pt x="4509485" y="1356644"/>
                  <a:pt x="4537196" y="1344587"/>
                  <a:pt x="4509149" y="1367911"/>
                </a:cubicBezTo>
                <a:cubicBezTo>
                  <a:pt x="4525575" y="1402569"/>
                  <a:pt x="4519252" y="1443943"/>
                  <a:pt x="4530734" y="1480066"/>
                </a:cubicBezTo>
                <a:lnTo>
                  <a:pt x="4531332" y="1481140"/>
                </a:lnTo>
                <a:lnTo>
                  <a:pt x="4523757" y="1500827"/>
                </a:lnTo>
                <a:lnTo>
                  <a:pt x="4517749" y="1528834"/>
                </a:lnTo>
                <a:lnTo>
                  <a:pt x="4510978" y="1526104"/>
                </a:lnTo>
                <a:cubicBezTo>
                  <a:pt x="4505305" y="1525236"/>
                  <a:pt x="4507721" y="1530251"/>
                  <a:pt x="4513177" y="1537822"/>
                </a:cubicBezTo>
                <a:lnTo>
                  <a:pt x="4515243" y="1540521"/>
                </a:lnTo>
                <a:lnTo>
                  <a:pt x="4514146" y="1545627"/>
                </a:lnTo>
                <a:cubicBezTo>
                  <a:pt x="4512031" y="1559801"/>
                  <a:pt x="4511188" y="1572109"/>
                  <a:pt x="4512185" y="1579228"/>
                </a:cubicBezTo>
                <a:cubicBezTo>
                  <a:pt x="4545845" y="1639398"/>
                  <a:pt x="4550705" y="1726741"/>
                  <a:pt x="4554335" y="1818364"/>
                </a:cubicBezTo>
                <a:cubicBezTo>
                  <a:pt x="4560401" y="1899079"/>
                  <a:pt x="4548295" y="2018831"/>
                  <a:pt x="4548582" y="2063518"/>
                </a:cubicBezTo>
                <a:lnTo>
                  <a:pt x="4556056" y="2086487"/>
                </a:lnTo>
                <a:lnTo>
                  <a:pt x="4554275" y="2089340"/>
                </a:lnTo>
                <a:cubicBezTo>
                  <a:pt x="4550593" y="2102174"/>
                  <a:pt x="4551716" y="2110234"/>
                  <a:pt x="4554956" y="2116163"/>
                </a:cubicBezTo>
                <a:lnTo>
                  <a:pt x="4560492" y="2121961"/>
                </a:lnTo>
                <a:lnTo>
                  <a:pt x="4571444" y="2176482"/>
                </a:lnTo>
                <a:lnTo>
                  <a:pt x="4575448" y="2237907"/>
                </a:lnTo>
                <a:lnTo>
                  <a:pt x="4573513" y="2238688"/>
                </a:lnTo>
                <a:cubicBezTo>
                  <a:pt x="4569330" y="2241686"/>
                  <a:pt x="4566526" y="2246244"/>
                  <a:pt x="4566533" y="2254203"/>
                </a:cubicBezTo>
                <a:cubicBezTo>
                  <a:pt x="4536852" y="2242405"/>
                  <a:pt x="4555170" y="2259280"/>
                  <a:pt x="4557814" y="2283790"/>
                </a:cubicBezTo>
                <a:cubicBezTo>
                  <a:pt x="4512304" y="2270934"/>
                  <a:pt x="4537738" y="2340304"/>
                  <a:pt x="4512647" y="2352361"/>
                </a:cubicBezTo>
                <a:cubicBezTo>
                  <a:pt x="4515616" y="2370657"/>
                  <a:pt x="4517925" y="2389769"/>
                  <a:pt x="4519328" y="2409295"/>
                </a:cubicBezTo>
                <a:lnTo>
                  <a:pt x="4519571" y="2420793"/>
                </a:lnTo>
                <a:lnTo>
                  <a:pt x="4519120" y="2421041"/>
                </a:lnTo>
                <a:cubicBezTo>
                  <a:pt x="4518201" y="2423576"/>
                  <a:pt x="4517918" y="2427373"/>
                  <a:pt x="4518471" y="2433205"/>
                </a:cubicBezTo>
                <a:lnTo>
                  <a:pt x="4461595" y="2530080"/>
                </a:lnTo>
                <a:cubicBezTo>
                  <a:pt x="4445853" y="2584934"/>
                  <a:pt x="4405533" y="2605402"/>
                  <a:pt x="4412936" y="2666699"/>
                </a:cubicBezTo>
                <a:cubicBezTo>
                  <a:pt x="4398065" y="2717991"/>
                  <a:pt x="4372927" y="2756371"/>
                  <a:pt x="4370093" y="2804588"/>
                </a:cubicBezTo>
                <a:cubicBezTo>
                  <a:pt x="4347398" y="2879436"/>
                  <a:pt x="4272392" y="2939011"/>
                  <a:pt x="4262477" y="3058637"/>
                </a:cubicBezTo>
                <a:cubicBezTo>
                  <a:pt x="4283714" y="3099999"/>
                  <a:pt x="4256160" y="3144249"/>
                  <a:pt x="4253454" y="3179447"/>
                </a:cubicBezTo>
                <a:cubicBezTo>
                  <a:pt x="4259242" y="3200557"/>
                  <a:pt x="4257117" y="3211737"/>
                  <a:pt x="4239228" y="3217364"/>
                </a:cubicBezTo>
                <a:cubicBezTo>
                  <a:pt x="4268875" y="3316502"/>
                  <a:pt x="4225924" y="3257304"/>
                  <a:pt x="4222932" y="3330364"/>
                </a:cubicBezTo>
                <a:cubicBezTo>
                  <a:pt x="4224428" y="3395928"/>
                  <a:pt x="4215196" y="3463236"/>
                  <a:pt x="4248669" y="3547193"/>
                </a:cubicBezTo>
                <a:cubicBezTo>
                  <a:pt x="4260183" y="3566053"/>
                  <a:pt x="4256781" y="3592027"/>
                  <a:pt x="4241070" y="3605210"/>
                </a:cubicBezTo>
                <a:cubicBezTo>
                  <a:pt x="4238364" y="3607478"/>
                  <a:pt x="4235392" y="3609274"/>
                  <a:pt x="4232239" y="3610540"/>
                </a:cubicBezTo>
                <a:cubicBezTo>
                  <a:pt x="4258208" y="3664330"/>
                  <a:pt x="4231517" y="3673159"/>
                  <a:pt x="4251881" y="3702764"/>
                </a:cubicBezTo>
                <a:cubicBezTo>
                  <a:pt x="4242939" y="3759891"/>
                  <a:pt x="4201773" y="3786712"/>
                  <a:pt x="4219293" y="3813528"/>
                </a:cubicBezTo>
                <a:cubicBezTo>
                  <a:pt x="4207910" y="3838914"/>
                  <a:pt x="4167663" y="3859754"/>
                  <a:pt x="4184863" y="3893255"/>
                </a:cubicBezTo>
                <a:cubicBezTo>
                  <a:pt x="4163644" y="3884625"/>
                  <a:pt x="4188862" y="3931915"/>
                  <a:pt x="4169808" y="3939619"/>
                </a:cubicBezTo>
                <a:cubicBezTo>
                  <a:pt x="4154129" y="3943837"/>
                  <a:pt x="4158129" y="3959170"/>
                  <a:pt x="4154137" y="3971517"/>
                </a:cubicBezTo>
                <a:cubicBezTo>
                  <a:pt x="4139069" y="3981495"/>
                  <a:pt x="4133844" y="4042203"/>
                  <a:pt x="4139625" y="4062614"/>
                </a:cubicBezTo>
                <a:cubicBezTo>
                  <a:pt x="4165622" y="4119195"/>
                  <a:pt x="4107101" y="4172348"/>
                  <a:pt x="4126180" y="4217749"/>
                </a:cubicBezTo>
                <a:cubicBezTo>
                  <a:pt x="4128014" y="4267056"/>
                  <a:pt x="4089563" y="4286360"/>
                  <a:pt x="4072389" y="4317623"/>
                </a:cubicBezTo>
                <a:cubicBezTo>
                  <a:pt x="4062182" y="4356545"/>
                  <a:pt x="4071264" y="4384138"/>
                  <a:pt x="4064937" y="4451279"/>
                </a:cubicBezTo>
                <a:cubicBezTo>
                  <a:pt x="4050628" y="4512697"/>
                  <a:pt x="4048851" y="4652154"/>
                  <a:pt x="4034424" y="4720470"/>
                </a:cubicBezTo>
                <a:cubicBezTo>
                  <a:pt x="3973937" y="4868361"/>
                  <a:pt x="4025760" y="4964348"/>
                  <a:pt x="4016334" y="5052878"/>
                </a:cubicBezTo>
                <a:cubicBezTo>
                  <a:pt x="3999794" y="5123327"/>
                  <a:pt x="4021855" y="5194887"/>
                  <a:pt x="3977865" y="5251650"/>
                </a:cubicBezTo>
                <a:cubicBezTo>
                  <a:pt x="3973961" y="5317292"/>
                  <a:pt x="3987477" y="5410025"/>
                  <a:pt x="3997669" y="5413392"/>
                </a:cubicBezTo>
                <a:cubicBezTo>
                  <a:pt x="3969262" y="5397845"/>
                  <a:pt x="3981248" y="5449403"/>
                  <a:pt x="3981869" y="5471875"/>
                </a:cubicBezTo>
                <a:cubicBezTo>
                  <a:pt x="3957580" y="5534944"/>
                  <a:pt x="3976666" y="5598829"/>
                  <a:pt x="3901990" y="5708604"/>
                </a:cubicBezTo>
                <a:cubicBezTo>
                  <a:pt x="3897618" y="5810136"/>
                  <a:pt x="3870199" y="5788842"/>
                  <a:pt x="3860571" y="5821275"/>
                </a:cubicBezTo>
                <a:cubicBezTo>
                  <a:pt x="3868171" y="5831278"/>
                  <a:pt x="3866949" y="5900968"/>
                  <a:pt x="3849074" y="5900679"/>
                </a:cubicBezTo>
                <a:cubicBezTo>
                  <a:pt x="3871964" y="5925143"/>
                  <a:pt x="3834226" y="5972433"/>
                  <a:pt x="3841809" y="5992005"/>
                </a:cubicBezTo>
                <a:cubicBezTo>
                  <a:pt x="3848533" y="6035132"/>
                  <a:pt x="3834497" y="6078819"/>
                  <a:pt x="3832901" y="6122412"/>
                </a:cubicBezTo>
                <a:cubicBezTo>
                  <a:pt x="3799640" y="6263751"/>
                  <a:pt x="3784898" y="6198720"/>
                  <a:pt x="3804166" y="6389843"/>
                </a:cubicBezTo>
                <a:cubicBezTo>
                  <a:pt x="3799226" y="6482285"/>
                  <a:pt x="3740829" y="6538361"/>
                  <a:pt x="3736537" y="6595214"/>
                </a:cubicBezTo>
                <a:cubicBezTo>
                  <a:pt x="3692112" y="6745846"/>
                  <a:pt x="3660956" y="6804405"/>
                  <a:pt x="3649707" y="6848925"/>
                </a:cubicBezTo>
                <a:lnTo>
                  <a:pt x="3649314" y="6857996"/>
                </a:lnTo>
                <a:lnTo>
                  <a:pt x="4585648" y="6857996"/>
                </a:lnTo>
                <a:lnTo>
                  <a:pt x="4585648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0" name="Obdélník: se zakulacenými horními rohy 9">
            <a:extLst>
              <a:ext uri="{FF2B5EF4-FFF2-40B4-BE49-F238E27FC236}">
                <a16:creationId xmlns:a16="http://schemas.microsoft.com/office/drawing/2014/main" id="{5B550305-7E7D-E7EF-A7D2-D396EF4D5D2E}"/>
              </a:ext>
            </a:extLst>
          </p:cNvPr>
          <p:cNvSpPr/>
          <p:nvPr/>
        </p:nvSpPr>
        <p:spPr>
          <a:xfrm rot="10800000" flipV="1">
            <a:off x="0" y="6254377"/>
            <a:ext cx="2422691" cy="603623"/>
          </a:xfrm>
          <a:prstGeom prst="round2SameRect">
            <a:avLst>
              <a:gd name="adj1" fmla="val 21951"/>
              <a:gd name="adj2" fmla="val 0"/>
            </a:avLst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Antická busta v Louvru</a:t>
            </a:r>
          </a:p>
        </p:txBody>
      </p:sp>
    </p:spTree>
    <p:extLst>
      <p:ext uri="{BB962C8B-B14F-4D97-AF65-F5344CB8AC3E}">
        <p14:creationId xmlns:p14="http://schemas.microsoft.com/office/powerpoint/2010/main" val="4095819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10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53F2B-C236-F571-FB87-1EEB7FF2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40161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C3F9BF5A-DD21-170E-6467-BD8FCA68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4476464" cy="167440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cs-CZ" sz="3600" dirty="0"/>
              <a:t>Přehled dějin věd – Starověk – Platón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A3DB060-697A-554B-ACC0-F98AB9831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622063"/>
            <a:ext cx="3875963" cy="3648640"/>
          </a:xfrm>
        </p:spPr>
        <p:txBody>
          <a:bodyPr>
            <a:normAutofit fontScale="85000" lnSpcReduction="20000"/>
          </a:bodyPr>
          <a:lstStyle/>
          <a:p>
            <a:r>
              <a:rPr lang="cs-CZ" sz="2800" dirty="0"/>
              <a:t>Řecký filozof, pedagog a matematik</a:t>
            </a:r>
          </a:p>
          <a:p>
            <a:r>
              <a:rPr lang="cs-CZ" sz="2800" dirty="0"/>
              <a:t>„Platón“ je jen pseudonym</a:t>
            </a:r>
          </a:p>
          <a:p>
            <a:r>
              <a:rPr lang="cs-CZ" sz="2800" dirty="0"/>
              <a:t>Založil athénskou Akademii</a:t>
            </a:r>
          </a:p>
          <a:p>
            <a:r>
              <a:rPr lang="cs-CZ" sz="2800" dirty="0"/>
              <a:t>Své spisy psal formou rozprav</a:t>
            </a:r>
          </a:p>
          <a:p>
            <a:r>
              <a:rPr lang="cs-CZ" sz="2800" dirty="0"/>
              <a:t>Poznání založené na hledání univerzálních a neměnných idejí</a:t>
            </a:r>
          </a:p>
        </p:txBody>
      </p:sp>
      <p:pic>
        <p:nvPicPr>
          <p:cNvPr id="3" name="Obrázek 2" descr="Obsah obrázku socha, Artefakt, Řezba, Kamenořezba&#10;&#10;Popis byl vytvořen automaticky">
            <a:extLst>
              <a:ext uri="{FF2B5EF4-FFF2-40B4-BE49-F238E27FC236}">
                <a16:creationId xmlns:a16="http://schemas.microsoft.com/office/drawing/2014/main" id="{DB4B93A1-E969-B761-2E98-644B0D64C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3" b="18592"/>
          <a:stretch/>
        </p:blipFill>
        <p:spPr>
          <a:xfrm>
            <a:off x="5251840" y="10"/>
            <a:ext cx="6940161" cy="6868876"/>
          </a:xfrm>
          <a:custGeom>
            <a:avLst/>
            <a:gdLst/>
            <a:ahLst/>
            <a:cxnLst/>
            <a:rect l="l" t="t" r="r" b="b"/>
            <a:pathLst>
              <a:path w="6940161" h="6857999">
                <a:moveTo>
                  <a:pt x="857190" y="0"/>
                </a:moveTo>
                <a:lnTo>
                  <a:pt x="6940161" y="0"/>
                </a:lnTo>
                <a:lnTo>
                  <a:pt x="6940161" y="6857999"/>
                </a:lnTo>
                <a:lnTo>
                  <a:pt x="496459" y="6857999"/>
                </a:lnTo>
                <a:lnTo>
                  <a:pt x="486507" y="6839466"/>
                </a:lnTo>
                <a:cubicBezTo>
                  <a:pt x="477389" y="6820641"/>
                  <a:pt x="471173" y="6801859"/>
                  <a:pt x="480078" y="6795812"/>
                </a:cubicBezTo>
                <a:cubicBezTo>
                  <a:pt x="475408" y="6761382"/>
                  <a:pt x="493736" y="6723009"/>
                  <a:pt x="482330" y="6676796"/>
                </a:cubicBezTo>
                <a:cubicBezTo>
                  <a:pt x="479519" y="6617030"/>
                  <a:pt x="476161" y="6634511"/>
                  <a:pt x="469648" y="6539722"/>
                </a:cubicBezTo>
                <a:cubicBezTo>
                  <a:pt x="459969" y="6498384"/>
                  <a:pt x="496382" y="6456575"/>
                  <a:pt x="477855" y="6433501"/>
                </a:cubicBezTo>
                <a:cubicBezTo>
                  <a:pt x="464018" y="6378655"/>
                  <a:pt x="442310" y="6325849"/>
                  <a:pt x="414008" y="6271586"/>
                </a:cubicBezTo>
                <a:cubicBezTo>
                  <a:pt x="378091" y="6226697"/>
                  <a:pt x="377466" y="6140798"/>
                  <a:pt x="299660" y="6080454"/>
                </a:cubicBezTo>
                <a:cubicBezTo>
                  <a:pt x="268606" y="6014324"/>
                  <a:pt x="244498" y="5964143"/>
                  <a:pt x="221239" y="5913249"/>
                </a:cubicBezTo>
                <a:cubicBezTo>
                  <a:pt x="210139" y="5897439"/>
                  <a:pt x="175369" y="5809427"/>
                  <a:pt x="160103" y="5775094"/>
                </a:cubicBezTo>
                <a:cubicBezTo>
                  <a:pt x="87298" y="5686529"/>
                  <a:pt x="103897" y="5672717"/>
                  <a:pt x="87873" y="5573809"/>
                </a:cubicBezTo>
                <a:cubicBezTo>
                  <a:pt x="76224" y="5541231"/>
                  <a:pt x="76748" y="5525076"/>
                  <a:pt x="57933" y="5490695"/>
                </a:cubicBezTo>
                <a:lnTo>
                  <a:pt x="30889" y="5398377"/>
                </a:lnTo>
                <a:lnTo>
                  <a:pt x="34140" y="5390971"/>
                </a:lnTo>
                <a:lnTo>
                  <a:pt x="35928" y="5390229"/>
                </a:lnTo>
                <a:lnTo>
                  <a:pt x="16968" y="5309266"/>
                </a:lnTo>
                <a:cubicBezTo>
                  <a:pt x="13970" y="5303642"/>
                  <a:pt x="-917" y="5289094"/>
                  <a:pt x="2490" y="5276920"/>
                </a:cubicBezTo>
                <a:lnTo>
                  <a:pt x="24907" y="5208159"/>
                </a:lnTo>
                <a:lnTo>
                  <a:pt x="31839" y="5162682"/>
                </a:lnTo>
                <a:cubicBezTo>
                  <a:pt x="28501" y="5155528"/>
                  <a:pt x="24609" y="5048935"/>
                  <a:pt x="18796" y="5043371"/>
                </a:cubicBezTo>
                <a:cubicBezTo>
                  <a:pt x="54584" y="4976689"/>
                  <a:pt x="5001" y="4985095"/>
                  <a:pt x="14358" y="4908985"/>
                </a:cubicBezTo>
                <a:cubicBezTo>
                  <a:pt x="17201" y="4816358"/>
                  <a:pt x="5675" y="4749418"/>
                  <a:pt x="4769" y="4643799"/>
                </a:cubicBezTo>
                <a:cubicBezTo>
                  <a:pt x="4111" y="4581455"/>
                  <a:pt x="-7137" y="4509050"/>
                  <a:pt x="7402" y="4395547"/>
                </a:cubicBezTo>
                <a:cubicBezTo>
                  <a:pt x="11591" y="4330720"/>
                  <a:pt x="28535" y="4313913"/>
                  <a:pt x="23462" y="4274064"/>
                </a:cubicBezTo>
                <a:cubicBezTo>
                  <a:pt x="22995" y="4245538"/>
                  <a:pt x="22530" y="4217012"/>
                  <a:pt x="22063" y="4188486"/>
                </a:cubicBezTo>
                <a:lnTo>
                  <a:pt x="24672" y="4170100"/>
                </a:lnTo>
                <a:lnTo>
                  <a:pt x="34973" y="4166123"/>
                </a:lnTo>
                <a:lnTo>
                  <a:pt x="26424" y="4120096"/>
                </a:lnTo>
                <a:cubicBezTo>
                  <a:pt x="28986" y="4109871"/>
                  <a:pt x="49338" y="4079429"/>
                  <a:pt x="47886" y="4066698"/>
                </a:cubicBezTo>
                <a:cubicBezTo>
                  <a:pt x="26522" y="4022850"/>
                  <a:pt x="34453" y="4030338"/>
                  <a:pt x="47327" y="3969172"/>
                </a:cubicBezTo>
                <a:cubicBezTo>
                  <a:pt x="40297" y="3948973"/>
                  <a:pt x="40044" y="3857354"/>
                  <a:pt x="53093" y="3844350"/>
                </a:cubicBezTo>
                <a:cubicBezTo>
                  <a:pt x="55739" y="3830819"/>
                  <a:pt x="50778" y="3815585"/>
                  <a:pt x="64866" y="3808459"/>
                </a:cubicBezTo>
                <a:cubicBezTo>
                  <a:pt x="81775" y="3797121"/>
                  <a:pt x="54599" y="3752382"/>
                  <a:pt x="74864" y="3757643"/>
                </a:cubicBezTo>
                <a:cubicBezTo>
                  <a:pt x="56224" y="3725828"/>
                  <a:pt x="74270" y="3660981"/>
                  <a:pt x="82640" y="3632606"/>
                </a:cubicBezTo>
                <a:cubicBezTo>
                  <a:pt x="85981" y="3582255"/>
                  <a:pt x="88778" y="3571708"/>
                  <a:pt x="89222" y="3534990"/>
                </a:cubicBezTo>
                <a:cubicBezTo>
                  <a:pt x="92019" y="3533125"/>
                  <a:pt x="80706" y="3481126"/>
                  <a:pt x="79835" y="3454133"/>
                </a:cubicBezTo>
                <a:cubicBezTo>
                  <a:pt x="78963" y="3427139"/>
                  <a:pt x="96173" y="3390611"/>
                  <a:pt x="83991" y="3373027"/>
                </a:cubicBezTo>
                <a:cubicBezTo>
                  <a:pt x="80767" y="3298527"/>
                  <a:pt x="69808" y="3290617"/>
                  <a:pt x="62958" y="3222737"/>
                </a:cubicBezTo>
                <a:cubicBezTo>
                  <a:pt x="59618" y="3146284"/>
                  <a:pt x="39695" y="3184007"/>
                  <a:pt x="49209" y="3118188"/>
                </a:cubicBezTo>
                <a:cubicBezTo>
                  <a:pt x="65221" y="3109217"/>
                  <a:pt x="85573" y="3024732"/>
                  <a:pt x="78480" y="3003808"/>
                </a:cubicBezTo>
                <a:cubicBezTo>
                  <a:pt x="78037" y="2966753"/>
                  <a:pt x="77812" y="2989870"/>
                  <a:pt x="77566" y="2944921"/>
                </a:cubicBezTo>
                <a:lnTo>
                  <a:pt x="94406" y="2877744"/>
                </a:lnTo>
                <a:cubicBezTo>
                  <a:pt x="87936" y="2880724"/>
                  <a:pt x="108480" y="2822146"/>
                  <a:pt x="108051" y="2807161"/>
                </a:cubicBezTo>
                <a:cubicBezTo>
                  <a:pt x="110507" y="2775643"/>
                  <a:pt x="80880" y="2769288"/>
                  <a:pt x="107377" y="2752347"/>
                </a:cubicBezTo>
                <a:lnTo>
                  <a:pt x="114975" y="2748299"/>
                </a:lnTo>
                <a:cubicBezTo>
                  <a:pt x="115205" y="2745962"/>
                  <a:pt x="115434" y="2743625"/>
                  <a:pt x="115663" y="2741288"/>
                </a:cubicBezTo>
                <a:cubicBezTo>
                  <a:pt x="115098" y="2737657"/>
                  <a:pt x="112995" y="2735847"/>
                  <a:pt x="107929" y="2737160"/>
                </a:cubicBezTo>
                <a:cubicBezTo>
                  <a:pt x="126569" y="2705347"/>
                  <a:pt x="119693" y="2699356"/>
                  <a:pt x="122707" y="2659631"/>
                </a:cubicBezTo>
                <a:cubicBezTo>
                  <a:pt x="135394" y="2612127"/>
                  <a:pt x="120483" y="2628594"/>
                  <a:pt x="145471" y="2573336"/>
                </a:cubicBezTo>
                <a:cubicBezTo>
                  <a:pt x="156086" y="2559732"/>
                  <a:pt x="170382" y="2541339"/>
                  <a:pt x="170626" y="2528057"/>
                </a:cubicBezTo>
                <a:lnTo>
                  <a:pt x="202713" y="2489594"/>
                </a:lnTo>
                <a:cubicBezTo>
                  <a:pt x="203853" y="2487774"/>
                  <a:pt x="204248" y="2473350"/>
                  <a:pt x="203650" y="2468303"/>
                </a:cubicBezTo>
                <a:lnTo>
                  <a:pt x="223316" y="2460480"/>
                </a:lnTo>
                <a:lnTo>
                  <a:pt x="215120" y="2423535"/>
                </a:lnTo>
                <a:lnTo>
                  <a:pt x="223455" y="2404394"/>
                </a:lnTo>
                <a:cubicBezTo>
                  <a:pt x="243490" y="2392610"/>
                  <a:pt x="229596" y="2347474"/>
                  <a:pt x="238853" y="2324643"/>
                </a:cubicBezTo>
                <a:cubicBezTo>
                  <a:pt x="239504" y="2297698"/>
                  <a:pt x="266477" y="2284202"/>
                  <a:pt x="272463" y="2255535"/>
                </a:cubicBezTo>
                <a:cubicBezTo>
                  <a:pt x="290597" y="2249648"/>
                  <a:pt x="306594" y="2207828"/>
                  <a:pt x="294092" y="2184679"/>
                </a:cubicBezTo>
                <a:lnTo>
                  <a:pt x="323221" y="2093132"/>
                </a:lnTo>
                <a:cubicBezTo>
                  <a:pt x="348282" y="2084587"/>
                  <a:pt x="366071" y="1985868"/>
                  <a:pt x="377324" y="1950235"/>
                </a:cubicBezTo>
                <a:cubicBezTo>
                  <a:pt x="397581" y="1920183"/>
                  <a:pt x="445208" y="1898905"/>
                  <a:pt x="457649" y="1861568"/>
                </a:cubicBezTo>
                <a:cubicBezTo>
                  <a:pt x="464664" y="1810687"/>
                  <a:pt x="447457" y="1869507"/>
                  <a:pt x="451972" y="1809499"/>
                </a:cubicBezTo>
                <a:cubicBezTo>
                  <a:pt x="450982" y="1754297"/>
                  <a:pt x="465413" y="1767680"/>
                  <a:pt x="474550" y="1693716"/>
                </a:cubicBezTo>
                <a:cubicBezTo>
                  <a:pt x="473258" y="1654244"/>
                  <a:pt x="481626" y="1627007"/>
                  <a:pt x="481301" y="1605195"/>
                </a:cubicBezTo>
                <a:cubicBezTo>
                  <a:pt x="490491" y="1568952"/>
                  <a:pt x="493569" y="1564518"/>
                  <a:pt x="497837" y="1516217"/>
                </a:cubicBezTo>
                <a:cubicBezTo>
                  <a:pt x="503639" y="1488452"/>
                  <a:pt x="534082" y="1457870"/>
                  <a:pt x="513281" y="1429841"/>
                </a:cubicBezTo>
                <a:cubicBezTo>
                  <a:pt x="527326" y="1412325"/>
                  <a:pt x="570430" y="1413592"/>
                  <a:pt x="550104" y="1380081"/>
                </a:cubicBezTo>
                <a:cubicBezTo>
                  <a:pt x="575583" y="1394128"/>
                  <a:pt x="551452" y="1335176"/>
                  <a:pt x="574526" y="1334891"/>
                </a:cubicBezTo>
                <a:cubicBezTo>
                  <a:pt x="593486" y="1336427"/>
                  <a:pt x="633157" y="1194568"/>
                  <a:pt x="638123" y="1185551"/>
                </a:cubicBezTo>
                <a:cubicBezTo>
                  <a:pt x="647468" y="1149210"/>
                  <a:pt x="657504" y="1148087"/>
                  <a:pt x="664747" y="1111168"/>
                </a:cubicBezTo>
                <a:cubicBezTo>
                  <a:pt x="679107" y="1057226"/>
                  <a:pt x="652121" y="1022543"/>
                  <a:pt x="664913" y="993353"/>
                </a:cubicBezTo>
                <a:cubicBezTo>
                  <a:pt x="684189" y="960214"/>
                  <a:pt x="707497" y="867450"/>
                  <a:pt x="721256" y="813953"/>
                </a:cubicBezTo>
                <a:cubicBezTo>
                  <a:pt x="734607" y="746430"/>
                  <a:pt x="738988" y="666470"/>
                  <a:pt x="745023" y="588218"/>
                </a:cubicBezTo>
                <a:cubicBezTo>
                  <a:pt x="735393" y="475380"/>
                  <a:pt x="719076" y="536119"/>
                  <a:pt x="725253" y="376479"/>
                </a:cubicBezTo>
                <a:lnTo>
                  <a:pt x="735457" y="280992"/>
                </a:lnTo>
                <a:cubicBezTo>
                  <a:pt x="735270" y="276227"/>
                  <a:pt x="742007" y="223140"/>
                  <a:pt x="741820" y="218374"/>
                </a:cubicBezTo>
                <a:lnTo>
                  <a:pt x="735299" y="188178"/>
                </a:lnTo>
                <a:lnTo>
                  <a:pt x="764938" y="152404"/>
                </a:lnTo>
                <a:cubicBezTo>
                  <a:pt x="776066" y="136342"/>
                  <a:pt x="783668" y="122048"/>
                  <a:pt x="802071" y="91810"/>
                </a:cubicBezTo>
                <a:lnTo>
                  <a:pt x="849585" y="3016"/>
                </a:lnTo>
                <a:close/>
              </a:path>
            </a:pathLst>
          </a:custGeom>
        </p:spPr>
      </p:pic>
      <p:sp>
        <p:nvSpPr>
          <p:cNvPr id="5" name="Obdélník: se zakulacenými horními rohy 4">
            <a:extLst>
              <a:ext uri="{FF2B5EF4-FFF2-40B4-BE49-F238E27FC236}">
                <a16:creationId xmlns:a16="http://schemas.microsoft.com/office/drawing/2014/main" id="{19C0CED5-B67F-5159-DECB-81A524BCBF6D}"/>
              </a:ext>
            </a:extLst>
          </p:cNvPr>
          <p:cNvSpPr/>
          <p:nvPr/>
        </p:nvSpPr>
        <p:spPr>
          <a:xfrm rot="10800000" flipV="1">
            <a:off x="8644378" y="6270704"/>
            <a:ext cx="3547621" cy="587295"/>
          </a:xfrm>
          <a:prstGeom prst="round2SameRect">
            <a:avLst>
              <a:gd name="adj1" fmla="val 21951"/>
              <a:gd name="adj2" fmla="val 0"/>
            </a:avLst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Kopie Platónovy busty od Silaniona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31001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98884-73F5-12AA-5974-4FB6C4791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Obrázek 2" descr="Obsah obrázku černobílá, budova, skica, oblečení&#10;&#10;Popis byl vytvořen automaticky">
            <a:extLst>
              <a:ext uri="{FF2B5EF4-FFF2-40B4-BE49-F238E27FC236}">
                <a16:creationId xmlns:a16="http://schemas.microsoft.com/office/drawing/2014/main" id="{88F8049F-E6B9-7B16-0B43-875F7FEBEF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110" b="7384"/>
          <a:stretch/>
        </p:blipFill>
        <p:spPr>
          <a:xfrm flipH="1">
            <a:off x="0" y="1"/>
            <a:ext cx="12192000" cy="6857999"/>
          </a:xfrm>
          <a:prstGeom prst="rect">
            <a:avLst/>
          </a:pr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89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93EEAF00-146D-45D3-DE2D-381279B8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809" y="1071350"/>
            <a:ext cx="4775162" cy="1475906"/>
          </a:xfrm>
        </p:spPr>
        <p:txBody>
          <a:bodyPr>
            <a:noAutofit/>
          </a:bodyPr>
          <a:lstStyle/>
          <a:p>
            <a:pPr algn="ctr"/>
            <a:r>
              <a:rPr lang="cs-CZ" sz="3600" dirty="0"/>
              <a:t>Přehled dějin věd – Starověk – Archimédes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64666" y="399531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5D094C8-8E28-1A7B-9885-3C0BA5755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319" y="2757325"/>
            <a:ext cx="4458446" cy="3029324"/>
          </a:xfrm>
        </p:spPr>
        <p:txBody>
          <a:bodyPr anchor="ctr">
            <a:normAutofit fontScale="92500" lnSpcReduction="20000"/>
          </a:bodyPr>
          <a:lstStyle/>
          <a:p>
            <a:r>
              <a:rPr lang="cs-CZ" sz="2800" dirty="0"/>
              <a:t>Řecký matematik, fyzik, filozof, vynálezce a astronom</a:t>
            </a:r>
          </a:p>
          <a:p>
            <a:r>
              <a:rPr lang="cs-CZ" sz="2800" dirty="0"/>
              <a:t>Zabýval se metodou výpočtu délky kružnice a odhalil číslo </a:t>
            </a:r>
            <a:r>
              <a:rPr lang="el-GR" sz="2800" dirty="0"/>
              <a:t>π</a:t>
            </a:r>
            <a:r>
              <a:rPr lang="cs-CZ" sz="2800" dirty="0"/>
              <a:t>, principy jednoduchých strojů, hydrostatikou…</a:t>
            </a:r>
          </a:p>
        </p:txBody>
      </p:sp>
      <p:sp>
        <p:nvSpPr>
          <p:cNvPr id="5" name="Obdélník: se zakulacenými horními rohy 4">
            <a:extLst>
              <a:ext uri="{FF2B5EF4-FFF2-40B4-BE49-F238E27FC236}">
                <a16:creationId xmlns:a16="http://schemas.microsoft.com/office/drawing/2014/main" id="{92239F72-297B-C035-E846-99C44FEE5759}"/>
              </a:ext>
            </a:extLst>
          </p:cNvPr>
          <p:cNvSpPr/>
          <p:nvPr/>
        </p:nvSpPr>
        <p:spPr>
          <a:xfrm rot="10800000" flipV="1">
            <a:off x="4124228" y="6123367"/>
            <a:ext cx="3943545" cy="734633"/>
          </a:xfrm>
          <a:prstGeom prst="round2SameRect">
            <a:avLst>
              <a:gd name="adj1" fmla="val 21951"/>
              <a:gd name="adj2" fmla="val 0"/>
            </a:avLst>
          </a:prstGeom>
          <a:solidFill>
            <a:schemeClr val="bg1">
              <a:lumMod val="65000"/>
              <a:lumOff val="3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Archimédes běhal zcela nahý syrakuskými ulicemi a volal „Heuréka!“</a:t>
            </a:r>
          </a:p>
        </p:txBody>
      </p:sp>
    </p:spTree>
    <p:extLst>
      <p:ext uri="{BB962C8B-B14F-4D97-AF65-F5344CB8AC3E}">
        <p14:creationId xmlns:p14="http://schemas.microsoft.com/office/powerpoint/2010/main" val="1623256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BED2EC9-622F-FB06-5E40-5AE9A45E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3798E183-41B4-4B94-C5D7-11950DA8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/>
          </a:bodyPr>
          <a:lstStyle/>
          <a:p>
            <a:r>
              <a:rPr lang="cs-CZ" sz="3600" dirty="0"/>
              <a:t>Přehled dějin věd - Středověk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8FE490D3-EE56-A7A6-AAD5-4A3D23567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693536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9152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01F9DFF-E669-48F6-AA88-436D234221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401F9DFF-E669-48F6-AA88-436D234221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C3E75BE-1614-4A2A-B7A2-7B683F843A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graphicEl>
                                              <a:dgm id="{7C3E75BE-1614-4A2A-B7A2-7B683F843A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DEB4E81-0FF0-4A09-B589-3F4B62A39A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9DEB4E81-0FF0-4A09-B589-3F4B62A39A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1ABD015-0C65-4A5E-AE30-DD2ED05E20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graphicEl>
                                              <a:dgm id="{F1ABD015-0C65-4A5E-AE30-DD2ED05E20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0395B3A-C8C3-4C3F-9A4C-93CB5221EC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10395B3A-C8C3-4C3F-9A4C-93CB5221EC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C435043-804E-41CD-9DF2-6B3B3200F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graphicEl>
                                              <a:dgm id="{EC435043-804E-41CD-9DF2-6B3B3200FA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5E66F08-CAC7-41D9-B921-499022718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A5E66F08-CAC7-41D9-B921-499022718D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D2310FB-0AAA-49AB-BA9C-0C2DA53A7B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FD2310FB-0AAA-49AB-BA9C-0C2DA53A7B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C0E6920-B889-660D-4F0B-FEF6B625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B47DF9A2-E17B-3181-2C6D-B808D4F0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/>
          </a:bodyPr>
          <a:lstStyle/>
          <a:p>
            <a:r>
              <a:rPr lang="cs-CZ" sz="3600" dirty="0"/>
              <a:t>Přehled dějin věd - Renesance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E5EBAAA7-CFCE-4BE1-4CAA-A213FF9AC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318542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0532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686216A-90C1-4735-A5EC-5AFF89EEC7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2686216A-90C1-4735-A5EC-5AFF89EEC7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92BDDFB-3D28-45BE-8917-460CF77D77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graphicEl>
                                              <a:dgm id="{192BDDFB-3D28-45BE-8917-460CF77D77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C180EAB-8EEF-4135-9485-C356E74158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0C180EAB-8EEF-4135-9485-C356E74158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028F7B8-7339-47B7-B90C-E12F323B2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graphicEl>
                                              <a:dgm id="{0028F7B8-7339-47B7-B90C-E12F323B2C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E46047F-1D2D-442C-8B3F-8FD34C9762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4E46047F-1D2D-442C-8B3F-8FD34C9762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5DB0507-A0DA-427C-9163-2928071A06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graphicEl>
                                              <a:dgm id="{95DB0507-A0DA-427C-9163-2928071A06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82FAABC-0634-4D6E-9426-38260193C5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F82FAABC-0634-4D6E-9426-38260193C5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A9C2F04-BE56-42E9-9111-6DB5B3AF1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CA9C2F04-BE56-42E9-9111-6DB5B3AF1F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F5C295C-902D-4BAB-BF16-A0AAEEECAE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4F5C295C-902D-4BAB-BF16-A0AAEEECAE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A1DAC3C-F077-425F-8FE2-4F5F8FAE3C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graphicEl>
                                              <a:dgm id="{8A1DAC3C-F077-425F-8FE2-4F5F8FAE3C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8576CB9-D475-7A4D-8CB2-15A01AE5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229874F8-E2E2-ADB1-20E8-E2959959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9810604" cy="1216024"/>
          </a:xfrm>
        </p:spPr>
        <p:txBody>
          <a:bodyPr>
            <a:normAutofit fontScale="90000"/>
          </a:bodyPr>
          <a:lstStyle/>
          <a:p>
            <a:r>
              <a:rPr lang="cs-CZ" sz="3600" dirty="0"/>
              <a:t>Přehled dějin věd – Vědecká revoluce</a:t>
            </a:r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A4EC531B-7C46-ABAF-D0C6-78AB7E3C7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737263"/>
              </p:ext>
            </p:extLst>
          </p:nvPr>
        </p:nvGraphicFramePr>
        <p:xfrm>
          <a:off x="1050879" y="1825624"/>
          <a:ext cx="9810604" cy="44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Skupina 10">
            <a:extLst>
              <a:ext uri="{FF2B5EF4-FFF2-40B4-BE49-F238E27FC236}">
                <a16:creationId xmlns:a16="http://schemas.microsoft.com/office/drawing/2014/main" id="{B07C0A1C-92D7-8D7D-4724-5C717A297EDE}"/>
              </a:ext>
            </a:extLst>
          </p:cNvPr>
          <p:cNvGrpSpPr/>
          <p:nvPr/>
        </p:nvGrpSpPr>
        <p:grpSpPr>
          <a:xfrm>
            <a:off x="4106521" y="1304544"/>
            <a:ext cx="6754962" cy="4943856"/>
            <a:chOff x="4106521" y="957072"/>
            <a:chExt cx="6754962" cy="4943856"/>
          </a:xfrm>
        </p:grpSpPr>
        <p:pic>
          <p:nvPicPr>
            <p:cNvPr id="3" name="Obrázek 2" descr="Obsah obrázku Lidská tvář, Lidské vousy, oblečení, obraz&#10;&#10;Popis byl vytvořen automaticky">
              <a:extLst>
                <a:ext uri="{FF2B5EF4-FFF2-40B4-BE49-F238E27FC236}">
                  <a16:creationId xmlns:a16="http://schemas.microsoft.com/office/drawing/2014/main" id="{21FC7AD4-1842-1801-1FF5-EBD190A94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6521" y="957072"/>
              <a:ext cx="3978958" cy="4943856"/>
            </a:xfrm>
            <a:prstGeom prst="rect">
              <a:avLst/>
            </a:prstGeom>
          </p:spPr>
        </p:pic>
        <p:sp>
          <p:nvSpPr>
            <p:cNvPr id="9" name="Obdélník: se zakulacenými rohy 8">
              <a:extLst>
                <a:ext uri="{FF2B5EF4-FFF2-40B4-BE49-F238E27FC236}">
                  <a16:creationId xmlns:a16="http://schemas.microsoft.com/office/drawing/2014/main" id="{1E51864E-1145-7BB8-BC12-646BAE7071A1}"/>
                </a:ext>
              </a:extLst>
            </p:cNvPr>
            <p:cNvSpPr/>
            <p:nvPr/>
          </p:nvSpPr>
          <p:spPr>
            <a:xfrm>
              <a:off x="8085479" y="4855653"/>
              <a:ext cx="2776004" cy="1045275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dirty="0"/>
                <a:t>Koperník, Gilbert, Galileo Galilei, Johannes Kepler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2106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2EAB935-2614-4520-BDA0-1984BF707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52EAB935-2614-4520-BDA0-1984BF7074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3097933-A35C-4CC1-8BBE-D7A5C16858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graphicEl>
                                              <a:dgm id="{03097933-A35C-4CC1-8BBE-D7A5C16858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3386834-8FB1-4D08-A2A9-8E801D92E0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E3386834-8FB1-4D08-A2A9-8E801D92E0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3DBEDFC-D159-4AF5-B363-85E7A79EB3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graphicEl>
                                              <a:dgm id="{D3DBEDFC-D159-4AF5-B363-85E7A79EB3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18AB593-CC26-469B-BAB5-70180DA2CD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518AB593-CC26-469B-BAB5-70180DA2CD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6011C4F-114A-442C-A0A3-9AC9A5C107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graphicEl>
                                              <a:dgm id="{16011C4F-114A-442C-A0A3-9AC9A5C107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F6E2803-E431-411E-B4E8-D65F59C4B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4F6E2803-E431-411E-B4E8-D65F59C4B8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414D10A-E015-4070-BE35-AC88F876E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D414D10A-E015-4070-BE35-AC88F876E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8EAF835-396C-49CB-AAEA-B9BDE24793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58EAF835-396C-49CB-AAEA-B9BDE24793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ACFC99A-8287-44CE-A09C-1300975C57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graphicEl>
                                              <a:dgm id="{4ACFC99A-8287-44CE-A09C-1300975C57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DC0F946-AEE0-4ABB-8E2A-D25071D0FC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>
                                            <p:graphicEl>
                                              <a:dgm id="{2DC0F946-AEE0-4ABB-8E2A-D25071D0FC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18F8BE5-88CC-47E6-9A1C-A385936AE2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graphicEl>
                                              <a:dgm id="{218F8BE5-88CC-47E6-9A1C-A385936AE2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202E617-D1EF-4670-8C6D-66748AD87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C9FF39-E44B-45DB-A421-6227F68F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graphicEl>
                                              <a:dgm id="{52EAB935-2614-4520-BDA0-1984BF7074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2EAB935-2614-4520-BDA0-1984BF707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">
                                            <p:graphicEl>
                                              <a:dgm id="{03097933-A35C-4CC1-8BBE-D7A5C16858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3097933-A35C-4CC1-8BBE-D7A5C16858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graphicEl>
                                              <a:dgm id="{E3386834-8FB1-4D08-A2A9-8E801D92E0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3386834-8FB1-4D08-A2A9-8E801D92E0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0">
                                            <p:graphicEl>
                                              <a:dgm id="{D3DBEDFC-D159-4AF5-B363-85E7A79EB3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3DBEDFC-D159-4AF5-B363-85E7A79EB3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0">
                                            <p:graphicEl>
                                              <a:dgm id="{518AB593-CC26-469B-BAB5-70180DA2CD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18AB593-CC26-469B-BAB5-70180DA2CD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0">
                                            <p:graphicEl>
                                              <a:dgm id="{16011C4F-114A-442C-A0A3-9AC9A5C107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6011C4F-114A-442C-A0A3-9AC9A5C107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0">
                                            <p:graphicEl>
                                              <a:dgm id="{4F6E2803-E431-411E-B4E8-D65F59C4B8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F6E2803-E431-411E-B4E8-D65F59C4B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0">
                                            <p:graphicEl>
                                              <a:dgm id="{D414D10A-E015-4070-BE35-AC88F876E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414D10A-E015-4070-BE35-AC88F876E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0">
                                            <p:graphicEl>
                                              <a:dgm id="{58EAF835-396C-49CB-AAEA-B9BDE24793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8EAF835-396C-49CB-AAEA-B9BDE24793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0">
                                            <p:graphicEl>
                                              <a:dgm id="{4ACFC99A-8287-44CE-A09C-1300975C57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ACFC99A-8287-44CE-A09C-1300975C57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0">
                                            <p:graphicEl>
                                              <a:dgm id="{2DC0F946-AEE0-4ABB-8E2A-D25071D0FC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DC0F946-AEE0-4ABB-8E2A-D25071D0FC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0">
                                            <p:graphicEl>
                                              <a:dgm id="{218F8BE5-88CC-47E6-9A1C-A385936AE2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18F8BE5-88CC-47E6-9A1C-A385936AE2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  <p:bldGraphic spid="10" grpId="1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588D-1156-01D9-B6A2-79E9BEAC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7C1B8320-F25D-4431-ABCB-B157C32CC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dějin věd – Novověk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A5D929E-2A00-36A1-6D9A-9D54B4306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90390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806F-3532-4490-D8E2-64537C44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92F04C61-AEA3-10B9-F54B-578E2A94F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dějin věd – 20. století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8ED8595-7C4D-8A71-8CC4-773F57D1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28359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51F2-001A-2042-F6A5-E995AB71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6CCCD686-C169-8FFA-CE90-82E1C254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dějin věd – 21. století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624DE0A-D4D1-E97D-F74A-4A3B12982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05421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chiveVTI">
  <a:themeElements>
    <a:clrScheme name="AnalogousFromDarkSeedLeftStep">
      <a:dk1>
        <a:srgbClr val="000000"/>
      </a:dk1>
      <a:lt1>
        <a:srgbClr val="FFFFFF"/>
      </a:lt1>
      <a:dk2>
        <a:srgbClr val="1A2C2F"/>
      </a:dk2>
      <a:lt2>
        <a:srgbClr val="F1F3F0"/>
      </a:lt2>
      <a:accent1>
        <a:srgbClr val="AE4DC3"/>
      </a:accent1>
      <a:accent2>
        <a:srgbClr val="6E3FB3"/>
      </a:accent2>
      <a:accent3>
        <a:srgbClr val="4D4EC3"/>
      </a:accent3>
      <a:accent4>
        <a:srgbClr val="3B6DB1"/>
      </a:accent4>
      <a:accent5>
        <a:srgbClr val="4DB1C3"/>
      </a:accent5>
      <a:accent6>
        <a:srgbClr val="3BB193"/>
      </a:accent6>
      <a:hlink>
        <a:srgbClr val="3E93BC"/>
      </a:hlink>
      <a:folHlink>
        <a:srgbClr val="7F7F7F"/>
      </a:folHlink>
    </a:clrScheme>
    <a:fontScheme name="Convection">
      <a:majorFont>
        <a:latin typeface="Convection Medium"/>
        <a:ea typeface=""/>
        <a:cs typeface=""/>
      </a:majorFont>
      <a:minorFont>
        <a:latin typeface="Convection"/>
        <a:ea typeface=""/>
        <a:cs typeface=""/>
      </a:minorFont>
    </a:fontScheme>
    <a:fmtScheme name="Matované skl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1474</TotalTime>
  <Words>433</Words>
  <Application>Microsoft Office PowerPoint</Application>
  <PresentationFormat>Širokoúhlá obrazovka</PresentationFormat>
  <Paragraphs>61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Arial</vt:lpstr>
      <vt:lpstr>Convection</vt:lpstr>
      <vt:lpstr>Convection Medium</vt:lpstr>
      <vt:lpstr>ArchiveVTI</vt:lpstr>
      <vt:lpstr>Věda</vt:lpstr>
      <vt:lpstr>Definice Vědy</vt:lpstr>
      <vt:lpstr>Přehled dějin věd - Starověk</vt:lpstr>
      <vt:lpstr>Přehled dějin věd – Starověk – Pythagoras</vt:lpstr>
      <vt:lpstr>Přehled dějin věd – Starověk – Aristoteles</vt:lpstr>
      <vt:lpstr>Přehled dějin věd – Starověk – Platón</vt:lpstr>
      <vt:lpstr>Přehled dějin věd – Starověk – Archimédes</vt:lpstr>
      <vt:lpstr>Přehled dějin věd - Středověk</vt:lpstr>
      <vt:lpstr>Přehled dějin věd - Renesance</vt:lpstr>
      <vt:lpstr>Přehled dějin věd – Vědecká revoluce</vt:lpstr>
      <vt:lpstr>Přehled dějin věd – Novověk</vt:lpstr>
      <vt:lpstr>Přehled dějin věd – 20. století</vt:lpstr>
      <vt:lpstr>Přehled dějin věd – 21. století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Vojtěch Vašek</dc:creator>
  <cp:lastModifiedBy>Vojtěch Vašek</cp:lastModifiedBy>
  <cp:revision>11</cp:revision>
  <dcterms:created xsi:type="dcterms:W3CDTF">2024-11-27T21:14:05Z</dcterms:created>
  <dcterms:modified xsi:type="dcterms:W3CDTF">2024-11-28T22:04:39Z</dcterms:modified>
</cp:coreProperties>
</file>